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4"/>
  </p:sldMasterIdLst>
  <p:notesMasterIdLst>
    <p:notesMasterId r:id="rId15"/>
  </p:notesMasterIdLst>
  <p:handoutMasterIdLst>
    <p:handoutMasterId r:id="rId16"/>
  </p:handoutMasterIdLst>
  <p:sldIdLst>
    <p:sldId id="2146846054" r:id="rId5"/>
    <p:sldId id="2146846058" r:id="rId6"/>
    <p:sldId id="2146846027" r:id="rId7"/>
    <p:sldId id="2146846057" r:id="rId8"/>
    <p:sldId id="2146846062" r:id="rId9"/>
    <p:sldId id="2146846060" r:id="rId10"/>
    <p:sldId id="2146846066" r:id="rId11"/>
    <p:sldId id="2146846059" r:id="rId12"/>
    <p:sldId id="2146846061" r:id="rId13"/>
    <p:sldId id="21468460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B6D3DAB-DF43-4664-A7EB-28BF9FB41381}">
          <p14:sldIdLst>
            <p14:sldId id="2146846054"/>
            <p14:sldId id="2146846058"/>
            <p14:sldId id="2146846027"/>
            <p14:sldId id="2146846057"/>
            <p14:sldId id="2146846062"/>
            <p14:sldId id="2146846060"/>
            <p14:sldId id="2146846066"/>
            <p14:sldId id="2146846059"/>
            <p14:sldId id="2146846061"/>
            <p14:sldId id="2146846067"/>
          </p14:sldIdLst>
        </p14:section>
        <p14:section name="Appendix" id="{7297A47F-BBAA-4FEC-9E68-40255FB7C7C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ane Graham" initials="SG" lastIdx="2" clrIdx="0">
    <p:extLst>
      <p:ext uri="{19B8F6BF-5375-455C-9EA6-DF929625EA0E}">
        <p15:presenceInfo xmlns:p15="http://schemas.microsoft.com/office/powerpoint/2012/main" userId="S::ASP5665@amway.com::23cb3691-9ac7-4739-b533-716c61326897" providerId="AD"/>
      </p:ext>
    </p:extLst>
  </p:cmAuthor>
  <p:cmAuthor id="2" name="Ryan" initials="R" lastIdx="1" clrIdx="1">
    <p:extLst>
      <p:ext uri="{19B8F6BF-5375-455C-9EA6-DF929625EA0E}">
        <p15:presenceInfo xmlns:p15="http://schemas.microsoft.com/office/powerpoint/2012/main" userId="S::AIUHE42@amway.com::4e0f799b-9dd2-4ed1-b88a-f6f813994f9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D642"/>
    <a:srgbClr val="02B2EE"/>
    <a:srgbClr val="ED7D31"/>
    <a:srgbClr val="4472C4"/>
    <a:srgbClr val="C55A11"/>
    <a:srgbClr val="C3C3CF"/>
    <a:srgbClr val="00B0F0"/>
    <a:srgbClr val="B3EBFF"/>
    <a:srgbClr val="A3E7FF"/>
    <a:srgbClr val="89E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82" autoAdjust="0"/>
    <p:restoredTop sz="93842" autoAdjust="0"/>
  </p:normalViewPr>
  <p:slideViewPr>
    <p:cSldViewPr snapToGrid="0">
      <p:cViewPr varScale="1">
        <p:scale>
          <a:sx n="60" d="100"/>
          <a:sy n="60" d="100"/>
        </p:scale>
        <p:origin x="52" y="136"/>
      </p:cViewPr>
      <p:guideLst/>
    </p:cSldViewPr>
  </p:slideViewPr>
  <p:notesTextViewPr>
    <p:cViewPr>
      <p:scale>
        <a:sx n="1" d="1"/>
        <a:sy n="1" d="1"/>
      </p:scale>
      <p:origin x="0" y="0"/>
    </p:cViewPr>
  </p:notesTextViewPr>
  <p:notesViewPr>
    <p:cSldViewPr snapToGrid="0">
      <p:cViewPr varScale="1">
        <p:scale>
          <a:sx n="49" d="100"/>
          <a:sy n="49" d="100"/>
        </p:scale>
        <p:origin x="2668" y="3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an Vetter" userId="4e0f799b-9dd2-4ed1-b88a-f6f813994f91" providerId="ADAL" clId="{C7FE25E0-0AAE-4022-A126-B020F24BEC27}"/>
    <pc:docChg chg="modSld">
      <pc:chgData name="Ryan Vetter" userId="4e0f799b-9dd2-4ed1-b88a-f6f813994f91" providerId="ADAL" clId="{C7FE25E0-0AAE-4022-A126-B020F24BEC27}" dt="2021-04-29T12:56:06.260" v="1" actId="20577"/>
      <pc:docMkLst>
        <pc:docMk/>
      </pc:docMkLst>
      <pc:sldChg chg="modSp mod">
        <pc:chgData name="Ryan Vetter" userId="4e0f799b-9dd2-4ed1-b88a-f6f813994f91" providerId="ADAL" clId="{C7FE25E0-0AAE-4022-A126-B020F24BEC27}" dt="2021-04-29T12:56:06.260" v="1" actId="20577"/>
        <pc:sldMkLst>
          <pc:docMk/>
          <pc:sldMk cId="1353059238" sldId="5614"/>
        </pc:sldMkLst>
        <pc:spChg chg="mod">
          <ac:chgData name="Ryan Vetter" userId="4e0f799b-9dd2-4ed1-b88a-f6f813994f91" providerId="ADAL" clId="{C7FE25E0-0AAE-4022-A126-B020F24BEC27}" dt="2021-04-29T12:56:06.260" v="1" actId="20577"/>
          <ac:spMkLst>
            <pc:docMk/>
            <pc:sldMk cId="1353059238" sldId="5614"/>
            <ac:spMk id="25" creationId="{5EF3AE1E-2D8C-4FA4-BB0E-84D1CA1CEEE3}"/>
          </ac:spMkLst>
        </pc:spChg>
      </pc:sldChg>
    </pc:docChg>
  </pc:docChgLst>
  <pc:docChgLst>
    <pc:chgData name="Ken Popkin" userId="3c94c39e-c43b-4805-99ab-8da17777f1ac" providerId="ADAL" clId="{5A036E17-229D-4AFC-ACC1-80AF1F5D6F63}"/>
    <pc:docChg chg="undo custSel addSld delSld modSld sldOrd modSection">
      <pc:chgData name="Ken Popkin" userId="3c94c39e-c43b-4805-99ab-8da17777f1ac" providerId="ADAL" clId="{5A036E17-229D-4AFC-ACC1-80AF1F5D6F63}" dt="2021-05-07T12:09:19.958" v="4743" actId="20577"/>
      <pc:docMkLst>
        <pc:docMk/>
      </pc:docMkLst>
      <pc:sldChg chg="addSp delSp modSp del mod">
        <pc:chgData name="Ken Popkin" userId="3c94c39e-c43b-4805-99ab-8da17777f1ac" providerId="ADAL" clId="{5A036E17-229D-4AFC-ACC1-80AF1F5D6F63}" dt="2021-04-29T20:02:50.710" v="909" actId="47"/>
        <pc:sldMkLst>
          <pc:docMk/>
          <pc:sldMk cId="1353059238" sldId="5614"/>
        </pc:sldMkLst>
        <pc:spChg chg="add del mod">
          <ac:chgData name="Ken Popkin" userId="3c94c39e-c43b-4805-99ab-8da17777f1ac" providerId="ADAL" clId="{5A036E17-229D-4AFC-ACC1-80AF1F5D6F63}" dt="2021-04-28T22:16:50.409" v="449" actId="478"/>
          <ac:spMkLst>
            <pc:docMk/>
            <pc:sldMk cId="1353059238" sldId="5614"/>
            <ac:spMk id="2" creationId="{2F30E1C6-1842-4D1F-A3A2-9EA4ED4C8A89}"/>
          </ac:spMkLst>
        </pc:spChg>
        <pc:spChg chg="add del mod">
          <ac:chgData name="Ken Popkin" userId="3c94c39e-c43b-4805-99ab-8da17777f1ac" providerId="ADAL" clId="{5A036E17-229D-4AFC-ACC1-80AF1F5D6F63}" dt="2021-04-28T22:19:53.181" v="521" actId="478"/>
          <ac:spMkLst>
            <pc:docMk/>
            <pc:sldMk cId="1353059238" sldId="5614"/>
            <ac:spMk id="3" creationId="{E00C35A2-A653-4478-97CB-07A638E3C6C6}"/>
          </ac:spMkLst>
        </pc:spChg>
        <pc:spChg chg="add del">
          <ac:chgData name="Ken Popkin" userId="3c94c39e-c43b-4805-99ab-8da17777f1ac" providerId="ADAL" clId="{5A036E17-229D-4AFC-ACC1-80AF1F5D6F63}" dt="2021-04-28T22:23:37.063" v="645" actId="478"/>
          <ac:spMkLst>
            <pc:docMk/>
            <pc:sldMk cId="1353059238" sldId="5614"/>
            <ac:spMk id="9" creationId="{604CD5D8-568C-4446-8B31-38D4AF5A55C6}"/>
          </ac:spMkLst>
        </pc:spChg>
        <pc:spChg chg="mod">
          <ac:chgData name="Ken Popkin" userId="3c94c39e-c43b-4805-99ab-8da17777f1ac" providerId="ADAL" clId="{5A036E17-229D-4AFC-ACC1-80AF1F5D6F63}" dt="2021-04-28T22:14:32.699" v="336" actId="20577"/>
          <ac:spMkLst>
            <pc:docMk/>
            <pc:sldMk cId="1353059238" sldId="5614"/>
            <ac:spMk id="19" creationId="{1672C65B-8837-4F6E-9651-CAC4D54296AB}"/>
          </ac:spMkLst>
        </pc:spChg>
        <pc:spChg chg="mod">
          <ac:chgData name="Ken Popkin" userId="3c94c39e-c43b-4805-99ab-8da17777f1ac" providerId="ADAL" clId="{5A036E17-229D-4AFC-ACC1-80AF1F5D6F63}" dt="2021-04-28T22:14:43.179" v="353" actId="20577"/>
          <ac:spMkLst>
            <pc:docMk/>
            <pc:sldMk cId="1353059238" sldId="5614"/>
            <ac:spMk id="21" creationId="{ED01954D-66FF-42E5-BB00-A36555E51650}"/>
          </ac:spMkLst>
        </pc:spChg>
        <pc:spChg chg="mod">
          <ac:chgData name="Ken Popkin" userId="3c94c39e-c43b-4805-99ab-8da17777f1ac" providerId="ADAL" clId="{5A036E17-229D-4AFC-ACC1-80AF1F5D6F63}" dt="2021-04-28T22:16:18.617" v="447" actId="20577"/>
          <ac:spMkLst>
            <pc:docMk/>
            <pc:sldMk cId="1353059238" sldId="5614"/>
            <ac:spMk id="24" creationId="{6BAB99E3-6F4E-48F6-A55D-8A5B93AF5758}"/>
          </ac:spMkLst>
        </pc:spChg>
        <pc:spChg chg="mod">
          <ac:chgData name="Ken Popkin" userId="3c94c39e-c43b-4805-99ab-8da17777f1ac" providerId="ADAL" clId="{5A036E17-229D-4AFC-ACC1-80AF1F5D6F63}" dt="2021-04-29T15:43:17.348" v="844" actId="20577"/>
          <ac:spMkLst>
            <pc:docMk/>
            <pc:sldMk cId="1353059238" sldId="5614"/>
            <ac:spMk id="25" creationId="{5EF3AE1E-2D8C-4FA4-BB0E-84D1CA1CEEE3}"/>
          </ac:spMkLst>
        </pc:spChg>
        <pc:spChg chg="mod">
          <ac:chgData name="Ken Popkin" userId="3c94c39e-c43b-4805-99ab-8da17777f1ac" providerId="ADAL" clId="{5A036E17-229D-4AFC-ACC1-80AF1F5D6F63}" dt="2021-04-28T22:15:55.965" v="418" actId="6549"/>
          <ac:spMkLst>
            <pc:docMk/>
            <pc:sldMk cId="1353059238" sldId="5614"/>
            <ac:spMk id="26" creationId="{F0009671-0AF0-4B99-9216-2C0358DB3749}"/>
          </ac:spMkLst>
        </pc:spChg>
        <pc:spChg chg="mod">
          <ac:chgData name="Ken Popkin" userId="3c94c39e-c43b-4805-99ab-8da17777f1ac" providerId="ADAL" clId="{5A036E17-229D-4AFC-ACC1-80AF1F5D6F63}" dt="2021-04-28T22:14:55.105" v="371" actId="20577"/>
          <ac:spMkLst>
            <pc:docMk/>
            <pc:sldMk cId="1353059238" sldId="5614"/>
            <ac:spMk id="28" creationId="{FD09FB08-AC31-401C-A9FD-F636CAA73FDD}"/>
          </ac:spMkLst>
        </pc:spChg>
        <pc:spChg chg="mod">
          <ac:chgData name="Ken Popkin" userId="3c94c39e-c43b-4805-99ab-8da17777f1ac" providerId="ADAL" clId="{5A036E17-229D-4AFC-ACC1-80AF1F5D6F63}" dt="2021-04-28T22:15:31.544" v="399" actId="20577"/>
          <ac:spMkLst>
            <pc:docMk/>
            <pc:sldMk cId="1353059238" sldId="5614"/>
            <ac:spMk id="29" creationId="{2D94E9DC-F18E-460E-89FA-96B0353FA16E}"/>
          </ac:spMkLst>
        </pc:spChg>
        <pc:spChg chg="mod topLvl">
          <ac:chgData name="Ken Popkin" userId="3c94c39e-c43b-4805-99ab-8da17777f1ac" providerId="ADAL" clId="{5A036E17-229D-4AFC-ACC1-80AF1F5D6F63}" dt="2021-04-28T22:26:06.079" v="719" actId="1038"/>
          <ac:spMkLst>
            <pc:docMk/>
            <pc:sldMk cId="1353059238" sldId="5614"/>
            <ac:spMk id="30" creationId="{307B9794-BD8A-47B4-959F-5C50A76D45A4}"/>
          </ac:spMkLst>
        </pc:spChg>
        <pc:spChg chg="mod">
          <ac:chgData name="Ken Popkin" userId="3c94c39e-c43b-4805-99ab-8da17777f1ac" providerId="ADAL" clId="{5A036E17-229D-4AFC-ACC1-80AF1F5D6F63}" dt="2021-04-28T19:38:44.528" v="17" actId="165"/>
          <ac:spMkLst>
            <pc:docMk/>
            <pc:sldMk cId="1353059238" sldId="5614"/>
            <ac:spMk id="35" creationId="{7569951E-77FB-419C-9A9A-A5AF922EE642}"/>
          </ac:spMkLst>
        </pc:spChg>
        <pc:spChg chg="mod">
          <ac:chgData name="Ken Popkin" userId="3c94c39e-c43b-4805-99ab-8da17777f1ac" providerId="ADAL" clId="{5A036E17-229D-4AFC-ACC1-80AF1F5D6F63}" dt="2021-04-28T19:38:44.528" v="17" actId="165"/>
          <ac:spMkLst>
            <pc:docMk/>
            <pc:sldMk cId="1353059238" sldId="5614"/>
            <ac:spMk id="36" creationId="{5398CCCC-2770-47AD-8BEE-2A0FCDE54B81}"/>
          </ac:spMkLst>
        </pc:spChg>
        <pc:spChg chg="mod topLvl">
          <ac:chgData name="Ken Popkin" userId="3c94c39e-c43b-4805-99ab-8da17777f1ac" providerId="ADAL" clId="{5A036E17-229D-4AFC-ACC1-80AF1F5D6F63}" dt="2021-04-28T22:26:06.079" v="719" actId="1038"/>
          <ac:spMkLst>
            <pc:docMk/>
            <pc:sldMk cId="1353059238" sldId="5614"/>
            <ac:spMk id="37" creationId="{CBB8BA7A-39CA-4E5B-ABEC-C84C49AC7958}"/>
          </ac:spMkLst>
        </pc:spChg>
        <pc:spChg chg="mod topLvl">
          <ac:chgData name="Ken Popkin" userId="3c94c39e-c43b-4805-99ab-8da17777f1ac" providerId="ADAL" clId="{5A036E17-229D-4AFC-ACC1-80AF1F5D6F63}" dt="2021-04-28T22:26:06.079" v="719" actId="1038"/>
          <ac:spMkLst>
            <pc:docMk/>
            <pc:sldMk cId="1353059238" sldId="5614"/>
            <ac:spMk id="38" creationId="{5B639EA0-B7D4-4675-8740-B4394FDEEEEA}"/>
          </ac:spMkLst>
        </pc:spChg>
        <pc:spChg chg="mod">
          <ac:chgData name="Ken Popkin" userId="3c94c39e-c43b-4805-99ab-8da17777f1ac" providerId="ADAL" clId="{5A036E17-229D-4AFC-ACC1-80AF1F5D6F63}" dt="2021-04-28T19:38:44.528" v="17" actId="165"/>
          <ac:spMkLst>
            <pc:docMk/>
            <pc:sldMk cId="1353059238" sldId="5614"/>
            <ac:spMk id="40" creationId="{5F2F39F5-33F8-4FA3-ADC5-5B42818B8168}"/>
          </ac:spMkLst>
        </pc:spChg>
        <pc:spChg chg="mod">
          <ac:chgData name="Ken Popkin" userId="3c94c39e-c43b-4805-99ab-8da17777f1ac" providerId="ADAL" clId="{5A036E17-229D-4AFC-ACC1-80AF1F5D6F63}" dt="2021-04-28T19:38:44.528" v="17" actId="165"/>
          <ac:spMkLst>
            <pc:docMk/>
            <pc:sldMk cId="1353059238" sldId="5614"/>
            <ac:spMk id="41" creationId="{1E5ECCF8-CC11-4F83-B629-B40186244050}"/>
          </ac:spMkLst>
        </pc:spChg>
        <pc:spChg chg="mod topLvl">
          <ac:chgData name="Ken Popkin" userId="3c94c39e-c43b-4805-99ab-8da17777f1ac" providerId="ADAL" clId="{5A036E17-229D-4AFC-ACC1-80AF1F5D6F63}" dt="2021-04-28T22:26:06.079" v="719" actId="1038"/>
          <ac:spMkLst>
            <pc:docMk/>
            <pc:sldMk cId="1353059238" sldId="5614"/>
            <ac:spMk id="42" creationId="{417138D5-5AA8-47F8-9E9D-88C6CCCAF5E9}"/>
          </ac:spMkLst>
        </pc:spChg>
        <pc:spChg chg="mod topLvl">
          <ac:chgData name="Ken Popkin" userId="3c94c39e-c43b-4805-99ab-8da17777f1ac" providerId="ADAL" clId="{5A036E17-229D-4AFC-ACC1-80AF1F5D6F63}" dt="2021-04-28T22:26:06.079" v="719" actId="1038"/>
          <ac:spMkLst>
            <pc:docMk/>
            <pc:sldMk cId="1353059238" sldId="5614"/>
            <ac:spMk id="43" creationId="{FD804BA2-2C14-4E34-852B-232FE340C384}"/>
          </ac:spMkLst>
        </pc:spChg>
        <pc:spChg chg="add del mod">
          <ac:chgData name="Ken Popkin" userId="3c94c39e-c43b-4805-99ab-8da17777f1ac" providerId="ADAL" clId="{5A036E17-229D-4AFC-ACC1-80AF1F5D6F63}" dt="2021-04-28T19:39:13.658" v="23" actId="478"/>
          <ac:spMkLst>
            <pc:docMk/>
            <pc:sldMk cId="1353059238" sldId="5614"/>
            <ac:spMk id="46" creationId="{EC0AC341-AFEC-4408-92A8-426CA4CCBF97}"/>
          </ac:spMkLst>
        </pc:spChg>
        <pc:spChg chg="add mod">
          <ac:chgData name="Ken Popkin" userId="3c94c39e-c43b-4805-99ab-8da17777f1ac" providerId="ADAL" clId="{5A036E17-229D-4AFC-ACC1-80AF1F5D6F63}" dt="2021-04-28T22:26:06.079" v="719" actId="1038"/>
          <ac:spMkLst>
            <pc:docMk/>
            <pc:sldMk cId="1353059238" sldId="5614"/>
            <ac:spMk id="47" creationId="{31D4A404-BDC7-40C2-AE09-D7668EE0D9CF}"/>
          </ac:spMkLst>
        </pc:spChg>
        <pc:grpChg chg="add del mod">
          <ac:chgData name="Ken Popkin" userId="3c94c39e-c43b-4805-99ab-8da17777f1ac" providerId="ADAL" clId="{5A036E17-229D-4AFC-ACC1-80AF1F5D6F63}" dt="2021-04-28T22:23:13.196" v="642" actId="165"/>
          <ac:grpSpMkLst>
            <pc:docMk/>
            <pc:sldMk cId="1353059238" sldId="5614"/>
            <ac:grpSpMk id="6" creationId="{FE703129-A740-4307-A4C4-C6B95C019511}"/>
          </ac:grpSpMkLst>
        </pc:grpChg>
        <pc:grpChg chg="mod topLvl">
          <ac:chgData name="Ken Popkin" userId="3c94c39e-c43b-4805-99ab-8da17777f1ac" providerId="ADAL" clId="{5A036E17-229D-4AFC-ACC1-80AF1F5D6F63}" dt="2021-04-28T19:38:44.528" v="17" actId="165"/>
          <ac:grpSpMkLst>
            <pc:docMk/>
            <pc:sldMk cId="1353059238" sldId="5614"/>
            <ac:grpSpMk id="34" creationId="{E313B6D4-2614-4F2D-AEA8-94168A71A609}"/>
          </ac:grpSpMkLst>
        </pc:grpChg>
        <pc:grpChg chg="mod topLvl">
          <ac:chgData name="Ken Popkin" userId="3c94c39e-c43b-4805-99ab-8da17777f1ac" providerId="ADAL" clId="{5A036E17-229D-4AFC-ACC1-80AF1F5D6F63}" dt="2021-04-28T19:38:44.528" v="17" actId="165"/>
          <ac:grpSpMkLst>
            <pc:docMk/>
            <pc:sldMk cId="1353059238" sldId="5614"/>
            <ac:grpSpMk id="39" creationId="{5BBFF2AB-49EB-4255-9091-0D8B29B19BDA}"/>
          </ac:grpSpMkLst>
        </pc:grpChg>
        <pc:grpChg chg="mod">
          <ac:chgData name="Ken Popkin" userId="3c94c39e-c43b-4805-99ab-8da17777f1ac" providerId="ADAL" clId="{5A036E17-229D-4AFC-ACC1-80AF1F5D6F63}" dt="2021-04-28T22:26:13.971" v="742" actId="1038"/>
          <ac:grpSpMkLst>
            <pc:docMk/>
            <pc:sldMk cId="1353059238" sldId="5614"/>
            <ac:grpSpMk id="44" creationId="{12ACBD7F-73DB-4593-AC6A-C50D1C7BF448}"/>
          </ac:grpSpMkLst>
        </pc:grpChg>
        <pc:grpChg chg="del">
          <ac:chgData name="Ken Popkin" userId="3c94c39e-c43b-4805-99ab-8da17777f1ac" providerId="ADAL" clId="{5A036E17-229D-4AFC-ACC1-80AF1F5D6F63}" dt="2021-04-28T19:38:44.528" v="17" actId="165"/>
          <ac:grpSpMkLst>
            <pc:docMk/>
            <pc:sldMk cId="1353059238" sldId="5614"/>
            <ac:grpSpMk id="45" creationId="{9DAD515C-47C0-40CE-B5BD-9DED085EA48C}"/>
          </ac:grpSpMkLst>
        </pc:grpChg>
        <pc:graphicFrameChg chg="add del mod">
          <ac:chgData name="Ken Popkin" userId="3c94c39e-c43b-4805-99ab-8da17777f1ac" providerId="ADAL" clId="{5A036E17-229D-4AFC-ACC1-80AF1F5D6F63}" dt="2021-04-28T22:16:23.283" v="448" actId="478"/>
          <ac:graphicFrameMkLst>
            <pc:docMk/>
            <pc:sldMk cId="1353059238" sldId="5614"/>
            <ac:graphicFrameMk id="48" creationId="{FF7D2FFA-EA99-4E85-B8B1-9069E672BF44}"/>
          </ac:graphicFrameMkLst>
        </pc:graphicFrameChg>
        <pc:cxnChg chg="add del mod">
          <ac:chgData name="Ken Popkin" userId="3c94c39e-c43b-4805-99ab-8da17777f1ac" providerId="ADAL" clId="{5A036E17-229D-4AFC-ACC1-80AF1F5D6F63}" dt="2021-04-28T22:23:38.613" v="646" actId="478"/>
          <ac:cxnSpMkLst>
            <pc:docMk/>
            <pc:sldMk cId="1353059238" sldId="5614"/>
            <ac:cxnSpMk id="8" creationId="{E49409C0-050F-4E17-A6AA-B79ECB382CDD}"/>
          </ac:cxnSpMkLst>
        </pc:cxnChg>
      </pc:sldChg>
      <pc:sldChg chg="addSp delSp modSp add mod modNotesTx">
        <pc:chgData name="Ken Popkin" userId="3c94c39e-c43b-4805-99ab-8da17777f1ac" providerId="ADAL" clId="{5A036E17-229D-4AFC-ACC1-80AF1F5D6F63}" dt="2021-04-29T20:48:54.454" v="2387" actId="1036"/>
        <pc:sldMkLst>
          <pc:docMk/>
          <pc:sldMk cId="2361233300" sldId="2146846004"/>
        </pc:sldMkLst>
        <pc:spChg chg="add del mod">
          <ac:chgData name="Ken Popkin" userId="3c94c39e-c43b-4805-99ab-8da17777f1ac" providerId="ADAL" clId="{5A036E17-229D-4AFC-ACC1-80AF1F5D6F63}" dt="2021-04-29T20:18:36.992" v="925" actId="478"/>
          <ac:spMkLst>
            <pc:docMk/>
            <pc:sldMk cId="2361233300" sldId="2146846004"/>
            <ac:spMk id="2" creationId="{980B941E-700A-4C18-ADE2-C369C8DF5F5C}"/>
          </ac:spMkLst>
        </pc:spChg>
        <pc:spChg chg="add mod">
          <ac:chgData name="Ken Popkin" userId="3c94c39e-c43b-4805-99ab-8da17777f1ac" providerId="ADAL" clId="{5A036E17-229D-4AFC-ACC1-80AF1F5D6F63}" dt="2021-04-29T20:41:49.873" v="2025" actId="1038"/>
          <ac:spMkLst>
            <pc:docMk/>
            <pc:sldMk cId="2361233300" sldId="2146846004"/>
            <ac:spMk id="3" creationId="{68BEFF73-3B4F-4293-B8D3-E19A7E07DF0D}"/>
          </ac:spMkLst>
        </pc:spChg>
        <pc:spChg chg="del">
          <ac:chgData name="Ken Popkin" userId="3c94c39e-c43b-4805-99ab-8da17777f1ac" providerId="ADAL" clId="{5A036E17-229D-4AFC-ACC1-80AF1F5D6F63}" dt="2021-04-29T20:03:22.030" v="911" actId="478"/>
          <ac:spMkLst>
            <pc:docMk/>
            <pc:sldMk cId="2361233300" sldId="2146846004"/>
            <ac:spMk id="21" creationId="{FBE45FB3-E412-4A39-9EBB-A738D2C5E830}"/>
          </ac:spMkLst>
        </pc:spChg>
        <pc:spChg chg="del mod">
          <ac:chgData name="Ken Popkin" userId="3c94c39e-c43b-4805-99ab-8da17777f1ac" providerId="ADAL" clId="{5A036E17-229D-4AFC-ACC1-80AF1F5D6F63}" dt="2021-04-29T20:44:45.480" v="2181" actId="478"/>
          <ac:spMkLst>
            <pc:docMk/>
            <pc:sldMk cId="2361233300" sldId="2146846004"/>
            <ac:spMk id="42" creationId="{5E4C45D9-673E-48D1-8ABC-B8082E3F4A2B}"/>
          </ac:spMkLst>
        </pc:spChg>
        <pc:spChg chg="del mod">
          <ac:chgData name="Ken Popkin" userId="3c94c39e-c43b-4805-99ab-8da17777f1ac" providerId="ADAL" clId="{5A036E17-229D-4AFC-ACC1-80AF1F5D6F63}" dt="2021-04-29T20:44:45.480" v="2181" actId="478"/>
          <ac:spMkLst>
            <pc:docMk/>
            <pc:sldMk cId="2361233300" sldId="2146846004"/>
            <ac:spMk id="46" creationId="{99AC5358-C013-40CD-97C1-8616985CF5DD}"/>
          </ac:spMkLst>
        </pc:spChg>
        <pc:spChg chg="del mod">
          <ac:chgData name="Ken Popkin" userId="3c94c39e-c43b-4805-99ab-8da17777f1ac" providerId="ADAL" clId="{5A036E17-229D-4AFC-ACC1-80AF1F5D6F63}" dt="2021-04-29T20:44:45.480" v="2181" actId="478"/>
          <ac:spMkLst>
            <pc:docMk/>
            <pc:sldMk cId="2361233300" sldId="2146846004"/>
            <ac:spMk id="47" creationId="{AE31D8F5-96E9-4164-BA7A-0AE12C88222A}"/>
          </ac:spMkLst>
        </pc:spChg>
        <pc:spChg chg="del mod">
          <ac:chgData name="Ken Popkin" userId="3c94c39e-c43b-4805-99ab-8da17777f1ac" providerId="ADAL" clId="{5A036E17-229D-4AFC-ACC1-80AF1F5D6F63}" dt="2021-04-29T20:44:45.480" v="2181" actId="478"/>
          <ac:spMkLst>
            <pc:docMk/>
            <pc:sldMk cId="2361233300" sldId="2146846004"/>
            <ac:spMk id="48" creationId="{D13A0C76-F485-4A32-871F-8919D78351AA}"/>
          </ac:spMkLst>
        </pc:spChg>
        <pc:spChg chg="del mod">
          <ac:chgData name="Ken Popkin" userId="3c94c39e-c43b-4805-99ab-8da17777f1ac" providerId="ADAL" clId="{5A036E17-229D-4AFC-ACC1-80AF1F5D6F63}" dt="2021-04-29T20:44:45.480" v="2181" actId="478"/>
          <ac:spMkLst>
            <pc:docMk/>
            <pc:sldMk cId="2361233300" sldId="2146846004"/>
            <ac:spMk id="49" creationId="{74E06AF4-F5CD-4926-8BBC-612F7526521B}"/>
          </ac:spMkLst>
        </pc:spChg>
        <pc:spChg chg="add del mod">
          <ac:chgData name="Ken Popkin" userId="3c94c39e-c43b-4805-99ab-8da17777f1ac" providerId="ADAL" clId="{5A036E17-229D-4AFC-ACC1-80AF1F5D6F63}" dt="2021-04-29T20:36:02.219" v="1667" actId="207"/>
          <ac:spMkLst>
            <pc:docMk/>
            <pc:sldMk cId="2361233300" sldId="2146846004"/>
            <ac:spMk id="59" creationId="{40A83ADB-4DCF-436D-8695-A683C3C4A448}"/>
          </ac:spMkLst>
        </pc:spChg>
        <pc:spChg chg="del mod">
          <ac:chgData name="Ken Popkin" userId="3c94c39e-c43b-4805-99ab-8da17777f1ac" providerId="ADAL" clId="{5A036E17-229D-4AFC-ACC1-80AF1F5D6F63}" dt="2021-04-29T20:44:45.480" v="2181" actId="478"/>
          <ac:spMkLst>
            <pc:docMk/>
            <pc:sldMk cId="2361233300" sldId="2146846004"/>
            <ac:spMk id="60" creationId="{710AD716-A44C-40D6-BCE8-C8BE76351046}"/>
          </ac:spMkLst>
        </pc:spChg>
        <pc:spChg chg="add del mod">
          <ac:chgData name="Ken Popkin" userId="3c94c39e-c43b-4805-99ab-8da17777f1ac" providerId="ADAL" clId="{5A036E17-229D-4AFC-ACC1-80AF1F5D6F63}" dt="2021-04-29T20:45:26.257" v="2226" actId="478"/>
          <ac:spMkLst>
            <pc:docMk/>
            <pc:sldMk cId="2361233300" sldId="2146846004"/>
            <ac:spMk id="61" creationId="{49C1179D-9326-475C-A87E-F4170C1A4913}"/>
          </ac:spMkLst>
        </pc:spChg>
        <pc:spChg chg="add del mod">
          <ac:chgData name="Ken Popkin" userId="3c94c39e-c43b-4805-99ab-8da17777f1ac" providerId="ADAL" clId="{5A036E17-229D-4AFC-ACC1-80AF1F5D6F63}" dt="2021-04-29T20:45:29.268" v="2227" actId="478"/>
          <ac:spMkLst>
            <pc:docMk/>
            <pc:sldMk cId="2361233300" sldId="2146846004"/>
            <ac:spMk id="65" creationId="{7B165CB1-EB4D-4E05-8FAF-8143B946DAF9}"/>
          </ac:spMkLst>
        </pc:spChg>
        <pc:spChg chg="add del mod">
          <ac:chgData name="Ken Popkin" userId="3c94c39e-c43b-4805-99ab-8da17777f1ac" providerId="ADAL" clId="{5A036E17-229D-4AFC-ACC1-80AF1F5D6F63}" dt="2021-04-29T20:45:26.257" v="2226" actId="478"/>
          <ac:spMkLst>
            <pc:docMk/>
            <pc:sldMk cId="2361233300" sldId="2146846004"/>
            <ac:spMk id="66" creationId="{725CCB81-469D-4D87-8803-E7134A9A0201}"/>
          </ac:spMkLst>
        </pc:spChg>
        <pc:spChg chg="add del mod">
          <ac:chgData name="Ken Popkin" userId="3c94c39e-c43b-4805-99ab-8da17777f1ac" providerId="ADAL" clId="{5A036E17-229D-4AFC-ACC1-80AF1F5D6F63}" dt="2021-04-29T20:45:26.257" v="2226" actId="478"/>
          <ac:spMkLst>
            <pc:docMk/>
            <pc:sldMk cId="2361233300" sldId="2146846004"/>
            <ac:spMk id="67" creationId="{D2F46AF0-E138-46E7-AE84-786EE942E6A7}"/>
          </ac:spMkLst>
        </pc:spChg>
        <pc:spChg chg="add del mod">
          <ac:chgData name="Ken Popkin" userId="3c94c39e-c43b-4805-99ab-8da17777f1ac" providerId="ADAL" clId="{5A036E17-229D-4AFC-ACC1-80AF1F5D6F63}" dt="2021-04-29T20:38:34.216" v="1839" actId="478"/>
          <ac:spMkLst>
            <pc:docMk/>
            <pc:sldMk cId="2361233300" sldId="2146846004"/>
            <ac:spMk id="68" creationId="{7D2881DE-4208-442B-9231-A24CCF786F2D}"/>
          </ac:spMkLst>
        </pc:spChg>
        <pc:spChg chg="add del mod">
          <ac:chgData name="Ken Popkin" userId="3c94c39e-c43b-4805-99ab-8da17777f1ac" providerId="ADAL" clId="{5A036E17-229D-4AFC-ACC1-80AF1F5D6F63}" dt="2021-04-29T20:45:26.257" v="2226" actId="478"/>
          <ac:spMkLst>
            <pc:docMk/>
            <pc:sldMk cId="2361233300" sldId="2146846004"/>
            <ac:spMk id="69" creationId="{804D3621-23CF-4EB8-9825-965E1D9C575D}"/>
          </ac:spMkLst>
        </pc:spChg>
        <pc:spChg chg="mod">
          <ac:chgData name="Ken Popkin" userId="3c94c39e-c43b-4805-99ab-8da17777f1ac" providerId="ADAL" clId="{5A036E17-229D-4AFC-ACC1-80AF1F5D6F63}" dt="2021-04-29T20:45:20.383" v="2225" actId="207"/>
          <ac:spMkLst>
            <pc:docMk/>
            <pc:sldMk cId="2361233300" sldId="2146846004"/>
            <ac:spMk id="71" creationId="{346217F1-EE21-4F9A-AAD1-29157B4BA7AA}"/>
          </ac:spMkLst>
        </pc:spChg>
        <pc:spChg chg="mod">
          <ac:chgData name="Ken Popkin" userId="3c94c39e-c43b-4805-99ab-8da17777f1ac" providerId="ADAL" clId="{5A036E17-229D-4AFC-ACC1-80AF1F5D6F63}" dt="2021-04-29T20:45:20.383" v="2225" actId="207"/>
          <ac:spMkLst>
            <pc:docMk/>
            <pc:sldMk cId="2361233300" sldId="2146846004"/>
            <ac:spMk id="72" creationId="{F2113D58-FD6D-4B28-8E84-D5150C701BB5}"/>
          </ac:spMkLst>
        </pc:spChg>
        <pc:spChg chg="mod">
          <ac:chgData name="Ken Popkin" userId="3c94c39e-c43b-4805-99ab-8da17777f1ac" providerId="ADAL" clId="{5A036E17-229D-4AFC-ACC1-80AF1F5D6F63}" dt="2021-04-29T20:45:20.383" v="2225" actId="207"/>
          <ac:spMkLst>
            <pc:docMk/>
            <pc:sldMk cId="2361233300" sldId="2146846004"/>
            <ac:spMk id="73" creationId="{3CAA4E2C-953E-4E78-B6E5-141689B28B79}"/>
          </ac:spMkLst>
        </pc:spChg>
        <pc:spChg chg="mod">
          <ac:chgData name="Ken Popkin" userId="3c94c39e-c43b-4805-99ab-8da17777f1ac" providerId="ADAL" clId="{5A036E17-229D-4AFC-ACC1-80AF1F5D6F63}" dt="2021-04-29T20:45:20.383" v="2225" actId="207"/>
          <ac:spMkLst>
            <pc:docMk/>
            <pc:sldMk cId="2361233300" sldId="2146846004"/>
            <ac:spMk id="74" creationId="{B020E9BC-56A9-42A3-88C8-8F23C1E2C945}"/>
          </ac:spMkLst>
        </pc:spChg>
        <pc:spChg chg="mod">
          <ac:chgData name="Ken Popkin" userId="3c94c39e-c43b-4805-99ab-8da17777f1ac" providerId="ADAL" clId="{5A036E17-229D-4AFC-ACC1-80AF1F5D6F63}" dt="2021-04-29T20:45:36.303" v="2228" actId="207"/>
          <ac:spMkLst>
            <pc:docMk/>
            <pc:sldMk cId="2361233300" sldId="2146846004"/>
            <ac:spMk id="76" creationId="{C032546A-CE26-4F19-816A-B7C57EF93858}"/>
          </ac:spMkLst>
        </pc:spChg>
        <pc:spChg chg="mod">
          <ac:chgData name="Ken Popkin" userId="3c94c39e-c43b-4805-99ab-8da17777f1ac" providerId="ADAL" clId="{5A036E17-229D-4AFC-ACC1-80AF1F5D6F63}" dt="2021-04-29T20:45:20.383" v="2225" actId="207"/>
          <ac:spMkLst>
            <pc:docMk/>
            <pc:sldMk cId="2361233300" sldId="2146846004"/>
            <ac:spMk id="77" creationId="{7DBA30A3-54D2-4BE3-9065-2E3AD414D862}"/>
          </ac:spMkLst>
        </pc:spChg>
        <pc:spChg chg="mod topLvl">
          <ac:chgData name="Ken Popkin" userId="3c94c39e-c43b-4805-99ab-8da17777f1ac" providerId="ADAL" clId="{5A036E17-229D-4AFC-ACC1-80AF1F5D6F63}" dt="2021-04-29T20:48:23.329" v="2366" actId="164"/>
          <ac:spMkLst>
            <pc:docMk/>
            <pc:sldMk cId="2361233300" sldId="2146846004"/>
            <ac:spMk id="79" creationId="{5F3598BA-DF78-4177-955F-F226757FD9AE}"/>
          </ac:spMkLst>
        </pc:spChg>
        <pc:spChg chg="mod topLvl">
          <ac:chgData name="Ken Popkin" userId="3c94c39e-c43b-4805-99ab-8da17777f1ac" providerId="ADAL" clId="{5A036E17-229D-4AFC-ACC1-80AF1F5D6F63}" dt="2021-04-29T20:48:23.329" v="2366" actId="164"/>
          <ac:spMkLst>
            <pc:docMk/>
            <pc:sldMk cId="2361233300" sldId="2146846004"/>
            <ac:spMk id="80" creationId="{0EDDF521-1D17-42D7-81B8-D1721CACFFFF}"/>
          </ac:spMkLst>
        </pc:spChg>
        <pc:spChg chg="mod">
          <ac:chgData name="Ken Popkin" userId="3c94c39e-c43b-4805-99ab-8da17777f1ac" providerId="ADAL" clId="{5A036E17-229D-4AFC-ACC1-80AF1F5D6F63}" dt="2021-04-29T20:44:58.397" v="2182" actId="164"/>
          <ac:spMkLst>
            <pc:docMk/>
            <pc:sldMk cId="2361233300" sldId="2146846004"/>
            <ac:spMk id="81" creationId="{9D05F4A8-99D1-4166-A4E0-E03838F1A20F}"/>
          </ac:spMkLst>
        </pc:spChg>
        <pc:spChg chg="mod">
          <ac:chgData name="Ken Popkin" userId="3c94c39e-c43b-4805-99ab-8da17777f1ac" providerId="ADAL" clId="{5A036E17-229D-4AFC-ACC1-80AF1F5D6F63}" dt="2021-04-29T20:44:58.397" v="2182" actId="164"/>
          <ac:spMkLst>
            <pc:docMk/>
            <pc:sldMk cId="2361233300" sldId="2146846004"/>
            <ac:spMk id="82" creationId="{9A6616EB-9B72-43D7-98AF-D95FCD143F71}"/>
          </ac:spMkLst>
        </pc:spChg>
        <pc:spChg chg="mod">
          <ac:chgData name="Ken Popkin" userId="3c94c39e-c43b-4805-99ab-8da17777f1ac" providerId="ADAL" clId="{5A036E17-229D-4AFC-ACC1-80AF1F5D6F63}" dt="2021-04-29T20:44:58.397" v="2182" actId="164"/>
          <ac:spMkLst>
            <pc:docMk/>
            <pc:sldMk cId="2361233300" sldId="2146846004"/>
            <ac:spMk id="83" creationId="{B9531AE5-357C-4B3F-B08D-D73C0245D10E}"/>
          </ac:spMkLst>
        </pc:spChg>
        <pc:spChg chg="mod">
          <ac:chgData name="Ken Popkin" userId="3c94c39e-c43b-4805-99ab-8da17777f1ac" providerId="ADAL" clId="{5A036E17-229D-4AFC-ACC1-80AF1F5D6F63}" dt="2021-04-29T20:44:58.397" v="2182" actId="164"/>
          <ac:spMkLst>
            <pc:docMk/>
            <pc:sldMk cId="2361233300" sldId="2146846004"/>
            <ac:spMk id="84" creationId="{F7B1FE9B-B315-45D3-B73E-6D62A305BE6F}"/>
          </ac:spMkLst>
        </pc:spChg>
        <pc:spChg chg="mod">
          <ac:chgData name="Ken Popkin" userId="3c94c39e-c43b-4805-99ab-8da17777f1ac" providerId="ADAL" clId="{5A036E17-229D-4AFC-ACC1-80AF1F5D6F63}" dt="2021-04-29T20:44:58.397" v="2182" actId="164"/>
          <ac:spMkLst>
            <pc:docMk/>
            <pc:sldMk cId="2361233300" sldId="2146846004"/>
            <ac:spMk id="85" creationId="{4BACEFFB-FF10-4E39-BBC2-475F1A742E98}"/>
          </ac:spMkLst>
        </pc:spChg>
        <pc:spChg chg="mod">
          <ac:chgData name="Ken Popkin" userId="3c94c39e-c43b-4805-99ab-8da17777f1ac" providerId="ADAL" clId="{5A036E17-229D-4AFC-ACC1-80AF1F5D6F63}" dt="2021-04-29T20:44:58.397" v="2182" actId="164"/>
          <ac:spMkLst>
            <pc:docMk/>
            <pc:sldMk cId="2361233300" sldId="2146846004"/>
            <ac:spMk id="86" creationId="{33A37457-FB9A-409D-B479-03EEAC22F7E2}"/>
          </ac:spMkLst>
        </pc:spChg>
        <pc:spChg chg="mod topLvl">
          <ac:chgData name="Ken Popkin" userId="3c94c39e-c43b-4805-99ab-8da17777f1ac" providerId="ADAL" clId="{5A036E17-229D-4AFC-ACC1-80AF1F5D6F63}" dt="2021-04-29T20:48:23.329" v="2366" actId="164"/>
          <ac:spMkLst>
            <pc:docMk/>
            <pc:sldMk cId="2361233300" sldId="2146846004"/>
            <ac:spMk id="87" creationId="{D7930C3F-5BC6-4C07-BDBF-13559B97C714}"/>
          </ac:spMkLst>
        </pc:spChg>
        <pc:spChg chg="mod topLvl">
          <ac:chgData name="Ken Popkin" userId="3c94c39e-c43b-4805-99ab-8da17777f1ac" providerId="ADAL" clId="{5A036E17-229D-4AFC-ACC1-80AF1F5D6F63}" dt="2021-04-29T20:48:23.329" v="2366" actId="164"/>
          <ac:spMkLst>
            <pc:docMk/>
            <pc:sldMk cId="2361233300" sldId="2146846004"/>
            <ac:spMk id="88" creationId="{CD1CF11B-E55F-4F51-9B0C-40F37E8C07E9}"/>
          </ac:spMkLst>
        </pc:spChg>
        <pc:spChg chg="mod">
          <ac:chgData name="Ken Popkin" userId="3c94c39e-c43b-4805-99ab-8da17777f1ac" providerId="ADAL" clId="{5A036E17-229D-4AFC-ACC1-80AF1F5D6F63}" dt="2021-04-29T20:23:19.562" v="1212" actId="20577"/>
          <ac:spMkLst>
            <pc:docMk/>
            <pc:sldMk cId="2361233300" sldId="2146846004"/>
            <ac:spMk id="89" creationId="{37F5B3B9-6310-4CC8-95E6-B91CF21B5782}"/>
          </ac:spMkLst>
        </pc:spChg>
        <pc:spChg chg="mod">
          <ac:chgData name="Ken Popkin" userId="3c94c39e-c43b-4805-99ab-8da17777f1ac" providerId="ADAL" clId="{5A036E17-229D-4AFC-ACC1-80AF1F5D6F63}" dt="2021-04-29T20:46:23.665" v="2359" actId="1035"/>
          <ac:spMkLst>
            <pc:docMk/>
            <pc:sldMk cId="2361233300" sldId="2146846004"/>
            <ac:spMk id="92" creationId="{C21A4D8A-28BA-4579-952F-17CC12B6B941}"/>
          </ac:spMkLst>
        </pc:spChg>
        <pc:spChg chg="mod topLvl">
          <ac:chgData name="Ken Popkin" userId="3c94c39e-c43b-4805-99ab-8da17777f1ac" providerId="ADAL" clId="{5A036E17-229D-4AFC-ACC1-80AF1F5D6F63}" dt="2021-04-29T20:48:23.329" v="2366" actId="164"/>
          <ac:spMkLst>
            <pc:docMk/>
            <pc:sldMk cId="2361233300" sldId="2146846004"/>
            <ac:spMk id="93" creationId="{40AF6F28-AA5E-4840-849A-B2245BE27CD9}"/>
          </ac:spMkLst>
        </pc:spChg>
        <pc:spChg chg="mod">
          <ac:chgData name="Ken Popkin" userId="3c94c39e-c43b-4805-99ab-8da17777f1ac" providerId="ADAL" clId="{5A036E17-229D-4AFC-ACC1-80AF1F5D6F63}" dt="2021-04-29T20:46:23.665" v="2359" actId="1035"/>
          <ac:spMkLst>
            <pc:docMk/>
            <pc:sldMk cId="2361233300" sldId="2146846004"/>
            <ac:spMk id="94" creationId="{A9AC19A8-F5D8-436A-B158-0818A7B98D60}"/>
          </ac:spMkLst>
        </pc:spChg>
        <pc:spChg chg="mod">
          <ac:chgData name="Ken Popkin" userId="3c94c39e-c43b-4805-99ab-8da17777f1ac" providerId="ADAL" clId="{5A036E17-229D-4AFC-ACC1-80AF1F5D6F63}" dt="2021-04-29T20:35:39.939" v="1623" actId="1037"/>
          <ac:spMkLst>
            <pc:docMk/>
            <pc:sldMk cId="2361233300" sldId="2146846004"/>
            <ac:spMk id="95" creationId="{1CDD08CF-B617-46FE-94DB-5A66B64811AE}"/>
          </ac:spMkLst>
        </pc:spChg>
        <pc:spChg chg="mod">
          <ac:chgData name="Ken Popkin" userId="3c94c39e-c43b-4805-99ab-8da17777f1ac" providerId="ADAL" clId="{5A036E17-229D-4AFC-ACC1-80AF1F5D6F63}" dt="2021-04-29T20:35:44.508" v="1656" actId="1038"/>
          <ac:spMkLst>
            <pc:docMk/>
            <pc:sldMk cId="2361233300" sldId="2146846004"/>
            <ac:spMk id="96" creationId="{C425F798-9DAB-4D1F-A1BD-827CF024AFFC}"/>
          </ac:spMkLst>
        </pc:spChg>
        <pc:spChg chg="mod topLvl">
          <ac:chgData name="Ken Popkin" userId="3c94c39e-c43b-4805-99ab-8da17777f1ac" providerId="ADAL" clId="{5A036E17-229D-4AFC-ACC1-80AF1F5D6F63}" dt="2021-04-29T20:48:23.329" v="2366" actId="164"/>
          <ac:spMkLst>
            <pc:docMk/>
            <pc:sldMk cId="2361233300" sldId="2146846004"/>
            <ac:spMk id="97" creationId="{5CA6CC98-D0E7-4820-B1FE-C6AE931D25E5}"/>
          </ac:spMkLst>
        </pc:spChg>
        <pc:grpChg chg="add mod">
          <ac:chgData name="Ken Popkin" userId="3c94c39e-c43b-4805-99ab-8da17777f1ac" providerId="ADAL" clId="{5A036E17-229D-4AFC-ACC1-80AF1F5D6F63}" dt="2021-04-29T20:48:49.953" v="2381" actId="1035"/>
          <ac:grpSpMkLst>
            <pc:docMk/>
            <pc:sldMk cId="2361233300" sldId="2146846004"/>
            <ac:grpSpMk id="5" creationId="{85968E3B-F45E-4EF0-BA35-639D67BD87D8}"/>
          </ac:grpSpMkLst>
        </pc:grpChg>
        <pc:grpChg chg="add mod">
          <ac:chgData name="Ken Popkin" userId="3c94c39e-c43b-4805-99ab-8da17777f1ac" providerId="ADAL" clId="{5A036E17-229D-4AFC-ACC1-80AF1F5D6F63}" dt="2021-04-29T20:48:44.782" v="2375" actId="1036"/>
          <ac:grpSpMkLst>
            <pc:docMk/>
            <pc:sldMk cId="2361233300" sldId="2146846004"/>
            <ac:grpSpMk id="6" creationId="{F647B573-EE64-4509-B6B6-88A9F0A6C387}"/>
          </ac:grpSpMkLst>
        </pc:grpChg>
        <pc:grpChg chg="add mod">
          <ac:chgData name="Ken Popkin" userId="3c94c39e-c43b-4805-99ab-8da17777f1ac" providerId="ADAL" clId="{5A036E17-229D-4AFC-ACC1-80AF1F5D6F63}" dt="2021-04-29T20:48:54.454" v="2387" actId="1036"/>
          <ac:grpSpMkLst>
            <pc:docMk/>
            <pc:sldMk cId="2361233300" sldId="2146846004"/>
            <ac:grpSpMk id="70" creationId="{0552C808-3758-4B7E-9C73-CB1FB6BB92BF}"/>
          </ac:grpSpMkLst>
        </pc:grpChg>
        <pc:grpChg chg="add del mod">
          <ac:chgData name="Ken Popkin" userId="3c94c39e-c43b-4805-99ab-8da17777f1ac" providerId="ADAL" clId="{5A036E17-229D-4AFC-ACC1-80AF1F5D6F63}" dt="2021-04-29T20:47:09.234" v="2361" actId="165"/>
          <ac:grpSpMkLst>
            <pc:docMk/>
            <pc:sldMk cId="2361233300" sldId="2146846004"/>
            <ac:grpSpMk id="78" creationId="{FCC5ED1B-98C7-4A88-BD56-58FC62F47293}"/>
          </ac:grpSpMkLst>
        </pc:grpChg>
      </pc:sldChg>
      <pc:sldChg chg="modSp mod">
        <pc:chgData name="Ken Popkin" userId="3c94c39e-c43b-4805-99ab-8da17777f1ac" providerId="ADAL" clId="{5A036E17-229D-4AFC-ACC1-80AF1F5D6F63}" dt="2021-04-29T22:30:58.024" v="2787" actId="1036"/>
        <pc:sldMkLst>
          <pc:docMk/>
          <pc:sldMk cId="2181594307" sldId="2146846012"/>
        </pc:sldMkLst>
        <pc:spChg chg="mod">
          <ac:chgData name="Ken Popkin" userId="3c94c39e-c43b-4805-99ab-8da17777f1ac" providerId="ADAL" clId="{5A036E17-229D-4AFC-ACC1-80AF1F5D6F63}" dt="2021-04-29T22:30:58.024" v="2787" actId="1036"/>
          <ac:spMkLst>
            <pc:docMk/>
            <pc:sldMk cId="2181594307" sldId="2146846012"/>
            <ac:spMk id="27" creationId="{4677ACB4-1CAA-4A1B-BA3B-8FBC864CD441}"/>
          </ac:spMkLst>
        </pc:spChg>
      </pc:sldChg>
      <pc:sldChg chg="addSp delSp modSp del mod">
        <pc:chgData name="Ken Popkin" userId="3c94c39e-c43b-4805-99ab-8da17777f1ac" providerId="ADAL" clId="{5A036E17-229D-4AFC-ACC1-80AF1F5D6F63}" dt="2021-04-29T23:08:10.901" v="4699" actId="47"/>
        <pc:sldMkLst>
          <pc:docMk/>
          <pc:sldMk cId="511034043" sldId="2146846013"/>
        </pc:sldMkLst>
        <pc:spChg chg="add mod">
          <ac:chgData name="Ken Popkin" userId="3c94c39e-c43b-4805-99ab-8da17777f1ac" providerId="ADAL" clId="{5A036E17-229D-4AFC-ACC1-80AF1F5D6F63}" dt="2021-04-28T19:43:57.926" v="117" actId="14100"/>
          <ac:spMkLst>
            <pc:docMk/>
            <pc:sldMk cId="511034043" sldId="2146846013"/>
            <ac:spMk id="23" creationId="{63C5DDBC-6E41-4A89-8D93-627714637EAD}"/>
          </ac:spMkLst>
        </pc:spChg>
        <pc:spChg chg="mod topLvl">
          <ac:chgData name="Ken Popkin" userId="3c94c39e-c43b-4805-99ab-8da17777f1ac" providerId="ADAL" clId="{5A036E17-229D-4AFC-ACC1-80AF1F5D6F63}" dt="2021-04-28T19:42:45.472" v="29" actId="165"/>
          <ac:spMkLst>
            <pc:docMk/>
            <pc:sldMk cId="511034043" sldId="2146846013"/>
            <ac:spMk id="55" creationId="{4C5039F1-1EA6-4316-A7BC-5CAD5C5E5870}"/>
          </ac:spMkLst>
        </pc:spChg>
        <pc:spChg chg="mod topLvl">
          <ac:chgData name="Ken Popkin" userId="3c94c39e-c43b-4805-99ab-8da17777f1ac" providerId="ADAL" clId="{5A036E17-229D-4AFC-ACC1-80AF1F5D6F63}" dt="2021-04-28T19:42:45.472" v="29" actId="165"/>
          <ac:spMkLst>
            <pc:docMk/>
            <pc:sldMk cId="511034043" sldId="2146846013"/>
            <ac:spMk id="56" creationId="{2FCF11FC-8381-4E12-8208-37DC953586E9}"/>
          </ac:spMkLst>
        </pc:spChg>
        <pc:spChg chg="mod topLvl">
          <ac:chgData name="Ken Popkin" userId="3c94c39e-c43b-4805-99ab-8da17777f1ac" providerId="ADAL" clId="{5A036E17-229D-4AFC-ACC1-80AF1F5D6F63}" dt="2021-04-28T19:42:45.472" v="29" actId="165"/>
          <ac:spMkLst>
            <pc:docMk/>
            <pc:sldMk cId="511034043" sldId="2146846013"/>
            <ac:spMk id="57" creationId="{0559C183-398B-493C-8ABA-5F46A0D17A3A}"/>
          </ac:spMkLst>
        </pc:spChg>
        <pc:spChg chg="mod topLvl">
          <ac:chgData name="Ken Popkin" userId="3c94c39e-c43b-4805-99ab-8da17777f1ac" providerId="ADAL" clId="{5A036E17-229D-4AFC-ACC1-80AF1F5D6F63}" dt="2021-04-28T19:42:45.472" v="29" actId="165"/>
          <ac:spMkLst>
            <pc:docMk/>
            <pc:sldMk cId="511034043" sldId="2146846013"/>
            <ac:spMk id="59" creationId="{9B297407-5453-4737-B893-EC87BE5A6C91}"/>
          </ac:spMkLst>
        </pc:spChg>
        <pc:spChg chg="mod topLvl">
          <ac:chgData name="Ken Popkin" userId="3c94c39e-c43b-4805-99ab-8da17777f1ac" providerId="ADAL" clId="{5A036E17-229D-4AFC-ACC1-80AF1F5D6F63}" dt="2021-04-28T19:42:45.472" v="29" actId="165"/>
          <ac:spMkLst>
            <pc:docMk/>
            <pc:sldMk cId="511034043" sldId="2146846013"/>
            <ac:spMk id="60" creationId="{5075F22B-75CF-4995-AFB8-143F51A564C9}"/>
          </ac:spMkLst>
        </pc:spChg>
        <pc:spChg chg="mod topLvl">
          <ac:chgData name="Ken Popkin" userId="3c94c39e-c43b-4805-99ab-8da17777f1ac" providerId="ADAL" clId="{5A036E17-229D-4AFC-ACC1-80AF1F5D6F63}" dt="2021-04-28T19:42:45.472" v="29" actId="165"/>
          <ac:spMkLst>
            <pc:docMk/>
            <pc:sldMk cId="511034043" sldId="2146846013"/>
            <ac:spMk id="65" creationId="{72722F28-8416-4C17-A271-AA31A7B32272}"/>
          </ac:spMkLst>
        </pc:spChg>
        <pc:spChg chg="mod topLvl">
          <ac:chgData name="Ken Popkin" userId="3c94c39e-c43b-4805-99ab-8da17777f1ac" providerId="ADAL" clId="{5A036E17-229D-4AFC-ACC1-80AF1F5D6F63}" dt="2021-04-28T19:42:45.472" v="29" actId="165"/>
          <ac:spMkLst>
            <pc:docMk/>
            <pc:sldMk cId="511034043" sldId="2146846013"/>
            <ac:spMk id="67" creationId="{59D20AF3-3156-4818-91E4-796CDB853ABC}"/>
          </ac:spMkLst>
        </pc:spChg>
        <pc:spChg chg="mod topLvl">
          <ac:chgData name="Ken Popkin" userId="3c94c39e-c43b-4805-99ab-8da17777f1ac" providerId="ADAL" clId="{5A036E17-229D-4AFC-ACC1-80AF1F5D6F63}" dt="2021-04-28T19:42:45.472" v="29" actId="165"/>
          <ac:spMkLst>
            <pc:docMk/>
            <pc:sldMk cId="511034043" sldId="2146846013"/>
            <ac:spMk id="68" creationId="{2EF66A26-286F-40CE-8176-98C08B32740B}"/>
          </ac:spMkLst>
        </pc:spChg>
        <pc:spChg chg="del">
          <ac:chgData name="Ken Popkin" userId="3c94c39e-c43b-4805-99ab-8da17777f1ac" providerId="ADAL" clId="{5A036E17-229D-4AFC-ACC1-80AF1F5D6F63}" dt="2021-04-28T19:42:28.090" v="28" actId="478"/>
          <ac:spMkLst>
            <pc:docMk/>
            <pc:sldMk cId="511034043" sldId="2146846013"/>
            <ac:spMk id="69" creationId="{B2EEF8B5-6A70-47A0-A9C7-7F97753E9708}"/>
          </ac:spMkLst>
        </pc:spChg>
        <pc:spChg chg="mod topLvl">
          <ac:chgData name="Ken Popkin" userId="3c94c39e-c43b-4805-99ab-8da17777f1ac" providerId="ADAL" clId="{5A036E17-229D-4AFC-ACC1-80AF1F5D6F63}" dt="2021-04-28T19:42:52.893" v="52" actId="1035"/>
          <ac:spMkLst>
            <pc:docMk/>
            <pc:sldMk cId="511034043" sldId="2146846013"/>
            <ac:spMk id="72" creationId="{32585524-29BA-4290-8F3B-F21076B474D8}"/>
          </ac:spMkLst>
        </pc:spChg>
        <pc:spChg chg="mod topLvl">
          <ac:chgData name="Ken Popkin" userId="3c94c39e-c43b-4805-99ab-8da17777f1ac" providerId="ADAL" clId="{5A036E17-229D-4AFC-ACC1-80AF1F5D6F63}" dt="2021-04-28T19:42:52.893" v="52" actId="1035"/>
          <ac:spMkLst>
            <pc:docMk/>
            <pc:sldMk cId="511034043" sldId="2146846013"/>
            <ac:spMk id="73" creationId="{822A893B-A75A-41DC-A597-52142EFEF959}"/>
          </ac:spMkLst>
        </pc:spChg>
        <pc:spChg chg="mod topLvl">
          <ac:chgData name="Ken Popkin" userId="3c94c39e-c43b-4805-99ab-8da17777f1ac" providerId="ADAL" clId="{5A036E17-229D-4AFC-ACC1-80AF1F5D6F63}" dt="2021-04-28T19:42:52.893" v="52" actId="1035"/>
          <ac:spMkLst>
            <pc:docMk/>
            <pc:sldMk cId="511034043" sldId="2146846013"/>
            <ac:spMk id="74" creationId="{27F8EB21-DA56-47D9-9C9C-C59C9A31C3F2}"/>
          </ac:spMkLst>
        </pc:spChg>
        <pc:spChg chg="mod topLvl">
          <ac:chgData name="Ken Popkin" userId="3c94c39e-c43b-4805-99ab-8da17777f1ac" providerId="ADAL" clId="{5A036E17-229D-4AFC-ACC1-80AF1F5D6F63}" dt="2021-04-28T19:42:52.893" v="52" actId="1035"/>
          <ac:spMkLst>
            <pc:docMk/>
            <pc:sldMk cId="511034043" sldId="2146846013"/>
            <ac:spMk id="76" creationId="{F7C6D098-770E-4887-8ABC-C04D001108C2}"/>
          </ac:spMkLst>
        </pc:spChg>
        <pc:grpChg chg="del">
          <ac:chgData name="Ken Popkin" userId="3c94c39e-c43b-4805-99ab-8da17777f1ac" providerId="ADAL" clId="{5A036E17-229D-4AFC-ACC1-80AF1F5D6F63}" dt="2021-04-28T19:42:45.472" v="29" actId="165"/>
          <ac:grpSpMkLst>
            <pc:docMk/>
            <pc:sldMk cId="511034043" sldId="2146846013"/>
            <ac:grpSpMk id="9" creationId="{D57FBFB0-5693-4CCC-9CFC-E3F0D8AAC308}"/>
          </ac:grpSpMkLst>
        </pc:grpChg>
        <pc:graphicFrameChg chg="modGraphic">
          <ac:chgData name="Ken Popkin" userId="3c94c39e-c43b-4805-99ab-8da17777f1ac" providerId="ADAL" clId="{5A036E17-229D-4AFC-ACC1-80AF1F5D6F63}" dt="2021-04-28T19:44:32.930" v="152" actId="207"/>
          <ac:graphicFrameMkLst>
            <pc:docMk/>
            <pc:sldMk cId="511034043" sldId="2146846013"/>
            <ac:graphicFrameMk id="8" creationId="{E349BB4F-B453-4141-9DE7-6F206519CE0B}"/>
          </ac:graphicFrameMkLst>
        </pc:graphicFrameChg>
        <pc:cxnChg chg="mod topLvl">
          <ac:chgData name="Ken Popkin" userId="3c94c39e-c43b-4805-99ab-8da17777f1ac" providerId="ADAL" clId="{5A036E17-229D-4AFC-ACC1-80AF1F5D6F63}" dt="2021-04-28T19:42:45.472" v="29" actId="165"/>
          <ac:cxnSpMkLst>
            <pc:docMk/>
            <pc:sldMk cId="511034043" sldId="2146846013"/>
            <ac:cxnSpMk id="44" creationId="{8758662A-AA8B-4CBB-A429-A49B3B91A67E}"/>
          </ac:cxnSpMkLst>
        </pc:cxnChg>
        <pc:cxnChg chg="mod topLvl">
          <ac:chgData name="Ken Popkin" userId="3c94c39e-c43b-4805-99ab-8da17777f1ac" providerId="ADAL" clId="{5A036E17-229D-4AFC-ACC1-80AF1F5D6F63}" dt="2021-04-28T19:42:45.472" v="29" actId="165"/>
          <ac:cxnSpMkLst>
            <pc:docMk/>
            <pc:sldMk cId="511034043" sldId="2146846013"/>
            <ac:cxnSpMk id="45" creationId="{B971EA8A-4C75-4DC2-A2F3-FC2FC7B0B54D}"/>
          </ac:cxnSpMkLst>
        </pc:cxnChg>
        <pc:cxnChg chg="mod topLvl">
          <ac:chgData name="Ken Popkin" userId="3c94c39e-c43b-4805-99ab-8da17777f1ac" providerId="ADAL" clId="{5A036E17-229D-4AFC-ACC1-80AF1F5D6F63}" dt="2021-04-28T19:42:45.472" v="29" actId="165"/>
          <ac:cxnSpMkLst>
            <pc:docMk/>
            <pc:sldMk cId="511034043" sldId="2146846013"/>
            <ac:cxnSpMk id="46" creationId="{58F2FC45-BA5A-4C5D-B149-FE1B762D3DEB}"/>
          </ac:cxnSpMkLst>
        </pc:cxnChg>
        <pc:cxnChg chg="mod topLvl">
          <ac:chgData name="Ken Popkin" userId="3c94c39e-c43b-4805-99ab-8da17777f1ac" providerId="ADAL" clId="{5A036E17-229D-4AFC-ACC1-80AF1F5D6F63}" dt="2021-04-28T19:42:45.472" v="29" actId="165"/>
          <ac:cxnSpMkLst>
            <pc:docMk/>
            <pc:sldMk cId="511034043" sldId="2146846013"/>
            <ac:cxnSpMk id="47" creationId="{564829DD-BEB5-4453-A0DD-E53FC5522703}"/>
          </ac:cxnSpMkLst>
        </pc:cxnChg>
        <pc:cxnChg chg="mod topLvl">
          <ac:chgData name="Ken Popkin" userId="3c94c39e-c43b-4805-99ab-8da17777f1ac" providerId="ADAL" clId="{5A036E17-229D-4AFC-ACC1-80AF1F5D6F63}" dt="2021-04-28T19:42:45.472" v="29" actId="165"/>
          <ac:cxnSpMkLst>
            <pc:docMk/>
            <pc:sldMk cId="511034043" sldId="2146846013"/>
            <ac:cxnSpMk id="48" creationId="{0DF169E1-8492-40FA-B754-ADB2450732CA}"/>
          </ac:cxnSpMkLst>
        </pc:cxnChg>
      </pc:sldChg>
      <pc:sldChg chg="modSp del mod">
        <pc:chgData name="Ken Popkin" userId="3c94c39e-c43b-4805-99ab-8da17777f1ac" providerId="ADAL" clId="{5A036E17-229D-4AFC-ACC1-80AF1F5D6F63}" dt="2021-04-29T23:08:14.383" v="4700" actId="47"/>
        <pc:sldMkLst>
          <pc:docMk/>
          <pc:sldMk cId="1225417376" sldId="2146846015"/>
        </pc:sldMkLst>
        <pc:graphicFrameChg chg="modGraphic">
          <ac:chgData name="Ken Popkin" userId="3c94c39e-c43b-4805-99ab-8da17777f1ac" providerId="ADAL" clId="{5A036E17-229D-4AFC-ACC1-80AF1F5D6F63}" dt="2021-04-28T19:46:10.779" v="186" actId="20577"/>
          <ac:graphicFrameMkLst>
            <pc:docMk/>
            <pc:sldMk cId="1225417376" sldId="2146846015"/>
            <ac:graphicFrameMk id="53" creationId="{D95635EB-7620-4878-80ED-E1EA0ABF1791}"/>
          </ac:graphicFrameMkLst>
        </pc:graphicFrameChg>
      </pc:sldChg>
      <pc:sldChg chg="addSp modSp del mod">
        <pc:chgData name="Ken Popkin" userId="3c94c39e-c43b-4805-99ab-8da17777f1ac" providerId="ADAL" clId="{5A036E17-229D-4AFC-ACC1-80AF1F5D6F63}" dt="2021-04-29T23:08:19.123" v="4702" actId="47"/>
        <pc:sldMkLst>
          <pc:docMk/>
          <pc:sldMk cId="3667708167" sldId="2146846016"/>
        </pc:sldMkLst>
        <pc:spChg chg="mod">
          <ac:chgData name="Ken Popkin" userId="3c94c39e-c43b-4805-99ab-8da17777f1ac" providerId="ADAL" clId="{5A036E17-229D-4AFC-ACC1-80AF1F5D6F63}" dt="2021-04-28T22:27:39.074" v="763" actId="1036"/>
          <ac:spMkLst>
            <pc:docMk/>
            <pc:sldMk cId="3667708167" sldId="2146846016"/>
            <ac:spMk id="43" creationId="{A2CC0A82-312A-44E1-92C4-25D1864E9AE6}"/>
          </ac:spMkLst>
        </pc:spChg>
        <pc:spChg chg="mod">
          <ac:chgData name="Ken Popkin" userId="3c94c39e-c43b-4805-99ab-8da17777f1ac" providerId="ADAL" clId="{5A036E17-229D-4AFC-ACC1-80AF1F5D6F63}" dt="2021-04-28T22:27:39.074" v="763" actId="1036"/>
          <ac:spMkLst>
            <pc:docMk/>
            <pc:sldMk cId="3667708167" sldId="2146846016"/>
            <ac:spMk id="44" creationId="{6AE4B8C1-8032-4284-96AC-0270D2BC07F4}"/>
          </ac:spMkLst>
        </pc:spChg>
        <pc:spChg chg="mod">
          <ac:chgData name="Ken Popkin" userId="3c94c39e-c43b-4805-99ab-8da17777f1ac" providerId="ADAL" clId="{5A036E17-229D-4AFC-ACC1-80AF1F5D6F63}" dt="2021-04-28T22:27:39.074" v="763" actId="1036"/>
          <ac:spMkLst>
            <pc:docMk/>
            <pc:sldMk cId="3667708167" sldId="2146846016"/>
            <ac:spMk id="45" creationId="{E37B442F-C545-4365-A872-3145498EA462}"/>
          </ac:spMkLst>
        </pc:spChg>
        <pc:spChg chg="mod">
          <ac:chgData name="Ken Popkin" userId="3c94c39e-c43b-4805-99ab-8da17777f1ac" providerId="ADAL" clId="{5A036E17-229D-4AFC-ACC1-80AF1F5D6F63}" dt="2021-04-28T22:27:39.074" v="763" actId="1036"/>
          <ac:spMkLst>
            <pc:docMk/>
            <pc:sldMk cId="3667708167" sldId="2146846016"/>
            <ac:spMk id="46" creationId="{1DD395A3-E8ED-476B-901B-01AB66D85848}"/>
          </ac:spMkLst>
        </pc:spChg>
        <pc:spChg chg="mod">
          <ac:chgData name="Ken Popkin" userId="3c94c39e-c43b-4805-99ab-8da17777f1ac" providerId="ADAL" clId="{5A036E17-229D-4AFC-ACC1-80AF1F5D6F63}" dt="2021-04-28T22:27:39.074" v="763" actId="1036"/>
          <ac:spMkLst>
            <pc:docMk/>
            <pc:sldMk cId="3667708167" sldId="2146846016"/>
            <ac:spMk id="47" creationId="{D2B9A5E8-B617-48C7-ADD9-18A979F13BC4}"/>
          </ac:spMkLst>
        </pc:spChg>
        <pc:spChg chg="mod">
          <ac:chgData name="Ken Popkin" userId="3c94c39e-c43b-4805-99ab-8da17777f1ac" providerId="ADAL" clId="{5A036E17-229D-4AFC-ACC1-80AF1F5D6F63}" dt="2021-04-28T22:27:39.074" v="763" actId="1036"/>
          <ac:spMkLst>
            <pc:docMk/>
            <pc:sldMk cId="3667708167" sldId="2146846016"/>
            <ac:spMk id="48" creationId="{E01163AE-AC9E-4666-ADC6-AFE4F0B3C4A5}"/>
          </ac:spMkLst>
        </pc:spChg>
        <pc:spChg chg="add mod">
          <ac:chgData name="Ken Popkin" userId="3c94c39e-c43b-4805-99ab-8da17777f1ac" providerId="ADAL" clId="{5A036E17-229D-4AFC-ACC1-80AF1F5D6F63}" dt="2021-04-28T22:28:04.775" v="819" actId="20577"/>
          <ac:spMkLst>
            <pc:docMk/>
            <pc:sldMk cId="3667708167" sldId="2146846016"/>
            <ac:spMk id="50" creationId="{0A0821C7-2A6F-4149-9907-39C45F310528}"/>
          </ac:spMkLst>
        </pc:spChg>
        <pc:spChg chg="mod">
          <ac:chgData name="Ken Popkin" userId="3c94c39e-c43b-4805-99ab-8da17777f1ac" providerId="ADAL" clId="{5A036E17-229D-4AFC-ACC1-80AF1F5D6F63}" dt="2021-04-28T22:27:39.074" v="763" actId="1036"/>
          <ac:spMkLst>
            <pc:docMk/>
            <pc:sldMk cId="3667708167" sldId="2146846016"/>
            <ac:spMk id="93" creationId="{C09E2C9E-3F42-42BD-A437-B1219D869229}"/>
          </ac:spMkLst>
        </pc:spChg>
      </pc:sldChg>
      <pc:sldChg chg="del">
        <pc:chgData name="Ken Popkin" userId="3c94c39e-c43b-4805-99ab-8da17777f1ac" providerId="ADAL" clId="{5A036E17-229D-4AFC-ACC1-80AF1F5D6F63}" dt="2021-04-29T23:08:17.801" v="4701" actId="47"/>
        <pc:sldMkLst>
          <pc:docMk/>
          <pc:sldMk cId="3588134817" sldId="2146846017"/>
        </pc:sldMkLst>
      </pc:sldChg>
      <pc:sldChg chg="addSp delSp modSp del mod ord">
        <pc:chgData name="Ken Popkin" userId="3c94c39e-c43b-4805-99ab-8da17777f1ac" providerId="ADAL" clId="{5A036E17-229D-4AFC-ACC1-80AF1F5D6F63}" dt="2021-04-29T22:43:40.779" v="3330" actId="47"/>
        <pc:sldMkLst>
          <pc:docMk/>
          <pc:sldMk cId="1076860686" sldId="2146846018"/>
        </pc:sldMkLst>
        <pc:spChg chg="mod">
          <ac:chgData name="Ken Popkin" userId="3c94c39e-c43b-4805-99ab-8da17777f1ac" providerId="ADAL" clId="{5A036E17-229D-4AFC-ACC1-80AF1F5D6F63}" dt="2021-04-29T22:13:15.938" v="2394" actId="207"/>
          <ac:spMkLst>
            <pc:docMk/>
            <pc:sldMk cId="1076860686" sldId="2146846018"/>
            <ac:spMk id="50" creationId="{534BAB4C-ABB7-4455-88E6-37D7C90F9E01}"/>
          </ac:spMkLst>
        </pc:spChg>
        <pc:graphicFrameChg chg="del mod modGraphic">
          <ac:chgData name="Ken Popkin" userId="3c94c39e-c43b-4805-99ab-8da17777f1ac" providerId="ADAL" clId="{5A036E17-229D-4AFC-ACC1-80AF1F5D6F63}" dt="2021-04-29T22:10:42.700" v="2389" actId="478"/>
          <ac:graphicFrameMkLst>
            <pc:docMk/>
            <pc:sldMk cId="1076860686" sldId="2146846018"/>
            <ac:graphicFrameMk id="40" creationId="{B15AD606-A505-4274-AF4F-3A8AFD7437FB}"/>
          </ac:graphicFrameMkLst>
        </pc:graphicFrameChg>
        <pc:picChg chg="add mod">
          <ac:chgData name="Ken Popkin" userId="3c94c39e-c43b-4805-99ab-8da17777f1ac" providerId="ADAL" clId="{5A036E17-229D-4AFC-ACC1-80AF1F5D6F63}" dt="2021-04-29T22:12:36.984" v="2393" actId="1076"/>
          <ac:picMkLst>
            <pc:docMk/>
            <pc:sldMk cId="1076860686" sldId="2146846018"/>
            <ac:picMk id="3" creationId="{AD0DAE00-4092-4E94-8C33-7625123F4273}"/>
          </ac:picMkLst>
        </pc:picChg>
      </pc:sldChg>
      <pc:sldChg chg="addSp modSp new del mod">
        <pc:chgData name="Ken Popkin" userId="3c94c39e-c43b-4805-99ab-8da17777f1ac" providerId="ADAL" clId="{5A036E17-229D-4AFC-ACC1-80AF1F5D6F63}" dt="2021-04-29T22:13:56.083" v="2395" actId="47"/>
        <pc:sldMkLst>
          <pc:docMk/>
          <pc:sldMk cId="1938645081" sldId="2146846019"/>
        </pc:sldMkLst>
        <pc:spChg chg="add mod">
          <ac:chgData name="Ken Popkin" userId="3c94c39e-c43b-4805-99ab-8da17777f1ac" providerId="ADAL" clId="{5A036E17-229D-4AFC-ACC1-80AF1F5D6F63}" dt="2021-04-29T16:24:07.241" v="858" actId="207"/>
          <ac:spMkLst>
            <pc:docMk/>
            <pc:sldMk cId="1938645081" sldId="2146846019"/>
            <ac:spMk id="5" creationId="{66F5FA43-1627-45E8-91E2-3CE762261D73}"/>
          </ac:spMkLst>
        </pc:spChg>
        <pc:spChg chg="add mod">
          <ac:chgData name="Ken Popkin" userId="3c94c39e-c43b-4805-99ab-8da17777f1ac" providerId="ADAL" clId="{5A036E17-229D-4AFC-ACC1-80AF1F5D6F63}" dt="2021-04-29T16:24:13.444" v="859" actId="207"/>
          <ac:spMkLst>
            <pc:docMk/>
            <pc:sldMk cId="1938645081" sldId="2146846019"/>
            <ac:spMk id="8" creationId="{08DAA3FA-F492-477E-9F1F-C41945BE9E27}"/>
          </ac:spMkLst>
        </pc:spChg>
        <pc:spChg chg="add mod">
          <ac:chgData name="Ken Popkin" userId="3c94c39e-c43b-4805-99ab-8da17777f1ac" providerId="ADAL" clId="{5A036E17-229D-4AFC-ACC1-80AF1F5D6F63}" dt="2021-04-29T16:23:56.939" v="857" actId="1076"/>
          <ac:spMkLst>
            <pc:docMk/>
            <pc:sldMk cId="1938645081" sldId="2146846019"/>
            <ac:spMk id="10" creationId="{1CC30D4D-6D00-4DB8-8558-7846FBF18C61}"/>
          </ac:spMkLst>
        </pc:spChg>
        <pc:graphicFrameChg chg="add mod">
          <ac:chgData name="Ken Popkin" userId="3c94c39e-c43b-4805-99ab-8da17777f1ac" providerId="ADAL" clId="{5A036E17-229D-4AFC-ACC1-80AF1F5D6F63}" dt="2021-04-29T16:23:56.939" v="857" actId="1076"/>
          <ac:graphicFrameMkLst>
            <pc:docMk/>
            <pc:sldMk cId="1938645081" sldId="2146846019"/>
            <ac:graphicFrameMk id="6" creationId="{A2F7FD10-ADCB-44B0-8B91-C1A89293C6BC}"/>
          </ac:graphicFrameMkLst>
        </pc:graphicFrameChg>
        <pc:graphicFrameChg chg="add mod">
          <ac:chgData name="Ken Popkin" userId="3c94c39e-c43b-4805-99ab-8da17777f1ac" providerId="ADAL" clId="{5A036E17-229D-4AFC-ACC1-80AF1F5D6F63}" dt="2021-04-29T16:23:56.939" v="857" actId="1076"/>
          <ac:graphicFrameMkLst>
            <pc:docMk/>
            <pc:sldMk cId="1938645081" sldId="2146846019"/>
            <ac:graphicFrameMk id="7" creationId="{E88FD590-1016-4C97-BF97-91FF46792F10}"/>
          </ac:graphicFrameMkLst>
        </pc:graphicFrameChg>
        <pc:graphicFrameChg chg="add mod">
          <ac:chgData name="Ken Popkin" userId="3c94c39e-c43b-4805-99ab-8da17777f1ac" providerId="ADAL" clId="{5A036E17-229D-4AFC-ACC1-80AF1F5D6F63}" dt="2021-04-29T16:23:56.939" v="857" actId="1076"/>
          <ac:graphicFrameMkLst>
            <pc:docMk/>
            <pc:sldMk cId="1938645081" sldId="2146846019"/>
            <ac:graphicFrameMk id="9" creationId="{D9F853D2-2103-4006-B3A4-75D1FCBE3855}"/>
          </ac:graphicFrameMkLst>
        </pc:graphicFrameChg>
      </pc:sldChg>
      <pc:sldChg chg="delSp modSp add del mod ord">
        <pc:chgData name="Ken Popkin" userId="3c94c39e-c43b-4805-99ab-8da17777f1ac" providerId="ADAL" clId="{5A036E17-229D-4AFC-ACC1-80AF1F5D6F63}" dt="2021-04-29T22:36:43.907" v="2929" actId="47"/>
        <pc:sldMkLst>
          <pc:docMk/>
          <pc:sldMk cId="2111452328" sldId="2146846020"/>
        </pc:sldMkLst>
        <pc:spChg chg="mod">
          <ac:chgData name="Ken Popkin" userId="3c94c39e-c43b-4805-99ab-8da17777f1ac" providerId="ADAL" clId="{5A036E17-229D-4AFC-ACC1-80AF1F5D6F63}" dt="2021-04-29T22:16:47.116" v="2476" actId="1076"/>
          <ac:spMkLst>
            <pc:docMk/>
            <pc:sldMk cId="2111452328" sldId="2146846020"/>
            <ac:spMk id="4" creationId="{FA8CCE2E-4E27-421F-B61B-BA79E1C45D4E}"/>
          </ac:spMkLst>
        </pc:spChg>
        <pc:spChg chg="del mod topLvl">
          <ac:chgData name="Ken Popkin" userId="3c94c39e-c43b-4805-99ab-8da17777f1ac" providerId="ADAL" clId="{5A036E17-229D-4AFC-ACC1-80AF1F5D6F63}" dt="2021-04-29T22:17:45.903" v="2483" actId="478"/>
          <ac:spMkLst>
            <pc:docMk/>
            <pc:sldMk cId="2111452328" sldId="2146846020"/>
            <ac:spMk id="5" creationId="{1EC3ABA0-C5D3-4C47-A1D5-3FAE1CDE8FE8}"/>
          </ac:spMkLst>
        </pc:spChg>
        <pc:spChg chg="mod topLvl">
          <ac:chgData name="Ken Popkin" userId="3c94c39e-c43b-4805-99ab-8da17777f1ac" providerId="ADAL" clId="{5A036E17-229D-4AFC-ACC1-80AF1F5D6F63}" dt="2021-04-29T22:22:28.477" v="2552" actId="20577"/>
          <ac:spMkLst>
            <pc:docMk/>
            <pc:sldMk cId="2111452328" sldId="2146846020"/>
            <ac:spMk id="19" creationId="{1672C65B-8837-4F6E-9651-CAC4D54296AB}"/>
          </ac:spMkLst>
        </pc:spChg>
        <pc:spChg chg="mod topLvl">
          <ac:chgData name="Ken Popkin" userId="3c94c39e-c43b-4805-99ab-8da17777f1ac" providerId="ADAL" clId="{5A036E17-229D-4AFC-ACC1-80AF1F5D6F63}" dt="2021-04-29T22:20:32.229" v="2517" actId="255"/>
          <ac:spMkLst>
            <pc:docMk/>
            <pc:sldMk cId="2111452328" sldId="2146846020"/>
            <ac:spMk id="20" creationId="{910674F7-E00C-4A5D-BD23-D73144753854}"/>
          </ac:spMkLst>
        </pc:spChg>
        <pc:spChg chg="mod topLvl">
          <ac:chgData name="Ken Popkin" userId="3c94c39e-c43b-4805-99ab-8da17777f1ac" providerId="ADAL" clId="{5A036E17-229D-4AFC-ACC1-80AF1F5D6F63}" dt="2021-04-29T22:20:32.229" v="2517" actId="255"/>
          <ac:spMkLst>
            <pc:docMk/>
            <pc:sldMk cId="2111452328" sldId="2146846020"/>
            <ac:spMk id="21" creationId="{ED01954D-66FF-42E5-BB00-A36555E51650}"/>
          </ac:spMkLst>
        </pc:spChg>
        <pc:spChg chg="mod topLvl">
          <ac:chgData name="Ken Popkin" userId="3c94c39e-c43b-4805-99ab-8da17777f1ac" providerId="ADAL" clId="{5A036E17-229D-4AFC-ACC1-80AF1F5D6F63}" dt="2021-04-29T22:20:32.229" v="2517" actId="255"/>
          <ac:spMkLst>
            <pc:docMk/>
            <pc:sldMk cId="2111452328" sldId="2146846020"/>
            <ac:spMk id="22" creationId="{2D2FFC58-3DDB-4595-B490-5B99D9FBA643}"/>
          </ac:spMkLst>
        </pc:spChg>
        <pc:spChg chg="mod topLvl">
          <ac:chgData name="Ken Popkin" userId="3c94c39e-c43b-4805-99ab-8da17777f1ac" providerId="ADAL" clId="{5A036E17-229D-4AFC-ACC1-80AF1F5D6F63}" dt="2021-04-29T22:20:32.229" v="2517" actId="255"/>
          <ac:spMkLst>
            <pc:docMk/>
            <pc:sldMk cId="2111452328" sldId="2146846020"/>
            <ac:spMk id="23" creationId="{81B53148-3DDB-416B-91F6-2902EA6CB8ED}"/>
          </ac:spMkLst>
        </pc:spChg>
        <pc:spChg chg="mod topLvl">
          <ac:chgData name="Ken Popkin" userId="3c94c39e-c43b-4805-99ab-8da17777f1ac" providerId="ADAL" clId="{5A036E17-229D-4AFC-ACC1-80AF1F5D6F63}" dt="2021-04-29T22:20:32.229" v="2517" actId="255"/>
          <ac:spMkLst>
            <pc:docMk/>
            <pc:sldMk cId="2111452328" sldId="2146846020"/>
            <ac:spMk id="24" creationId="{6BAB99E3-6F4E-48F6-A55D-8A5B93AF5758}"/>
          </ac:spMkLst>
        </pc:spChg>
        <pc:spChg chg="mod topLvl">
          <ac:chgData name="Ken Popkin" userId="3c94c39e-c43b-4805-99ab-8da17777f1ac" providerId="ADAL" clId="{5A036E17-229D-4AFC-ACC1-80AF1F5D6F63}" dt="2021-04-29T22:20:32.229" v="2517" actId="255"/>
          <ac:spMkLst>
            <pc:docMk/>
            <pc:sldMk cId="2111452328" sldId="2146846020"/>
            <ac:spMk id="25" creationId="{5EF3AE1E-2D8C-4FA4-BB0E-84D1CA1CEEE3}"/>
          </ac:spMkLst>
        </pc:spChg>
        <pc:spChg chg="del mod topLvl">
          <ac:chgData name="Ken Popkin" userId="3c94c39e-c43b-4805-99ab-8da17777f1ac" providerId="ADAL" clId="{5A036E17-229D-4AFC-ACC1-80AF1F5D6F63}" dt="2021-04-29T22:22:14.283" v="2550" actId="478"/>
          <ac:spMkLst>
            <pc:docMk/>
            <pc:sldMk cId="2111452328" sldId="2146846020"/>
            <ac:spMk id="26" creationId="{F0009671-0AF0-4B99-9216-2C0358DB3749}"/>
          </ac:spMkLst>
        </pc:spChg>
        <pc:spChg chg="mod topLvl">
          <ac:chgData name="Ken Popkin" userId="3c94c39e-c43b-4805-99ab-8da17777f1ac" providerId="ADAL" clId="{5A036E17-229D-4AFC-ACC1-80AF1F5D6F63}" dt="2021-04-29T22:20:32.229" v="2517" actId="255"/>
          <ac:spMkLst>
            <pc:docMk/>
            <pc:sldMk cId="2111452328" sldId="2146846020"/>
            <ac:spMk id="28" creationId="{FD09FB08-AC31-401C-A9FD-F636CAA73FDD}"/>
          </ac:spMkLst>
        </pc:spChg>
        <pc:spChg chg="mod topLvl">
          <ac:chgData name="Ken Popkin" userId="3c94c39e-c43b-4805-99ab-8da17777f1ac" providerId="ADAL" clId="{5A036E17-229D-4AFC-ACC1-80AF1F5D6F63}" dt="2021-04-29T22:20:32.229" v="2517" actId="255"/>
          <ac:spMkLst>
            <pc:docMk/>
            <pc:sldMk cId="2111452328" sldId="2146846020"/>
            <ac:spMk id="29" creationId="{2D94E9DC-F18E-460E-89FA-96B0353FA16E}"/>
          </ac:spMkLst>
        </pc:spChg>
        <pc:spChg chg="del">
          <ac:chgData name="Ken Popkin" userId="3c94c39e-c43b-4805-99ab-8da17777f1ac" providerId="ADAL" clId="{5A036E17-229D-4AFC-ACC1-80AF1F5D6F63}" dt="2021-04-29T22:16:51.264" v="2477" actId="478"/>
          <ac:spMkLst>
            <pc:docMk/>
            <pc:sldMk cId="2111452328" sldId="2146846020"/>
            <ac:spMk id="30" creationId="{307B9794-BD8A-47B4-959F-5C50A76D45A4}"/>
          </ac:spMkLst>
        </pc:spChg>
        <pc:spChg chg="mod">
          <ac:chgData name="Ken Popkin" userId="3c94c39e-c43b-4805-99ab-8da17777f1ac" providerId="ADAL" clId="{5A036E17-229D-4AFC-ACC1-80AF1F5D6F63}" dt="2021-04-29T22:15:57.550" v="2455" actId="165"/>
          <ac:spMkLst>
            <pc:docMk/>
            <pc:sldMk cId="2111452328" sldId="2146846020"/>
            <ac:spMk id="31" creationId="{DA9B2D1F-E967-4066-A1AC-55DD5FEF6174}"/>
          </ac:spMkLst>
        </pc:spChg>
        <pc:spChg chg="mod">
          <ac:chgData name="Ken Popkin" userId="3c94c39e-c43b-4805-99ab-8da17777f1ac" providerId="ADAL" clId="{5A036E17-229D-4AFC-ACC1-80AF1F5D6F63}" dt="2021-04-29T22:15:57.550" v="2455" actId="165"/>
          <ac:spMkLst>
            <pc:docMk/>
            <pc:sldMk cId="2111452328" sldId="2146846020"/>
            <ac:spMk id="32" creationId="{F8A8A146-3AB9-40F0-A1FA-017EDC28C70F}"/>
          </ac:spMkLst>
        </pc:spChg>
        <pc:spChg chg="del">
          <ac:chgData name="Ken Popkin" userId="3c94c39e-c43b-4805-99ab-8da17777f1ac" providerId="ADAL" clId="{5A036E17-229D-4AFC-ACC1-80AF1F5D6F63}" dt="2021-04-29T22:16:51.264" v="2477" actId="478"/>
          <ac:spMkLst>
            <pc:docMk/>
            <pc:sldMk cId="2111452328" sldId="2146846020"/>
            <ac:spMk id="37" creationId="{CBB8BA7A-39CA-4E5B-ABEC-C84C49AC7958}"/>
          </ac:spMkLst>
        </pc:spChg>
        <pc:spChg chg="del">
          <ac:chgData name="Ken Popkin" userId="3c94c39e-c43b-4805-99ab-8da17777f1ac" providerId="ADAL" clId="{5A036E17-229D-4AFC-ACC1-80AF1F5D6F63}" dt="2021-04-29T22:16:51.264" v="2477" actId="478"/>
          <ac:spMkLst>
            <pc:docMk/>
            <pc:sldMk cId="2111452328" sldId="2146846020"/>
            <ac:spMk id="38" creationId="{5B639EA0-B7D4-4675-8740-B4394FDEEEEA}"/>
          </ac:spMkLst>
        </pc:spChg>
        <pc:spChg chg="del">
          <ac:chgData name="Ken Popkin" userId="3c94c39e-c43b-4805-99ab-8da17777f1ac" providerId="ADAL" clId="{5A036E17-229D-4AFC-ACC1-80AF1F5D6F63}" dt="2021-04-29T22:16:51.264" v="2477" actId="478"/>
          <ac:spMkLst>
            <pc:docMk/>
            <pc:sldMk cId="2111452328" sldId="2146846020"/>
            <ac:spMk id="42" creationId="{417138D5-5AA8-47F8-9E9D-88C6CCCAF5E9}"/>
          </ac:spMkLst>
        </pc:spChg>
        <pc:spChg chg="del">
          <ac:chgData name="Ken Popkin" userId="3c94c39e-c43b-4805-99ab-8da17777f1ac" providerId="ADAL" clId="{5A036E17-229D-4AFC-ACC1-80AF1F5D6F63}" dt="2021-04-29T22:16:51.264" v="2477" actId="478"/>
          <ac:spMkLst>
            <pc:docMk/>
            <pc:sldMk cId="2111452328" sldId="2146846020"/>
            <ac:spMk id="43" creationId="{FD804BA2-2C14-4E34-852B-232FE340C384}"/>
          </ac:spMkLst>
        </pc:spChg>
        <pc:spChg chg="del">
          <ac:chgData name="Ken Popkin" userId="3c94c39e-c43b-4805-99ab-8da17777f1ac" providerId="ADAL" clId="{5A036E17-229D-4AFC-ACC1-80AF1F5D6F63}" dt="2021-04-29T22:16:51.264" v="2477" actId="478"/>
          <ac:spMkLst>
            <pc:docMk/>
            <pc:sldMk cId="2111452328" sldId="2146846020"/>
            <ac:spMk id="47" creationId="{31D4A404-BDC7-40C2-AE09-D7668EE0D9CF}"/>
          </ac:spMkLst>
        </pc:spChg>
        <pc:grpChg chg="del mod topLvl">
          <ac:chgData name="Ken Popkin" userId="3c94c39e-c43b-4805-99ab-8da17777f1ac" providerId="ADAL" clId="{5A036E17-229D-4AFC-ACC1-80AF1F5D6F63}" dt="2021-04-29T22:17:07.977" v="2478" actId="478"/>
          <ac:grpSpMkLst>
            <pc:docMk/>
            <pc:sldMk cId="2111452328" sldId="2146846020"/>
            <ac:grpSpMk id="33" creationId="{D16F0360-D556-40CE-A08A-90F2C319F059}"/>
          </ac:grpSpMkLst>
        </pc:grpChg>
        <pc:grpChg chg="del">
          <ac:chgData name="Ken Popkin" userId="3c94c39e-c43b-4805-99ab-8da17777f1ac" providerId="ADAL" clId="{5A036E17-229D-4AFC-ACC1-80AF1F5D6F63}" dt="2021-04-29T22:17:07.977" v="2478" actId="478"/>
          <ac:grpSpMkLst>
            <pc:docMk/>
            <pc:sldMk cId="2111452328" sldId="2146846020"/>
            <ac:grpSpMk id="34" creationId="{E313B6D4-2614-4F2D-AEA8-94168A71A609}"/>
          </ac:grpSpMkLst>
        </pc:grpChg>
        <pc:grpChg chg="del">
          <ac:chgData name="Ken Popkin" userId="3c94c39e-c43b-4805-99ab-8da17777f1ac" providerId="ADAL" clId="{5A036E17-229D-4AFC-ACC1-80AF1F5D6F63}" dt="2021-04-29T22:17:07.977" v="2478" actId="478"/>
          <ac:grpSpMkLst>
            <pc:docMk/>
            <pc:sldMk cId="2111452328" sldId="2146846020"/>
            <ac:grpSpMk id="39" creationId="{5BBFF2AB-49EB-4255-9091-0D8B29B19BDA}"/>
          </ac:grpSpMkLst>
        </pc:grpChg>
        <pc:grpChg chg="del">
          <ac:chgData name="Ken Popkin" userId="3c94c39e-c43b-4805-99ab-8da17777f1ac" providerId="ADAL" clId="{5A036E17-229D-4AFC-ACC1-80AF1F5D6F63}" dt="2021-04-29T22:15:57.550" v="2455" actId="165"/>
          <ac:grpSpMkLst>
            <pc:docMk/>
            <pc:sldMk cId="2111452328" sldId="2146846020"/>
            <ac:grpSpMk id="44" creationId="{12ACBD7F-73DB-4593-AC6A-C50D1C7BF448}"/>
          </ac:grpSpMkLst>
        </pc:grpChg>
        <pc:graphicFrameChg chg="del">
          <ac:chgData name="Ken Popkin" userId="3c94c39e-c43b-4805-99ab-8da17777f1ac" providerId="ADAL" clId="{5A036E17-229D-4AFC-ACC1-80AF1F5D6F63}" dt="2021-04-29T22:23:30.793" v="2555" actId="478"/>
          <ac:graphicFrameMkLst>
            <pc:docMk/>
            <pc:sldMk cId="2111452328" sldId="2146846020"/>
            <ac:graphicFrameMk id="2" creationId="{92BFB7AB-3B8E-4642-9EA9-712BAD9AEA96}"/>
          </ac:graphicFrameMkLst>
        </pc:graphicFrameChg>
      </pc:sldChg>
      <pc:sldChg chg="delSp modSp add mod">
        <pc:chgData name="Ken Popkin" userId="3c94c39e-c43b-4805-99ab-8da17777f1ac" providerId="ADAL" clId="{5A036E17-229D-4AFC-ACC1-80AF1F5D6F63}" dt="2021-05-07T12:09:19.958" v="4743" actId="20577"/>
        <pc:sldMkLst>
          <pc:docMk/>
          <pc:sldMk cId="1857544993" sldId="2146846021"/>
        </pc:sldMkLst>
        <pc:spChg chg="mod">
          <ac:chgData name="Ken Popkin" userId="3c94c39e-c43b-4805-99ab-8da17777f1ac" providerId="ADAL" clId="{5A036E17-229D-4AFC-ACC1-80AF1F5D6F63}" dt="2021-04-29T20:17:27.861" v="923" actId="20577"/>
          <ac:spMkLst>
            <pc:docMk/>
            <pc:sldMk cId="1857544993" sldId="2146846021"/>
            <ac:spMk id="19" creationId="{431FF642-D80E-4148-B518-F4E87EA10B69}"/>
          </ac:spMkLst>
        </pc:spChg>
        <pc:spChg chg="del">
          <ac:chgData name="Ken Popkin" userId="3c94c39e-c43b-4805-99ab-8da17777f1ac" providerId="ADAL" clId="{5A036E17-229D-4AFC-ACC1-80AF1F5D6F63}" dt="2021-04-30T00:26:39.937" v="4730" actId="478"/>
          <ac:spMkLst>
            <pc:docMk/>
            <pc:sldMk cId="1857544993" sldId="2146846021"/>
            <ac:spMk id="21" creationId="{FBE45FB3-E412-4A39-9EBB-A738D2C5E830}"/>
          </ac:spMkLst>
        </pc:spChg>
        <pc:spChg chg="mod">
          <ac:chgData name="Ken Popkin" userId="3c94c39e-c43b-4805-99ab-8da17777f1ac" providerId="ADAL" clId="{5A036E17-229D-4AFC-ACC1-80AF1F5D6F63}" dt="2021-05-07T12:09:19.958" v="4743" actId="20577"/>
          <ac:spMkLst>
            <pc:docMk/>
            <pc:sldMk cId="1857544993" sldId="2146846021"/>
            <ac:spMk id="95" creationId="{1CDD08CF-B617-46FE-94DB-5A66B64811AE}"/>
          </ac:spMkLst>
        </pc:spChg>
      </pc:sldChg>
      <pc:sldChg chg="add del">
        <pc:chgData name="Ken Popkin" userId="3c94c39e-c43b-4805-99ab-8da17777f1ac" providerId="ADAL" clId="{5A036E17-229D-4AFC-ACC1-80AF1F5D6F63}" dt="2021-04-29T20:16:52.568" v="913"/>
        <pc:sldMkLst>
          <pc:docMk/>
          <pc:sldMk cId="3196509690" sldId="2146846021"/>
        </pc:sldMkLst>
      </pc:sldChg>
      <pc:sldChg chg="add del">
        <pc:chgData name="Ken Popkin" userId="3c94c39e-c43b-4805-99ab-8da17777f1ac" providerId="ADAL" clId="{5A036E17-229D-4AFC-ACC1-80AF1F5D6F63}" dt="2021-04-29T22:42:15.837" v="3288" actId="47"/>
        <pc:sldMkLst>
          <pc:docMk/>
          <pc:sldMk cId="1275532471" sldId="2146846022"/>
        </pc:sldMkLst>
      </pc:sldChg>
      <pc:sldChg chg="addSp delSp modSp add mod ord">
        <pc:chgData name="Ken Popkin" userId="3c94c39e-c43b-4805-99ab-8da17777f1ac" providerId="ADAL" clId="{5A036E17-229D-4AFC-ACC1-80AF1F5D6F63}" dt="2021-04-29T22:41:57.797" v="3287" actId="20577"/>
        <pc:sldMkLst>
          <pc:docMk/>
          <pc:sldMk cId="1212181384" sldId="2146846023"/>
        </pc:sldMkLst>
        <pc:spChg chg="add mod">
          <ac:chgData name="Ken Popkin" userId="3c94c39e-c43b-4805-99ab-8da17777f1ac" providerId="ADAL" clId="{5A036E17-229D-4AFC-ACC1-80AF1F5D6F63}" dt="2021-04-29T22:40:57.105" v="3271" actId="20577"/>
          <ac:spMkLst>
            <pc:docMk/>
            <pc:sldMk cId="1212181384" sldId="2146846023"/>
            <ac:spMk id="2" creationId="{6A0F3DF1-4B42-478B-9DBB-DD1A267160D7}"/>
          </ac:spMkLst>
        </pc:spChg>
        <pc:spChg chg="del">
          <ac:chgData name="Ken Popkin" userId="3c94c39e-c43b-4805-99ab-8da17777f1ac" providerId="ADAL" clId="{5A036E17-229D-4AFC-ACC1-80AF1F5D6F63}" dt="2021-04-29T22:23:57.580" v="2560" actId="478"/>
          <ac:spMkLst>
            <pc:docMk/>
            <pc:sldMk cId="1212181384" sldId="2146846023"/>
            <ac:spMk id="3" creationId="{68BEFF73-3B4F-4293-B8D3-E19A7E07DF0D}"/>
          </ac:spMkLst>
        </pc:spChg>
        <pc:spChg chg="mod">
          <ac:chgData name="Ken Popkin" userId="3c94c39e-c43b-4805-99ab-8da17777f1ac" providerId="ADAL" clId="{5A036E17-229D-4AFC-ACC1-80AF1F5D6F63}" dt="2021-04-29T22:38:36.603" v="3058" actId="1076"/>
          <ac:spMkLst>
            <pc:docMk/>
            <pc:sldMk cId="1212181384" sldId="2146846023"/>
            <ac:spMk id="19" creationId="{431FF642-D80E-4148-B518-F4E87EA10B69}"/>
          </ac:spMkLst>
        </pc:spChg>
        <pc:spChg chg="del">
          <ac:chgData name="Ken Popkin" userId="3c94c39e-c43b-4805-99ab-8da17777f1ac" providerId="ADAL" clId="{5A036E17-229D-4AFC-ACC1-80AF1F5D6F63}" dt="2021-04-29T22:23:54.739" v="2559" actId="478"/>
          <ac:spMkLst>
            <pc:docMk/>
            <pc:sldMk cId="1212181384" sldId="2146846023"/>
            <ac:spMk id="34" creationId="{BB682AE4-F130-4A77-9286-28C73BD6A617}"/>
          </ac:spMkLst>
        </pc:spChg>
        <pc:spChg chg="del">
          <ac:chgData name="Ken Popkin" userId="3c94c39e-c43b-4805-99ab-8da17777f1ac" providerId="ADAL" clId="{5A036E17-229D-4AFC-ACC1-80AF1F5D6F63}" dt="2021-04-29T22:23:54.739" v="2559" actId="478"/>
          <ac:spMkLst>
            <pc:docMk/>
            <pc:sldMk cId="1212181384" sldId="2146846023"/>
            <ac:spMk id="35" creationId="{D530226E-292E-4441-813E-E86676B8B431}"/>
          </ac:spMkLst>
        </pc:spChg>
        <pc:spChg chg="del">
          <ac:chgData name="Ken Popkin" userId="3c94c39e-c43b-4805-99ab-8da17777f1ac" providerId="ADAL" clId="{5A036E17-229D-4AFC-ACC1-80AF1F5D6F63}" dt="2021-04-29T22:23:54.739" v="2559" actId="478"/>
          <ac:spMkLst>
            <pc:docMk/>
            <pc:sldMk cId="1212181384" sldId="2146846023"/>
            <ac:spMk id="36" creationId="{B2E7E7D2-9337-4737-9018-C8E12D85BCFD}"/>
          </ac:spMkLst>
        </pc:spChg>
        <pc:spChg chg="del">
          <ac:chgData name="Ken Popkin" userId="3c94c39e-c43b-4805-99ab-8da17777f1ac" providerId="ADAL" clId="{5A036E17-229D-4AFC-ACC1-80AF1F5D6F63}" dt="2021-04-29T22:23:54.739" v="2559" actId="478"/>
          <ac:spMkLst>
            <pc:docMk/>
            <pc:sldMk cId="1212181384" sldId="2146846023"/>
            <ac:spMk id="37" creationId="{C101CC53-8430-4763-B2A3-CE9CF8B25F21}"/>
          </ac:spMkLst>
        </pc:spChg>
        <pc:spChg chg="del">
          <ac:chgData name="Ken Popkin" userId="3c94c39e-c43b-4805-99ab-8da17777f1ac" providerId="ADAL" clId="{5A036E17-229D-4AFC-ACC1-80AF1F5D6F63}" dt="2021-04-29T22:23:54.739" v="2559" actId="478"/>
          <ac:spMkLst>
            <pc:docMk/>
            <pc:sldMk cId="1212181384" sldId="2146846023"/>
            <ac:spMk id="38" creationId="{245727DB-7E04-406E-9D3F-129B1893FA96}"/>
          </ac:spMkLst>
        </pc:spChg>
        <pc:spChg chg="del">
          <ac:chgData name="Ken Popkin" userId="3c94c39e-c43b-4805-99ab-8da17777f1ac" providerId="ADAL" clId="{5A036E17-229D-4AFC-ACC1-80AF1F5D6F63}" dt="2021-04-29T22:23:54.739" v="2559" actId="478"/>
          <ac:spMkLst>
            <pc:docMk/>
            <pc:sldMk cId="1212181384" sldId="2146846023"/>
            <ac:spMk id="39" creationId="{44A58765-E97B-4597-8100-5794808C0D4A}"/>
          </ac:spMkLst>
        </pc:spChg>
        <pc:spChg chg="del">
          <ac:chgData name="Ken Popkin" userId="3c94c39e-c43b-4805-99ab-8da17777f1ac" providerId="ADAL" clId="{5A036E17-229D-4AFC-ACC1-80AF1F5D6F63}" dt="2021-04-29T22:23:54.739" v="2559" actId="478"/>
          <ac:spMkLst>
            <pc:docMk/>
            <pc:sldMk cId="1212181384" sldId="2146846023"/>
            <ac:spMk id="41" creationId="{AD4BE239-7A27-4312-8D4C-47BFA3A9A149}"/>
          </ac:spMkLst>
        </pc:spChg>
        <pc:spChg chg="del">
          <ac:chgData name="Ken Popkin" userId="3c94c39e-c43b-4805-99ab-8da17777f1ac" providerId="ADAL" clId="{5A036E17-229D-4AFC-ACC1-80AF1F5D6F63}" dt="2021-04-29T22:23:54.739" v="2559" actId="478"/>
          <ac:spMkLst>
            <pc:docMk/>
            <pc:sldMk cId="1212181384" sldId="2146846023"/>
            <ac:spMk id="44" creationId="{51841285-9B1D-43A7-BDBE-CF0E851DAB32}"/>
          </ac:spMkLst>
        </pc:spChg>
        <pc:spChg chg="del">
          <ac:chgData name="Ken Popkin" userId="3c94c39e-c43b-4805-99ab-8da17777f1ac" providerId="ADAL" clId="{5A036E17-229D-4AFC-ACC1-80AF1F5D6F63}" dt="2021-04-29T22:23:54.739" v="2559" actId="478"/>
          <ac:spMkLst>
            <pc:docMk/>
            <pc:sldMk cId="1212181384" sldId="2146846023"/>
            <ac:spMk id="45" creationId="{AA54F2EC-3127-489E-A881-A379E99161A9}"/>
          </ac:spMkLst>
        </pc:spChg>
        <pc:spChg chg="del">
          <ac:chgData name="Ken Popkin" userId="3c94c39e-c43b-4805-99ab-8da17777f1ac" providerId="ADAL" clId="{5A036E17-229D-4AFC-ACC1-80AF1F5D6F63}" dt="2021-04-29T22:23:54.739" v="2559" actId="478"/>
          <ac:spMkLst>
            <pc:docMk/>
            <pc:sldMk cId="1212181384" sldId="2146846023"/>
            <ac:spMk id="51" creationId="{66593A58-4D45-4B8D-B976-F3691E6C212E}"/>
          </ac:spMkLst>
        </pc:spChg>
        <pc:spChg chg="del">
          <ac:chgData name="Ken Popkin" userId="3c94c39e-c43b-4805-99ab-8da17777f1ac" providerId="ADAL" clId="{5A036E17-229D-4AFC-ACC1-80AF1F5D6F63}" dt="2021-04-29T22:23:54.739" v="2559" actId="478"/>
          <ac:spMkLst>
            <pc:docMk/>
            <pc:sldMk cId="1212181384" sldId="2146846023"/>
            <ac:spMk id="52" creationId="{22FEA46B-9099-4319-BC1A-76AEED133A33}"/>
          </ac:spMkLst>
        </pc:spChg>
        <pc:spChg chg="del">
          <ac:chgData name="Ken Popkin" userId="3c94c39e-c43b-4805-99ab-8da17777f1ac" providerId="ADAL" clId="{5A036E17-229D-4AFC-ACC1-80AF1F5D6F63}" dt="2021-04-29T22:23:54.739" v="2559" actId="478"/>
          <ac:spMkLst>
            <pc:docMk/>
            <pc:sldMk cId="1212181384" sldId="2146846023"/>
            <ac:spMk id="54" creationId="{B6127E4E-D310-4A56-B723-BE1CDB571072}"/>
          </ac:spMkLst>
        </pc:spChg>
        <pc:spChg chg="del">
          <ac:chgData name="Ken Popkin" userId="3c94c39e-c43b-4805-99ab-8da17777f1ac" providerId="ADAL" clId="{5A036E17-229D-4AFC-ACC1-80AF1F5D6F63}" dt="2021-04-29T22:23:54.739" v="2559" actId="478"/>
          <ac:spMkLst>
            <pc:docMk/>
            <pc:sldMk cId="1212181384" sldId="2146846023"/>
            <ac:spMk id="55" creationId="{D32F2F90-0E87-4405-ABEF-364A5E76439A}"/>
          </ac:spMkLst>
        </pc:spChg>
        <pc:spChg chg="del">
          <ac:chgData name="Ken Popkin" userId="3c94c39e-c43b-4805-99ab-8da17777f1ac" providerId="ADAL" clId="{5A036E17-229D-4AFC-ACC1-80AF1F5D6F63}" dt="2021-04-29T22:23:54.739" v="2559" actId="478"/>
          <ac:spMkLst>
            <pc:docMk/>
            <pc:sldMk cId="1212181384" sldId="2146846023"/>
            <ac:spMk id="56" creationId="{5297826C-8269-4B37-A093-BC09EF6D146B}"/>
          </ac:spMkLst>
        </pc:spChg>
        <pc:spChg chg="del">
          <ac:chgData name="Ken Popkin" userId="3c94c39e-c43b-4805-99ab-8da17777f1ac" providerId="ADAL" clId="{5A036E17-229D-4AFC-ACC1-80AF1F5D6F63}" dt="2021-04-29T22:23:54.739" v="2559" actId="478"/>
          <ac:spMkLst>
            <pc:docMk/>
            <pc:sldMk cId="1212181384" sldId="2146846023"/>
            <ac:spMk id="57" creationId="{629B0CDD-9A1B-49AA-843B-674141EFCD8A}"/>
          </ac:spMkLst>
        </pc:spChg>
        <pc:spChg chg="del">
          <ac:chgData name="Ken Popkin" userId="3c94c39e-c43b-4805-99ab-8da17777f1ac" providerId="ADAL" clId="{5A036E17-229D-4AFC-ACC1-80AF1F5D6F63}" dt="2021-04-29T22:23:54.739" v="2559" actId="478"/>
          <ac:spMkLst>
            <pc:docMk/>
            <pc:sldMk cId="1212181384" sldId="2146846023"/>
            <ac:spMk id="58" creationId="{03C77808-EF0C-4C54-B114-37686CE8719A}"/>
          </ac:spMkLst>
        </pc:spChg>
        <pc:spChg chg="del">
          <ac:chgData name="Ken Popkin" userId="3c94c39e-c43b-4805-99ab-8da17777f1ac" providerId="ADAL" clId="{5A036E17-229D-4AFC-ACC1-80AF1F5D6F63}" dt="2021-04-29T22:23:54.739" v="2559" actId="478"/>
          <ac:spMkLst>
            <pc:docMk/>
            <pc:sldMk cId="1212181384" sldId="2146846023"/>
            <ac:spMk id="59" creationId="{40A83ADB-4DCF-436D-8695-A683C3C4A448}"/>
          </ac:spMkLst>
        </pc:spChg>
        <pc:spChg chg="del">
          <ac:chgData name="Ken Popkin" userId="3c94c39e-c43b-4805-99ab-8da17777f1ac" providerId="ADAL" clId="{5A036E17-229D-4AFC-ACC1-80AF1F5D6F63}" dt="2021-04-29T22:23:54.739" v="2559" actId="478"/>
          <ac:spMkLst>
            <pc:docMk/>
            <pc:sldMk cId="1212181384" sldId="2146846023"/>
            <ac:spMk id="62" creationId="{40792597-4A8D-4161-BE80-29930E72CCCD}"/>
          </ac:spMkLst>
        </pc:spChg>
        <pc:spChg chg="del">
          <ac:chgData name="Ken Popkin" userId="3c94c39e-c43b-4805-99ab-8da17777f1ac" providerId="ADAL" clId="{5A036E17-229D-4AFC-ACC1-80AF1F5D6F63}" dt="2021-04-29T22:23:54.739" v="2559" actId="478"/>
          <ac:spMkLst>
            <pc:docMk/>
            <pc:sldMk cId="1212181384" sldId="2146846023"/>
            <ac:spMk id="63" creationId="{CB18DB49-674A-41F7-96D9-7EE751D6FE19}"/>
          </ac:spMkLst>
        </pc:spChg>
        <pc:spChg chg="del">
          <ac:chgData name="Ken Popkin" userId="3c94c39e-c43b-4805-99ab-8da17777f1ac" providerId="ADAL" clId="{5A036E17-229D-4AFC-ACC1-80AF1F5D6F63}" dt="2021-04-29T22:23:54.739" v="2559" actId="478"/>
          <ac:spMkLst>
            <pc:docMk/>
            <pc:sldMk cId="1212181384" sldId="2146846023"/>
            <ac:spMk id="64" creationId="{3E6FD0C0-697B-459C-86FC-DA6E9016494C}"/>
          </ac:spMkLst>
        </pc:spChg>
        <pc:spChg chg="add mod">
          <ac:chgData name="Ken Popkin" userId="3c94c39e-c43b-4805-99ab-8da17777f1ac" providerId="ADAL" clId="{5A036E17-229D-4AFC-ACC1-80AF1F5D6F63}" dt="2021-04-29T22:41:57.797" v="3287" actId="20577"/>
          <ac:spMkLst>
            <pc:docMk/>
            <pc:sldMk cId="1212181384" sldId="2146846023"/>
            <ac:spMk id="65" creationId="{02214B5B-EAAF-4929-80F6-60140C7116DB}"/>
          </ac:spMkLst>
        </pc:spChg>
        <pc:spChg chg="add mod">
          <ac:chgData name="Ken Popkin" userId="3c94c39e-c43b-4805-99ab-8da17777f1ac" providerId="ADAL" clId="{5A036E17-229D-4AFC-ACC1-80AF1F5D6F63}" dt="2021-04-29T22:38:46.409" v="3101" actId="1036"/>
          <ac:spMkLst>
            <pc:docMk/>
            <pc:sldMk cId="1212181384" sldId="2146846023"/>
            <ac:spMk id="66" creationId="{941CB895-7EED-46CF-B980-658879E3EF2F}"/>
          </ac:spMkLst>
        </pc:spChg>
        <pc:spChg chg="add mod">
          <ac:chgData name="Ken Popkin" userId="3c94c39e-c43b-4805-99ab-8da17777f1ac" providerId="ADAL" clId="{5A036E17-229D-4AFC-ACC1-80AF1F5D6F63}" dt="2021-04-29T22:41:38.626" v="3279" actId="114"/>
          <ac:spMkLst>
            <pc:docMk/>
            <pc:sldMk cId="1212181384" sldId="2146846023"/>
            <ac:spMk id="67" creationId="{7CE242F3-3C7E-48DC-B7F1-CE3CA7685D6A}"/>
          </ac:spMkLst>
        </pc:spChg>
        <pc:spChg chg="add mod">
          <ac:chgData name="Ken Popkin" userId="3c94c39e-c43b-4805-99ab-8da17777f1ac" providerId="ADAL" clId="{5A036E17-229D-4AFC-ACC1-80AF1F5D6F63}" dt="2021-04-29T22:41:42.949" v="3281" actId="114"/>
          <ac:spMkLst>
            <pc:docMk/>
            <pc:sldMk cId="1212181384" sldId="2146846023"/>
            <ac:spMk id="68" creationId="{53C85440-BEC2-42B3-9133-9C108D9BE733}"/>
          </ac:spMkLst>
        </pc:spChg>
        <pc:spChg chg="add mod">
          <ac:chgData name="Ken Popkin" userId="3c94c39e-c43b-4805-99ab-8da17777f1ac" providerId="ADAL" clId="{5A036E17-229D-4AFC-ACC1-80AF1F5D6F63}" dt="2021-04-29T22:38:46.409" v="3101" actId="1036"/>
          <ac:spMkLst>
            <pc:docMk/>
            <pc:sldMk cId="1212181384" sldId="2146846023"/>
            <ac:spMk id="69" creationId="{2B95CB0E-B0CB-4006-9844-34CB836AC377}"/>
          </ac:spMkLst>
        </pc:spChg>
        <pc:spChg chg="add mod">
          <ac:chgData name="Ken Popkin" userId="3c94c39e-c43b-4805-99ab-8da17777f1ac" providerId="ADAL" clId="{5A036E17-229D-4AFC-ACC1-80AF1F5D6F63}" dt="2021-04-29T22:41:34.628" v="3277" actId="114"/>
          <ac:spMkLst>
            <pc:docMk/>
            <pc:sldMk cId="1212181384" sldId="2146846023"/>
            <ac:spMk id="78" creationId="{97526FD8-FFB3-4F64-A08F-2CE15D4F5801}"/>
          </ac:spMkLst>
        </pc:spChg>
        <pc:spChg chg="del">
          <ac:chgData name="Ken Popkin" userId="3c94c39e-c43b-4805-99ab-8da17777f1ac" providerId="ADAL" clId="{5A036E17-229D-4AFC-ACC1-80AF1F5D6F63}" dt="2021-04-29T22:23:54.739" v="2559" actId="478"/>
          <ac:spMkLst>
            <pc:docMk/>
            <pc:sldMk cId="1212181384" sldId="2146846023"/>
            <ac:spMk id="89" creationId="{37F5B3B9-6310-4CC8-95E6-B91CF21B5782}"/>
          </ac:spMkLst>
        </pc:spChg>
        <pc:spChg chg="del">
          <ac:chgData name="Ken Popkin" userId="3c94c39e-c43b-4805-99ab-8da17777f1ac" providerId="ADAL" clId="{5A036E17-229D-4AFC-ACC1-80AF1F5D6F63}" dt="2021-04-29T22:23:54.739" v="2559" actId="478"/>
          <ac:spMkLst>
            <pc:docMk/>
            <pc:sldMk cId="1212181384" sldId="2146846023"/>
            <ac:spMk id="90" creationId="{72F9B87F-5C0C-44D8-8C2F-1B239D7F2C8B}"/>
          </ac:spMkLst>
        </pc:spChg>
        <pc:spChg chg="del">
          <ac:chgData name="Ken Popkin" userId="3c94c39e-c43b-4805-99ab-8da17777f1ac" providerId="ADAL" clId="{5A036E17-229D-4AFC-ACC1-80AF1F5D6F63}" dt="2021-04-29T22:23:54.739" v="2559" actId="478"/>
          <ac:spMkLst>
            <pc:docMk/>
            <pc:sldMk cId="1212181384" sldId="2146846023"/>
            <ac:spMk id="91" creationId="{005AC9C1-77C9-472D-812B-2A665D20CB43}"/>
          </ac:spMkLst>
        </pc:spChg>
        <pc:spChg chg="del">
          <ac:chgData name="Ken Popkin" userId="3c94c39e-c43b-4805-99ab-8da17777f1ac" providerId="ADAL" clId="{5A036E17-229D-4AFC-ACC1-80AF1F5D6F63}" dt="2021-04-29T22:23:54.739" v="2559" actId="478"/>
          <ac:spMkLst>
            <pc:docMk/>
            <pc:sldMk cId="1212181384" sldId="2146846023"/>
            <ac:spMk id="92" creationId="{C21A4D8A-28BA-4579-952F-17CC12B6B941}"/>
          </ac:spMkLst>
        </pc:spChg>
        <pc:spChg chg="del">
          <ac:chgData name="Ken Popkin" userId="3c94c39e-c43b-4805-99ab-8da17777f1ac" providerId="ADAL" clId="{5A036E17-229D-4AFC-ACC1-80AF1F5D6F63}" dt="2021-04-29T22:23:54.739" v="2559" actId="478"/>
          <ac:spMkLst>
            <pc:docMk/>
            <pc:sldMk cId="1212181384" sldId="2146846023"/>
            <ac:spMk id="94" creationId="{A9AC19A8-F5D8-436A-B158-0818A7B98D60}"/>
          </ac:spMkLst>
        </pc:spChg>
        <pc:spChg chg="del">
          <ac:chgData name="Ken Popkin" userId="3c94c39e-c43b-4805-99ab-8da17777f1ac" providerId="ADAL" clId="{5A036E17-229D-4AFC-ACC1-80AF1F5D6F63}" dt="2021-04-29T22:23:54.739" v="2559" actId="478"/>
          <ac:spMkLst>
            <pc:docMk/>
            <pc:sldMk cId="1212181384" sldId="2146846023"/>
            <ac:spMk id="95" creationId="{1CDD08CF-B617-46FE-94DB-5A66B64811AE}"/>
          </ac:spMkLst>
        </pc:spChg>
        <pc:spChg chg="del">
          <ac:chgData name="Ken Popkin" userId="3c94c39e-c43b-4805-99ab-8da17777f1ac" providerId="ADAL" clId="{5A036E17-229D-4AFC-ACC1-80AF1F5D6F63}" dt="2021-04-29T22:23:54.739" v="2559" actId="478"/>
          <ac:spMkLst>
            <pc:docMk/>
            <pc:sldMk cId="1212181384" sldId="2146846023"/>
            <ac:spMk id="96" creationId="{C425F798-9DAB-4D1F-A1BD-827CF024AFFC}"/>
          </ac:spMkLst>
        </pc:spChg>
        <pc:spChg chg="add mod">
          <ac:chgData name="Ken Popkin" userId="3c94c39e-c43b-4805-99ab-8da17777f1ac" providerId="ADAL" clId="{5A036E17-229D-4AFC-ACC1-80AF1F5D6F63}" dt="2021-04-29T22:41:46.659" v="3283" actId="114"/>
          <ac:spMkLst>
            <pc:docMk/>
            <pc:sldMk cId="1212181384" sldId="2146846023"/>
            <ac:spMk id="98" creationId="{CD7C5AF2-03C8-4456-A565-6E5DD1D260E9}"/>
          </ac:spMkLst>
        </pc:spChg>
        <pc:spChg chg="add del mod">
          <ac:chgData name="Ken Popkin" userId="3c94c39e-c43b-4805-99ab-8da17777f1ac" providerId="ADAL" clId="{5A036E17-229D-4AFC-ACC1-80AF1F5D6F63}" dt="2021-04-29T22:26:29.806" v="2623" actId="478"/>
          <ac:spMkLst>
            <pc:docMk/>
            <pc:sldMk cId="1212181384" sldId="2146846023"/>
            <ac:spMk id="99" creationId="{0DEC1FBB-A854-414C-96BE-5E6A616DBAEF}"/>
          </ac:spMkLst>
        </pc:spChg>
        <pc:spChg chg="add mod">
          <ac:chgData name="Ken Popkin" userId="3c94c39e-c43b-4805-99ab-8da17777f1ac" providerId="ADAL" clId="{5A036E17-229D-4AFC-ACC1-80AF1F5D6F63}" dt="2021-04-29T22:41:57.005" v="3286" actId="20577"/>
          <ac:spMkLst>
            <pc:docMk/>
            <pc:sldMk cId="1212181384" sldId="2146846023"/>
            <ac:spMk id="100" creationId="{28F8F872-5579-49A2-8E27-7E78C371DB10}"/>
          </ac:spMkLst>
        </pc:spChg>
        <pc:grpChg chg="del">
          <ac:chgData name="Ken Popkin" userId="3c94c39e-c43b-4805-99ab-8da17777f1ac" providerId="ADAL" clId="{5A036E17-229D-4AFC-ACC1-80AF1F5D6F63}" dt="2021-04-29T22:23:54.739" v="2559" actId="478"/>
          <ac:grpSpMkLst>
            <pc:docMk/>
            <pc:sldMk cId="1212181384" sldId="2146846023"/>
            <ac:grpSpMk id="5" creationId="{85968E3B-F45E-4EF0-BA35-639D67BD87D8}"/>
          </ac:grpSpMkLst>
        </pc:grpChg>
        <pc:grpChg chg="del">
          <ac:chgData name="Ken Popkin" userId="3c94c39e-c43b-4805-99ab-8da17777f1ac" providerId="ADAL" clId="{5A036E17-229D-4AFC-ACC1-80AF1F5D6F63}" dt="2021-04-29T22:23:54.739" v="2559" actId="478"/>
          <ac:grpSpMkLst>
            <pc:docMk/>
            <pc:sldMk cId="1212181384" sldId="2146846023"/>
            <ac:grpSpMk id="6" creationId="{F647B573-EE64-4509-B6B6-88A9F0A6C387}"/>
          </ac:grpSpMkLst>
        </pc:grpChg>
        <pc:grpChg chg="del">
          <ac:chgData name="Ken Popkin" userId="3c94c39e-c43b-4805-99ab-8da17777f1ac" providerId="ADAL" clId="{5A036E17-229D-4AFC-ACC1-80AF1F5D6F63}" dt="2021-04-29T22:23:54.739" v="2559" actId="478"/>
          <ac:grpSpMkLst>
            <pc:docMk/>
            <pc:sldMk cId="1212181384" sldId="2146846023"/>
            <ac:grpSpMk id="70" creationId="{0552C808-3758-4B7E-9C73-CB1FB6BB92BF}"/>
          </ac:grpSpMkLst>
        </pc:grpChg>
        <pc:cxnChg chg="del">
          <ac:chgData name="Ken Popkin" userId="3c94c39e-c43b-4805-99ab-8da17777f1ac" providerId="ADAL" clId="{5A036E17-229D-4AFC-ACC1-80AF1F5D6F63}" dt="2021-04-29T22:23:54.739" v="2559" actId="478"/>
          <ac:cxnSpMkLst>
            <pc:docMk/>
            <pc:sldMk cId="1212181384" sldId="2146846023"/>
            <ac:cxnSpMk id="4" creationId="{F55061A4-70AB-4CEF-B0D1-A43DDD07D067}"/>
          </ac:cxnSpMkLst>
        </pc:cxnChg>
        <pc:cxnChg chg="del">
          <ac:chgData name="Ken Popkin" userId="3c94c39e-c43b-4805-99ab-8da17777f1ac" providerId="ADAL" clId="{5A036E17-229D-4AFC-ACC1-80AF1F5D6F63}" dt="2021-04-29T22:23:54.739" v="2559" actId="478"/>
          <ac:cxnSpMkLst>
            <pc:docMk/>
            <pc:sldMk cId="1212181384" sldId="2146846023"/>
            <ac:cxnSpMk id="23" creationId="{7841B8DF-1450-4C7B-8D95-54A7ABCA5371}"/>
          </ac:cxnSpMkLst>
        </pc:cxnChg>
        <pc:cxnChg chg="del">
          <ac:chgData name="Ken Popkin" userId="3c94c39e-c43b-4805-99ab-8da17777f1ac" providerId="ADAL" clId="{5A036E17-229D-4AFC-ACC1-80AF1F5D6F63}" dt="2021-04-29T22:23:54.739" v="2559" actId="478"/>
          <ac:cxnSpMkLst>
            <pc:docMk/>
            <pc:sldMk cId="1212181384" sldId="2146846023"/>
            <ac:cxnSpMk id="24" creationId="{206A602B-890D-4E45-A531-9AF310011136}"/>
          </ac:cxnSpMkLst>
        </pc:cxnChg>
        <pc:cxnChg chg="del">
          <ac:chgData name="Ken Popkin" userId="3c94c39e-c43b-4805-99ab-8da17777f1ac" providerId="ADAL" clId="{5A036E17-229D-4AFC-ACC1-80AF1F5D6F63}" dt="2021-04-29T22:23:54.739" v="2559" actId="478"/>
          <ac:cxnSpMkLst>
            <pc:docMk/>
            <pc:sldMk cId="1212181384" sldId="2146846023"/>
            <ac:cxnSpMk id="25" creationId="{B9F0A33D-6D9A-40E9-9553-FD41A8B8B706}"/>
          </ac:cxnSpMkLst>
        </pc:cxnChg>
        <pc:cxnChg chg="del">
          <ac:chgData name="Ken Popkin" userId="3c94c39e-c43b-4805-99ab-8da17777f1ac" providerId="ADAL" clId="{5A036E17-229D-4AFC-ACC1-80AF1F5D6F63}" dt="2021-04-29T22:23:54.739" v="2559" actId="478"/>
          <ac:cxnSpMkLst>
            <pc:docMk/>
            <pc:sldMk cId="1212181384" sldId="2146846023"/>
            <ac:cxnSpMk id="26" creationId="{1776DEBE-E166-4295-84A1-4834C38E3187}"/>
          </ac:cxnSpMkLst>
        </pc:cxnChg>
        <pc:cxnChg chg="del">
          <ac:chgData name="Ken Popkin" userId="3c94c39e-c43b-4805-99ab-8da17777f1ac" providerId="ADAL" clId="{5A036E17-229D-4AFC-ACC1-80AF1F5D6F63}" dt="2021-04-29T22:23:54.739" v="2559" actId="478"/>
          <ac:cxnSpMkLst>
            <pc:docMk/>
            <pc:sldMk cId="1212181384" sldId="2146846023"/>
            <ac:cxnSpMk id="27" creationId="{0DE028B3-650A-4968-8D68-1C3C8D5D681A}"/>
          </ac:cxnSpMkLst>
        </pc:cxnChg>
        <pc:cxnChg chg="del">
          <ac:chgData name="Ken Popkin" userId="3c94c39e-c43b-4805-99ab-8da17777f1ac" providerId="ADAL" clId="{5A036E17-229D-4AFC-ACC1-80AF1F5D6F63}" dt="2021-04-29T22:23:54.739" v="2559" actId="478"/>
          <ac:cxnSpMkLst>
            <pc:docMk/>
            <pc:sldMk cId="1212181384" sldId="2146846023"/>
            <ac:cxnSpMk id="28" creationId="{88A90348-9759-4C47-BB7A-ED545982554C}"/>
          </ac:cxnSpMkLst>
        </pc:cxnChg>
        <pc:cxnChg chg="del">
          <ac:chgData name="Ken Popkin" userId="3c94c39e-c43b-4805-99ab-8da17777f1ac" providerId="ADAL" clId="{5A036E17-229D-4AFC-ACC1-80AF1F5D6F63}" dt="2021-04-29T22:23:54.739" v="2559" actId="478"/>
          <ac:cxnSpMkLst>
            <pc:docMk/>
            <pc:sldMk cId="1212181384" sldId="2146846023"/>
            <ac:cxnSpMk id="29" creationId="{5F83E959-CDD9-409E-A91C-A55AE0F2AE05}"/>
          </ac:cxnSpMkLst>
        </pc:cxnChg>
        <pc:cxnChg chg="del">
          <ac:chgData name="Ken Popkin" userId="3c94c39e-c43b-4805-99ab-8da17777f1ac" providerId="ADAL" clId="{5A036E17-229D-4AFC-ACC1-80AF1F5D6F63}" dt="2021-04-29T22:23:54.739" v="2559" actId="478"/>
          <ac:cxnSpMkLst>
            <pc:docMk/>
            <pc:sldMk cId="1212181384" sldId="2146846023"/>
            <ac:cxnSpMk id="30" creationId="{9B4AF37E-D9B6-4CD8-91E0-6BCC6B63031A}"/>
          </ac:cxnSpMkLst>
        </pc:cxnChg>
        <pc:cxnChg chg="del">
          <ac:chgData name="Ken Popkin" userId="3c94c39e-c43b-4805-99ab-8da17777f1ac" providerId="ADAL" clId="{5A036E17-229D-4AFC-ACC1-80AF1F5D6F63}" dt="2021-04-29T22:23:54.739" v="2559" actId="478"/>
          <ac:cxnSpMkLst>
            <pc:docMk/>
            <pc:sldMk cId="1212181384" sldId="2146846023"/>
            <ac:cxnSpMk id="31" creationId="{64711D1A-E63E-4A98-B1D8-7F82D32F54CB}"/>
          </ac:cxnSpMkLst>
        </pc:cxnChg>
        <pc:cxnChg chg="del">
          <ac:chgData name="Ken Popkin" userId="3c94c39e-c43b-4805-99ab-8da17777f1ac" providerId="ADAL" clId="{5A036E17-229D-4AFC-ACC1-80AF1F5D6F63}" dt="2021-04-29T22:23:54.739" v="2559" actId="478"/>
          <ac:cxnSpMkLst>
            <pc:docMk/>
            <pc:sldMk cId="1212181384" sldId="2146846023"/>
            <ac:cxnSpMk id="33" creationId="{B4BFB4F8-C76B-4A3A-B558-56B99EE9EE8D}"/>
          </ac:cxnSpMkLst>
        </pc:cxnChg>
        <pc:cxnChg chg="del">
          <ac:chgData name="Ken Popkin" userId="3c94c39e-c43b-4805-99ab-8da17777f1ac" providerId="ADAL" clId="{5A036E17-229D-4AFC-ACC1-80AF1F5D6F63}" dt="2021-04-29T22:23:54.739" v="2559" actId="478"/>
          <ac:cxnSpMkLst>
            <pc:docMk/>
            <pc:sldMk cId="1212181384" sldId="2146846023"/>
            <ac:cxnSpMk id="75" creationId="{0B0290BE-79B4-4156-A78A-FF9E064CB585}"/>
          </ac:cxnSpMkLst>
        </pc:cxnChg>
      </pc:sldChg>
      <pc:sldChg chg="add del setBg">
        <pc:chgData name="Ken Popkin" userId="3c94c39e-c43b-4805-99ab-8da17777f1ac" providerId="ADAL" clId="{5A036E17-229D-4AFC-ACC1-80AF1F5D6F63}" dt="2021-04-29T22:22:55.718" v="2554"/>
        <pc:sldMkLst>
          <pc:docMk/>
          <pc:sldMk cId="1972125385" sldId="2146846023"/>
        </pc:sldMkLst>
      </pc:sldChg>
      <pc:sldChg chg="addSp delSp modSp add mod">
        <pc:chgData name="Ken Popkin" userId="3c94c39e-c43b-4805-99ab-8da17777f1ac" providerId="ADAL" clId="{5A036E17-229D-4AFC-ACC1-80AF1F5D6F63}" dt="2021-04-29T23:13:21.809" v="4729" actId="1076"/>
        <pc:sldMkLst>
          <pc:docMk/>
          <pc:sldMk cId="1086001549" sldId="2146846024"/>
        </pc:sldMkLst>
        <pc:spChg chg="del">
          <ac:chgData name="Ken Popkin" userId="3c94c39e-c43b-4805-99ab-8da17777f1ac" providerId="ADAL" clId="{5A036E17-229D-4AFC-ACC1-80AF1F5D6F63}" dt="2021-04-29T22:42:39.139" v="3290" actId="478"/>
          <ac:spMkLst>
            <pc:docMk/>
            <pc:sldMk cId="1086001549" sldId="2146846024"/>
            <ac:spMk id="2" creationId="{6A0F3DF1-4B42-478B-9DBB-DD1A267160D7}"/>
          </ac:spMkLst>
        </pc:spChg>
        <pc:spChg chg="add mod">
          <ac:chgData name="Ken Popkin" userId="3c94c39e-c43b-4805-99ab-8da17777f1ac" providerId="ADAL" clId="{5A036E17-229D-4AFC-ACC1-80AF1F5D6F63}" dt="2021-04-29T23:13:21.809" v="4729" actId="1076"/>
          <ac:spMkLst>
            <pc:docMk/>
            <pc:sldMk cId="1086001549" sldId="2146846024"/>
            <ac:spMk id="2" creationId="{EE40B916-0438-4BCC-979B-1EF20719D3D0}"/>
          </ac:spMkLst>
        </pc:spChg>
        <pc:spChg chg="add mod">
          <ac:chgData name="Ken Popkin" userId="3c94c39e-c43b-4805-99ab-8da17777f1ac" providerId="ADAL" clId="{5A036E17-229D-4AFC-ACC1-80AF1F5D6F63}" dt="2021-04-29T22:43:09.340" v="3308" actId="207"/>
          <ac:spMkLst>
            <pc:docMk/>
            <pc:sldMk cId="1086001549" sldId="2146846024"/>
            <ac:spMk id="12" creationId="{FDCAE3A3-A1A0-4535-AB11-9D76394EA86F}"/>
          </ac:spMkLst>
        </pc:spChg>
        <pc:spChg chg="del">
          <ac:chgData name="Ken Popkin" userId="3c94c39e-c43b-4805-99ab-8da17777f1ac" providerId="ADAL" clId="{5A036E17-229D-4AFC-ACC1-80AF1F5D6F63}" dt="2021-04-29T22:42:42.277" v="3291" actId="478"/>
          <ac:spMkLst>
            <pc:docMk/>
            <pc:sldMk cId="1086001549" sldId="2146846024"/>
            <ac:spMk id="19" creationId="{431FF642-D80E-4148-B518-F4E87EA10B69}"/>
          </ac:spMkLst>
        </pc:spChg>
        <pc:spChg chg="del">
          <ac:chgData name="Ken Popkin" userId="3c94c39e-c43b-4805-99ab-8da17777f1ac" providerId="ADAL" clId="{5A036E17-229D-4AFC-ACC1-80AF1F5D6F63}" dt="2021-04-29T22:42:39.139" v="3290" actId="478"/>
          <ac:spMkLst>
            <pc:docMk/>
            <pc:sldMk cId="1086001549" sldId="2146846024"/>
            <ac:spMk id="65" creationId="{02214B5B-EAAF-4929-80F6-60140C7116DB}"/>
          </ac:spMkLst>
        </pc:spChg>
        <pc:spChg chg="del">
          <ac:chgData name="Ken Popkin" userId="3c94c39e-c43b-4805-99ab-8da17777f1ac" providerId="ADAL" clId="{5A036E17-229D-4AFC-ACC1-80AF1F5D6F63}" dt="2021-04-29T22:42:39.139" v="3290" actId="478"/>
          <ac:spMkLst>
            <pc:docMk/>
            <pc:sldMk cId="1086001549" sldId="2146846024"/>
            <ac:spMk id="66" creationId="{941CB895-7EED-46CF-B980-658879E3EF2F}"/>
          </ac:spMkLst>
        </pc:spChg>
        <pc:spChg chg="del">
          <ac:chgData name="Ken Popkin" userId="3c94c39e-c43b-4805-99ab-8da17777f1ac" providerId="ADAL" clId="{5A036E17-229D-4AFC-ACC1-80AF1F5D6F63}" dt="2021-04-29T22:42:39.139" v="3290" actId="478"/>
          <ac:spMkLst>
            <pc:docMk/>
            <pc:sldMk cId="1086001549" sldId="2146846024"/>
            <ac:spMk id="67" creationId="{7CE242F3-3C7E-48DC-B7F1-CE3CA7685D6A}"/>
          </ac:spMkLst>
        </pc:spChg>
        <pc:spChg chg="del">
          <ac:chgData name="Ken Popkin" userId="3c94c39e-c43b-4805-99ab-8da17777f1ac" providerId="ADAL" clId="{5A036E17-229D-4AFC-ACC1-80AF1F5D6F63}" dt="2021-04-29T22:42:39.139" v="3290" actId="478"/>
          <ac:spMkLst>
            <pc:docMk/>
            <pc:sldMk cId="1086001549" sldId="2146846024"/>
            <ac:spMk id="68" creationId="{53C85440-BEC2-42B3-9133-9C108D9BE733}"/>
          </ac:spMkLst>
        </pc:spChg>
        <pc:spChg chg="del">
          <ac:chgData name="Ken Popkin" userId="3c94c39e-c43b-4805-99ab-8da17777f1ac" providerId="ADAL" clId="{5A036E17-229D-4AFC-ACC1-80AF1F5D6F63}" dt="2021-04-29T22:42:39.139" v="3290" actId="478"/>
          <ac:spMkLst>
            <pc:docMk/>
            <pc:sldMk cId="1086001549" sldId="2146846024"/>
            <ac:spMk id="69" creationId="{2B95CB0E-B0CB-4006-9844-34CB836AC377}"/>
          </ac:spMkLst>
        </pc:spChg>
        <pc:spChg chg="del">
          <ac:chgData name="Ken Popkin" userId="3c94c39e-c43b-4805-99ab-8da17777f1ac" providerId="ADAL" clId="{5A036E17-229D-4AFC-ACC1-80AF1F5D6F63}" dt="2021-04-29T22:42:39.139" v="3290" actId="478"/>
          <ac:spMkLst>
            <pc:docMk/>
            <pc:sldMk cId="1086001549" sldId="2146846024"/>
            <ac:spMk id="78" creationId="{97526FD8-FFB3-4F64-A08F-2CE15D4F5801}"/>
          </ac:spMkLst>
        </pc:spChg>
        <pc:spChg chg="del">
          <ac:chgData name="Ken Popkin" userId="3c94c39e-c43b-4805-99ab-8da17777f1ac" providerId="ADAL" clId="{5A036E17-229D-4AFC-ACC1-80AF1F5D6F63}" dt="2021-04-29T22:42:39.139" v="3290" actId="478"/>
          <ac:spMkLst>
            <pc:docMk/>
            <pc:sldMk cId="1086001549" sldId="2146846024"/>
            <ac:spMk id="98" creationId="{CD7C5AF2-03C8-4456-A565-6E5DD1D260E9}"/>
          </ac:spMkLst>
        </pc:spChg>
        <pc:spChg chg="del">
          <ac:chgData name="Ken Popkin" userId="3c94c39e-c43b-4805-99ab-8da17777f1ac" providerId="ADAL" clId="{5A036E17-229D-4AFC-ACC1-80AF1F5D6F63}" dt="2021-04-29T22:42:39.139" v="3290" actId="478"/>
          <ac:spMkLst>
            <pc:docMk/>
            <pc:sldMk cId="1086001549" sldId="2146846024"/>
            <ac:spMk id="100" creationId="{28F8F872-5579-49A2-8E27-7E78C371DB10}"/>
          </ac:spMkLst>
        </pc:spChg>
        <pc:picChg chg="add mod">
          <ac:chgData name="Ken Popkin" userId="3c94c39e-c43b-4805-99ab-8da17777f1ac" providerId="ADAL" clId="{5A036E17-229D-4AFC-ACC1-80AF1F5D6F63}" dt="2021-04-29T22:43:16.749" v="3329" actId="1037"/>
          <ac:picMkLst>
            <pc:docMk/>
            <pc:sldMk cId="1086001549" sldId="2146846024"/>
            <ac:picMk id="13" creationId="{73F67194-C7A8-4182-8F75-5A3C0FE8FA63}"/>
          </ac:picMkLst>
        </pc:picChg>
      </pc:sldChg>
      <pc:sldChg chg="addSp delSp modSp add mod">
        <pc:chgData name="Ken Popkin" userId="3c94c39e-c43b-4805-99ab-8da17777f1ac" providerId="ADAL" clId="{5A036E17-229D-4AFC-ACC1-80AF1F5D6F63}" dt="2021-04-29T23:06:53.280" v="4698" actId="1076"/>
        <pc:sldMkLst>
          <pc:docMk/>
          <pc:sldMk cId="1622227524" sldId="2146846025"/>
        </pc:sldMkLst>
        <pc:spChg chg="del">
          <ac:chgData name="Ken Popkin" userId="3c94c39e-c43b-4805-99ab-8da17777f1ac" providerId="ADAL" clId="{5A036E17-229D-4AFC-ACC1-80AF1F5D6F63}" dt="2021-04-29T22:45:10.557" v="3358" actId="478"/>
          <ac:spMkLst>
            <pc:docMk/>
            <pc:sldMk cId="1622227524" sldId="2146846025"/>
            <ac:spMk id="2" creationId="{6A0F3DF1-4B42-478B-9DBB-DD1A267160D7}"/>
          </ac:spMkLst>
        </pc:spChg>
        <pc:spChg chg="mod">
          <ac:chgData name="Ken Popkin" userId="3c94c39e-c43b-4805-99ab-8da17777f1ac" providerId="ADAL" clId="{5A036E17-229D-4AFC-ACC1-80AF1F5D6F63}" dt="2021-04-29T22:45:05.804" v="3357" actId="313"/>
          <ac:spMkLst>
            <pc:docMk/>
            <pc:sldMk cId="1622227524" sldId="2146846025"/>
            <ac:spMk id="19" creationId="{431FF642-D80E-4148-B518-F4E87EA10B69}"/>
          </ac:spMkLst>
        </pc:spChg>
        <pc:spChg chg="del">
          <ac:chgData name="Ken Popkin" userId="3c94c39e-c43b-4805-99ab-8da17777f1ac" providerId="ADAL" clId="{5A036E17-229D-4AFC-ACC1-80AF1F5D6F63}" dt="2021-04-29T22:45:10.557" v="3358" actId="478"/>
          <ac:spMkLst>
            <pc:docMk/>
            <pc:sldMk cId="1622227524" sldId="2146846025"/>
            <ac:spMk id="65" creationId="{02214B5B-EAAF-4929-80F6-60140C7116DB}"/>
          </ac:spMkLst>
        </pc:spChg>
        <pc:spChg chg="del">
          <ac:chgData name="Ken Popkin" userId="3c94c39e-c43b-4805-99ab-8da17777f1ac" providerId="ADAL" clId="{5A036E17-229D-4AFC-ACC1-80AF1F5D6F63}" dt="2021-04-29T22:45:10.557" v="3358" actId="478"/>
          <ac:spMkLst>
            <pc:docMk/>
            <pc:sldMk cId="1622227524" sldId="2146846025"/>
            <ac:spMk id="66" creationId="{941CB895-7EED-46CF-B980-658879E3EF2F}"/>
          </ac:spMkLst>
        </pc:spChg>
        <pc:spChg chg="del">
          <ac:chgData name="Ken Popkin" userId="3c94c39e-c43b-4805-99ab-8da17777f1ac" providerId="ADAL" clId="{5A036E17-229D-4AFC-ACC1-80AF1F5D6F63}" dt="2021-04-29T22:45:10.557" v="3358" actId="478"/>
          <ac:spMkLst>
            <pc:docMk/>
            <pc:sldMk cId="1622227524" sldId="2146846025"/>
            <ac:spMk id="67" creationId="{7CE242F3-3C7E-48DC-B7F1-CE3CA7685D6A}"/>
          </ac:spMkLst>
        </pc:spChg>
        <pc:spChg chg="del">
          <ac:chgData name="Ken Popkin" userId="3c94c39e-c43b-4805-99ab-8da17777f1ac" providerId="ADAL" clId="{5A036E17-229D-4AFC-ACC1-80AF1F5D6F63}" dt="2021-04-29T22:45:10.557" v="3358" actId="478"/>
          <ac:spMkLst>
            <pc:docMk/>
            <pc:sldMk cId="1622227524" sldId="2146846025"/>
            <ac:spMk id="68" creationId="{53C85440-BEC2-42B3-9133-9C108D9BE733}"/>
          </ac:spMkLst>
        </pc:spChg>
        <pc:spChg chg="del">
          <ac:chgData name="Ken Popkin" userId="3c94c39e-c43b-4805-99ab-8da17777f1ac" providerId="ADAL" clId="{5A036E17-229D-4AFC-ACC1-80AF1F5D6F63}" dt="2021-04-29T22:45:10.557" v="3358" actId="478"/>
          <ac:spMkLst>
            <pc:docMk/>
            <pc:sldMk cId="1622227524" sldId="2146846025"/>
            <ac:spMk id="69" creationId="{2B95CB0E-B0CB-4006-9844-34CB836AC377}"/>
          </ac:spMkLst>
        </pc:spChg>
        <pc:spChg chg="del">
          <ac:chgData name="Ken Popkin" userId="3c94c39e-c43b-4805-99ab-8da17777f1ac" providerId="ADAL" clId="{5A036E17-229D-4AFC-ACC1-80AF1F5D6F63}" dt="2021-04-29T22:45:10.557" v="3358" actId="478"/>
          <ac:spMkLst>
            <pc:docMk/>
            <pc:sldMk cId="1622227524" sldId="2146846025"/>
            <ac:spMk id="78" creationId="{97526FD8-FFB3-4F64-A08F-2CE15D4F5801}"/>
          </ac:spMkLst>
        </pc:spChg>
        <pc:spChg chg="del">
          <ac:chgData name="Ken Popkin" userId="3c94c39e-c43b-4805-99ab-8da17777f1ac" providerId="ADAL" clId="{5A036E17-229D-4AFC-ACC1-80AF1F5D6F63}" dt="2021-04-29T22:45:10.557" v="3358" actId="478"/>
          <ac:spMkLst>
            <pc:docMk/>
            <pc:sldMk cId="1622227524" sldId="2146846025"/>
            <ac:spMk id="98" creationId="{CD7C5AF2-03C8-4456-A565-6E5DD1D260E9}"/>
          </ac:spMkLst>
        </pc:spChg>
        <pc:spChg chg="del">
          <ac:chgData name="Ken Popkin" userId="3c94c39e-c43b-4805-99ab-8da17777f1ac" providerId="ADAL" clId="{5A036E17-229D-4AFC-ACC1-80AF1F5D6F63}" dt="2021-04-29T22:45:10.557" v="3358" actId="478"/>
          <ac:spMkLst>
            <pc:docMk/>
            <pc:sldMk cId="1622227524" sldId="2146846025"/>
            <ac:spMk id="100" creationId="{28F8F872-5579-49A2-8E27-7E78C371DB10}"/>
          </ac:spMkLst>
        </pc:spChg>
        <pc:graphicFrameChg chg="add mod modGraphic">
          <ac:chgData name="Ken Popkin" userId="3c94c39e-c43b-4805-99ab-8da17777f1ac" providerId="ADAL" clId="{5A036E17-229D-4AFC-ACC1-80AF1F5D6F63}" dt="2021-04-29T23:06:53.280" v="4698" actId="1076"/>
          <ac:graphicFrameMkLst>
            <pc:docMk/>
            <pc:sldMk cId="1622227524" sldId="2146846025"/>
            <ac:graphicFrameMk id="12" creationId="{C77BAEC2-275F-4355-B5D2-6829D9958BC5}"/>
          </ac:graphicFrameMkLst>
        </pc:graphicFrameChg>
      </pc:sldChg>
      <pc:sldChg chg="delSp modSp add del mod setBg">
        <pc:chgData name="Ken Popkin" userId="3c94c39e-c43b-4805-99ab-8da17777f1ac" providerId="ADAL" clId="{5A036E17-229D-4AFC-ACC1-80AF1F5D6F63}" dt="2021-04-29T22:44:41.596" v="3341" actId="47"/>
        <pc:sldMkLst>
          <pc:docMk/>
          <pc:sldMk cId="3633436157" sldId="2146846025"/>
        </pc:sldMkLst>
        <pc:spChg chg="del">
          <ac:chgData name="Ken Popkin" userId="3c94c39e-c43b-4805-99ab-8da17777f1ac" providerId="ADAL" clId="{5A036E17-229D-4AFC-ACC1-80AF1F5D6F63}" dt="2021-04-29T22:43:56.062" v="3340" actId="478"/>
          <ac:spMkLst>
            <pc:docMk/>
            <pc:sldMk cId="3633436157" sldId="2146846025"/>
            <ac:spMk id="2" creationId="{6A0F3DF1-4B42-478B-9DBB-DD1A267160D7}"/>
          </ac:spMkLst>
        </pc:spChg>
        <pc:spChg chg="mod">
          <ac:chgData name="Ken Popkin" userId="3c94c39e-c43b-4805-99ab-8da17777f1ac" providerId="ADAL" clId="{5A036E17-229D-4AFC-ACC1-80AF1F5D6F63}" dt="2021-04-29T22:43:51.352" v="3339" actId="20577"/>
          <ac:spMkLst>
            <pc:docMk/>
            <pc:sldMk cId="3633436157" sldId="2146846025"/>
            <ac:spMk id="19" creationId="{431FF642-D80E-4148-B518-F4E87EA10B69}"/>
          </ac:spMkLst>
        </pc:spChg>
      </pc:sldChg>
    </pc:docChg>
  </pc:docChgLst>
  <pc:docChgLst>
    <pc:chgData name="Ryan" userId="4e0f799b-9dd2-4ed1-b88a-f6f813994f91" providerId="ADAL" clId="{07AD116B-DFCD-41D4-AE45-8D390DFF33E3}"/>
    <pc:docChg chg="modSld">
      <pc:chgData name="Ryan" userId="4e0f799b-9dd2-4ed1-b88a-f6f813994f91" providerId="ADAL" clId="{07AD116B-DFCD-41D4-AE45-8D390DFF33E3}" dt="2021-04-30T02:20:23.677" v="34" actId="20577"/>
      <pc:docMkLst>
        <pc:docMk/>
      </pc:docMkLst>
      <pc:sldChg chg="modSp mod">
        <pc:chgData name="Ryan" userId="4e0f799b-9dd2-4ed1-b88a-f6f813994f91" providerId="ADAL" clId="{07AD116B-DFCD-41D4-AE45-8D390DFF33E3}" dt="2021-04-30T02:20:23.677" v="34" actId="20577"/>
        <pc:sldMkLst>
          <pc:docMk/>
          <pc:sldMk cId="1622227524" sldId="2146846025"/>
        </pc:sldMkLst>
        <pc:graphicFrameChg chg="modGraphic">
          <ac:chgData name="Ryan" userId="4e0f799b-9dd2-4ed1-b88a-f6f813994f91" providerId="ADAL" clId="{07AD116B-DFCD-41D4-AE45-8D390DFF33E3}" dt="2021-04-30T02:20:23.677" v="34" actId="20577"/>
          <ac:graphicFrameMkLst>
            <pc:docMk/>
            <pc:sldMk cId="1622227524" sldId="2146846025"/>
            <ac:graphicFrameMk id="12" creationId="{C77BAEC2-275F-4355-B5D2-6829D9958BC5}"/>
          </ac:graphicFrameMkLst>
        </pc:graphicFrameChg>
      </pc:sldChg>
    </pc:docChg>
  </pc:docChgLst>
  <pc:docChgLst>
    <pc:chgData name="Ryan" userId="4e0f799b-9dd2-4ed1-b88a-f6f813994f91" providerId="ADAL" clId="{418E608B-FCC1-4C90-A249-97A52918F852}"/>
    <pc:docChg chg="undo custSel addSld delSld modSld addSection modSection">
      <pc:chgData name="Ryan" userId="4e0f799b-9dd2-4ed1-b88a-f6f813994f91" providerId="ADAL" clId="{418E608B-FCC1-4C90-A249-97A52918F852}" dt="2021-02-23T23:00:51.892" v="2689" actId="404"/>
      <pc:docMkLst>
        <pc:docMk/>
      </pc:docMkLst>
      <pc:sldChg chg="del">
        <pc:chgData name="Ryan" userId="4e0f799b-9dd2-4ed1-b88a-f6f813994f91" providerId="ADAL" clId="{418E608B-FCC1-4C90-A249-97A52918F852}" dt="2021-02-23T22:02:12.684" v="1519" actId="47"/>
        <pc:sldMkLst>
          <pc:docMk/>
          <pc:sldMk cId="495401053" sldId="256"/>
        </pc:sldMkLst>
      </pc:sldChg>
      <pc:sldChg chg="modSp mod">
        <pc:chgData name="Ryan" userId="4e0f799b-9dd2-4ed1-b88a-f6f813994f91" providerId="ADAL" clId="{418E608B-FCC1-4C90-A249-97A52918F852}" dt="2021-02-23T22:47:46.222" v="2408" actId="20577"/>
        <pc:sldMkLst>
          <pc:docMk/>
          <pc:sldMk cId="486790856" sldId="257"/>
        </pc:sldMkLst>
        <pc:spChg chg="mod">
          <ac:chgData name="Ryan" userId="4e0f799b-9dd2-4ed1-b88a-f6f813994f91" providerId="ADAL" clId="{418E608B-FCC1-4C90-A249-97A52918F852}" dt="2021-02-23T22:47:46.222" v="2408" actId="20577"/>
          <ac:spMkLst>
            <pc:docMk/>
            <pc:sldMk cId="486790856" sldId="257"/>
            <ac:spMk id="2" creationId="{68742525-957B-45EB-A5FD-EDE9AF299EDD}"/>
          </ac:spMkLst>
        </pc:spChg>
      </pc:sldChg>
      <pc:sldChg chg="del">
        <pc:chgData name="Ryan" userId="4e0f799b-9dd2-4ed1-b88a-f6f813994f91" providerId="ADAL" clId="{418E608B-FCC1-4C90-A249-97A52918F852}" dt="2021-02-23T22:02:12.684" v="1519" actId="47"/>
        <pc:sldMkLst>
          <pc:docMk/>
          <pc:sldMk cId="1324582792" sldId="7419"/>
        </pc:sldMkLst>
      </pc:sldChg>
      <pc:sldChg chg="modSp add mod">
        <pc:chgData name="Ryan" userId="4e0f799b-9dd2-4ed1-b88a-f6f813994f91" providerId="ADAL" clId="{418E608B-FCC1-4C90-A249-97A52918F852}" dt="2021-02-23T22:02:00.725" v="1516" actId="20577"/>
        <pc:sldMkLst>
          <pc:docMk/>
          <pc:sldMk cId="298866822" sldId="7423"/>
        </pc:sldMkLst>
        <pc:spChg chg="mod">
          <ac:chgData name="Ryan" userId="4e0f799b-9dd2-4ed1-b88a-f6f813994f91" providerId="ADAL" clId="{418E608B-FCC1-4C90-A249-97A52918F852}" dt="2021-02-23T22:02:00.725" v="1516" actId="20577"/>
          <ac:spMkLst>
            <pc:docMk/>
            <pc:sldMk cId="298866822" sldId="7423"/>
            <ac:spMk id="19" creationId="{A1BF0DE0-1652-4652-B5EC-41F880106A7A}"/>
          </ac:spMkLst>
        </pc:spChg>
      </pc:sldChg>
      <pc:sldChg chg="del">
        <pc:chgData name="Ryan" userId="4e0f799b-9dd2-4ed1-b88a-f6f813994f91" providerId="ADAL" clId="{418E608B-FCC1-4C90-A249-97A52918F852}" dt="2021-02-23T22:02:51.790" v="1521" actId="47"/>
        <pc:sldMkLst>
          <pc:docMk/>
          <pc:sldMk cId="93243010" sldId="7428"/>
        </pc:sldMkLst>
      </pc:sldChg>
      <pc:sldChg chg="del">
        <pc:chgData name="Ryan" userId="4e0f799b-9dd2-4ed1-b88a-f6f813994f91" providerId="ADAL" clId="{418E608B-FCC1-4C90-A249-97A52918F852}" dt="2021-02-23T22:02:12.684" v="1519" actId="47"/>
        <pc:sldMkLst>
          <pc:docMk/>
          <pc:sldMk cId="3865479330" sldId="2142532605"/>
        </pc:sldMkLst>
      </pc:sldChg>
      <pc:sldChg chg="del">
        <pc:chgData name="Ryan" userId="4e0f799b-9dd2-4ed1-b88a-f6f813994f91" providerId="ADAL" clId="{418E608B-FCC1-4C90-A249-97A52918F852}" dt="2021-02-23T22:02:12.684" v="1519" actId="47"/>
        <pc:sldMkLst>
          <pc:docMk/>
          <pc:sldMk cId="2678786716" sldId="2142532606"/>
        </pc:sldMkLst>
      </pc:sldChg>
      <pc:sldChg chg="del">
        <pc:chgData name="Ryan" userId="4e0f799b-9dd2-4ed1-b88a-f6f813994f91" providerId="ADAL" clId="{418E608B-FCC1-4C90-A249-97A52918F852}" dt="2021-02-23T22:02:12.684" v="1519" actId="47"/>
        <pc:sldMkLst>
          <pc:docMk/>
          <pc:sldMk cId="805980193" sldId="2142532637"/>
        </pc:sldMkLst>
      </pc:sldChg>
      <pc:sldChg chg="del">
        <pc:chgData name="Ryan" userId="4e0f799b-9dd2-4ed1-b88a-f6f813994f91" providerId="ADAL" clId="{418E608B-FCC1-4C90-A249-97A52918F852}" dt="2021-02-23T21:43:58.301" v="0" actId="47"/>
        <pc:sldMkLst>
          <pc:docMk/>
          <pc:sldMk cId="400269162" sldId="2142532640"/>
        </pc:sldMkLst>
      </pc:sldChg>
      <pc:sldChg chg="del">
        <pc:chgData name="Ryan" userId="4e0f799b-9dd2-4ed1-b88a-f6f813994f91" providerId="ADAL" clId="{418E608B-FCC1-4C90-A249-97A52918F852}" dt="2021-02-23T22:02:51.790" v="1521" actId="47"/>
        <pc:sldMkLst>
          <pc:docMk/>
          <pc:sldMk cId="3362209346" sldId="2146845939"/>
        </pc:sldMkLst>
      </pc:sldChg>
      <pc:sldChg chg="del">
        <pc:chgData name="Ryan" userId="4e0f799b-9dd2-4ed1-b88a-f6f813994f91" providerId="ADAL" clId="{418E608B-FCC1-4C90-A249-97A52918F852}" dt="2021-02-23T22:02:12.684" v="1519" actId="47"/>
        <pc:sldMkLst>
          <pc:docMk/>
          <pc:sldMk cId="2006542431" sldId="2146845940"/>
        </pc:sldMkLst>
      </pc:sldChg>
      <pc:sldChg chg="del">
        <pc:chgData name="Ryan" userId="4e0f799b-9dd2-4ed1-b88a-f6f813994f91" providerId="ADAL" clId="{418E608B-FCC1-4C90-A249-97A52918F852}" dt="2021-02-23T22:02:12.684" v="1519" actId="47"/>
        <pc:sldMkLst>
          <pc:docMk/>
          <pc:sldMk cId="3049266575" sldId="2146845941"/>
        </pc:sldMkLst>
      </pc:sldChg>
      <pc:sldChg chg="del">
        <pc:chgData name="Ryan" userId="4e0f799b-9dd2-4ed1-b88a-f6f813994f91" providerId="ADAL" clId="{418E608B-FCC1-4C90-A249-97A52918F852}" dt="2021-02-23T22:02:51.790" v="1521" actId="47"/>
        <pc:sldMkLst>
          <pc:docMk/>
          <pc:sldMk cId="2786932547" sldId="2146845943"/>
        </pc:sldMkLst>
      </pc:sldChg>
      <pc:sldChg chg="del">
        <pc:chgData name="Ryan" userId="4e0f799b-9dd2-4ed1-b88a-f6f813994f91" providerId="ADAL" clId="{418E608B-FCC1-4C90-A249-97A52918F852}" dt="2021-02-23T22:02:12.684" v="1519" actId="47"/>
        <pc:sldMkLst>
          <pc:docMk/>
          <pc:sldMk cId="2765825036" sldId="2146845944"/>
        </pc:sldMkLst>
      </pc:sldChg>
      <pc:sldChg chg="addSp delSp modSp new mod addCm delCm modNotesTx">
        <pc:chgData name="Ryan" userId="4e0f799b-9dd2-4ed1-b88a-f6f813994f91" providerId="ADAL" clId="{418E608B-FCC1-4C90-A249-97A52918F852}" dt="2021-02-23T23:00:51.892" v="2689" actId="404"/>
        <pc:sldMkLst>
          <pc:docMk/>
          <pc:sldMk cId="2174113185" sldId="2146845945"/>
        </pc:sldMkLst>
        <pc:spChg chg="mod">
          <ac:chgData name="Ryan" userId="4e0f799b-9dd2-4ed1-b88a-f6f813994f91" providerId="ADAL" clId="{418E608B-FCC1-4C90-A249-97A52918F852}" dt="2021-02-23T21:44:06.203" v="25" actId="20577"/>
          <ac:spMkLst>
            <pc:docMk/>
            <pc:sldMk cId="2174113185" sldId="2146845945"/>
            <ac:spMk id="2" creationId="{09881806-26FA-4FEE-95C5-D3CCFAEAD601}"/>
          </ac:spMkLst>
        </pc:spChg>
        <pc:spChg chg="del">
          <ac:chgData name="Ryan" userId="4e0f799b-9dd2-4ed1-b88a-f6f813994f91" providerId="ADAL" clId="{418E608B-FCC1-4C90-A249-97A52918F852}" dt="2021-02-23T21:44:59.220" v="26" actId="3680"/>
          <ac:spMkLst>
            <pc:docMk/>
            <pc:sldMk cId="2174113185" sldId="2146845945"/>
            <ac:spMk id="3" creationId="{7ABD7B0B-D698-4395-9AB4-668E82CCA719}"/>
          </ac:spMkLst>
        </pc:spChg>
        <pc:spChg chg="add del mod">
          <ac:chgData name="Ryan" userId="4e0f799b-9dd2-4ed1-b88a-f6f813994f91" providerId="ADAL" clId="{418E608B-FCC1-4C90-A249-97A52918F852}" dt="2021-02-23T21:51:21.002" v="223"/>
          <ac:spMkLst>
            <pc:docMk/>
            <pc:sldMk cId="2174113185" sldId="2146845945"/>
            <ac:spMk id="9" creationId="{32A4AA64-B0D4-4CB0-BFE5-375CABD680FC}"/>
          </ac:spMkLst>
        </pc:spChg>
        <pc:spChg chg="add mod">
          <ac:chgData name="Ryan" userId="4e0f799b-9dd2-4ed1-b88a-f6f813994f91" providerId="ADAL" clId="{418E608B-FCC1-4C90-A249-97A52918F852}" dt="2021-02-23T23:00:47.156" v="2688" actId="1076"/>
          <ac:spMkLst>
            <pc:docMk/>
            <pc:sldMk cId="2174113185" sldId="2146845945"/>
            <ac:spMk id="10" creationId="{14343C34-27C3-4137-B17F-5E8A53744555}"/>
          </ac:spMkLst>
        </pc:spChg>
        <pc:spChg chg="add mod">
          <ac:chgData name="Ryan" userId="4e0f799b-9dd2-4ed1-b88a-f6f813994f91" providerId="ADAL" clId="{418E608B-FCC1-4C90-A249-97A52918F852}" dt="2021-02-23T23:00:51.892" v="2689" actId="404"/>
          <ac:spMkLst>
            <pc:docMk/>
            <pc:sldMk cId="2174113185" sldId="2146845945"/>
            <ac:spMk id="11" creationId="{F1E7C6A9-632F-41B7-B9D5-1F99EB95A141}"/>
          </ac:spMkLst>
        </pc:spChg>
        <pc:spChg chg="add del mod">
          <ac:chgData name="Ryan" userId="4e0f799b-9dd2-4ed1-b88a-f6f813994f91" providerId="ADAL" clId="{418E608B-FCC1-4C90-A249-97A52918F852}" dt="2021-02-23T22:34:22.933" v="2104" actId="478"/>
          <ac:spMkLst>
            <pc:docMk/>
            <pc:sldMk cId="2174113185" sldId="2146845945"/>
            <ac:spMk id="12" creationId="{0B0F6B7D-74F8-40AB-851B-D1DB74C5B132}"/>
          </ac:spMkLst>
        </pc:spChg>
        <pc:spChg chg="add del mod">
          <ac:chgData name="Ryan" userId="4e0f799b-9dd2-4ed1-b88a-f6f813994f91" providerId="ADAL" clId="{418E608B-FCC1-4C90-A249-97A52918F852}" dt="2021-02-23T22:34:22.933" v="2104" actId="478"/>
          <ac:spMkLst>
            <pc:docMk/>
            <pc:sldMk cId="2174113185" sldId="2146845945"/>
            <ac:spMk id="13" creationId="{A7165A3F-56EC-4CDE-914E-FC299123F4AC}"/>
          </ac:spMkLst>
        </pc:spChg>
        <pc:spChg chg="add del">
          <ac:chgData name="Ryan" userId="4e0f799b-9dd2-4ed1-b88a-f6f813994f91" providerId="ADAL" clId="{418E608B-FCC1-4C90-A249-97A52918F852}" dt="2021-02-23T22:26:18.752" v="2051"/>
          <ac:spMkLst>
            <pc:docMk/>
            <pc:sldMk cId="2174113185" sldId="2146845945"/>
            <ac:spMk id="15" creationId="{D4A21911-6A89-4748-B157-1E0C22B2A6BD}"/>
          </ac:spMkLst>
        </pc:spChg>
        <pc:spChg chg="add del mod">
          <ac:chgData name="Ryan" userId="4e0f799b-9dd2-4ed1-b88a-f6f813994f91" providerId="ADAL" clId="{418E608B-FCC1-4C90-A249-97A52918F852}" dt="2021-02-23T22:34:22.933" v="2104" actId="478"/>
          <ac:spMkLst>
            <pc:docMk/>
            <pc:sldMk cId="2174113185" sldId="2146845945"/>
            <ac:spMk id="16" creationId="{FC311421-35EE-4213-BEAD-4129DD8359DD}"/>
          </ac:spMkLst>
        </pc:spChg>
        <pc:spChg chg="add mod">
          <ac:chgData name="Ryan" userId="4e0f799b-9dd2-4ed1-b88a-f6f813994f91" providerId="ADAL" clId="{418E608B-FCC1-4C90-A249-97A52918F852}" dt="2021-02-23T22:33:15.604" v="2093" actId="14100"/>
          <ac:spMkLst>
            <pc:docMk/>
            <pc:sldMk cId="2174113185" sldId="2146845945"/>
            <ac:spMk id="17" creationId="{76F03020-2C93-45BD-8ECF-390D4E4C40C0}"/>
          </ac:spMkLst>
        </pc:spChg>
        <pc:spChg chg="add mod">
          <ac:chgData name="Ryan" userId="4e0f799b-9dd2-4ed1-b88a-f6f813994f91" providerId="ADAL" clId="{418E608B-FCC1-4C90-A249-97A52918F852}" dt="2021-02-23T22:31:18.931" v="2078" actId="208"/>
          <ac:spMkLst>
            <pc:docMk/>
            <pc:sldMk cId="2174113185" sldId="2146845945"/>
            <ac:spMk id="18" creationId="{BA4770BF-160C-4F77-B53C-92839D3024A2}"/>
          </ac:spMkLst>
        </pc:spChg>
        <pc:spChg chg="mod">
          <ac:chgData name="Ryan" userId="4e0f799b-9dd2-4ed1-b88a-f6f813994f91" providerId="ADAL" clId="{418E608B-FCC1-4C90-A249-97A52918F852}" dt="2021-02-23T22:33:31.973" v="2097" actId="14100"/>
          <ac:spMkLst>
            <pc:docMk/>
            <pc:sldMk cId="2174113185" sldId="2146845945"/>
            <ac:spMk id="21" creationId="{5FBE75A1-3F39-4B85-902C-6D460F13355E}"/>
          </ac:spMkLst>
        </pc:spChg>
        <pc:spChg chg="mod">
          <ac:chgData name="Ryan" userId="4e0f799b-9dd2-4ed1-b88a-f6f813994f91" providerId="ADAL" clId="{418E608B-FCC1-4C90-A249-97A52918F852}" dt="2021-02-23T22:33:49.583" v="2098" actId="14100"/>
          <ac:spMkLst>
            <pc:docMk/>
            <pc:sldMk cId="2174113185" sldId="2146845945"/>
            <ac:spMk id="24" creationId="{BE3C67A7-2142-4AB0-8D13-3AAE4B89FF23}"/>
          </ac:spMkLst>
        </pc:spChg>
        <pc:spChg chg="mod">
          <ac:chgData name="Ryan" userId="4e0f799b-9dd2-4ed1-b88a-f6f813994f91" providerId="ADAL" clId="{418E608B-FCC1-4C90-A249-97A52918F852}" dt="2021-02-23T22:34:14.197" v="2102" actId="207"/>
          <ac:spMkLst>
            <pc:docMk/>
            <pc:sldMk cId="2174113185" sldId="2146845945"/>
            <ac:spMk id="27" creationId="{BDD96024-7C3E-461A-BCD4-FC965538A68D}"/>
          </ac:spMkLst>
        </pc:spChg>
        <pc:spChg chg="mod">
          <ac:chgData name="Ryan" userId="4e0f799b-9dd2-4ed1-b88a-f6f813994f91" providerId="ADAL" clId="{418E608B-FCC1-4C90-A249-97A52918F852}" dt="2021-02-23T22:34:14.197" v="2102" actId="207"/>
          <ac:spMkLst>
            <pc:docMk/>
            <pc:sldMk cId="2174113185" sldId="2146845945"/>
            <ac:spMk id="28" creationId="{786BA8E4-2293-426C-AF7A-BD3CE947DBCF}"/>
          </ac:spMkLst>
        </pc:spChg>
        <pc:spChg chg="mod">
          <ac:chgData name="Ryan" userId="4e0f799b-9dd2-4ed1-b88a-f6f813994f91" providerId="ADAL" clId="{418E608B-FCC1-4C90-A249-97A52918F852}" dt="2021-02-23T22:36:22.096" v="2196" actId="14100"/>
          <ac:spMkLst>
            <pc:docMk/>
            <pc:sldMk cId="2174113185" sldId="2146845945"/>
            <ac:spMk id="43" creationId="{6880DEC2-890A-4584-83DA-B3F626B83162}"/>
          </ac:spMkLst>
        </pc:spChg>
        <pc:grpChg chg="add mod">
          <ac:chgData name="Ryan" userId="4e0f799b-9dd2-4ed1-b88a-f6f813994f91" providerId="ADAL" clId="{418E608B-FCC1-4C90-A249-97A52918F852}" dt="2021-02-23T22:36:52.881" v="2219" actId="1076"/>
          <ac:grpSpMkLst>
            <pc:docMk/>
            <pc:sldMk cId="2174113185" sldId="2146845945"/>
            <ac:grpSpMk id="19" creationId="{B2457CAE-7513-4B05-A9F8-8C96E320F7B3}"/>
          </ac:grpSpMkLst>
        </pc:grpChg>
        <pc:grpChg chg="add del mod">
          <ac:chgData name="Ryan" userId="4e0f799b-9dd2-4ed1-b88a-f6f813994f91" providerId="ADAL" clId="{418E608B-FCC1-4C90-A249-97A52918F852}" dt="2021-02-23T22:33:57.973" v="2099" actId="478"/>
          <ac:grpSpMkLst>
            <pc:docMk/>
            <pc:sldMk cId="2174113185" sldId="2146845945"/>
            <ac:grpSpMk id="20" creationId="{A5595DA5-7DF1-461A-9687-F6F154505CB4}"/>
          </ac:grpSpMkLst>
        </pc:grpChg>
        <pc:grpChg chg="add del mod">
          <ac:chgData name="Ryan" userId="4e0f799b-9dd2-4ed1-b88a-f6f813994f91" providerId="ADAL" clId="{418E608B-FCC1-4C90-A249-97A52918F852}" dt="2021-02-23T22:35:13.350" v="2112" actId="478"/>
          <ac:grpSpMkLst>
            <pc:docMk/>
            <pc:sldMk cId="2174113185" sldId="2146845945"/>
            <ac:grpSpMk id="23" creationId="{E31732A7-2613-4DC8-A7E3-A131FDCD4D15}"/>
          </ac:grpSpMkLst>
        </pc:grpChg>
        <pc:grpChg chg="add mod">
          <ac:chgData name="Ryan" userId="4e0f799b-9dd2-4ed1-b88a-f6f813994f91" providerId="ADAL" clId="{418E608B-FCC1-4C90-A249-97A52918F852}" dt="2021-02-23T22:45:53.906" v="2391" actId="1076"/>
          <ac:grpSpMkLst>
            <pc:docMk/>
            <pc:sldMk cId="2174113185" sldId="2146845945"/>
            <ac:grpSpMk id="26" creationId="{A965531D-D13F-419C-B3F6-78A6EDC7AFCE}"/>
          </ac:grpSpMkLst>
        </pc:grpChg>
        <pc:grpChg chg="add mod">
          <ac:chgData name="Ryan" userId="4e0f799b-9dd2-4ed1-b88a-f6f813994f91" providerId="ADAL" clId="{418E608B-FCC1-4C90-A249-97A52918F852}" dt="2021-02-23T22:34:51.525" v="2109" actId="1076"/>
          <ac:grpSpMkLst>
            <pc:docMk/>
            <pc:sldMk cId="2174113185" sldId="2146845945"/>
            <ac:grpSpMk id="29" creationId="{DB025DAA-ECB1-4705-97D6-7CA1ECAE3912}"/>
          </ac:grpSpMkLst>
        </pc:grpChg>
        <pc:grpChg chg="add mod">
          <ac:chgData name="Ryan" userId="4e0f799b-9dd2-4ed1-b88a-f6f813994f91" providerId="ADAL" clId="{418E608B-FCC1-4C90-A249-97A52918F852}" dt="2021-02-23T22:34:44.206" v="2107" actId="571"/>
          <ac:grpSpMkLst>
            <pc:docMk/>
            <pc:sldMk cId="2174113185" sldId="2146845945"/>
            <ac:grpSpMk id="32" creationId="{943DD7C6-7C31-40FE-8D10-9DA5B1FD75BB}"/>
          </ac:grpSpMkLst>
        </pc:grpChg>
        <pc:grpChg chg="add mod">
          <ac:chgData name="Ryan" userId="4e0f799b-9dd2-4ed1-b88a-f6f813994f91" providerId="ADAL" clId="{418E608B-FCC1-4C90-A249-97A52918F852}" dt="2021-02-23T22:34:55.743" v="2111" actId="571"/>
          <ac:grpSpMkLst>
            <pc:docMk/>
            <pc:sldMk cId="2174113185" sldId="2146845945"/>
            <ac:grpSpMk id="36" creationId="{E3C8AAE2-AE53-496B-84D5-BBD7FD49408C}"/>
          </ac:grpSpMkLst>
        </pc:grpChg>
        <pc:grpChg chg="add del">
          <ac:chgData name="Ryan" userId="4e0f799b-9dd2-4ed1-b88a-f6f813994f91" providerId="ADAL" clId="{418E608B-FCC1-4C90-A249-97A52918F852}" dt="2021-02-23T22:36:11.975" v="2194"/>
          <ac:grpSpMkLst>
            <pc:docMk/>
            <pc:sldMk cId="2174113185" sldId="2146845945"/>
            <ac:grpSpMk id="39" creationId="{8C0F7589-3733-43FC-8B0E-A4198645737E}"/>
          </ac:grpSpMkLst>
        </pc:grpChg>
        <pc:grpChg chg="add mod">
          <ac:chgData name="Ryan" userId="4e0f799b-9dd2-4ed1-b88a-f6f813994f91" providerId="ADAL" clId="{418E608B-FCC1-4C90-A249-97A52918F852}" dt="2021-02-23T22:44:02.411" v="2372" actId="1076"/>
          <ac:grpSpMkLst>
            <pc:docMk/>
            <pc:sldMk cId="2174113185" sldId="2146845945"/>
            <ac:grpSpMk id="42" creationId="{3AC767CE-F98B-47E9-BE0B-57EE05A3EE2F}"/>
          </ac:grpSpMkLst>
        </pc:grpChg>
        <pc:grpChg chg="add mod">
          <ac:chgData name="Ryan" userId="4e0f799b-9dd2-4ed1-b88a-f6f813994f91" providerId="ADAL" clId="{418E608B-FCC1-4C90-A249-97A52918F852}" dt="2021-02-23T22:36:57.677" v="2221" actId="571"/>
          <ac:grpSpMkLst>
            <pc:docMk/>
            <pc:sldMk cId="2174113185" sldId="2146845945"/>
            <ac:grpSpMk id="45" creationId="{F294CC1E-4449-4C0D-8C9D-B0128C256906}"/>
          </ac:grpSpMkLst>
        </pc:grpChg>
        <pc:grpChg chg="add mod">
          <ac:chgData name="Ryan" userId="4e0f799b-9dd2-4ed1-b88a-f6f813994f91" providerId="ADAL" clId="{418E608B-FCC1-4C90-A249-97A52918F852}" dt="2021-02-23T22:44:14.028" v="2374" actId="1076"/>
          <ac:grpSpMkLst>
            <pc:docMk/>
            <pc:sldMk cId="2174113185" sldId="2146845945"/>
            <ac:grpSpMk id="48" creationId="{8AC168EF-2B08-447E-895C-C50EFB5E76F0}"/>
          </ac:grpSpMkLst>
        </pc:grpChg>
        <pc:grpChg chg="add mod">
          <ac:chgData name="Ryan" userId="4e0f799b-9dd2-4ed1-b88a-f6f813994f91" providerId="ADAL" clId="{418E608B-FCC1-4C90-A249-97A52918F852}" dt="2021-02-23T22:45:10.721" v="2385" actId="1076"/>
          <ac:grpSpMkLst>
            <pc:docMk/>
            <pc:sldMk cId="2174113185" sldId="2146845945"/>
            <ac:grpSpMk id="51" creationId="{CCEB768F-B6FE-4FC2-939D-B9BC44608D5F}"/>
          </ac:grpSpMkLst>
        </pc:grpChg>
        <pc:grpChg chg="add mod">
          <ac:chgData name="Ryan" userId="4e0f799b-9dd2-4ed1-b88a-f6f813994f91" providerId="ADAL" clId="{418E608B-FCC1-4C90-A249-97A52918F852}" dt="2021-02-23T22:44:08.592" v="2373" actId="1076"/>
          <ac:grpSpMkLst>
            <pc:docMk/>
            <pc:sldMk cId="2174113185" sldId="2146845945"/>
            <ac:grpSpMk id="54" creationId="{465ED7CB-CC72-48C5-A719-065E6FB6AAA2}"/>
          </ac:grpSpMkLst>
        </pc:grpChg>
        <pc:grpChg chg="add mod">
          <ac:chgData name="Ryan" userId="4e0f799b-9dd2-4ed1-b88a-f6f813994f91" providerId="ADAL" clId="{418E608B-FCC1-4C90-A249-97A52918F852}" dt="2021-02-23T22:39:53.465" v="2371" actId="1076"/>
          <ac:grpSpMkLst>
            <pc:docMk/>
            <pc:sldMk cId="2174113185" sldId="2146845945"/>
            <ac:grpSpMk id="57" creationId="{084E3CAF-181F-4504-B6B7-A614DB559464}"/>
          </ac:grpSpMkLst>
        </pc:grpChg>
        <pc:grpChg chg="add del mod">
          <ac:chgData name="Ryan" userId="4e0f799b-9dd2-4ed1-b88a-f6f813994f91" providerId="ADAL" clId="{418E608B-FCC1-4C90-A249-97A52918F852}" dt="2021-02-23T22:45:36.543" v="2388" actId="478"/>
          <ac:grpSpMkLst>
            <pc:docMk/>
            <pc:sldMk cId="2174113185" sldId="2146845945"/>
            <ac:grpSpMk id="60" creationId="{558744EF-F7F7-41F1-98F9-B71DDA5C31A9}"/>
          </ac:grpSpMkLst>
        </pc:grpChg>
        <pc:grpChg chg="add mod">
          <ac:chgData name="Ryan" userId="4e0f799b-9dd2-4ed1-b88a-f6f813994f91" providerId="ADAL" clId="{418E608B-FCC1-4C90-A249-97A52918F852}" dt="2021-02-23T22:45:17.386" v="2386" actId="571"/>
          <ac:grpSpMkLst>
            <pc:docMk/>
            <pc:sldMk cId="2174113185" sldId="2146845945"/>
            <ac:grpSpMk id="63" creationId="{F20F51EF-C5E4-4A51-9C92-179738363CCD}"/>
          </ac:grpSpMkLst>
        </pc:grpChg>
        <pc:grpChg chg="add mod">
          <ac:chgData name="Ryan" userId="4e0f799b-9dd2-4ed1-b88a-f6f813994f91" providerId="ADAL" clId="{418E608B-FCC1-4C90-A249-97A52918F852}" dt="2021-02-23T22:45:20.157" v="2387" actId="571"/>
          <ac:grpSpMkLst>
            <pc:docMk/>
            <pc:sldMk cId="2174113185" sldId="2146845945"/>
            <ac:grpSpMk id="66" creationId="{99585D84-0867-4712-9ED4-7D5A63DDDB4D}"/>
          </ac:grpSpMkLst>
        </pc:grpChg>
        <pc:grpChg chg="add mod">
          <ac:chgData name="Ryan" userId="4e0f799b-9dd2-4ed1-b88a-f6f813994f91" providerId="ADAL" clId="{418E608B-FCC1-4C90-A249-97A52918F852}" dt="2021-02-23T22:45:46.962" v="2390" actId="1076"/>
          <ac:grpSpMkLst>
            <pc:docMk/>
            <pc:sldMk cId="2174113185" sldId="2146845945"/>
            <ac:grpSpMk id="69" creationId="{F7D533BE-DDEB-4599-B566-BAAF3993A58A}"/>
          </ac:grpSpMkLst>
        </pc:grpChg>
        <pc:graphicFrameChg chg="add mod ord modGraphic">
          <ac:chgData name="Ryan" userId="4e0f799b-9dd2-4ed1-b88a-f6f813994f91" providerId="ADAL" clId="{418E608B-FCC1-4C90-A249-97A52918F852}" dt="2021-02-23T22:44:48.215" v="2384" actId="20577"/>
          <ac:graphicFrameMkLst>
            <pc:docMk/>
            <pc:sldMk cId="2174113185" sldId="2146845945"/>
            <ac:graphicFrameMk id="7" creationId="{AFD94C55-32D7-4B85-8095-C027521931A9}"/>
          </ac:graphicFrameMkLst>
        </pc:graphicFrameChg>
        <pc:graphicFrameChg chg="add del">
          <ac:chgData name="Ryan" userId="4e0f799b-9dd2-4ed1-b88a-f6f813994f91" providerId="ADAL" clId="{418E608B-FCC1-4C90-A249-97A52918F852}" dt="2021-02-23T22:26:18.752" v="2051"/>
          <ac:graphicFrameMkLst>
            <pc:docMk/>
            <pc:sldMk cId="2174113185" sldId="2146845945"/>
            <ac:graphicFrameMk id="14" creationId="{B57E0839-8E07-4BA9-B125-0DC60F1CF2F4}"/>
          </ac:graphicFrameMkLst>
        </pc:graphicFrameChg>
        <pc:graphicFrameChg chg="add mod">
          <ac:chgData name="Ryan" userId="4e0f799b-9dd2-4ed1-b88a-f6f813994f91" providerId="ADAL" clId="{418E608B-FCC1-4C90-A249-97A52918F852}" dt="2021-02-23T22:34:55.743" v="2111" actId="571"/>
          <ac:graphicFrameMkLst>
            <pc:docMk/>
            <pc:sldMk cId="2174113185" sldId="2146845945"/>
            <ac:graphicFrameMk id="35" creationId="{A9FFA471-0955-4671-9C5D-2497175F2001}"/>
          </ac:graphicFrameMkLst>
        </pc:graphicFrameChg>
      </pc:sldChg>
      <pc:sldChg chg="modSp new mod">
        <pc:chgData name="Ryan" userId="4e0f799b-9dd2-4ed1-b88a-f6f813994f91" providerId="ADAL" clId="{418E608B-FCC1-4C90-A249-97A52918F852}" dt="2021-02-23T22:52:40.608" v="2449" actId="20577"/>
        <pc:sldMkLst>
          <pc:docMk/>
          <pc:sldMk cId="3897242383" sldId="2146845946"/>
        </pc:sldMkLst>
        <pc:spChg chg="mod">
          <ac:chgData name="Ryan" userId="4e0f799b-9dd2-4ed1-b88a-f6f813994f91" providerId="ADAL" clId="{418E608B-FCC1-4C90-A249-97A52918F852}" dt="2021-02-23T21:53:36.260" v="370" actId="20577"/>
          <ac:spMkLst>
            <pc:docMk/>
            <pc:sldMk cId="3897242383" sldId="2146845946"/>
            <ac:spMk id="2" creationId="{CF8834AD-E9DA-45E1-88EE-C74E4C15F2E3}"/>
          </ac:spMkLst>
        </pc:spChg>
        <pc:spChg chg="mod">
          <ac:chgData name="Ryan" userId="4e0f799b-9dd2-4ed1-b88a-f6f813994f91" providerId="ADAL" clId="{418E608B-FCC1-4C90-A249-97A52918F852}" dt="2021-02-23T22:52:40.608" v="2449" actId="20577"/>
          <ac:spMkLst>
            <pc:docMk/>
            <pc:sldMk cId="3897242383" sldId="2146845946"/>
            <ac:spMk id="3" creationId="{281CF5FD-2C69-47F3-A09C-66F2811B5535}"/>
          </ac:spMkLst>
        </pc:spChg>
      </pc:sldChg>
      <pc:sldChg chg="modSp add mod">
        <pc:chgData name="Ryan" userId="4e0f799b-9dd2-4ed1-b88a-f6f813994f91" providerId="ADAL" clId="{418E608B-FCC1-4C90-A249-97A52918F852}" dt="2021-02-23T22:54:28.560" v="2684" actId="404"/>
        <pc:sldMkLst>
          <pc:docMk/>
          <pc:sldMk cId="1417839524" sldId="2146845947"/>
        </pc:sldMkLst>
        <pc:spChg chg="mod">
          <ac:chgData name="Ryan" userId="4e0f799b-9dd2-4ed1-b88a-f6f813994f91" providerId="ADAL" clId="{418E608B-FCC1-4C90-A249-97A52918F852}" dt="2021-02-23T22:53:27.961" v="2525" actId="20577"/>
          <ac:spMkLst>
            <pc:docMk/>
            <pc:sldMk cId="1417839524" sldId="2146845947"/>
            <ac:spMk id="2" creationId="{CF8834AD-E9DA-45E1-88EE-C74E4C15F2E3}"/>
          </ac:spMkLst>
        </pc:spChg>
        <pc:spChg chg="mod">
          <ac:chgData name="Ryan" userId="4e0f799b-9dd2-4ed1-b88a-f6f813994f91" providerId="ADAL" clId="{418E608B-FCC1-4C90-A249-97A52918F852}" dt="2021-02-23T22:54:28.560" v="2684" actId="404"/>
          <ac:spMkLst>
            <pc:docMk/>
            <pc:sldMk cId="1417839524" sldId="2146845947"/>
            <ac:spMk id="3" creationId="{281CF5FD-2C69-47F3-A09C-66F2811B5535}"/>
          </ac:spMkLst>
        </pc:spChg>
      </pc:sldChg>
      <pc:sldChg chg="add">
        <pc:chgData name="Ryan" userId="4e0f799b-9dd2-4ed1-b88a-f6f813994f91" providerId="ADAL" clId="{418E608B-FCC1-4C90-A249-97A52918F852}" dt="2021-02-23T22:02:35.058" v="1520"/>
        <pc:sldMkLst>
          <pc:docMk/>
          <pc:sldMk cId="3915282138" sldId="2146845950"/>
        </pc:sldMkLst>
      </pc:sldChg>
      <pc:sldChg chg="add">
        <pc:chgData name="Ryan" userId="4e0f799b-9dd2-4ed1-b88a-f6f813994f91" providerId="ADAL" clId="{418E608B-FCC1-4C90-A249-97A52918F852}" dt="2021-02-23T22:02:35.058" v="1520"/>
        <pc:sldMkLst>
          <pc:docMk/>
          <pc:sldMk cId="3868737140" sldId="2146845957"/>
        </pc:sldMkLst>
      </pc:sldChg>
      <pc:sldChg chg="add">
        <pc:chgData name="Ryan" userId="4e0f799b-9dd2-4ed1-b88a-f6f813994f91" providerId="ADAL" clId="{418E608B-FCC1-4C90-A249-97A52918F852}" dt="2021-02-23T22:02:35.058" v="1520"/>
        <pc:sldMkLst>
          <pc:docMk/>
          <pc:sldMk cId="3109033921" sldId="2146845958"/>
        </pc:sldMkLst>
      </pc:sldChg>
      <pc:sldMasterChg chg="delSldLayout">
        <pc:chgData name="Ryan" userId="4e0f799b-9dd2-4ed1-b88a-f6f813994f91" providerId="ADAL" clId="{418E608B-FCC1-4C90-A249-97A52918F852}" dt="2021-02-23T22:02:12.684" v="1519" actId="47"/>
        <pc:sldMasterMkLst>
          <pc:docMk/>
          <pc:sldMasterMk cId="4258334832" sldId="2147483661"/>
        </pc:sldMasterMkLst>
        <pc:sldLayoutChg chg="del">
          <pc:chgData name="Ryan" userId="4e0f799b-9dd2-4ed1-b88a-f6f813994f91" providerId="ADAL" clId="{418E608B-FCC1-4C90-A249-97A52918F852}" dt="2021-02-23T22:02:12.684" v="1519" actId="47"/>
          <pc:sldLayoutMkLst>
            <pc:docMk/>
            <pc:sldMasterMk cId="4258334832" sldId="2147483661"/>
            <pc:sldLayoutMk cId="476395289" sldId="2147483663"/>
          </pc:sldLayoutMkLst>
        </pc:sldLayoutChg>
      </pc:sldMasterChg>
    </pc:docChg>
  </pc:docChgLst>
  <pc:docChgLst>
    <pc:chgData name="Ryan" userId="4e0f799b-9dd2-4ed1-b88a-f6f813994f91" providerId="ADAL" clId="{E105F75A-E8A6-4EB3-BCD1-5D38935279D7}"/>
    <pc:docChg chg="undo redo custSel addSld delSld modSld sldOrd modSection">
      <pc:chgData name="Ryan" userId="4e0f799b-9dd2-4ed1-b88a-f6f813994f91" providerId="ADAL" clId="{E105F75A-E8A6-4EB3-BCD1-5D38935279D7}" dt="2021-03-03T20:50:20.886" v="1734" actId="478"/>
      <pc:docMkLst>
        <pc:docMk/>
      </pc:docMkLst>
      <pc:sldChg chg="addSp delSp modSp mod">
        <pc:chgData name="Ryan" userId="4e0f799b-9dd2-4ed1-b88a-f6f813994f91" providerId="ADAL" clId="{E105F75A-E8A6-4EB3-BCD1-5D38935279D7}" dt="2021-03-03T20:50:20.886" v="1734" actId="478"/>
        <pc:sldMkLst>
          <pc:docMk/>
          <pc:sldMk cId="2174113185" sldId="2146845945"/>
        </pc:sldMkLst>
        <pc:spChg chg="mod">
          <ac:chgData name="Ryan" userId="4e0f799b-9dd2-4ed1-b88a-f6f813994f91" providerId="ADAL" clId="{E105F75A-E8A6-4EB3-BCD1-5D38935279D7}" dt="2021-03-03T15:28:07.630" v="1138" actId="1036"/>
          <ac:spMkLst>
            <pc:docMk/>
            <pc:sldMk cId="2174113185" sldId="2146845945"/>
            <ac:spMk id="2" creationId="{09881806-26FA-4FEE-95C5-D3CCFAEAD601}"/>
          </ac:spMkLst>
        </pc:spChg>
        <pc:spChg chg="mod">
          <ac:chgData name="Ryan" userId="4e0f799b-9dd2-4ed1-b88a-f6f813994f91" providerId="ADAL" clId="{E105F75A-E8A6-4EB3-BCD1-5D38935279D7}" dt="2021-03-03T15:28:07.630" v="1138" actId="1036"/>
          <ac:spMkLst>
            <pc:docMk/>
            <pc:sldMk cId="2174113185" sldId="2146845945"/>
            <ac:spMk id="10" creationId="{14343C34-27C3-4137-B17F-5E8A53744555}"/>
          </ac:spMkLst>
        </pc:spChg>
        <pc:spChg chg="mod">
          <ac:chgData name="Ryan" userId="4e0f799b-9dd2-4ed1-b88a-f6f813994f91" providerId="ADAL" clId="{E105F75A-E8A6-4EB3-BCD1-5D38935279D7}" dt="2021-03-03T15:28:07.630" v="1138" actId="1036"/>
          <ac:spMkLst>
            <pc:docMk/>
            <pc:sldMk cId="2174113185" sldId="2146845945"/>
            <ac:spMk id="11" creationId="{F1E7C6A9-632F-41B7-B9D5-1F99EB95A141}"/>
          </ac:spMkLst>
        </pc:spChg>
        <pc:spChg chg="mod">
          <ac:chgData name="Ryan" userId="4e0f799b-9dd2-4ed1-b88a-f6f813994f91" providerId="ADAL" clId="{E105F75A-E8A6-4EB3-BCD1-5D38935279D7}" dt="2021-03-03T15:52:09.213" v="1196" actId="14100"/>
          <ac:spMkLst>
            <pc:docMk/>
            <pc:sldMk cId="2174113185" sldId="2146845945"/>
            <ac:spMk id="43" creationId="{6880DEC2-890A-4584-83DA-B3F626B83162}"/>
          </ac:spMkLst>
        </pc:spChg>
        <pc:spChg chg="mod">
          <ac:chgData name="Ryan" userId="4e0f799b-9dd2-4ed1-b88a-f6f813994f91" providerId="ADAL" clId="{E105F75A-E8A6-4EB3-BCD1-5D38935279D7}" dt="2021-03-03T15:53:17.645" v="1207" actId="14100"/>
          <ac:spMkLst>
            <pc:docMk/>
            <pc:sldMk cId="2174113185" sldId="2146845945"/>
            <ac:spMk id="85" creationId="{6266E821-64E5-4B6D-98B4-C16D76E57B0D}"/>
          </ac:spMkLst>
        </pc:spChg>
        <pc:spChg chg="mod">
          <ac:chgData name="Ryan" userId="4e0f799b-9dd2-4ed1-b88a-f6f813994f91" providerId="ADAL" clId="{E105F75A-E8A6-4EB3-BCD1-5D38935279D7}" dt="2021-03-03T15:53:04.781" v="1205" actId="14100"/>
          <ac:spMkLst>
            <pc:docMk/>
            <pc:sldMk cId="2174113185" sldId="2146845945"/>
            <ac:spMk id="86" creationId="{DA2979E5-9F3B-42E0-82EE-A826EDD251A3}"/>
          </ac:spMkLst>
        </pc:spChg>
        <pc:grpChg chg="mod">
          <ac:chgData name="Ryan" userId="4e0f799b-9dd2-4ed1-b88a-f6f813994f91" providerId="ADAL" clId="{E105F75A-E8A6-4EB3-BCD1-5D38935279D7}" dt="2021-03-03T15:28:21.215" v="1164" actId="1035"/>
          <ac:grpSpMkLst>
            <pc:docMk/>
            <pc:sldMk cId="2174113185" sldId="2146845945"/>
            <ac:grpSpMk id="19" creationId="{B2457CAE-7513-4B05-A9F8-8C96E320F7B3}"/>
          </ac:grpSpMkLst>
        </pc:grpChg>
        <pc:grpChg chg="mod">
          <ac:chgData name="Ryan" userId="4e0f799b-9dd2-4ed1-b88a-f6f813994f91" providerId="ADAL" clId="{E105F75A-E8A6-4EB3-BCD1-5D38935279D7}" dt="2021-03-03T15:28:21.215" v="1164" actId="1035"/>
          <ac:grpSpMkLst>
            <pc:docMk/>
            <pc:sldMk cId="2174113185" sldId="2146845945"/>
            <ac:grpSpMk id="26" creationId="{A965531D-D13F-419C-B3F6-78A6EDC7AFCE}"/>
          </ac:grpSpMkLst>
        </pc:grpChg>
        <pc:grpChg chg="mod">
          <ac:chgData name="Ryan" userId="4e0f799b-9dd2-4ed1-b88a-f6f813994f91" providerId="ADAL" clId="{E105F75A-E8A6-4EB3-BCD1-5D38935279D7}" dt="2021-03-03T15:28:21.215" v="1164" actId="1035"/>
          <ac:grpSpMkLst>
            <pc:docMk/>
            <pc:sldMk cId="2174113185" sldId="2146845945"/>
            <ac:grpSpMk id="29" creationId="{DB025DAA-ECB1-4705-97D6-7CA1ECAE3912}"/>
          </ac:grpSpMkLst>
        </pc:grpChg>
        <pc:grpChg chg="mod">
          <ac:chgData name="Ryan" userId="4e0f799b-9dd2-4ed1-b88a-f6f813994f91" providerId="ADAL" clId="{E105F75A-E8A6-4EB3-BCD1-5D38935279D7}" dt="2021-03-03T15:28:21.215" v="1164" actId="1035"/>
          <ac:grpSpMkLst>
            <pc:docMk/>
            <pc:sldMk cId="2174113185" sldId="2146845945"/>
            <ac:grpSpMk id="32" creationId="{943DD7C6-7C31-40FE-8D10-9DA5B1FD75BB}"/>
          </ac:grpSpMkLst>
        </pc:grpChg>
        <pc:grpChg chg="del">
          <ac:chgData name="Ryan" userId="4e0f799b-9dd2-4ed1-b88a-f6f813994f91" providerId="ADAL" clId="{E105F75A-E8A6-4EB3-BCD1-5D38935279D7}" dt="2021-03-03T20:50:20.886" v="1734" actId="478"/>
          <ac:grpSpMkLst>
            <pc:docMk/>
            <pc:sldMk cId="2174113185" sldId="2146845945"/>
            <ac:grpSpMk id="42" creationId="{3AC767CE-F98B-47E9-BE0B-57EE05A3EE2F}"/>
          </ac:grpSpMkLst>
        </pc:grpChg>
        <pc:grpChg chg="add del mod">
          <ac:chgData name="Ryan" userId="4e0f799b-9dd2-4ed1-b88a-f6f813994f91" providerId="ADAL" clId="{E105F75A-E8A6-4EB3-BCD1-5D38935279D7}" dt="2021-03-03T15:27:06.196" v="1099" actId="478"/>
          <ac:grpSpMkLst>
            <pc:docMk/>
            <pc:sldMk cId="2174113185" sldId="2146845945"/>
            <ac:grpSpMk id="45" creationId="{8A534336-3D53-4E37-B5B4-6CC0ACED3323}"/>
          </ac:grpSpMkLst>
        </pc:grpChg>
        <pc:grpChg chg="del">
          <ac:chgData name="Ryan" userId="4e0f799b-9dd2-4ed1-b88a-f6f813994f91" providerId="ADAL" clId="{E105F75A-E8A6-4EB3-BCD1-5D38935279D7}" dt="2021-03-03T20:50:20.886" v="1734" actId="478"/>
          <ac:grpSpMkLst>
            <pc:docMk/>
            <pc:sldMk cId="2174113185" sldId="2146845945"/>
            <ac:grpSpMk id="48" creationId="{8AC168EF-2B08-447E-895C-C50EFB5E76F0}"/>
          </ac:grpSpMkLst>
        </pc:grpChg>
        <pc:grpChg chg="del mod">
          <ac:chgData name="Ryan" userId="4e0f799b-9dd2-4ed1-b88a-f6f813994f91" providerId="ADAL" clId="{E105F75A-E8A6-4EB3-BCD1-5D38935279D7}" dt="2021-03-03T14:46:29.797" v="1013" actId="478"/>
          <ac:grpSpMkLst>
            <pc:docMk/>
            <pc:sldMk cId="2174113185" sldId="2146845945"/>
            <ac:grpSpMk id="51" creationId="{CCEB768F-B6FE-4FC2-939D-B9BC44608D5F}"/>
          </ac:grpSpMkLst>
        </pc:grpChg>
        <pc:grpChg chg="del">
          <ac:chgData name="Ryan" userId="4e0f799b-9dd2-4ed1-b88a-f6f813994f91" providerId="ADAL" clId="{E105F75A-E8A6-4EB3-BCD1-5D38935279D7}" dt="2021-03-03T20:50:20.886" v="1734" actId="478"/>
          <ac:grpSpMkLst>
            <pc:docMk/>
            <pc:sldMk cId="2174113185" sldId="2146845945"/>
            <ac:grpSpMk id="54" creationId="{465ED7CB-CC72-48C5-A719-065E6FB6AAA2}"/>
          </ac:grpSpMkLst>
        </pc:grpChg>
        <pc:grpChg chg="del mod">
          <ac:chgData name="Ryan" userId="4e0f799b-9dd2-4ed1-b88a-f6f813994f91" providerId="ADAL" clId="{E105F75A-E8A6-4EB3-BCD1-5D38935279D7}" dt="2021-03-03T15:27:29.589" v="1102" actId="478"/>
          <ac:grpSpMkLst>
            <pc:docMk/>
            <pc:sldMk cId="2174113185" sldId="2146845945"/>
            <ac:grpSpMk id="57" creationId="{084E3CAF-181F-4504-B6B7-A614DB559464}"/>
          </ac:grpSpMkLst>
        </pc:grpChg>
        <pc:grpChg chg="add mod">
          <ac:chgData name="Ryan" userId="4e0f799b-9dd2-4ed1-b88a-f6f813994f91" providerId="ADAL" clId="{E105F75A-E8A6-4EB3-BCD1-5D38935279D7}" dt="2021-03-03T15:28:21.215" v="1164" actId="1035"/>
          <ac:grpSpMkLst>
            <pc:docMk/>
            <pc:sldMk cId="2174113185" sldId="2146845945"/>
            <ac:grpSpMk id="60" creationId="{23B2D15F-D695-4543-A1AC-3B01BE37468F}"/>
          </ac:grpSpMkLst>
        </pc:grpChg>
        <pc:grpChg chg="mod">
          <ac:chgData name="Ryan" userId="4e0f799b-9dd2-4ed1-b88a-f6f813994f91" providerId="ADAL" clId="{E105F75A-E8A6-4EB3-BCD1-5D38935279D7}" dt="2021-03-03T15:28:21.215" v="1164" actId="1035"/>
          <ac:grpSpMkLst>
            <pc:docMk/>
            <pc:sldMk cId="2174113185" sldId="2146845945"/>
            <ac:grpSpMk id="63" creationId="{F20F51EF-C5E4-4A51-9C92-179738363CCD}"/>
          </ac:grpSpMkLst>
        </pc:grpChg>
        <pc:grpChg chg="mod">
          <ac:chgData name="Ryan" userId="4e0f799b-9dd2-4ed1-b88a-f6f813994f91" providerId="ADAL" clId="{E105F75A-E8A6-4EB3-BCD1-5D38935279D7}" dt="2021-03-03T15:28:21.215" v="1164" actId="1035"/>
          <ac:grpSpMkLst>
            <pc:docMk/>
            <pc:sldMk cId="2174113185" sldId="2146845945"/>
            <ac:grpSpMk id="66" creationId="{99585D84-0867-4712-9ED4-7D5A63DDDB4D}"/>
          </ac:grpSpMkLst>
        </pc:grpChg>
        <pc:grpChg chg="mod">
          <ac:chgData name="Ryan" userId="4e0f799b-9dd2-4ed1-b88a-f6f813994f91" providerId="ADAL" clId="{E105F75A-E8A6-4EB3-BCD1-5D38935279D7}" dt="2021-03-03T15:28:21.215" v="1164" actId="1035"/>
          <ac:grpSpMkLst>
            <pc:docMk/>
            <pc:sldMk cId="2174113185" sldId="2146845945"/>
            <ac:grpSpMk id="69" creationId="{F7D533BE-DDEB-4599-B566-BAAF3993A58A}"/>
          </ac:grpSpMkLst>
        </pc:grpChg>
        <pc:grpChg chg="add mod">
          <ac:chgData name="Ryan" userId="4e0f799b-9dd2-4ed1-b88a-f6f813994f91" providerId="ADAL" clId="{E105F75A-E8A6-4EB3-BCD1-5D38935279D7}" dt="2021-03-03T15:28:21.215" v="1164" actId="1035"/>
          <ac:grpSpMkLst>
            <pc:docMk/>
            <pc:sldMk cId="2174113185" sldId="2146845945"/>
            <ac:grpSpMk id="72" creationId="{6E376BA4-6508-42FE-9F43-69EE54791F90}"/>
          </ac:grpSpMkLst>
        </pc:grpChg>
        <pc:grpChg chg="add mod">
          <ac:chgData name="Ryan" userId="4e0f799b-9dd2-4ed1-b88a-f6f813994f91" providerId="ADAL" clId="{E105F75A-E8A6-4EB3-BCD1-5D38935279D7}" dt="2021-03-03T15:28:21.215" v="1164" actId="1035"/>
          <ac:grpSpMkLst>
            <pc:docMk/>
            <pc:sldMk cId="2174113185" sldId="2146845945"/>
            <ac:grpSpMk id="75" creationId="{FA14FB52-9DBD-4E0E-8A51-7BB2A0EADC16}"/>
          </ac:grpSpMkLst>
        </pc:grpChg>
        <pc:grpChg chg="add mod">
          <ac:chgData name="Ryan" userId="4e0f799b-9dd2-4ed1-b88a-f6f813994f91" providerId="ADAL" clId="{E105F75A-E8A6-4EB3-BCD1-5D38935279D7}" dt="2021-03-03T15:28:21.215" v="1164" actId="1035"/>
          <ac:grpSpMkLst>
            <pc:docMk/>
            <pc:sldMk cId="2174113185" sldId="2146845945"/>
            <ac:grpSpMk id="78" creationId="{AD7D75D1-ABAF-40F1-B762-99CC1B1148EE}"/>
          </ac:grpSpMkLst>
        </pc:grpChg>
        <pc:grpChg chg="add mod">
          <ac:chgData name="Ryan" userId="4e0f799b-9dd2-4ed1-b88a-f6f813994f91" providerId="ADAL" clId="{E105F75A-E8A6-4EB3-BCD1-5D38935279D7}" dt="2021-03-03T15:52:15.253" v="1198" actId="1076"/>
          <ac:grpSpMkLst>
            <pc:docMk/>
            <pc:sldMk cId="2174113185" sldId="2146845945"/>
            <ac:grpSpMk id="81" creationId="{07F3102D-764D-4CC9-B9D4-4D70C3B255B1}"/>
          </ac:grpSpMkLst>
        </pc:grpChg>
        <pc:grpChg chg="add del mod">
          <ac:chgData name="Ryan" userId="4e0f799b-9dd2-4ed1-b88a-f6f813994f91" providerId="ADAL" clId="{E105F75A-E8A6-4EB3-BCD1-5D38935279D7}" dt="2021-03-03T20:50:20.886" v="1734" actId="478"/>
          <ac:grpSpMkLst>
            <pc:docMk/>
            <pc:sldMk cId="2174113185" sldId="2146845945"/>
            <ac:grpSpMk id="84" creationId="{D7596998-A2C2-4FE2-B1A9-76A03BBB85FF}"/>
          </ac:grpSpMkLst>
        </pc:grpChg>
        <pc:graphicFrameChg chg="mod modGraphic">
          <ac:chgData name="Ryan" userId="4e0f799b-9dd2-4ed1-b88a-f6f813994f91" providerId="ADAL" clId="{E105F75A-E8A6-4EB3-BCD1-5D38935279D7}" dt="2021-03-03T18:54:43.667" v="1731" actId="113"/>
          <ac:graphicFrameMkLst>
            <pc:docMk/>
            <pc:sldMk cId="2174113185" sldId="2146845945"/>
            <ac:graphicFrameMk id="7" creationId="{AFD94C55-32D7-4B85-8095-C027521931A9}"/>
          </ac:graphicFrameMkLst>
        </pc:graphicFrameChg>
      </pc:sldChg>
      <pc:sldChg chg="modSp del mod">
        <pc:chgData name="Ryan" userId="4e0f799b-9dd2-4ed1-b88a-f6f813994f91" providerId="ADAL" clId="{E105F75A-E8A6-4EB3-BCD1-5D38935279D7}" dt="2021-03-03T20:01:28.078" v="1733" actId="47"/>
        <pc:sldMkLst>
          <pc:docMk/>
          <pc:sldMk cId="3897242383" sldId="2146845946"/>
        </pc:sldMkLst>
        <pc:spChg chg="mod">
          <ac:chgData name="Ryan" userId="4e0f799b-9dd2-4ed1-b88a-f6f813994f91" providerId="ADAL" clId="{E105F75A-E8A6-4EB3-BCD1-5D38935279D7}" dt="2021-03-03T17:41:39.700" v="1722" actId="5793"/>
          <ac:spMkLst>
            <pc:docMk/>
            <pc:sldMk cId="3897242383" sldId="2146845946"/>
            <ac:spMk id="3" creationId="{281CF5FD-2C69-47F3-A09C-66F2811B5535}"/>
          </ac:spMkLst>
        </pc:spChg>
      </pc:sldChg>
      <pc:sldChg chg="modSp del mod">
        <pc:chgData name="Ryan" userId="4e0f799b-9dd2-4ed1-b88a-f6f813994f91" providerId="ADAL" clId="{E105F75A-E8A6-4EB3-BCD1-5D38935279D7}" dt="2021-03-03T20:01:26.791" v="1732" actId="47"/>
        <pc:sldMkLst>
          <pc:docMk/>
          <pc:sldMk cId="1417839524" sldId="2146845947"/>
        </pc:sldMkLst>
        <pc:spChg chg="mod">
          <ac:chgData name="Ryan" userId="4e0f799b-9dd2-4ed1-b88a-f6f813994f91" providerId="ADAL" clId="{E105F75A-E8A6-4EB3-BCD1-5D38935279D7}" dt="2021-03-03T17:40:38.572" v="1720" actId="20577"/>
          <ac:spMkLst>
            <pc:docMk/>
            <pc:sldMk cId="1417839524" sldId="2146845947"/>
            <ac:spMk id="3" creationId="{281CF5FD-2C69-47F3-A09C-66F2811B5535}"/>
          </ac:spMkLst>
        </pc:spChg>
      </pc:sldChg>
      <pc:sldChg chg="modSp mod">
        <pc:chgData name="Ryan" userId="4e0f799b-9dd2-4ed1-b88a-f6f813994f91" providerId="ADAL" clId="{E105F75A-E8A6-4EB3-BCD1-5D38935279D7}" dt="2021-02-24T02:35:12.363" v="1" actId="14734"/>
        <pc:sldMkLst>
          <pc:docMk/>
          <pc:sldMk cId="3029326289" sldId="2146845959"/>
        </pc:sldMkLst>
        <pc:graphicFrameChg chg="modGraphic">
          <ac:chgData name="Ryan" userId="4e0f799b-9dd2-4ed1-b88a-f6f813994f91" providerId="ADAL" clId="{E105F75A-E8A6-4EB3-BCD1-5D38935279D7}" dt="2021-02-24T02:35:12.363" v="1" actId="14734"/>
          <ac:graphicFrameMkLst>
            <pc:docMk/>
            <pc:sldMk cId="3029326289" sldId="2146845959"/>
            <ac:graphicFrameMk id="9" creationId="{8B6A4E45-F7A7-44C9-BA54-62B518AA9981}"/>
          </ac:graphicFrameMkLst>
        </pc:graphicFrameChg>
      </pc:sldChg>
      <pc:sldChg chg="addSp modSp new mod">
        <pc:chgData name="Ryan" userId="4e0f799b-9dd2-4ed1-b88a-f6f813994f91" providerId="ADAL" clId="{E105F75A-E8A6-4EB3-BCD1-5D38935279D7}" dt="2021-03-02T23:24:01.794" v="537" actId="1076"/>
        <pc:sldMkLst>
          <pc:docMk/>
          <pc:sldMk cId="2385326984" sldId="2146845960"/>
        </pc:sldMkLst>
        <pc:spChg chg="mod">
          <ac:chgData name="Ryan" userId="4e0f799b-9dd2-4ed1-b88a-f6f813994f91" providerId="ADAL" clId="{E105F75A-E8A6-4EB3-BCD1-5D38935279D7}" dt="2021-03-02T23:20:58.503" v="476" actId="20577"/>
          <ac:spMkLst>
            <pc:docMk/>
            <pc:sldMk cId="2385326984" sldId="2146845960"/>
            <ac:spMk id="2" creationId="{CFD95B9C-44FA-4EA7-BC63-37CD39BF9591}"/>
          </ac:spMkLst>
        </pc:spChg>
        <pc:picChg chg="add mod">
          <ac:chgData name="Ryan" userId="4e0f799b-9dd2-4ed1-b88a-f6f813994f91" providerId="ADAL" clId="{E105F75A-E8A6-4EB3-BCD1-5D38935279D7}" dt="2021-03-02T23:24:01.794" v="537" actId="1076"/>
          <ac:picMkLst>
            <pc:docMk/>
            <pc:sldMk cId="2385326984" sldId="2146845960"/>
            <ac:picMk id="3" creationId="{ACE7DDE6-0AB6-484E-B3DA-3A0667D1EB93}"/>
          </ac:picMkLst>
        </pc:picChg>
      </pc:sldChg>
      <pc:sldChg chg="addSp modSp new mod">
        <pc:chgData name="Ryan" userId="4e0f799b-9dd2-4ed1-b88a-f6f813994f91" providerId="ADAL" clId="{E105F75A-E8A6-4EB3-BCD1-5D38935279D7}" dt="2021-03-02T23:22:52.311" v="515"/>
        <pc:sldMkLst>
          <pc:docMk/>
          <pc:sldMk cId="2661541782" sldId="2146845961"/>
        </pc:sldMkLst>
        <pc:spChg chg="mod">
          <ac:chgData name="Ryan" userId="4e0f799b-9dd2-4ed1-b88a-f6f813994f91" providerId="ADAL" clId="{E105F75A-E8A6-4EB3-BCD1-5D38935279D7}" dt="2021-03-02T23:22:17.866" v="513" actId="20577"/>
          <ac:spMkLst>
            <pc:docMk/>
            <pc:sldMk cId="2661541782" sldId="2146845961"/>
            <ac:spMk id="2" creationId="{19EE1C92-38DF-46BD-9422-E74F13B8A692}"/>
          </ac:spMkLst>
        </pc:spChg>
        <pc:picChg chg="add mod">
          <ac:chgData name="Ryan" userId="4e0f799b-9dd2-4ed1-b88a-f6f813994f91" providerId="ADAL" clId="{E105F75A-E8A6-4EB3-BCD1-5D38935279D7}" dt="2021-03-02T23:22:22.886" v="514" actId="1076"/>
          <ac:picMkLst>
            <pc:docMk/>
            <pc:sldMk cId="2661541782" sldId="2146845961"/>
            <ac:picMk id="3" creationId="{660F950D-AB12-4CED-B3FC-7A9B4EC1094A}"/>
          </ac:picMkLst>
        </pc:picChg>
        <pc:picChg chg="add">
          <ac:chgData name="Ryan" userId="4e0f799b-9dd2-4ed1-b88a-f6f813994f91" providerId="ADAL" clId="{E105F75A-E8A6-4EB3-BCD1-5D38935279D7}" dt="2021-03-02T23:22:52.311" v="515"/>
          <ac:picMkLst>
            <pc:docMk/>
            <pc:sldMk cId="2661541782" sldId="2146845961"/>
            <ac:picMk id="4" creationId="{80E144A8-CFE3-4236-897A-24E7DF727CE7}"/>
          </ac:picMkLst>
        </pc:picChg>
      </pc:sldChg>
      <pc:sldChg chg="addSp delSp modSp new mod ord">
        <pc:chgData name="Ryan" userId="4e0f799b-9dd2-4ed1-b88a-f6f813994f91" providerId="ADAL" clId="{E105F75A-E8A6-4EB3-BCD1-5D38935279D7}" dt="2021-03-02T23:24:46.516" v="541"/>
        <pc:sldMkLst>
          <pc:docMk/>
          <pc:sldMk cId="2053770510" sldId="2146845962"/>
        </pc:sldMkLst>
        <pc:spChg chg="mod">
          <ac:chgData name="Ryan" userId="4e0f799b-9dd2-4ed1-b88a-f6f813994f91" providerId="ADAL" clId="{E105F75A-E8A6-4EB3-BCD1-5D38935279D7}" dt="2021-03-02T23:23:13.171" v="535" actId="20577"/>
          <ac:spMkLst>
            <pc:docMk/>
            <pc:sldMk cId="2053770510" sldId="2146845962"/>
            <ac:spMk id="2" creationId="{DABD9352-4997-4AEB-BB94-1930FFA1B898}"/>
          </ac:spMkLst>
        </pc:spChg>
        <pc:picChg chg="add del">
          <ac:chgData name="Ryan" userId="4e0f799b-9dd2-4ed1-b88a-f6f813994f91" providerId="ADAL" clId="{E105F75A-E8A6-4EB3-BCD1-5D38935279D7}" dt="2021-03-02T23:24:46.285" v="540" actId="478"/>
          <ac:picMkLst>
            <pc:docMk/>
            <pc:sldMk cId="2053770510" sldId="2146845962"/>
            <ac:picMk id="3" creationId="{3A4EE744-63BE-4A53-9093-D5076155F4D6}"/>
          </ac:picMkLst>
        </pc:picChg>
        <pc:picChg chg="add">
          <ac:chgData name="Ryan" userId="4e0f799b-9dd2-4ed1-b88a-f6f813994f91" providerId="ADAL" clId="{E105F75A-E8A6-4EB3-BCD1-5D38935279D7}" dt="2021-03-02T23:24:46.516" v="541"/>
          <ac:picMkLst>
            <pc:docMk/>
            <pc:sldMk cId="2053770510" sldId="2146845962"/>
            <ac:picMk id="4" creationId="{AA74A6D9-186E-4A7C-9098-2F4C39E737D7}"/>
          </ac:picMkLst>
        </pc:picChg>
      </pc:sldChg>
      <pc:sldChg chg="addSp modSp new mod">
        <pc:chgData name="Ryan" userId="4e0f799b-9dd2-4ed1-b88a-f6f813994f91" providerId="ADAL" clId="{E105F75A-E8A6-4EB3-BCD1-5D38935279D7}" dt="2021-03-02T23:25:20.877" v="563"/>
        <pc:sldMkLst>
          <pc:docMk/>
          <pc:sldMk cId="4096410338" sldId="2146845963"/>
        </pc:sldMkLst>
        <pc:spChg chg="mod">
          <ac:chgData name="Ryan" userId="4e0f799b-9dd2-4ed1-b88a-f6f813994f91" providerId="ADAL" clId="{E105F75A-E8A6-4EB3-BCD1-5D38935279D7}" dt="2021-03-02T23:25:19.764" v="562" actId="20577"/>
          <ac:spMkLst>
            <pc:docMk/>
            <pc:sldMk cId="4096410338" sldId="2146845963"/>
            <ac:spMk id="2" creationId="{B8DB1118-5B02-4B2F-9B87-E851E635EE07}"/>
          </ac:spMkLst>
        </pc:spChg>
        <pc:picChg chg="add">
          <ac:chgData name="Ryan" userId="4e0f799b-9dd2-4ed1-b88a-f6f813994f91" providerId="ADAL" clId="{E105F75A-E8A6-4EB3-BCD1-5D38935279D7}" dt="2021-03-02T23:25:20.877" v="563"/>
          <ac:picMkLst>
            <pc:docMk/>
            <pc:sldMk cId="4096410338" sldId="2146845963"/>
            <ac:picMk id="3" creationId="{5B4FDC28-986F-40C5-9991-FA22257093B9}"/>
          </ac:picMkLst>
        </pc:picChg>
      </pc:sldChg>
      <pc:sldChg chg="addSp modSp new mod">
        <pc:chgData name="Ryan" userId="4e0f799b-9dd2-4ed1-b88a-f6f813994f91" providerId="ADAL" clId="{E105F75A-E8A6-4EB3-BCD1-5D38935279D7}" dt="2021-03-02T23:25:55.268" v="601" actId="20577"/>
        <pc:sldMkLst>
          <pc:docMk/>
          <pc:sldMk cId="745352429" sldId="2146845964"/>
        </pc:sldMkLst>
        <pc:spChg chg="mod">
          <ac:chgData name="Ryan" userId="4e0f799b-9dd2-4ed1-b88a-f6f813994f91" providerId="ADAL" clId="{E105F75A-E8A6-4EB3-BCD1-5D38935279D7}" dt="2021-03-02T23:25:55.268" v="601" actId="20577"/>
          <ac:spMkLst>
            <pc:docMk/>
            <pc:sldMk cId="745352429" sldId="2146845964"/>
            <ac:spMk id="2" creationId="{D6B1CC20-4038-4414-830D-75330DEF1250}"/>
          </ac:spMkLst>
        </pc:spChg>
        <pc:picChg chg="add">
          <ac:chgData name="Ryan" userId="4e0f799b-9dd2-4ed1-b88a-f6f813994f91" providerId="ADAL" clId="{E105F75A-E8A6-4EB3-BCD1-5D38935279D7}" dt="2021-03-02T23:25:48.083" v="565"/>
          <ac:picMkLst>
            <pc:docMk/>
            <pc:sldMk cId="745352429" sldId="2146845964"/>
            <ac:picMk id="3" creationId="{31CAE3DD-6D53-4048-99DF-182F8C517681}"/>
          </ac:picMkLst>
        </pc:picChg>
      </pc:sldChg>
      <pc:sldChg chg="addSp modSp new mod">
        <pc:chgData name="Ryan" userId="4e0f799b-9dd2-4ed1-b88a-f6f813994f91" providerId="ADAL" clId="{E105F75A-E8A6-4EB3-BCD1-5D38935279D7}" dt="2021-03-02T23:27:20.769" v="641"/>
        <pc:sldMkLst>
          <pc:docMk/>
          <pc:sldMk cId="3157778664" sldId="2146845965"/>
        </pc:sldMkLst>
        <pc:spChg chg="mod">
          <ac:chgData name="Ryan" userId="4e0f799b-9dd2-4ed1-b88a-f6f813994f91" providerId="ADAL" clId="{E105F75A-E8A6-4EB3-BCD1-5D38935279D7}" dt="2021-03-02T23:27:19.725" v="640" actId="20577"/>
          <ac:spMkLst>
            <pc:docMk/>
            <pc:sldMk cId="3157778664" sldId="2146845965"/>
            <ac:spMk id="2" creationId="{90A22D4E-AC39-418C-8F01-F839C876161F}"/>
          </ac:spMkLst>
        </pc:spChg>
        <pc:picChg chg="add">
          <ac:chgData name="Ryan" userId="4e0f799b-9dd2-4ed1-b88a-f6f813994f91" providerId="ADAL" clId="{E105F75A-E8A6-4EB3-BCD1-5D38935279D7}" dt="2021-03-02T23:27:20.769" v="641"/>
          <ac:picMkLst>
            <pc:docMk/>
            <pc:sldMk cId="3157778664" sldId="2146845965"/>
            <ac:picMk id="3" creationId="{DBC105F2-F377-4818-928A-84CC357C2102}"/>
          </ac:picMkLst>
        </pc:picChg>
      </pc:sldChg>
      <pc:sldChg chg="addSp delSp new mod">
        <pc:chgData name="Ryan" userId="4e0f799b-9dd2-4ed1-b88a-f6f813994f91" providerId="ADAL" clId="{E105F75A-E8A6-4EB3-BCD1-5D38935279D7}" dt="2021-03-02T23:28:00.015" v="645"/>
        <pc:sldMkLst>
          <pc:docMk/>
          <pc:sldMk cId="1553529464" sldId="2146845966"/>
        </pc:sldMkLst>
        <pc:picChg chg="add del">
          <ac:chgData name="Ryan" userId="4e0f799b-9dd2-4ed1-b88a-f6f813994f91" providerId="ADAL" clId="{E105F75A-E8A6-4EB3-BCD1-5D38935279D7}" dt="2021-03-02T23:27:40.673" v="644" actId="478"/>
          <ac:picMkLst>
            <pc:docMk/>
            <pc:sldMk cId="1553529464" sldId="2146845966"/>
            <ac:picMk id="3" creationId="{F47A1011-8DBD-4CE3-9984-4BEEC1C5FDDA}"/>
          </ac:picMkLst>
        </pc:picChg>
        <pc:picChg chg="add">
          <ac:chgData name="Ryan" userId="4e0f799b-9dd2-4ed1-b88a-f6f813994f91" providerId="ADAL" clId="{E105F75A-E8A6-4EB3-BCD1-5D38935279D7}" dt="2021-03-02T23:28:00.015" v="645"/>
          <ac:picMkLst>
            <pc:docMk/>
            <pc:sldMk cId="1553529464" sldId="2146845966"/>
            <ac:picMk id="4" creationId="{D55929B8-BC06-45F1-B275-C5DB56BF1C57}"/>
          </ac:picMkLst>
        </pc:picChg>
      </pc:sldChg>
      <pc:sldChg chg="addSp new">
        <pc:chgData name="Ryan" userId="4e0f799b-9dd2-4ed1-b88a-f6f813994f91" providerId="ADAL" clId="{E105F75A-E8A6-4EB3-BCD1-5D38935279D7}" dt="2021-03-02T23:28:17.603" v="647"/>
        <pc:sldMkLst>
          <pc:docMk/>
          <pc:sldMk cId="1043133902" sldId="2146845967"/>
        </pc:sldMkLst>
        <pc:picChg chg="add">
          <ac:chgData name="Ryan" userId="4e0f799b-9dd2-4ed1-b88a-f6f813994f91" providerId="ADAL" clId="{E105F75A-E8A6-4EB3-BCD1-5D38935279D7}" dt="2021-03-02T23:28:17.603" v="647"/>
          <ac:picMkLst>
            <pc:docMk/>
            <pc:sldMk cId="1043133902" sldId="2146845967"/>
            <ac:picMk id="3" creationId="{C3424ECB-A6F5-4DF3-9EEC-3E9BF8DCB6DC}"/>
          </ac:picMkLst>
        </pc:picChg>
      </pc:sldChg>
      <pc:sldChg chg="addSp modSp new mod">
        <pc:chgData name="Ryan" userId="4e0f799b-9dd2-4ed1-b88a-f6f813994f91" providerId="ADAL" clId="{E105F75A-E8A6-4EB3-BCD1-5D38935279D7}" dt="2021-03-02T23:28:53.956" v="654" actId="1035"/>
        <pc:sldMkLst>
          <pc:docMk/>
          <pc:sldMk cId="1039501811" sldId="2146845968"/>
        </pc:sldMkLst>
        <pc:picChg chg="add mod">
          <ac:chgData name="Ryan" userId="4e0f799b-9dd2-4ed1-b88a-f6f813994f91" providerId="ADAL" clId="{E105F75A-E8A6-4EB3-BCD1-5D38935279D7}" dt="2021-03-02T23:28:53.956" v="654" actId="1035"/>
          <ac:picMkLst>
            <pc:docMk/>
            <pc:sldMk cId="1039501811" sldId="2146845968"/>
            <ac:picMk id="3" creationId="{B6DF0EA3-B6C0-4330-AA45-1BE56FD989C5}"/>
          </ac:picMkLst>
        </pc:picChg>
      </pc:sldChg>
      <pc:sldChg chg="addSp modSp new mod">
        <pc:chgData name="Ryan" userId="4e0f799b-9dd2-4ed1-b88a-f6f813994f91" providerId="ADAL" clId="{E105F75A-E8A6-4EB3-BCD1-5D38935279D7}" dt="2021-03-02T23:29:16.552" v="657" actId="1076"/>
        <pc:sldMkLst>
          <pc:docMk/>
          <pc:sldMk cId="2434110015" sldId="2146845969"/>
        </pc:sldMkLst>
        <pc:picChg chg="add mod">
          <ac:chgData name="Ryan" userId="4e0f799b-9dd2-4ed1-b88a-f6f813994f91" providerId="ADAL" clId="{E105F75A-E8A6-4EB3-BCD1-5D38935279D7}" dt="2021-03-02T23:29:16.552" v="657" actId="1076"/>
          <ac:picMkLst>
            <pc:docMk/>
            <pc:sldMk cId="2434110015" sldId="2146845969"/>
            <ac:picMk id="3" creationId="{1A3C97AF-9FEE-480F-8277-4DBC7ABBF6B5}"/>
          </ac:picMkLst>
        </pc:picChg>
      </pc:sldChg>
      <pc:sldChg chg="addSp new">
        <pc:chgData name="Ryan" userId="4e0f799b-9dd2-4ed1-b88a-f6f813994f91" providerId="ADAL" clId="{E105F75A-E8A6-4EB3-BCD1-5D38935279D7}" dt="2021-03-03T18:53:33.166" v="1724"/>
        <pc:sldMkLst>
          <pc:docMk/>
          <pc:sldMk cId="2541186394" sldId="2146845972"/>
        </pc:sldMkLst>
        <pc:picChg chg="add">
          <ac:chgData name="Ryan" userId="4e0f799b-9dd2-4ed1-b88a-f6f813994f91" providerId="ADAL" clId="{E105F75A-E8A6-4EB3-BCD1-5D38935279D7}" dt="2021-03-03T18:53:33.166" v="1724"/>
          <ac:picMkLst>
            <pc:docMk/>
            <pc:sldMk cId="2541186394" sldId="2146845972"/>
            <ac:picMk id="6" creationId="{D891061F-5CF6-4CFB-9E3F-18CE49595985}"/>
          </ac:picMkLst>
        </pc:picChg>
      </pc:sldChg>
    </pc:docChg>
  </pc:docChgLst>
  <pc:docChgLst>
    <pc:chgData name="Ken Popkin" userId="3c94c39e-c43b-4805-99ab-8da17777f1ac" providerId="ADAL" clId="{F16C0BA9-2BB7-491F-A920-1E1FD74F93D6}"/>
    <pc:docChg chg="undo custSel addSld delSld modSld sldOrd modSection">
      <pc:chgData name="Ken Popkin" userId="3c94c39e-c43b-4805-99ab-8da17777f1ac" providerId="ADAL" clId="{F16C0BA9-2BB7-491F-A920-1E1FD74F93D6}" dt="2021-03-09T21:03:49.693" v="5003" actId="1036"/>
      <pc:docMkLst>
        <pc:docMk/>
      </pc:docMkLst>
      <pc:sldChg chg="addSp delSp modSp mod ord">
        <pc:chgData name="Ken Popkin" userId="3c94c39e-c43b-4805-99ab-8da17777f1ac" providerId="ADAL" clId="{F16C0BA9-2BB7-491F-A920-1E1FD74F93D6}" dt="2021-03-09T21:00:52.465" v="4842" actId="1038"/>
        <pc:sldMkLst>
          <pc:docMk/>
          <pc:sldMk cId="93243010" sldId="7428"/>
        </pc:sldMkLst>
        <pc:spChg chg="del mod">
          <ac:chgData name="Ken Popkin" userId="3c94c39e-c43b-4805-99ab-8da17777f1ac" providerId="ADAL" clId="{F16C0BA9-2BB7-491F-A920-1E1FD74F93D6}" dt="2021-03-09T19:48:18.613" v="2916" actId="478"/>
          <ac:spMkLst>
            <pc:docMk/>
            <pc:sldMk cId="93243010" sldId="7428"/>
            <ac:spMk id="9" creationId="{11361281-1B1E-43F8-AA43-B00647707B7F}"/>
          </ac:spMkLst>
        </pc:spChg>
        <pc:spChg chg="mod">
          <ac:chgData name="Ken Popkin" userId="3c94c39e-c43b-4805-99ab-8da17777f1ac" providerId="ADAL" clId="{F16C0BA9-2BB7-491F-A920-1E1FD74F93D6}" dt="2021-03-09T20:05:10.657" v="3289" actId="207"/>
          <ac:spMkLst>
            <pc:docMk/>
            <pc:sldMk cId="93243010" sldId="7428"/>
            <ac:spMk id="10" creationId="{A78988CF-C0D9-4564-A18C-624985AA8302}"/>
          </ac:spMkLst>
        </pc:spChg>
        <pc:graphicFrameChg chg="del mod modGraphic">
          <ac:chgData name="Ken Popkin" userId="3c94c39e-c43b-4805-99ab-8da17777f1ac" providerId="ADAL" clId="{F16C0BA9-2BB7-491F-A920-1E1FD74F93D6}" dt="2021-03-09T20:00:22.775" v="3156" actId="478"/>
          <ac:graphicFrameMkLst>
            <pc:docMk/>
            <pc:sldMk cId="93243010" sldId="7428"/>
            <ac:graphicFrameMk id="8" creationId="{11C6AFA9-D17F-472D-97FC-23D5883BB9C0}"/>
          </ac:graphicFrameMkLst>
        </pc:graphicFrameChg>
        <pc:graphicFrameChg chg="add mod modGraphic">
          <ac:chgData name="Ken Popkin" userId="3c94c39e-c43b-4805-99ab-8da17777f1ac" providerId="ADAL" clId="{F16C0BA9-2BB7-491F-A920-1E1FD74F93D6}" dt="2021-03-09T21:00:52.465" v="4842" actId="1038"/>
          <ac:graphicFrameMkLst>
            <pc:docMk/>
            <pc:sldMk cId="93243010" sldId="7428"/>
            <ac:graphicFrameMk id="12" creationId="{7A4B9DA2-AC7E-44F5-B1D4-611FD9C75DD2}"/>
          </ac:graphicFrameMkLst>
        </pc:graphicFrameChg>
        <pc:graphicFrameChg chg="add del mod">
          <ac:chgData name="Ken Popkin" userId="3c94c39e-c43b-4805-99ab-8da17777f1ac" providerId="ADAL" clId="{F16C0BA9-2BB7-491F-A920-1E1FD74F93D6}" dt="2021-03-09T21:00:38.229" v="4809" actId="478"/>
          <ac:graphicFrameMkLst>
            <pc:docMk/>
            <pc:sldMk cId="93243010" sldId="7428"/>
            <ac:graphicFrameMk id="13" creationId="{683B3693-8CCB-4091-AF20-94C41DCCAE5B}"/>
          </ac:graphicFrameMkLst>
        </pc:graphicFrameChg>
      </pc:sldChg>
      <pc:sldChg chg="modSp del mod">
        <pc:chgData name="Ken Popkin" userId="3c94c39e-c43b-4805-99ab-8da17777f1ac" providerId="ADAL" clId="{F16C0BA9-2BB7-491F-A920-1E1FD74F93D6}" dt="2021-03-09T20:46:02.605" v="4663" actId="47"/>
        <pc:sldMkLst>
          <pc:docMk/>
          <pc:sldMk cId="371343483" sldId="2146845951"/>
        </pc:sldMkLst>
        <pc:spChg chg="mod">
          <ac:chgData name="Ken Popkin" userId="3c94c39e-c43b-4805-99ab-8da17777f1ac" providerId="ADAL" clId="{F16C0BA9-2BB7-491F-A920-1E1FD74F93D6}" dt="2021-03-09T20:41:42.819" v="4470" actId="207"/>
          <ac:spMkLst>
            <pc:docMk/>
            <pc:sldMk cId="371343483" sldId="2146845951"/>
            <ac:spMk id="10" creationId="{A78988CF-C0D9-4564-A18C-624985AA8302}"/>
          </ac:spMkLst>
        </pc:spChg>
        <pc:spChg chg="mod">
          <ac:chgData name="Ken Popkin" userId="3c94c39e-c43b-4805-99ab-8da17777f1ac" providerId="ADAL" clId="{F16C0BA9-2BB7-491F-A920-1E1FD74F93D6}" dt="2021-03-09T20:43:06.897" v="4550" actId="20577"/>
          <ac:spMkLst>
            <pc:docMk/>
            <pc:sldMk cId="371343483" sldId="2146845951"/>
            <ac:spMk id="49" creationId="{0AEFC690-3C95-4F92-A3B3-6E6F04817297}"/>
          </ac:spMkLst>
        </pc:spChg>
        <pc:spChg chg="mod">
          <ac:chgData name="Ken Popkin" userId="3c94c39e-c43b-4805-99ab-8da17777f1ac" providerId="ADAL" clId="{F16C0BA9-2BB7-491F-A920-1E1FD74F93D6}" dt="2021-03-09T20:40:59.231" v="4469" actId="20577"/>
          <ac:spMkLst>
            <pc:docMk/>
            <pc:sldMk cId="371343483" sldId="2146845951"/>
            <ac:spMk id="50" creationId="{300021EF-427A-4D0E-B6E6-8C0706DC3060}"/>
          </ac:spMkLst>
        </pc:spChg>
        <pc:spChg chg="mod">
          <ac:chgData name="Ken Popkin" userId="3c94c39e-c43b-4805-99ab-8da17777f1ac" providerId="ADAL" clId="{F16C0BA9-2BB7-491F-A920-1E1FD74F93D6}" dt="2021-03-09T20:40:41.899" v="4457" actId="20577"/>
          <ac:spMkLst>
            <pc:docMk/>
            <pc:sldMk cId="371343483" sldId="2146845951"/>
            <ac:spMk id="51" creationId="{FE288D11-7038-402B-848F-FB5A99378125}"/>
          </ac:spMkLst>
        </pc:spChg>
        <pc:grpChg chg="mod">
          <ac:chgData name="Ken Popkin" userId="3c94c39e-c43b-4805-99ab-8da17777f1ac" providerId="ADAL" clId="{F16C0BA9-2BB7-491F-A920-1E1FD74F93D6}" dt="2021-03-09T20:41:53.811" v="4523" actId="1038"/>
          <ac:grpSpMkLst>
            <pc:docMk/>
            <pc:sldMk cId="371343483" sldId="2146845951"/>
            <ac:grpSpMk id="54" creationId="{BF941AD9-3512-4F7B-B463-239306E7F369}"/>
          </ac:grpSpMkLst>
        </pc:grpChg>
      </pc:sldChg>
      <pc:sldChg chg="addSp delSp modSp add mod ord">
        <pc:chgData name="Ken Popkin" userId="3c94c39e-c43b-4805-99ab-8da17777f1ac" providerId="ADAL" clId="{F16C0BA9-2BB7-491F-A920-1E1FD74F93D6}" dt="2021-02-23T23:19:28.032" v="323"/>
        <pc:sldMkLst>
          <pc:docMk/>
          <pc:sldMk cId="3029326289" sldId="2146845959"/>
        </pc:sldMkLst>
        <pc:spChg chg="mod">
          <ac:chgData name="Ken Popkin" userId="3c94c39e-c43b-4805-99ab-8da17777f1ac" providerId="ADAL" clId="{F16C0BA9-2BB7-491F-A920-1E1FD74F93D6}" dt="2021-02-23T23:19:22.632" v="321" actId="20577"/>
          <ac:spMkLst>
            <pc:docMk/>
            <pc:sldMk cId="3029326289" sldId="2146845959"/>
            <ac:spMk id="2" creationId="{CF8834AD-E9DA-45E1-88EE-C74E4C15F2E3}"/>
          </ac:spMkLst>
        </pc:spChg>
        <pc:spChg chg="del">
          <ac:chgData name="Ken Popkin" userId="3c94c39e-c43b-4805-99ab-8da17777f1ac" providerId="ADAL" clId="{F16C0BA9-2BB7-491F-A920-1E1FD74F93D6}" dt="2021-02-23T23:09:51.724" v="21" actId="478"/>
          <ac:spMkLst>
            <pc:docMk/>
            <pc:sldMk cId="3029326289" sldId="2146845959"/>
            <ac:spMk id="3" creationId="{281CF5FD-2C69-47F3-A09C-66F2811B5535}"/>
          </ac:spMkLst>
        </pc:spChg>
        <pc:spChg chg="add del mod">
          <ac:chgData name="Ken Popkin" userId="3c94c39e-c43b-4805-99ab-8da17777f1ac" providerId="ADAL" clId="{F16C0BA9-2BB7-491F-A920-1E1FD74F93D6}" dt="2021-02-23T23:09:55.318" v="22" actId="478"/>
          <ac:spMkLst>
            <pc:docMk/>
            <pc:sldMk cId="3029326289" sldId="2146845959"/>
            <ac:spMk id="8" creationId="{F5B43608-FEB3-4460-B36C-BAB298A6B473}"/>
          </ac:spMkLst>
        </pc:spChg>
        <pc:spChg chg="add mod">
          <ac:chgData name="Ken Popkin" userId="3c94c39e-c43b-4805-99ab-8da17777f1ac" providerId="ADAL" clId="{F16C0BA9-2BB7-491F-A920-1E1FD74F93D6}" dt="2021-02-23T23:18:56.066" v="309" actId="164"/>
          <ac:spMkLst>
            <pc:docMk/>
            <pc:sldMk cId="3029326289" sldId="2146845959"/>
            <ac:spMk id="12" creationId="{3C2FF88A-B339-4E6C-874D-703C4D5A4026}"/>
          </ac:spMkLst>
        </pc:spChg>
        <pc:spChg chg="add mod">
          <ac:chgData name="Ken Popkin" userId="3c94c39e-c43b-4805-99ab-8da17777f1ac" providerId="ADAL" clId="{F16C0BA9-2BB7-491F-A920-1E1FD74F93D6}" dt="2021-02-23T23:18:56.066" v="309" actId="164"/>
          <ac:spMkLst>
            <pc:docMk/>
            <pc:sldMk cId="3029326289" sldId="2146845959"/>
            <ac:spMk id="15" creationId="{2FDA277B-D72B-4DEE-8463-64110803AFF1}"/>
          </ac:spMkLst>
        </pc:spChg>
        <pc:grpChg chg="add mod">
          <ac:chgData name="Ken Popkin" userId="3c94c39e-c43b-4805-99ab-8da17777f1ac" providerId="ADAL" clId="{F16C0BA9-2BB7-491F-A920-1E1FD74F93D6}" dt="2021-02-23T23:19:00.400" v="310" actId="1076"/>
          <ac:grpSpMkLst>
            <pc:docMk/>
            <pc:sldMk cId="3029326289" sldId="2146845959"/>
            <ac:grpSpMk id="16" creationId="{1956D74F-946D-47C3-8AF0-904A4C9B2A6B}"/>
          </ac:grpSpMkLst>
        </pc:grpChg>
        <pc:graphicFrameChg chg="add mod modGraphic">
          <ac:chgData name="Ken Popkin" userId="3c94c39e-c43b-4805-99ab-8da17777f1ac" providerId="ADAL" clId="{F16C0BA9-2BB7-491F-A920-1E1FD74F93D6}" dt="2021-02-23T23:19:14.465" v="311" actId="113"/>
          <ac:graphicFrameMkLst>
            <pc:docMk/>
            <pc:sldMk cId="3029326289" sldId="2146845959"/>
            <ac:graphicFrameMk id="9" creationId="{8B6A4E45-F7A7-44C9-BA54-62B518AA9981}"/>
          </ac:graphicFrameMkLst>
        </pc:graphicFrameChg>
        <pc:picChg chg="add mod">
          <ac:chgData name="Ken Popkin" userId="3c94c39e-c43b-4805-99ab-8da17777f1ac" providerId="ADAL" clId="{F16C0BA9-2BB7-491F-A920-1E1FD74F93D6}" dt="2021-02-23T23:18:56.066" v="309" actId="164"/>
          <ac:picMkLst>
            <pc:docMk/>
            <pc:sldMk cId="3029326289" sldId="2146845959"/>
            <ac:picMk id="11" creationId="{54074386-1B4D-433A-B307-0A3264F5BCD6}"/>
          </ac:picMkLst>
        </pc:picChg>
        <pc:picChg chg="add mod">
          <ac:chgData name="Ken Popkin" userId="3c94c39e-c43b-4805-99ab-8da17777f1ac" providerId="ADAL" clId="{F16C0BA9-2BB7-491F-A920-1E1FD74F93D6}" dt="2021-02-23T23:18:56.066" v="309" actId="164"/>
          <ac:picMkLst>
            <pc:docMk/>
            <pc:sldMk cId="3029326289" sldId="2146845959"/>
            <ac:picMk id="14" creationId="{3ADD264A-690D-43A5-B76E-4C6FC673F392}"/>
          </ac:picMkLst>
        </pc:picChg>
      </pc:sldChg>
      <pc:sldChg chg="addSp delSp modSp add mod ord">
        <pc:chgData name="Ken Popkin" userId="3c94c39e-c43b-4805-99ab-8da17777f1ac" providerId="ADAL" clId="{F16C0BA9-2BB7-491F-A920-1E1FD74F93D6}" dt="2021-03-09T20:48:27.192" v="4678" actId="20577"/>
        <pc:sldMkLst>
          <pc:docMk/>
          <pc:sldMk cId="1405030134" sldId="2146845974"/>
        </pc:sldMkLst>
        <pc:spChg chg="add mod">
          <ac:chgData name="Ken Popkin" userId="3c94c39e-c43b-4805-99ab-8da17777f1ac" providerId="ADAL" clId="{F16C0BA9-2BB7-491F-A920-1E1FD74F93D6}" dt="2021-03-09T19:23:09.992" v="1631" actId="1035"/>
          <ac:spMkLst>
            <pc:docMk/>
            <pc:sldMk cId="1405030134" sldId="2146845974"/>
            <ac:spMk id="2" creationId="{3415D7D4-3680-4192-A583-D468CFFCF507}"/>
          </ac:spMkLst>
        </pc:spChg>
        <pc:spChg chg="add mod ord">
          <ac:chgData name="Ken Popkin" userId="3c94c39e-c43b-4805-99ab-8da17777f1ac" providerId="ADAL" clId="{F16C0BA9-2BB7-491F-A920-1E1FD74F93D6}" dt="2021-03-09T20:38:22.657" v="4380" actId="207"/>
          <ac:spMkLst>
            <pc:docMk/>
            <pc:sldMk cId="1405030134" sldId="2146845974"/>
            <ac:spMk id="3" creationId="{5A5180D7-8212-4090-B8EF-4982B97E608D}"/>
          </ac:spMkLst>
        </pc:spChg>
        <pc:spChg chg="add mod">
          <ac:chgData name="Ken Popkin" userId="3c94c39e-c43b-4805-99ab-8da17777f1ac" providerId="ADAL" clId="{F16C0BA9-2BB7-491F-A920-1E1FD74F93D6}" dt="2021-03-09T17:25:59.115" v="1168" actId="1037"/>
          <ac:spMkLst>
            <pc:docMk/>
            <pc:sldMk cId="1405030134" sldId="2146845974"/>
            <ac:spMk id="4" creationId="{44B068CB-20EF-4B23-B9E2-24273B4407F3}"/>
          </ac:spMkLst>
        </pc:spChg>
        <pc:spChg chg="add del mod">
          <ac:chgData name="Ken Popkin" userId="3c94c39e-c43b-4805-99ab-8da17777f1ac" providerId="ADAL" clId="{F16C0BA9-2BB7-491F-A920-1E1FD74F93D6}" dt="2021-03-09T19:51:51.832" v="2936" actId="478"/>
          <ac:spMkLst>
            <pc:docMk/>
            <pc:sldMk cId="1405030134" sldId="2146845974"/>
            <ac:spMk id="8" creationId="{4D1F4D28-7D3F-4E18-8A96-D05F7831CBC4}"/>
          </ac:spMkLst>
        </pc:spChg>
        <pc:spChg chg="add mod">
          <ac:chgData name="Ken Popkin" userId="3c94c39e-c43b-4805-99ab-8da17777f1ac" providerId="ADAL" clId="{F16C0BA9-2BB7-491F-A920-1E1FD74F93D6}" dt="2021-03-09T19:52:51.423" v="2981" actId="164"/>
          <ac:spMkLst>
            <pc:docMk/>
            <pc:sldMk cId="1405030134" sldId="2146845974"/>
            <ac:spMk id="9" creationId="{2A9E9755-399A-44C5-BD3B-C389D758A086}"/>
          </ac:spMkLst>
        </pc:spChg>
        <pc:spChg chg="mod">
          <ac:chgData name="Ken Popkin" userId="3c94c39e-c43b-4805-99ab-8da17777f1ac" providerId="ADAL" clId="{F16C0BA9-2BB7-491F-A920-1E1FD74F93D6}" dt="2021-03-09T19:28:16.344" v="1844" actId="20577"/>
          <ac:spMkLst>
            <pc:docMk/>
            <pc:sldMk cId="1405030134" sldId="2146845974"/>
            <ac:spMk id="10" creationId="{A78988CF-C0D9-4564-A18C-624985AA8302}"/>
          </ac:spMkLst>
        </pc:spChg>
        <pc:spChg chg="add mod">
          <ac:chgData name="Ken Popkin" userId="3c94c39e-c43b-4805-99ab-8da17777f1ac" providerId="ADAL" clId="{F16C0BA9-2BB7-491F-A920-1E1FD74F93D6}" dt="2021-03-09T20:03:51.623" v="3280" actId="122"/>
          <ac:spMkLst>
            <pc:docMk/>
            <pc:sldMk cId="1405030134" sldId="2146845974"/>
            <ac:spMk id="15" creationId="{109AD77D-D3ED-49F9-AA93-B5A906356E5A}"/>
          </ac:spMkLst>
        </pc:spChg>
        <pc:spChg chg="add mod">
          <ac:chgData name="Ken Popkin" userId="3c94c39e-c43b-4805-99ab-8da17777f1ac" providerId="ADAL" clId="{F16C0BA9-2BB7-491F-A920-1E1FD74F93D6}" dt="2021-03-09T19:23:09.992" v="1631" actId="1035"/>
          <ac:spMkLst>
            <pc:docMk/>
            <pc:sldMk cId="1405030134" sldId="2146845974"/>
            <ac:spMk id="16" creationId="{CA8E94CF-63FF-4642-814A-BBA8D41FE39A}"/>
          </ac:spMkLst>
        </pc:spChg>
        <pc:spChg chg="add del mod">
          <ac:chgData name="Ken Popkin" userId="3c94c39e-c43b-4805-99ab-8da17777f1ac" providerId="ADAL" clId="{F16C0BA9-2BB7-491F-A920-1E1FD74F93D6}" dt="2021-03-09T19:20:29.692" v="1506" actId="478"/>
          <ac:spMkLst>
            <pc:docMk/>
            <pc:sldMk cId="1405030134" sldId="2146845974"/>
            <ac:spMk id="18" creationId="{B3C8660B-B1CB-4EEC-8D1B-5871D2781BBB}"/>
          </ac:spMkLst>
        </pc:spChg>
        <pc:spChg chg="add mod">
          <ac:chgData name="Ken Popkin" userId="3c94c39e-c43b-4805-99ab-8da17777f1ac" providerId="ADAL" clId="{F16C0BA9-2BB7-491F-A920-1E1FD74F93D6}" dt="2021-03-09T17:19:08.557" v="902" actId="6549"/>
          <ac:spMkLst>
            <pc:docMk/>
            <pc:sldMk cId="1405030134" sldId="2146845974"/>
            <ac:spMk id="19" creationId="{87E63596-5D10-4F0A-B1D2-EAB03556FF04}"/>
          </ac:spMkLst>
        </pc:spChg>
        <pc:spChg chg="add mod ord">
          <ac:chgData name="Ken Popkin" userId="3c94c39e-c43b-4805-99ab-8da17777f1ac" providerId="ADAL" clId="{F16C0BA9-2BB7-491F-A920-1E1FD74F93D6}" dt="2021-03-09T17:08:32.516" v="511" actId="164"/>
          <ac:spMkLst>
            <pc:docMk/>
            <pc:sldMk cId="1405030134" sldId="2146845974"/>
            <ac:spMk id="20" creationId="{3BA0BD81-31DB-426A-AC99-F829432AD43D}"/>
          </ac:spMkLst>
        </pc:spChg>
        <pc:spChg chg="add del mod">
          <ac:chgData name="Ken Popkin" userId="3c94c39e-c43b-4805-99ab-8da17777f1ac" providerId="ADAL" clId="{F16C0BA9-2BB7-491F-A920-1E1FD74F93D6}" dt="2021-03-09T19:39:36.576" v="2547" actId="478"/>
          <ac:spMkLst>
            <pc:docMk/>
            <pc:sldMk cId="1405030134" sldId="2146845974"/>
            <ac:spMk id="21" creationId="{A039CFD0-C3A8-4D8D-9D54-17613C608B5F}"/>
          </ac:spMkLst>
        </pc:spChg>
        <pc:spChg chg="add mod">
          <ac:chgData name="Ken Popkin" userId="3c94c39e-c43b-4805-99ab-8da17777f1ac" providerId="ADAL" clId="{F16C0BA9-2BB7-491F-A920-1E1FD74F93D6}" dt="2021-03-09T20:48:27.192" v="4678" actId="20577"/>
          <ac:spMkLst>
            <pc:docMk/>
            <pc:sldMk cId="1405030134" sldId="2146845974"/>
            <ac:spMk id="22" creationId="{30A10D0D-747D-41FA-AF5A-A207F4D58004}"/>
          </ac:spMkLst>
        </pc:spChg>
        <pc:spChg chg="add mod">
          <ac:chgData name="Ken Popkin" userId="3c94c39e-c43b-4805-99ab-8da17777f1ac" providerId="ADAL" clId="{F16C0BA9-2BB7-491F-A920-1E1FD74F93D6}" dt="2021-03-09T19:41:27.649" v="2586" actId="554"/>
          <ac:spMkLst>
            <pc:docMk/>
            <pc:sldMk cId="1405030134" sldId="2146845974"/>
            <ac:spMk id="23" creationId="{FD859B32-40EE-4F32-BA5D-A8C3C598327B}"/>
          </ac:spMkLst>
        </pc:spChg>
        <pc:spChg chg="add del mod">
          <ac:chgData name="Ken Popkin" userId="3c94c39e-c43b-4805-99ab-8da17777f1ac" providerId="ADAL" clId="{F16C0BA9-2BB7-491F-A920-1E1FD74F93D6}" dt="2021-03-09T19:39:33.829" v="2546" actId="478"/>
          <ac:spMkLst>
            <pc:docMk/>
            <pc:sldMk cId="1405030134" sldId="2146845974"/>
            <ac:spMk id="24" creationId="{6562CECC-A88E-4C51-95EB-8DBBE9FDAEA3}"/>
          </ac:spMkLst>
        </pc:spChg>
        <pc:spChg chg="add del mod">
          <ac:chgData name="Ken Popkin" userId="3c94c39e-c43b-4805-99ab-8da17777f1ac" providerId="ADAL" clId="{F16C0BA9-2BB7-491F-A920-1E1FD74F93D6}" dt="2021-03-09T19:38:13.233" v="2509" actId="478"/>
          <ac:spMkLst>
            <pc:docMk/>
            <pc:sldMk cId="1405030134" sldId="2146845974"/>
            <ac:spMk id="25" creationId="{3B14D7B5-6202-4BA2-BCD2-9BAFAA98D731}"/>
          </ac:spMkLst>
        </pc:spChg>
        <pc:spChg chg="add mod">
          <ac:chgData name="Ken Popkin" userId="3c94c39e-c43b-4805-99ab-8da17777f1ac" providerId="ADAL" clId="{F16C0BA9-2BB7-491F-A920-1E1FD74F93D6}" dt="2021-03-09T20:02:27.918" v="3224" actId="1076"/>
          <ac:spMkLst>
            <pc:docMk/>
            <pc:sldMk cId="1405030134" sldId="2146845974"/>
            <ac:spMk id="26" creationId="{92211282-4B21-42CC-9FFE-A1A4AB7A8487}"/>
          </ac:spMkLst>
        </pc:spChg>
        <pc:spChg chg="add mod">
          <ac:chgData name="Ken Popkin" userId="3c94c39e-c43b-4805-99ab-8da17777f1ac" providerId="ADAL" clId="{F16C0BA9-2BB7-491F-A920-1E1FD74F93D6}" dt="2021-03-09T19:41:27.649" v="2586" actId="554"/>
          <ac:spMkLst>
            <pc:docMk/>
            <pc:sldMk cId="1405030134" sldId="2146845974"/>
            <ac:spMk id="27" creationId="{BB366935-10D4-4E2F-B87F-84BE2D8DACCF}"/>
          </ac:spMkLst>
        </pc:spChg>
        <pc:spChg chg="add mod">
          <ac:chgData name="Ken Popkin" userId="3c94c39e-c43b-4805-99ab-8da17777f1ac" providerId="ADAL" clId="{F16C0BA9-2BB7-491F-A920-1E1FD74F93D6}" dt="2021-03-09T20:02:19.874" v="3223" actId="1076"/>
          <ac:spMkLst>
            <pc:docMk/>
            <pc:sldMk cId="1405030134" sldId="2146845974"/>
            <ac:spMk id="28" creationId="{441262D6-1B79-47A3-9609-6152D3A48797}"/>
          </ac:spMkLst>
        </pc:spChg>
        <pc:spChg chg="add mod">
          <ac:chgData name="Ken Popkin" userId="3c94c39e-c43b-4805-99ab-8da17777f1ac" providerId="ADAL" clId="{F16C0BA9-2BB7-491F-A920-1E1FD74F93D6}" dt="2021-03-09T19:52:51.423" v="2981" actId="164"/>
          <ac:spMkLst>
            <pc:docMk/>
            <pc:sldMk cId="1405030134" sldId="2146845974"/>
            <ac:spMk id="29" creationId="{27F8C3B4-6E24-48D2-8626-C9619A7B0D26}"/>
          </ac:spMkLst>
        </pc:spChg>
        <pc:spChg chg="add mod">
          <ac:chgData name="Ken Popkin" userId="3c94c39e-c43b-4805-99ab-8da17777f1ac" providerId="ADAL" clId="{F16C0BA9-2BB7-491F-A920-1E1FD74F93D6}" dt="2021-03-09T20:38:20.967" v="4379" actId="207"/>
          <ac:spMkLst>
            <pc:docMk/>
            <pc:sldMk cId="1405030134" sldId="2146845974"/>
            <ac:spMk id="31" creationId="{2BB5A140-4E9B-469C-943B-0A613219ABA8}"/>
          </ac:spMkLst>
        </pc:spChg>
        <pc:spChg chg="add mod">
          <ac:chgData name="Ken Popkin" userId="3c94c39e-c43b-4805-99ab-8da17777f1ac" providerId="ADAL" clId="{F16C0BA9-2BB7-491F-A920-1E1FD74F93D6}" dt="2021-03-09T20:01:48.324" v="3221" actId="1076"/>
          <ac:spMkLst>
            <pc:docMk/>
            <pc:sldMk cId="1405030134" sldId="2146845974"/>
            <ac:spMk id="33" creationId="{4D797708-BB4D-499B-9A9E-1AB505FFF060}"/>
          </ac:spMkLst>
        </pc:spChg>
        <pc:spChg chg="add mod">
          <ac:chgData name="Ken Popkin" userId="3c94c39e-c43b-4805-99ab-8da17777f1ac" providerId="ADAL" clId="{F16C0BA9-2BB7-491F-A920-1E1FD74F93D6}" dt="2021-03-09T20:05:44.114" v="3306" actId="6549"/>
          <ac:spMkLst>
            <pc:docMk/>
            <pc:sldMk cId="1405030134" sldId="2146845974"/>
            <ac:spMk id="34" creationId="{7974F962-7D7C-46F4-BAD5-B96BC7C4CDD0}"/>
          </ac:spMkLst>
        </pc:spChg>
        <pc:grpChg chg="add mod">
          <ac:chgData name="Ken Popkin" userId="3c94c39e-c43b-4805-99ab-8da17777f1ac" providerId="ADAL" clId="{F16C0BA9-2BB7-491F-A920-1E1FD74F93D6}" dt="2021-03-09T19:23:09.992" v="1631" actId="1035"/>
          <ac:grpSpMkLst>
            <pc:docMk/>
            <pc:sldMk cId="1405030134" sldId="2146845974"/>
            <ac:grpSpMk id="5" creationId="{07D3C7B2-6DE5-4593-9333-F90C7AC4C928}"/>
          </ac:grpSpMkLst>
        </pc:grpChg>
        <pc:grpChg chg="add del mod">
          <ac:chgData name="Ken Popkin" userId="3c94c39e-c43b-4805-99ab-8da17777f1ac" providerId="ADAL" clId="{F16C0BA9-2BB7-491F-A920-1E1FD74F93D6}" dt="2021-03-09T19:54:37.152" v="3044" actId="478"/>
          <ac:grpSpMkLst>
            <pc:docMk/>
            <pc:sldMk cId="1405030134" sldId="2146845974"/>
            <ac:grpSpMk id="11" creationId="{2771D3EF-98C5-4468-ACD8-BEB96A9FC9A3}"/>
          </ac:grpSpMkLst>
        </pc:grpChg>
        <pc:grpChg chg="del">
          <ac:chgData name="Ken Popkin" userId="3c94c39e-c43b-4805-99ab-8da17777f1ac" providerId="ADAL" clId="{F16C0BA9-2BB7-491F-A920-1E1FD74F93D6}" dt="2021-03-09T17:03:32.908" v="326" actId="478"/>
          <ac:grpSpMkLst>
            <pc:docMk/>
            <pc:sldMk cId="1405030134" sldId="2146845974"/>
            <ac:grpSpMk id="54" creationId="{BF941AD9-3512-4F7B-B463-239306E7F369}"/>
          </ac:grpSpMkLst>
        </pc:grpChg>
        <pc:cxnChg chg="add del mod">
          <ac:chgData name="Ken Popkin" userId="3c94c39e-c43b-4805-99ab-8da17777f1ac" providerId="ADAL" clId="{F16C0BA9-2BB7-491F-A920-1E1FD74F93D6}" dt="2021-03-09T19:55:42.021" v="3092" actId="478"/>
          <ac:cxnSpMkLst>
            <pc:docMk/>
            <pc:sldMk cId="1405030134" sldId="2146845974"/>
            <ac:cxnSpMk id="7" creationId="{020F3595-DE9A-4957-96F0-1374925F54A1}"/>
          </ac:cxnSpMkLst>
        </pc:cxnChg>
        <pc:cxnChg chg="add del mod">
          <ac:chgData name="Ken Popkin" userId="3c94c39e-c43b-4805-99ab-8da17777f1ac" providerId="ADAL" clId="{F16C0BA9-2BB7-491F-A920-1E1FD74F93D6}" dt="2021-03-09T17:20:52.271" v="946" actId="478"/>
          <ac:cxnSpMkLst>
            <pc:docMk/>
            <pc:sldMk cId="1405030134" sldId="2146845974"/>
            <ac:cxnSpMk id="9" creationId="{1E27AF9D-9582-42BD-86B0-AA8D4F15394B}"/>
          </ac:cxnSpMkLst>
        </pc:cxnChg>
        <pc:cxnChg chg="add del mod">
          <ac:chgData name="Ken Popkin" userId="3c94c39e-c43b-4805-99ab-8da17777f1ac" providerId="ADAL" clId="{F16C0BA9-2BB7-491F-A920-1E1FD74F93D6}" dt="2021-03-09T19:14:50.982" v="1330" actId="478"/>
          <ac:cxnSpMkLst>
            <pc:docMk/>
            <pc:sldMk cId="1405030134" sldId="2146845974"/>
            <ac:cxnSpMk id="12" creationId="{909B5DD0-5FC5-49DA-BF94-CEFF31D21D98}"/>
          </ac:cxnSpMkLst>
        </pc:cxnChg>
        <pc:cxnChg chg="add del mod">
          <ac:chgData name="Ken Popkin" userId="3c94c39e-c43b-4805-99ab-8da17777f1ac" providerId="ADAL" clId="{F16C0BA9-2BB7-491F-A920-1E1FD74F93D6}" dt="2021-03-09T19:14:53.490" v="1331" actId="478"/>
          <ac:cxnSpMkLst>
            <pc:docMk/>
            <pc:sldMk cId="1405030134" sldId="2146845974"/>
            <ac:cxnSpMk id="32" creationId="{21FFC337-C82F-4E4B-B7C2-9F8F91AC0C5E}"/>
          </ac:cxnSpMkLst>
        </pc:cxnChg>
      </pc:sldChg>
      <pc:sldChg chg="add ord">
        <pc:chgData name="Ken Popkin" userId="3c94c39e-c43b-4805-99ab-8da17777f1ac" providerId="ADAL" clId="{F16C0BA9-2BB7-491F-A920-1E1FD74F93D6}" dt="2021-03-09T19:29:43.485" v="1941"/>
        <pc:sldMkLst>
          <pc:docMk/>
          <pc:sldMk cId="3188655382" sldId="2146845975"/>
        </pc:sldMkLst>
      </pc:sldChg>
      <pc:sldChg chg="modSp add mod ord">
        <pc:chgData name="Ken Popkin" userId="3c94c39e-c43b-4805-99ab-8da17777f1ac" providerId="ADAL" clId="{F16C0BA9-2BB7-491F-A920-1E1FD74F93D6}" dt="2021-03-09T20:55:08.624" v="4723" actId="1076"/>
        <pc:sldMkLst>
          <pc:docMk/>
          <pc:sldMk cId="3445609876" sldId="2146845976"/>
        </pc:sldMkLst>
        <pc:spChg chg="mod">
          <ac:chgData name="Ken Popkin" userId="3c94c39e-c43b-4805-99ab-8da17777f1ac" providerId="ADAL" clId="{F16C0BA9-2BB7-491F-A920-1E1FD74F93D6}" dt="2021-03-09T20:03:29.839" v="3273" actId="207"/>
          <ac:spMkLst>
            <pc:docMk/>
            <pc:sldMk cId="3445609876" sldId="2146845976"/>
            <ac:spMk id="10" creationId="{A78988CF-C0D9-4564-A18C-624985AA8302}"/>
          </ac:spMkLst>
        </pc:spChg>
        <pc:graphicFrameChg chg="mod modGraphic">
          <ac:chgData name="Ken Popkin" userId="3c94c39e-c43b-4805-99ab-8da17777f1ac" providerId="ADAL" clId="{F16C0BA9-2BB7-491F-A920-1E1FD74F93D6}" dt="2021-03-09T20:55:08.624" v="4723" actId="1076"/>
          <ac:graphicFrameMkLst>
            <pc:docMk/>
            <pc:sldMk cId="3445609876" sldId="2146845976"/>
            <ac:graphicFrameMk id="8" creationId="{11C6AFA9-D17F-472D-97FC-23D5883BB9C0}"/>
          </ac:graphicFrameMkLst>
        </pc:graphicFrameChg>
      </pc:sldChg>
      <pc:sldChg chg="modSp add mod">
        <pc:chgData name="Ken Popkin" userId="3c94c39e-c43b-4805-99ab-8da17777f1ac" providerId="ADAL" clId="{F16C0BA9-2BB7-491F-A920-1E1FD74F93D6}" dt="2021-03-09T21:03:49.693" v="5003" actId="1036"/>
        <pc:sldMkLst>
          <pc:docMk/>
          <pc:sldMk cId="1621579523" sldId="2146845977"/>
        </pc:sldMkLst>
        <pc:spChg chg="mod">
          <ac:chgData name="Ken Popkin" userId="3c94c39e-c43b-4805-99ab-8da17777f1ac" providerId="ADAL" clId="{F16C0BA9-2BB7-491F-A920-1E1FD74F93D6}" dt="2021-03-09T21:03:42.028" v="4972" actId="20577"/>
          <ac:spMkLst>
            <pc:docMk/>
            <pc:sldMk cId="1621579523" sldId="2146845977"/>
            <ac:spMk id="10" creationId="{A78988CF-C0D9-4564-A18C-624985AA8302}"/>
          </ac:spMkLst>
        </pc:spChg>
        <pc:spChg chg="mod">
          <ac:chgData name="Ken Popkin" userId="3c94c39e-c43b-4805-99ab-8da17777f1ac" providerId="ADAL" clId="{F16C0BA9-2BB7-491F-A920-1E1FD74F93D6}" dt="2021-03-09T21:01:37.195" v="4843" actId="255"/>
          <ac:spMkLst>
            <pc:docMk/>
            <pc:sldMk cId="1621579523" sldId="2146845977"/>
            <ac:spMk id="41" creationId="{0750FBB1-C718-427A-8ACD-A95952A1F513}"/>
          </ac:spMkLst>
        </pc:spChg>
        <pc:spChg chg="mod">
          <ac:chgData name="Ken Popkin" userId="3c94c39e-c43b-4805-99ab-8da17777f1ac" providerId="ADAL" clId="{F16C0BA9-2BB7-491F-A920-1E1FD74F93D6}" dt="2021-03-09T21:01:37.195" v="4843" actId="255"/>
          <ac:spMkLst>
            <pc:docMk/>
            <pc:sldMk cId="1621579523" sldId="2146845977"/>
            <ac:spMk id="42" creationId="{D698F34E-5E77-4F66-8D3D-37493B526D4F}"/>
          </ac:spMkLst>
        </pc:spChg>
        <pc:spChg chg="mod">
          <ac:chgData name="Ken Popkin" userId="3c94c39e-c43b-4805-99ab-8da17777f1ac" providerId="ADAL" clId="{F16C0BA9-2BB7-491F-A920-1E1FD74F93D6}" dt="2021-03-09T21:01:37.195" v="4843" actId="255"/>
          <ac:spMkLst>
            <pc:docMk/>
            <pc:sldMk cId="1621579523" sldId="2146845977"/>
            <ac:spMk id="43" creationId="{405CEDBF-EA80-4FF2-B646-34ACBBF584D8}"/>
          </ac:spMkLst>
        </pc:spChg>
        <pc:spChg chg="mod">
          <ac:chgData name="Ken Popkin" userId="3c94c39e-c43b-4805-99ab-8da17777f1ac" providerId="ADAL" clId="{F16C0BA9-2BB7-491F-A920-1E1FD74F93D6}" dt="2021-03-09T21:01:43.671" v="4844" actId="255"/>
          <ac:spMkLst>
            <pc:docMk/>
            <pc:sldMk cId="1621579523" sldId="2146845977"/>
            <ac:spMk id="44" creationId="{D9752919-53EE-406D-A1FF-5942CFEA22AE}"/>
          </ac:spMkLst>
        </pc:spChg>
        <pc:spChg chg="mod">
          <ac:chgData name="Ken Popkin" userId="3c94c39e-c43b-4805-99ab-8da17777f1ac" providerId="ADAL" clId="{F16C0BA9-2BB7-491F-A920-1E1FD74F93D6}" dt="2021-03-09T21:02:57.597" v="4865" actId="1037"/>
          <ac:spMkLst>
            <pc:docMk/>
            <pc:sldMk cId="1621579523" sldId="2146845977"/>
            <ac:spMk id="49" creationId="{0AEFC690-3C95-4F92-A3B3-6E6F04817297}"/>
          </ac:spMkLst>
        </pc:spChg>
        <pc:spChg chg="mod">
          <ac:chgData name="Ken Popkin" userId="3c94c39e-c43b-4805-99ab-8da17777f1ac" providerId="ADAL" clId="{F16C0BA9-2BB7-491F-A920-1E1FD74F93D6}" dt="2021-03-09T21:02:14.795" v="4847" actId="255"/>
          <ac:spMkLst>
            <pc:docMk/>
            <pc:sldMk cId="1621579523" sldId="2146845977"/>
            <ac:spMk id="50" creationId="{300021EF-427A-4D0E-B6E6-8C0706DC3060}"/>
          </ac:spMkLst>
        </pc:spChg>
        <pc:spChg chg="mod">
          <ac:chgData name="Ken Popkin" userId="3c94c39e-c43b-4805-99ab-8da17777f1ac" providerId="ADAL" clId="{F16C0BA9-2BB7-491F-A920-1E1FD74F93D6}" dt="2021-03-09T21:03:06.647" v="4884" actId="1038"/>
          <ac:spMkLst>
            <pc:docMk/>
            <pc:sldMk cId="1621579523" sldId="2146845977"/>
            <ac:spMk id="51" creationId="{FE288D11-7038-402B-848F-FB5A99378125}"/>
          </ac:spMkLst>
        </pc:spChg>
        <pc:grpChg chg="mod">
          <ac:chgData name="Ken Popkin" userId="3c94c39e-c43b-4805-99ab-8da17777f1ac" providerId="ADAL" clId="{F16C0BA9-2BB7-491F-A920-1E1FD74F93D6}" dt="2021-03-09T21:03:49.693" v="5003" actId="1036"/>
          <ac:grpSpMkLst>
            <pc:docMk/>
            <pc:sldMk cId="1621579523" sldId="2146845977"/>
            <ac:grpSpMk id="54" creationId="{BF941AD9-3512-4F7B-B463-239306E7F369}"/>
          </ac:grpSpMkLst>
        </pc:grpChg>
        <pc:picChg chg="mod">
          <ac:chgData name="Ken Popkin" userId="3c94c39e-c43b-4805-99ab-8da17777f1ac" providerId="ADAL" clId="{F16C0BA9-2BB7-491F-A920-1E1FD74F93D6}" dt="2021-03-09T21:03:16.801" v="4920" actId="1038"/>
          <ac:picMkLst>
            <pc:docMk/>
            <pc:sldMk cId="1621579523" sldId="2146845977"/>
            <ac:picMk id="52" creationId="{7F668519-5CFB-4EC5-BAA8-2E8E7DA73248}"/>
          </ac:picMkLst>
        </pc:picChg>
        <pc:picChg chg="mod">
          <ac:chgData name="Ken Popkin" userId="3c94c39e-c43b-4805-99ab-8da17777f1ac" providerId="ADAL" clId="{F16C0BA9-2BB7-491F-A920-1E1FD74F93D6}" dt="2021-03-09T20:47:43.724" v="4676" actId="1038"/>
          <ac:picMkLst>
            <pc:docMk/>
            <pc:sldMk cId="1621579523" sldId="2146845977"/>
            <ac:picMk id="53" creationId="{AA293B1F-E6E2-49CA-8ECA-07577FE1B7CD}"/>
          </ac:picMkLst>
        </pc:picChg>
      </pc:sldChg>
    </pc:docChg>
  </pc:docChgLst>
  <pc:docChgLst>
    <pc:chgData name="Ken Popkin" userId="3c94c39e-c43b-4805-99ab-8da17777f1ac" providerId="ADAL" clId="{68297F89-6131-44AD-9F8E-85397584873C}"/>
    <pc:docChg chg="undo custSel addSld delSld modSld sldOrd modSection">
      <pc:chgData name="Ken Popkin" userId="3c94c39e-c43b-4805-99ab-8da17777f1ac" providerId="ADAL" clId="{68297F89-6131-44AD-9F8E-85397584873C}" dt="2021-04-22T12:59:38.635" v="7681"/>
      <pc:docMkLst>
        <pc:docMk/>
      </pc:docMkLst>
      <pc:sldChg chg="modSp mod ord">
        <pc:chgData name="Ken Popkin" userId="3c94c39e-c43b-4805-99ab-8da17777f1ac" providerId="ADAL" clId="{68297F89-6131-44AD-9F8E-85397584873C}" dt="2021-04-09T21:53:51.723" v="6641" actId="20577"/>
        <pc:sldMkLst>
          <pc:docMk/>
          <pc:sldMk cId="1353059238" sldId="5614"/>
        </pc:sldMkLst>
        <pc:spChg chg="mod">
          <ac:chgData name="Ken Popkin" userId="3c94c39e-c43b-4805-99ab-8da17777f1ac" providerId="ADAL" clId="{68297F89-6131-44AD-9F8E-85397584873C}" dt="2021-04-09T14:53:10.137" v="3471" actId="20577"/>
          <ac:spMkLst>
            <pc:docMk/>
            <pc:sldMk cId="1353059238" sldId="5614"/>
            <ac:spMk id="4" creationId="{FA8CCE2E-4E27-421F-B61B-BA79E1C45D4E}"/>
          </ac:spMkLst>
        </pc:spChg>
        <pc:spChg chg="mod">
          <ac:chgData name="Ken Popkin" userId="3c94c39e-c43b-4805-99ab-8da17777f1ac" providerId="ADAL" clId="{68297F89-6131-44AD-9F8E-85397584873C}" dt="2021-04-09T21:53:51.723" v="6641" actId="20577"/>
          <ac:spMkLst>
            <pc:docMk/>
            <pc:sldMk cId="1353059238" sldId="5614"/>
            <ac:spMk id="6" creationId="{CDD39DEB-5925-4BA9-8103-1B0E575C1ABC}"/>
          </ac:spMkLst>
        </pc:spChg>
        <pc:spChg chg="mod">
          <ac:chgData name="Ken Popkin" userId="3c94c39e-c43b-4805-99ab-8da17777f1ac" providerId="ADAL" clId="{68297F89-6131-44AD-9F8E-85397584873C}" dt="2021-04-09T14:20:03.926" v="3452" actId="20577"/>
          <ac:spMkLst>
            <pc:docMk/>
            <pc:sldMk cId="1353059238" sldId="5614"/>
            <ac:spMk id="8" creationId="{75519D4A-774D-414D-B8A8-0D4EB5641677}"/>
          </ac:spMkLst>
        </pc:spChg>
        <pc:spChg chg="mod">
          <ac:chgData name="Ken Popkin" userId="3c94c39e-c43b-4805-99ab-8da17777f1ac" providerId="ADAL" clId="{68297F89-6131-44AD-9F8E-85397584873C}" dt="2021-04-09T14:19:58.932" v="3445" actId="20577"/>
          <ac:spMkLst>
            <pc:docMk/>
            <pc:sldMk cId="1353059238" sldId="5614"/>
            <ac:spMk id="17" creationId="{7FED2470-28CD-4AFF-9BDB-09FA618CDF4C}"/>
          </ac:spMkLst>
        </pc:spChg>
      </pc:sldChg>
      <pc:sldChg chg="del">
        <pc:chgData name="Ken Popkin" userId="3c94c39e-c43b-4805-99ab-8da17777f1ac" providerId="ADAL" clId="{68297F89-6131-44AD-9F8E-85397584873C}" dt="2021-03-26T15:43:33.118" v="3127" actId="47"/>
        <pc:sldMkLst>
          <pc:docMk/>
          <pc:sldMk cId="93243010" sldId="7428"/>
        </pc:sldMkLst>
      </pc:sldChg>
      <pc:sldChg chg="ord">
        <pc:chgData name="Ken Popkin" userId="3c94c39e-c43b-4805-99ab-8da17777f1ac" providerId="ADAL" clId="{68297F89-6131-44AD-9F8E-85397584873C}" dt="2021-04-22T12:59:38.635" v="7681"/>
        <pc:sldMkLst>
          <pc:docMk/>
          <pc:sldMk cId="2678786716" sldId="2142532606"/>
        </pc:sldMkLst>
      </pc:sldChg>
      <pc:sldChg chg="addSp delSp modSp del mod ord setBg">
        <pc:chgData name="Ken Popkin" userId="3c94c39e-c43b-4805-99ab-8da17777f1ac" providerId="ADAL" clId="{68297F89-6131-44AD-9F8E-85397584873C}" dt="2021-04-10T00:05:07.863" v="7240" actId="47"/>
        <pc:sldMkLst>
          <pc:docMk/>
          <pc:sldMk cId="859232145" sldId="2146845971"/>
        </pc:sldMkLst>
        <pc:spChg chg="del mod">
          <ac:chgData name="Ken Popkin" userId="3c94c39e-c43b-4805-99ab-8da17777f1ac" providerId="ADAL" clId="{68297F89-6131-44AD-9F8E-85397584873C}" dt="2021-03-23T20:29:24.720" v="156" actId="478"/>
          <ac:spMkLst>
            <pc:docMk/>
            <pc:sldMk cId="859232145" sldId="2146845971"/>
            <ac:spMk id="2" creationId="{09881806-26FA-4FEE-95C5-D3CCFAEAD601}"/>
          </ac:spMkLst>
        </pc:spChg>
        <pc:spChg chg="del">
          <ac:chgData name="Ken Popkin" userId="3c94c39e-c43b-4805-99ab-8da17777f1ac" providerId="ADAL" clId="{68297F89-6131-44AD-9F8E-85397584873C}" dt="2021-03-23T20:14:54.637" v="83" actId="478"/>
          <ac:spMkLst>
            <pc:docMk/>
            <pc:sldMk cId="859232145" sldId="2146845971"/>
            <ac:spMk id="3" creationId="{36B7A1A3-ADBE-4786-BD7A-915DD7E68E8E}"/>
          </ac:spMkLst>
        </pc:spChg>
        <pc:spChg chg="add del mod">
          <ac:chgData name="Ken Popkin" userId="3c94c39e-c43b-4805-99ab-8da17777f1ac" providerId="ADAL" clId="{68297F89-6131-44AD-9F8E-85397584873C}" dt="2021-03-26T15:42:00.923" v="3122" actId="478"/>
          <ac:spMkLst>
            <pc:docMk/>
            <pc:sldMk cId="859232145" sldId="2146845971"/>
            <ac:spMk id="3" creationId="{98214B0A-7712-4151-94DA-009BBC633F1A}"/>
          </ac:spMkLst>
        </pc:spChg>
        <pc:spChg chg="add del mod">
          <ac:chgData name="Ken Popkin" userId="3c94c39e-c43b-4805-99ab-8da17777f1ac" providerId="ADAL" clId="{68297F89-6131-44AD-9F8E-85397584873C}" dt="2021-03-23T20:29:28.444" v="157" actId="478"/>
          <ac:spMkLst>
            <pc:docMk/>
            <pc:sldMk cId="859232145" sldId="2146845971"/>
            <ac:spMk id="8" creationId="{1AB21C35-7441-4F28-8759-2B665587043E}"/>
          </ac:spMkLst>
        </pc:spChg>
        <pc:spChg chg="del">
          <ac:chgData name="Ken Popkin" userId="3c94c39e-c43b-4805-99ab-8da17777f1ac" providerId="ADAL" clId="{68297F89-6131-44AD-9F8E-85397584873C}" dt="2021-03-23T20:14:23.959" v="61" actId="478"/>
          <ac:spMkLst>
            <pc:docMk/>
            <pc:sldMk cId="859232145" sldId="2146845971"/>
            <ac:spMk id="10" creationId="{14343C34-27C3-4137-B17F-5E8A53744555}"/>
          </ac:spMkLst>
        </pc:spChg>
        <pc:spChg chg="add mod">
          <ac:chgData name="Ken Popkin" userId="3c94c39e-c43b-4805-99ab-8da17777f1ac" providerId="ADAL" clId="{68297F89-6131-44AD-9F8E-85397584873C}" dt="2021-03-23T20:46:18.731" v="199" actId="1076"/>
          <ac:spMkLst>
            <pc:docMk/>
            <pc:sldMk cId="859232145" sldId="2146845971"/>
            <ac:spMk id="13" creationId="{04DDDABC-6927-4E13-AF05-243E9E003108}"/>
          </ac:spMkLst>
        </pc:spChg>
        <pc:spChg chg="add mod">
          <ac:chgData name="Ken Popkin" userId="3c94c39e-c43b-4805-99ab-8da17777f1ac" providerId="ADAL" clId="{68297F89-6131-44AD-9F8E-85397584873C}" dt="2021-03-26T15:43:00.690" v="3126"/>
          <ac:spMkLst>
            <pc:docMk/>
            <pc:sldMk cId="859232145" sldId="2146845971"/>
            <ac:spMk id="13" creationId="{1AF7881F-A81E-40DA-BFF9-DB64C657E5E5}"/>
          </ac:spMkLst>
        </pc:spChg>
        <pc:spChg chg="add mod">
          <ac:chgData name="Ken Popkin" userId="3c94c39e-c43b-4805-99ab-8da17777f1ac" providerId="ADAL" clId="{68297F89-6131-44AD-9F8E-85397584873C}" dt="2021-03-26T15:42:26.957" v="3123" actId="207"/>
          <ac:spMkLst>
            <pc:docMk/>
            <pc:sldMk cId="859232145" sldId="2146845971"/>
            <ac:spMk id="16" creationId="{3DC5E13E-84C8-4A48-9C10-7D4FFF65F2E1}"/>
          </ac:spMkLst>
        </pc:spChg>
        <pc:spChg chg="del mod">
          <ac:chgData name="Ken Popkin" userId="3c94c39e-c43b-4805-99ab-8da17777f1ac" providerId="ADAL" clId="{68297F89-6131-44AD-9F8E-85397584873C}" dt="2021-03-26T15:42:33.446" v="3124" actId="478"/>
          <ac:spMkLst>
            <pc:docMk/>
            <pc:sldMk cId="859232145" sldId="2146845971"/>
            <ac:spMk id="22" creationId="{93B6C7F0-3967-4A39-A878-CE368947C20D}"/>
          </ac:spMkLst>
        </pc:spChg>
        <pc:spChg chg="del">
          <ac:chgData name="Ken Popkin" userId="3c94c39e-c43b-4805-99ab-8da17777f1ac" providerId="ADAL" clId="{68297F89-6131-44AD-9F8E-85397584873C}" dt="2021-03-23T20:14:51.710" v="82" actId="478"/>
          <ac:spMkLst>
            <pc:docMk/>
            <pc:sldMk cId="859232145" sldId="2146845971"/>
            <ac:spMk id="90" creationId="{F108E085-3509-4B5D-8F00-E406CDC8D27B}"/>
          </ac:spMkLst>
        </pc:spChg>
        <pc:grpChg chg="add mod">
          <ac:chgData name="Ken Popkin" userId="3c94c39e-c43b-4805-99ab-8da17777f1ac" providerId="ADAL" clId="{68297F89-6131-44AD-9F8E-85397584873C}" dt="2021-03-26T13:46:00.041" v="268" actId="14100"/>
          <ac:grpSpMkLst>
            <pc:docMk/>
            <pc:sldMk cId="859232145" sldId="2146845971"/>
            <ac:grpSpMk id="9" creationId="{1A26EFCE-55FD-4F91-A60E-3C2DC3F725E7}"/>
          </ac:grpSpMkLst>
        </pc:grpChg>
        <pc:graphicFrameChg chg="del">
          <ac:chgData name="Ken Popkin" userId="3c94c39e-c43b-4805-99ab-8da17777f1ac" providerId="ADAL" clId="{68297F89-6131-44AD-9F8E-85397584873C}" dt="2021-03-23T20:14:49.016" v="81" actId="478"/>
          <ac:graphicFrameMkLst>
            <pc:docMk/>
            <pc:sldMk cId="859232145" sldId="2146845971"/>
            <ac:graphicFrameMk id="12" creationId="{96EC332B-23F2-4F6E-9044-3712989A4222}"/>
          </ac:graphicFrameMkLst>
        </pc:graphicFrameChg>
        <pc:picChg chg="add del mod">
          <ac:chgData name="Ken Popkin" userId="3c94c39e-c43b-4805-99ab-8da17777f1ac" providerId="ADAL" clId="{68297F89-6131-44AD-9F8E-85397584873C}" dt="2021-03-23T20:20:28.728" v="96" actId="478"/>
          <ac:picMkLst>
            <pc:docMk/>
            <pc:sldMk cId="859232145" sldId="2146845971"/>
            <ac:picMk id="8" creationId="{92BB9B87-C6B2-4855-BDB6-D7CFF6C10813}"/>
          </ac:picMkLst>
        </pc:picChg>
        <pc:picChg chg="add del mod">
          <ac:chgData name="Ken Popkin" userId="3c94c39e-c43b-4805-99ab-8da17777f1ac" providerId="ADAL" clId="{68297F89-6131-44AD-9F8E-85397584873C}" dt="2021-03-23T20:23:58.178" v="117" actId="478"/>
          <ac:picMkLst>
            <pc:docMk/>
            <pc:sldMk cId="859232145" sldId="2146845971"/>
            <ac:picMk id="11" creationId="{DC32D41D-F9E6-44B8-B11D-0C3DC38DCEBD}"/>
          </ac:picMkLst>
        </pc:picChg>
        <pc:picChg chg="add mod ord">
          <ac:chgData name="Ken Popkin" userId="3c94c39e-c43b-4805-99ab-8da17777f1ac" providerId="ADAL" clId="{68297F89-6131-44AD-9F8E-85397584873C}" dt="2021-03-23T20:30:00.795" v="166" actId="164"/>
          <ac:picMkLst>
            <pc:docMk/>
            <pc:sldMk cId="859232145" sldId="2146845971"/>
            <ac:picMk id="23" creationId="{22E5233B-235D-4D53-9EEC-73C99EE8B9A4}"/>
          </ac:picMkLst>
        </pc:picChg>
        <pc:cxnChg chg="add mod">
          <ac:chgData name="Ken Popkin" userId="3c94c39e-c43b-4805-99ab-8da17777f1ac" providerId="ADAL" clId="{68297F89-6131-44AD-9F8E-85397584873C}" dt="2021-03-23T20:30:00.795" v="166" actId="164"/>
          <ac:cxnSpMkLst>
            <pc:docMk/>
            <pc:sldMk cId="859232145" sldId="2146845971"/>
            <ac:cxnSpMk id="14" creationId="{BEA9A67B-17D3-4A00-A4C7-A08018EF0EF8}"/>
          </ac:cxnSpMkLst>
        </pc:cxnChg>
        <pc:cxnChg chg="add mod">
          <ac:chgData name="Ken Popkin" userId="3c94c39e-c43b-4805-99ab-8da17777f1ac" providerId="ADAL" clId="{68297F89-6131-44AD-9F8E-85397584873C}" dt="2021-03-23T20:30:00.795" v="166" actId="164"/>
          <ac:cxnSpMkLst>
            <pc:docMk/>
            <pc:sldMk cId="859232145" sldId="2146845971"/>
            <ac:cxnSpMk id="17" creationId="{C0FF894C-EAB7-4195-AB88-8C551501A271}"/>
          </ac:cxnSpMkLst>
        </pc:cxnChg>
        <pc:cxnChg chg="add mod">
          <ac:chgData name="Ken Popkin" userId="3c94c39e-c43b-4805-99ab-8da17777f1ac" providerId="ADAL" clId="{68297F89-6131-44AD-9F8E-85397584873C}" dt="2021-03-23T20:30:00.795" v="166" actId="164"/>
          <ac:cxnSpMkLst>
            <pc:docMk/>
            <pc:sldMk cId="859232145" sldId="2146845971"/>
            <ac:cxnSpMk id="19" creationId="{4CC49B4E-A5BB-4F59-85C0-2C427E828810}"/>
          </ac:cxnSpMkLst>
        </pc:cxnChg>
        <pc:cxnChg chg="add mod">
          <ac:chgData name="Ken Popkin" userId="3c94c39e-c43b-4805-99ab-8da17777f1ac" providerId="ADAL" clId="{68297F89-6131-44AD-9F8E-85397584873C}" dt="2021-03-23T20:30:00.795" v="166" actId="164"/>
          <ac:cxnSpMkLst>
            <pc:docMk/>
            <pc:sldMk cId="859232145" sldId="2146845971"/>
            <ac:cxnSpMk id="21" creationId="{6C512702-D4AA-4E69-A733-9990D830CD35}"/>
          </ac:cxnSpMkLst>
        </pc:cxnChg>
      </pc:sldChg>
      <pc:sldChg chg="modSp mod">
        <pc:chgData name="Ken Popkin" userId="3c94c39e-c43b-4805-99ab-8da17777f1ac" providerId="ADAL" clId="{68297F89-6131-44AD-9F8E-85397584873C}" dt="2021-03-26T13:44:01.511" v="261" actId="20577"/>
        <pc:sldMkLst>
          <pc:docMk/>
          <pc:sldMk cId="2130153696" sldId="2146845973"/>
        </pc:sldMkLst>
        <pc:spChg chg="mod">
          <ac:chgData name="Ken Popkin" userId="3c94c39e-c43b-4805-99ab-8da17777f1ac" providerId="ADAL" clId="{68297F89-6131-44AD-9F8E-85397584873C}" dt="2021-03-26T13:42:52.858" v="242" actId="20577"/>
          <ac:spMkLst>
            <pc:docMk/>
            <pc:sldMk cId="2130153696" sldId="2146845973"/>
            <ac:spMk id="3" creationId="{D73774F1-932B-4974-9CE8-09B029C61858}"/>
          </ac:spMkLst>
        </pc:spChg>
        <pc:spChg chg="mod">
          <ac:chgData name="Ken Popkin" userId="3c94c39e-c43b-4805-99ab-8da17777f1ac" providerId="ADAL" clId="{68297F89-6131-44AD-9F8E-85397584873C}" dt="2021-03-26T13:44:01.511" v="261" actId="20577"/>
          <ac:spMkLst>
            <pc:docMk/>
            <pc:sldMk cId="2130153696" sldId="2146845973"/>
            <ac:spMk id="16" creationId="{344E7F2A-759E-4996-9248-CADB73335B2B}"/>
          </ac:spMkLst>
        </pc:spChg>
        <pc:spChg chg="mod">
          <ac:chgData name="Ken Popkin" userId="3c94c39e-c43b-4805-99ab-8da17777f1ac" providerId="ADAL" clId="{68297F89-6131-44AD-9F8E-85397584873C}" dt="2021-03-26T13:43:29.400" v="243" actId="1076"/>
          <ac:spMkLst>
            <pc:docMk/>
            <pc:sldMk cId="2130153696" sldId="2146845973"/>
            <ac:spMk id="18" creationId="{4A93D7EC-8782-4C89-96A4-F012B0554B8D}"/>
          </ac:spMkLst>
        </pc:spChg>
      </pc:sldChg>
      <pc:sldChg chg="addSp delSp modSp mod">
        <pc:chgData name="Ken Popkin" userId="3c94c39e-c43b-4805-99ab-8da17777f1ac" providerId="ADAL" clId="{68297F89-6131-44AD-9F8E-85397584873C}" dt="2021-04-21T16:54:50.935" v="7675" actId="14100"/>
        <pc:sldMkLst>
          <pc:docMk/>
          <pc:sldMk cId="3445609876" sldId="2146845976"/>
        </pc:sldMkLst>
        <pc:spChg chg="add del">
          <ac:chgData name="Ken Popkin" userId="3c94c39e-c43b-4805-99ab-8da17777f1ac" providerId="ADAL" clId="{68297F89-6131-44AD-9F8E-85397584873C}" dt="2021-04-09T22:13:18.781" v="7209" actId="478"/>
          <ac:spMkLst>
            <pc:docMk/>
            <pc:sldMk cId="3445609876" sldId="2146845976"/>
            <ac:spMk id="2" creationId="{B6F959B6-B56B-4391-ADE1-188F2D2A9C1B}"/>
          </ac:spMkLst>
        </pc:spChg>
        <pc:spChg chg="add del mod">
          <ac:chgData name="Ken Popkin" userId="3c94c39e-c43b-4805-99ab-8da17777f1ac" providerId="ADAL" clId="{68297F89-6131-44AD-9F8E-85397584873C}" dt="2021-04-09T22:14:39.825" v="7224" actId="478"/>
          <ac:spMkLst>
            <pc:docMk/>
            <pc:sldMk cId="3445609876" sldId="2146845976"/>
            <ac:spMk id="3" creationId="{6419B994-A680-4D0C-958B-FC6221E9D382}"/>
          </ac:spMkLst>
        </pc:spChg>
        <pc:spChg chg="add mod">
          <ac:chgData name="Ken Popkin" userId="3c94c39e-c43b-4805-99ab-8da17777f1ac" providerId="ADAL" clId="{68297F89-6131-44AD-9F8E-85397584873C}" dt="2021-04-09T22:16:59.478" v="7239" actId="1076"/>
          <ac:spMkLst>
            <pc:docMk/>
            <pc:sldMk cId="3445609876" sldId="2146845976"/>
            <ac:spMk id="4" creationId="{87A7F968-1EF4-4295-9657-70F65FCDED5D}"/>
          </ac:spMkLst>
        </pc:spChg>
        <pc:spChg chg="mod">
          <ac:chgData name="Ken Popkin" userId="3c94c39e-c43b-4805-99ab-8da17777f1ac" providerId="ADAL" clId="{68297F89-6131-44AD-9F8E-85397584873C}" dt="2021-04-09T22:07:03.499" v="6837" actId="1076"/>
          <ac:spMkLst>
            <pc:docMk/>
            <pc:sldMk cId="3445609876" sldId="2146845976"/>
            <ac:spMk id="10" creationId="{A78988CF-C0D9-4564-A18C-624985AA8302}"/>
          </ac:spMkLst>
        </pc:spChg>
        <pc:graphicFrameChg chg="add del mod modGraphic">
          <ac:chgData name="Ken Popkin" userId="3c94c39e-c43b-4805-99ab-8da17777f1ac" providerId="ADAL" clId="{68297F89-6131-44AD-9F8E-85397584873C}" dt="2021-04-14T19:08:08.799" v="7294" actId="478"/>
          <ac:graphicFrameMkLst>
            <pc:docMk/>
            <pc:sldMk cId="3445609876" sldId="2146845976"/>
            <ac:graphicFrameMk id="2" creationId="{9FF4B6F7-F788-49BD-A895-E378333F3B3F}"/>
          </ac:graphicFrameMkLst>
        </pc:graphicFrameChg>
        <pc:graphicFrameChg chg="add del mod modGraphic">
          <ac:chgData name="Ken Popkin" userId="3c94c39e-c43b-4805-99ab-8da17777f1ac" providerId="ADAL" clId="{68297F89-6131-44AD-9F8E-85397584873C}" dt="2021-04-14T19:08:38.065" v="7297" actId="478"/>
          <ac:graphicFrameMkLst>
            <pc:docMk/>
            <pc:sldMk cId="3445609876" sldId="2146845976"/>
            <ac:graphicFrameMk id="3" creationId="{858F2910-686B-498C-BD5F-F00341D63D9A}"/>
          </ac:graphicFrameMkLst>
        </pc:graphicFrameChg>
        <pc:graphicFrameChg chg="add mod modGraphic">
          <ac:chgData name="Ken Popkin" userId="3c94c39e-c43b-4805-99ab-8da17777f1ac" providerId="ADAL" clId="{68297F89-6131-44AD-9F8E-85397584873C}" dt="2021-04-21T16:54:50.935" v="7675" actId="14100"/>
          <ac:graphicFrameMkLst>
            <pc:docMk/>
            <pc:sldMk cId="3445609876" sldId="2146845976"/>
            <ac:graphicFrameMk id="5" creationId="{C7D92F31-17B5-41DA-BF41-C5836D4683ED}"/>
          </ac:graphicFrameMkLst>
        </pc:graphicFrameChg>
        <pc:graphicFrameChg chg="del mod modGraphic">
          <ac:chgData name="Ken Popkin" userId="3c94c39e-c43b-4805-99ab-8da17777f1ac" providerId="ADAL" clId="{68297F89-6131-44AD-9F8E-85397584873C}" dt="2021-04-14T19:07:38.847" v="7288" actId="478"/>
          <ac:graphicFrameMkLst>
            <pc:docMk/>
            <pc:sldMk cId="3445609876" sldId="2146845976"/>
            <ac:graphicFrameMk id="7" creationId="{3050A818-959D-47B5-9938-7C1566218347}"/>
          </ac:graphicFrameMkLst>
        </pc:graphicFrameChg>
        <pc:graphicFrameChg chg="mod modGraphic">
          <ac:chgData name="Ken Popkin" userId="3c94c39e-c43b-4805-99ab-8da17777f1ac" providerId="ADAL" clId="{68297F89-6131-44AD-9F8E-85397584873C}" dt="2021-04-09T22:12:06.303" v="7180" actId="1037"/>
          <ac:graphicFrameMkLst>
            <pc:docMk/>
            <pc:sldMk cId="3445609876" sldId="2146845976"/>
            <ac:graphicFrameMk id="8" creationId="{11C6AFA9-D17F-472D-97FC-23D5883BB9C0}"/>
          </ac:graphicFrameMkLst>
        </pc:graphicFrameChg>
        <pc:graphicFrameChg chg="del mod modGraphic">
          <ac:chgData name="Ken Popkin" userId="3c94c39e-c43b-4805-99ab-8da17777f1ac" providerId="ADAL" clId="{68297F89-6131-44AD-9F8E-85397584873C}" dt="2021-04-09T22:06:57.917" v="6835" actId="478"/>
          <ac:graphicFrameMkLst>
            <pc:docMk/>
            <pc:sldMk cId="3445609876" sldId="2146845976"/>
            <ac:graphicFrameMk id="9" creationId="{C288DDB8-A596-45DD-8339-81F64AB25786}"/>
          </ac:graphicFrameMkLst>
        </pc:graphicFrameChg>
      </pc:sldChg>
      <pc:sldChg chg="del ord">
        <pc:chgData name="Ken Popkin" userId="3c94c39e-c43b-4805-99ab-8da17777f1ac" providerId="ADAL" clId="{68297F89-6131-44AD-9F8E-85397584873C}" dt="2021-03-26T15:37:23.989" v="3110" actId="47"/>
        <pc:sldMkLst>
          <pc:docMk/>
          <pc:sldMk cId="3118789118" sldId="2146845978"/>
        </pc:sldMkLst>
      </pc:sldChg>
      <pc:sldChg chg="modSp mod ord">
        <pc:chgData name="Ken Popkin" userId="3c94c39e-c43b-4805-99ab-8da17777f1ac" providerId="ADAL" clId="{68297F89-6131-44AD-9F8E-85397584873C}" dt="2021-04-13T18:17:09.306" v="7276" actId="20577"/>
        <pc:sldMkLst>
          <pc:docMk/>
          <pc:sldMk cId="207730898" sldId="2146845982"/>
        </pc:sldMkLst>
        <pc:spChg chg="mod">
          <ac:chgData name="Ken Popkin" userId="3c94c39e-c43b-4805-99ab-8da17777f1ac" providerId="ADAL" clId="{68297F89-6131-44AD-9F8E-85397584873C}" dt="2021-04-13T18:17:09.306" v="7276" actId="20577"/>
          <ac:spMkLst>
            <pc:docMk/>
            <pc:sldMk cId="207730898" sldId="2146845982"/>
            <ac:spMk id="2" creationId="{3B7F2E5F-0D14-4794-8967-57C6BDAD66D4}"/>
          </ac:spMkLst>
        </pc:spChg>
        <pc:spChg chg="mod">
          <ac:chgData name="Ken Popkin" userId="3c94c39e-c43b-4805-99ab-8da17777f1ac" providerId="ADAL" clId="{68297F89-6131-44AD-9F8E-85397584873C}" dt="2021-03-22T12:09:58.383" v="5" actId="207"/>
          <ac:spMkLst>
            <pc:docMk/>
            <pc:sldMk cId="207730898" sldId="2146845982"/>
            <ac:spMk id="10" creationId="{A78988CF-C0D9-4564-A18C-624985AA8302}"/>
          </ac:spMkLst>
        </pc:spChg>
        <pc:spChg chg="mod">
          <ac:chgData name="Ken Popkin" userId="3c94c39e-c43b-4805-99ab-8da17777f1ac" providerId="ADAL" clId="{68297F89-6131-44AD-9F8E-85397584873C}" dt="2021-03-22T12:10:08.384" v="8" actId="207"/>
          <ac:spMkLst>
            <pc:docMk/>
            <pc:sldMk cId="207730898" sldId="2146845982"/>
            <ac:spMk id="17" creationId="{0D16D375-1CF5-477C-9D0F-2E227CD161A0}"/>
          </ac:spMkLst>
        </pc:spChg>
        <pc:spChg chg="mod">
          <ac:chgData name="Ken Popkin" userId="3c94c39e-c43b-4805-99ab-8da17777f1ac" providerId="ADAL" clId="{68297F89-6131-44AD-9F8E-85397584873C}" dt="2021-03-23T20:47:05.537" v="203" actId="255"/>
          <ac:spMkLst>
            <pc:docMk/>
            <pc:sldMk cId="207730898" sldId="2146845982"/>
            <ac:spMk id="18" creationId="{98633BF9-267D-4EA7-927C-7745F66B826F}"/>
          </ac:spMkLst>
        </pc:spChg>
      </pc:sldChg>
      <pc:sldChg chg="ord">
        <pc:chgData name="Ken Popkin" userId="3c94c39e-c43b-4805-99ab-8da17777f1ac" providerId="ADAL" clId="{68297F89-6131-44AD-9F8E-85397584873C}" dt="2021-04-22T12:59:38.635" v="7681"/>
        <pc:sldMkLst>
          <pc:docMk/>
          <pc:sldMk cId="1395122171" sldId="2146845984"/>
        </pc:sldMkLst>
      </pc:sldChg>
      <pc:sldChg chg="ord">
        <pc:chgData name="Ken Popkin" userId="3c94c39e-c43b-4805-99ab-8da17777f1ac" providerId="ADAL" clId="{68297F89-6131-44AD-9F8E-85397584873C}" dt="2021-04-22T12:59:12.371" v="7679"/>
        <pc:sldMkLst>
          <pc:docMk/>
          <pc:sldMk cId="1690488660" sldId="2146845986"/>
        </pc:sldMkLst>
      </pc:sldChg>
      <pc:sldChg chg="addSp modSp add del mod ord">
        <pc:chgData name="Ken Popkin" userId="3c94c39e-c43b-4805-99ab-8da17777f1ac" providerId="ADAL" clId="{68297F89-6131-44AD-9F8E-85397584873C}" dt="2021-03-26T15:43:59.589" v="3128" actId="47"/>
        <pc:sldMkLst>
          <pc:docMk/>
          <pc:sldMk cId="2625122203" sldId="2146845991"/>
        </pc:sldMkLst>
        <pc:spChg chg="add mod">
          <ac:chgData name="Ken Popkin" userId="3c94c39e-c43b-4805-99ab-8da17777f1ac" providerId="ADAL" clId="{68297F89-6131-44AD-9F8E-85397584873C}" dt="2021-03-23T20:14:09.163" v="60" actId="688"/>
          <ac:spMkLst>
            <pc:docMk/>
            <pc:sldMk cId="2625122203" sldId="2146845991"/>
            <ac:spMk id="7" creationId="{CF4C73C4-8A07-4AA2-B5E1-BECF229377A9}"/>
          </ac:spMkLst>
        </pc:spChg>
      </pc:sldChg>
      <pc:sldChg chg="addSp delSp modSp add mod ord">
        <pc:chgData name="Ken Popkin" userId="3c94c39e-c43b-4805-99ab-8da17777f1ac" providerId="ADAL" clId="{68297F89-6131-44AD-9F8E-85397584873C}" dt="2021-04-09T14:31:32.607" v="3465"/>
        <pc:sldMkLst>
          <pc:docMk/>
          <pc:sldMk cId="2657179508" sldId="2146845992"/>
        </pc:sldMkLst>
        <pc:spChg chg="add del mod">
          <ac:chgData name="Ken Popkin" userId="3c94c39e-c43b-4805-99ab-8da17777f1ac" providerId="ADAL" clId="{68297F89-6131-44AD-9F8E-85397584873C}" dt="2021-03-26T14:32:21.040" v="2460" actId="21"/>
          <ac:spMkLst>
            <pc:docMk/>
            <pc:sldMk cId="2657179508" sldId="2146845992"/>
            <ac:spMk id="2" creationId="{E4F225F4-6811-48B8-B67A-871E4E0455B4}"/>
          </ac:spMkLst>
        </pc:spChg>
        <pc:spChg chg="mod">
          <ac:chgData name="Ken Popkin" userId="3c94c39e-c43b-4805-99ab-8da17777f1ac" providerId="ADAL" clId="{68297F89-6131-44AD-9F8E-85397584873C}" dt="2021-03-23T20:15:42.380" v="87" actId="1076"/>
          <ac:spMkLst>
            <pc:docMk/>
            <pc:sldMk cId="2657179508" sldId="2146845992"/>
            <ac:spMk id="3" creationId="{36B7A1A3-ADBE-4786-BD7A-915DD7E68E8E}"/>
          </ac:spMkLst>
        </pc:spChg>
        <pc:spChg chg="del">
          <ac:chgData name="Ken Popkin" userId="3c94c39e-c43b-4805-99ab-8da17777f1ac" providerId="ADAL" clId="{68297F89-6131-44AD-9F8E-85397584873C}" dt="2021-03-23T20:15:32.440" v="86" actId="478"/>
          <ac:spMkLst>
            <pc:docMk/>
            <pc:sldMk cId="2657179508" sldId="2146845992"/>
            <ac:spMk id="7" creationId="{CF4C73C4-8A07-4AA2-B5E1-BECF229377A9}"/>
          </ac:spMkLst>
        </pc:spChg>
        <pc:spChg chg="add mod">
          <ac:chgData name="Ken Popkin" userId="3c94c39e-c43b-4805-99ab-8da17777f1ac" providerId="ADAL" clId="{68297F89-6131-44AD-9F8E-85397584873C}" dt="2021-03-26T15:42:58.644" v="3125"/>
          <ac:spMkLst>
            <pc:docMk/>
            <pc:sldMk cId="2657179508" sldId="2146845992"/>
            <ac:spMk id="8" creationId="{4D0F07B0-F421-422B-B13A-6CD3E36F1213}"/>
          </ac:spMkLst>
        </pc:spChg>
        <pc:spChg chg="del">
          <ac:chgData name="Ken Popkin" userId="3c94c39e-c43b-4805-99ab-8da17777f1ac" providerId="ADAL" clId="{68297F89-6131-44AD-9F8E-85397584873C}" dt="2021-03-23T20:15:28.233" v="85" actId="478"/>
          <ac:spMkLst>
            <pc:docMk/>
            <pc:sldMk cId="2657179508" sldId="2146845992"/>
            <ac:spMk id="10" creationId="{14343C34-27C3-4137-B17F-5E8A53744555}"/>
          </ac:spMkLst>
        </pc:spChg>
        <pc:spChg chg="mod">
          <ac:chgData name="Ken Popkin" userId="3c94c39e-c43b-4805-99ab-8da17777f1ac" providerId="ADAL" clId="{68297F89-6131-44AD-9F8E-85397584873C}" dt="2021-03-23T20:15:42.380" v="87" actId="1076"/>
          <ac:spMkLst>
            <pc:docMk/>
            <pc:sldMk cId="2657179508" sldId="2146845992"/>
            <ac:spMk id="90" creationId="{F108E085-3509-4B5D-8F00-E406CDC8D27B}"/>
          </ac:spMkLst>
        </pc:spChg>
        <pc:graphicFrameChg chg="mod">
          <ac:chgData name="Ken Popkin" userId="3c94c39e-c43b-4805-99ab-8da17777f1ac" providerId="ADAL" clId="{68297F89-6131-44AD-9F8E-85397584873C}" dt="2021-03-23T20:15:42.380" v="87" actId="1076"/>
          <ac:graphicFrameMkLst>
            <pc:docMk/>
            <pc:sldMk cId="2657179508" sldId="2146845992"/>
            <ac:graphicFrameMk id="12" creationId="{96EC332B-23F2-4F6E-9044-3712989A4222}"/>
          </ac:graphicFrameMkLst>
        </pc:graphicFrameChg>
      </pc:sldChg>
      <pc:sldChg chg="add del setBg">
        <pc:chgData name="Ken Popkin" userId="3c94c39e-c43b-4805-99ab-8da17777f1ac" providerId="ADAL" clId="{68297F89-6131-44AD-9F8E-85397584873C}" dt="2021-03-26T13:46:47.721" v="271" actId="47"/>
        <pc:sldMkLst>
          <pc:docMk/>
          <pc:sldMk cId="821345020" sldId="2146845994"/>
        </pc:sldMkLst>
      </pc:sldChg>
      <pc:sldChg chg="addSp delSp modSp add mod ord">
        <pc:chgData name="Ken Popkin" userId="3c94c39e-c43b-4805-99ab-8da17777f1ac" providerId="ADAL" clId="{68297F89-6131-44AD-9F8E-85397584873C}" dt="2021-04-16T15:44:11.228" v="7408" actId="20577"/>
        <pc:sldMkLst>
          <pc:docMk/>
          <pc:sldMk cId="2117334497" sldId="2146845995"/>
        </pc:sldMkLst>
        <pc:spChg chg="mod">
          <ac:chgData name="Ken Popkin" userId="3c94c39e-c43b-4805-99ab-8da17777f1ac" providerId="ADAL" clId="{68297F89-6131-44AD-9F8E-85397584873C}" dt="2021-03-26T15:51:07.440" v="3333" actId="1035"/>
          <ac:spMkLst>
            <pc:docMk/>
            <pc:sldMk cId="2117334497" sldId="2146845995"/>
            <ac:spMk id="2" creationId="{3415D7D4-3680-4192-A583-D468CFFCF507}"/>
          </ac:spMkLst>
        </pc:spChg>
        <pc:spChg chg="del mod">
          <ac:chgData name="Ken Popkin" userId="3c94c39e-c43b-4805-99ab-8da17777f1ac" providerId="ADAL" clId="{68297F89-6131-44AD-9F8E-85397584873C}" dt="2021-03-26T14:11:46.179" v="1843" actId="478"/>
          <ac:spMkLst>
            <pc:docMk/>
            <pc:sldMk cId="2117334497" sldId="2146845995"/>
            <ac:spMk id="3" creationId="{35FEBA87-E5A5-4CAA-8842-CCF9825DDCF0}"/>
          </ac:spMkLst>
        </pc:spChg>
        <pc:spChg chg="add mod">
          <ac:chgData name="Ken Popkin" userId="3c94c39e-c43b-4805-99ab-8da17777f1ac" providerId="ADAL" clId="{68297F89-6131-44AD-9F8E-85397584873C}" dt="2021-03-26T15:50:18.894" v="3295" actId="164"/>
          <ac:spMkLst>
            <pc:docMk/>
            <pc:sldMk cId="2117334497" sldId="2146845995"/>
            <ac:spMk id="6" creationId="{F973CE78-6712-418A-9273-0613B62DC728}"/>
          </ac:spMkLst>
        </pc:spChg>
        <pc:spChg chg="add mod ord">
          <ac:chgData name="Ken Popkin" userId="3c94c39e-c43b-4805-99ab-8da17777f1ac" providerId="ADAL" clId="{68297F89-6131-44AD-9F8E-85397584873C}" dt="2021-03-26T15:50:18.894" v="3295" actId="164"/>
          <ac:spMkLst>
            <pc:docMk/>
            <pc:sldMk cId="2117334497" sldId="2146845995"/>
            <ac:spMk id="7" creationId="{0084863A-6324-4743-8341-2438BDA56123}"/>
          </ac:spMkLst>
        </pc:spChg>
        <pc:spChg chg="mod topLvl">
          <ac:chgData name="Ken Popkin" userId="3c94c39e-c43b-4805-99ab-8da17777f1ac" providerId="ADAL" clId="{68297F89-6131-44AD-9F8E-85397584873C}" dt="2021-04-09T21:48:44.204" v="6633" actId="1076"/>
          <ac:spMkLst>
            <pc:docMk/>
            <pc:sldMk cId="2117334497" sldId="2146845995"/>
            <ac:spMk id="14" creationId="{6932CE2D-FF33-4026-8184-39DD3D48EBEC}"/>
          </ac:spMkLst>
        </pc:spChg>
        <pc:spChg chg="mod">
          <ac:chgData name="Ken Popkin" userId="3c94c39e-c43b-4805-99ab-8da17777f1ac" providerId="ADAL" clId="{68297F89-6131-44AD-9F8E-85397584873C}" dt="2021-03-26T15:51:07.440" v="3333" actId="1035"/>
          <ac:spMkLst>
            <pc:docMk/>
            <pc:sldMk cId="2117334497" sldId="2146845995"/>
            <ac:spMk id="16" creationId="{CA8E94CF-63FF-4642-814A-BBA8D41FE39A}"/>
          </ac:spMkLst>
        </pc:spChg>
        <pc:spChg chg="mod topLvl">
          <ac:chgData name="Ken Popkin" userId="3c94c39e-c43b-4805-99ab-8da17777f1ac" providerId="ADAL" clId="{68297F89-6131-44AD-9F8E-85397584873C}" dt="2021-04-09T21:48:44.204" v="6633" actId="1076"/>
          <ac:spMkLst>
            <pc:docMk/>
            <pc:sldMk cId="2117334497" sldId="2146845995"/>
            <ac:spMk id="19" creationId="{B559C3E5-7805-41E0-97C3-CE61C9F9191F}"/>
          </ac:spMkLst>
        </pc:spChg>
        <pc:spChg chg="mod topLvl">
          <ac:chgData name="Ken Popkin" userId="3c94c39e-c43b-4805-99ab-8da17777f1ac" providerId="ADAL" clId="{68297F89-6131-44AD-9F8E-85397584873C}" dt="2021-04-09T21:48:44.204" v="6633" actId="1076"/>
          <ac:spMkLst>
            <pc:docMk/>
            <pc:sldMk cId="2117334497" sldId="2146845995"/>
            <ac:spMk id="20" creationId="{4BEEE9E4-D698-42AC-8142-6A82F886E7BD}"/>
          </ac:spMkLst>
        </pc:spChg>
        <pc:spChg chg="mod topLvl">
          <ac:chgData name="Ken Popkin" userId="3c94c39e-c43b-4805-99ab-8da17777f1ac" providerId="ADAL" clId="{68297F89-6131-44AD-9F8E-85397584873C}" dt="2021-04-09T21:48:44.204" v="6633" actId="1076"/>
          <ac:spMkLst>
            <pc:docMk/>
            <pc:sldMk cId="2117334497" sldId="2146845995"/>
            <ac:spMk id="21" creationId="{11232FA3-A680-4AD0-8D37-3548E40965AC}"/>
          </ac:spMkLst>
        </pc:spChg>
        <pc:spChg chg="mod">
          <ac:chgData name="Ken Popkin" userId="3c94c39e-c43b-4805-99ab-8da17777f1ac" providerId="ADAL" clId="{68297F89-6131-44AD-9F8E-85397584873C}" dt="2021-03-26T15:51:07.440" v="3333" actId="1035"/>
          <ac:spMkLst>
            <pc:docMk/>
            <pc:sldMk cId="2117334497" sldId="2146845995"/>
            <ac:spMk id="22" creationId="{30A10D0D-747D-41FA-AF5A-A207F4D58004}"/>
          </ac:spMkLst>
        </pc:spChg>
        <pc:spChg chg="mod">
          <ac:chgData name="Ken Popkin" userId="3c94c39e-c43b-4805-99ab-8da17777f1ac" providerId="ADAL" clId="{68297F89-6131-44AD-9F8E-85397584873C}" dt="2021-03-26T14:16:29.728" v="2063" actId="164"/>
          <ac:spMkLst>
            <pc:docMk/>
            <pc:sldMk cId="2117334497" sldId="2146845995"/>
            <ac:spMk id="23" creationId="{FD859B32-40EE-4F32-BA5D-A8C3C598327B}"/>
          </ac:spMkLst>
        </pc:spChg>
        <pc:spChg chg="mod topLvl">
          <ac:chgData name="Ken Popkin" userId="3c94c39e-c43b-4805-99ab-8da17777f1ac" providerId="ADAL" clId="{68297F89-6131-44AD-9F8E-85397584873C}" dt="2021-04-09T21:48:44.204" v="6633" actId="1076"/>
          <ac:spMkLst>
            <pc:docMk/>
            <pc:sldMk cId="2117334497" sldId="2146845995"/>
            <ac:spMk id="24" creationId="{88037950-5BBA-4351-9AD6-D135CE0A8B8A}"/>
          </ac:spMkLst>
        </pc:spChg>
        <pc:spChg chg="mod topLvl">
          <ac:chgData name="Ken Popkin" userId="3c94c39e-c43b-4805-99ab-8da17777f1ac" providerId="ADAL" clId="{68297F89-6131-44AD-9F8E-85397584873C}" dt="2021-04-09T21:48:44.204" v="6633" actId="1076"/>
          <ac:spMkLst>
            <pc:docMk/>
            <pc:sldMk cId="2117334497" sldId="2146845995"/>
            <ac:spMk id="25" creationId="{5DE6353B-7DA2-4346-AC08-0C881659DF8E}"/>
          </ac:spMkLst>
        </pc:spChg>
        <pc:spChg chg="mod">
          <ac:chgData name="Ken Popkin" userId="3c94c39e-c43b-4805-99ab-8da17777f1ac" providerId="ADAL" clId="{68297F89-6131-44AD-9F8E-85397584873C}" dt="2021-03-26T14:16:29.728" v="2063" actId="164"/>
          <ac:spMkLst>
            <pc:docMk/>
            <pc:sldMk cId="2117334497" sldId="2146845995"/>
            <ac:spMk id="26" creationId="{92211282-4B21-42CC-9FFE-A1A4AB7A8487}"/>
          </ac:spMkLst>
        </pc:spChg>
        <pc:spChg chg="mod">
          <ac:chgData name="Ken Popkin" userId="3c94c39e-c43b-4805-99ab-8da17777f1ac" providerId="ADAL" clId="{68297F89-6131-44AD-9F8E-85397584873C}" dt="2021-03-26T14:16:29.728" v="2063" actId="164"/>
          <ac:spMkLst>
            <pc:docMk/>
            <pc:sldMk cId="2117334497" sldId="2146845995"/>
            <ac:spMk id="27" creationId="{BB366935-10D4-4E2F-B87F-84BE2D8DACCF}"/>
          </ac:spMkLst>
        </pc:spChg>
        <pc:spChg chg="mod">
          <ac:chgData name="Ken Popkin" userId="3c94c39e-c43b-4805-99ab-8da17777f1ac" providerId="ADAL" clId="{68297F89-6131-44AD-9F8E-85397584873C}" dt="2021-03-26T14:16:29.728" v="2063" actId="164"/>
          <ac:spMkLst>
            <pc:docMk/>
            <pc:sldMk cId="2117334497" sldId="2146845995"/>
            <ac:spMk id="28" creationId="{441262D6-1B79-47A3-9609-6152D3A48797}"/>
          </ac:spMkLst>
        </pc:spChg>
        <pc:spChg chg="add del mod">
          <ac:chgData name="Ken Popkin" userId="3c94c39e-c43b-4805-99ab-8da17777f1ac" providerId="ADAL" clId="{68297F89-6131-44AD-9F8E-85397584873C}" dt="2021-03-26T14:13:11.822" v="1927" actId="478"/>
          <ac:spMkLst>
            <pc:docMk/>
            <pc:sldMk cId="2117334497" sldId="2146845995"/>
            <ac:spMk id="29" creationId="{40F183E1-D7B6-473A-ACBA-CB6BF2C6AE25}"/>
          </ac:spMkLst>
        </pc:spChg>
        <pc:spChg chg="add mod">
          <ac:chgData name="Ken Popkin" userId="3c94c39e-c43b-4805-99ab-8da17777f1ac" providerId="ADAL" clId="{68297F89-6131-44AD-9F8E-85397584873C}" dt="2021-04-16T15:43:28.018" v="7334" actId="20577"/>
          <ac:spMkLst>
            <pc:docMk/>
            <pc:sldMk cId="2117334497" sldId="2146845995"/>
            <ac:spMk id="30" creationId="{346A32EA-B65B-4810-A00A-A03C89A362C3}"/>
          </ac:spMkLst>
        </pc:spChg>
        <pc:spChg chg="add del mod">
          <ac:chgData name="Ken Popkin" userId="3c94c39e-c43b-4805-99ab-8da17777f1ac" providerId="ADAL" clId="{68297F89-6131-44AD-9F8E-85397584873C}" dt="2021-03-26T14:17:16.209" v="2095" actId="478"/>
          <ac:spMkLst>
            <pc:docMk/>
            <pc:sldMk cId="2117334497" sldId="2146845995"/>
            <ac:spMk id="30" creationId="{900AA9F1-B36A-4D78-9BBE-F2EDFB976A5B}"/>
          </ac:spMkLst>
        </pc:spChg>
        <pc:spChg chg="mod topLvl">
          <ac:chgData name="Ken Popkin" userId="3c94c39e-c43b-4805-99ab-8da17777f1ac" providerId="ADAL" clId="{68297F89-6131-44AD-9F8E-85397584873C}" dt="2021-04-09T21:48:44.204" v="6633" actId="1076"/>
          <ac:spMkLst>
            <pc:docMk/>
            <pc:sldMk cId="2117334497" sldId="2146845995"/>
            <ac:spMk id="31" creationId="{487B0D63-3743-4DD5-A17C-8175F248E3B8}"/>
          </ac:spMkLst>
        </pc:spChg>
        <pc:spChg chg="mod topLvl">
          <ac:chgData name="Ken Popkin" userId="3c94c39e-c43b-4805-99ab-8da17777f1ac" providerId="ADAL" clId="{68297F89-6131-44AD-9F8E-85397584873C}" dt="2021-04-09T21:48:44.204" v="6633" actId="1076"/>
          <ac:spMkLst>
            <pc:docMk/>
            <pc:sldMk cId="2117334497" sldId="2146845995"/>
            <ac:spMk id="32" creationId="{7B8E91E0-3B7E-4C64-AEBC-491343E85454}"/>
          </ac:spMkLst>
        </pc:spChg>
        <pc:spChg chg="add del mod">
          <ac:chgData name="Ken Popkin" userId="3c94c39e-c43b-4805-99ab-8da17777f1ac" providerId="ADAL" clId="{68297F89-6131-44AD-9F8E-85397584873C}" dt="2021-03-26T14:41:01.620" v="2693" actId="478"/>
          <ac:spMkLst>
            <pc:docMk/>
            <pc:sldMk cId="2117334497" sldId="2146845995"/>
            <ac:spMk id="33" creationId="{6459A818-6983-483E-BD1C-BF2F151E7215}"/>
          </ac:spMkLst>
        </pc:spChg>
        <pc:spChg chg="add mod">
          <ac:chgData name="Ken Popkin" userId="3c94c39e-c43b-4805-99ab-8da17777f1ac" providerId="ADAL" clId="{68297F89-6131-44AD-9F8E-85397584873C}" dt="2021-04-16T15:44:11.228" v="7408" actId="20577"/>
          <ac:spMkLst>
            <pc:docMk/>
            <pc:sldMk cId="2117334497" sldId="2146845995"/>
            <ac:spMk id="33" creationId="{E35EF525-1936-4E57-8519-302A31CD1AA9}"/>
          </ac:spMkLst>
        </pc:spChg>
        <pc:spChg chg="add mod">
          <ac:chgData name="Ken Popkin" userId="3c94c39e-c43b-4805-99ab-8da17777f1ac" providerId="ADAL" clId="{68297F89-6131-44AD-9F8E-85397584873C}" dt="2021-03-26T15:51:07.440" v="3333" actId="1035"/>
          <ac:spMkLst>
            <pc:docMk/>
            <pc:sldMk cId="2117334497" sldId="2146845995"/>
            <ac:spMk id="34" creationId="{85351D4C-2272-4405-8E0C-0831B52A9AC1}"/>
          </ac:spMkLst>
        </pc:spChg>
        <pc:spChg chg="add del mod">
          <ac:chgData name="Ken Popkin" userId="3c94c39e-c43b-4805-99ab-8da17777f1ac" providerId="ADAL" clId="{68297F89-6131-44AD-9F8E-85397584873C}" dt="2021-03-26T14:32:32.528" v="2463" actId="478"/>
          <ac:spMkLst>
            <pc:docMk/>
            <pc:sldMk cId="2117334497" sldId="2146845995"/>
            <ac:spMk id="35" creationId="{E5D1A5A8-DEF4-4288-B66D-B3379AAD9082}"/>
          </ac:spMkLst>
        </pc:spChg>
        <pc:spChg chg="add mod">
          <ac:chgData name="Ken Popkin" userId="3c94c39e-c43b-4805-99ab-8da17777f1ac" providerId="ADAL" clId="{68297F89-6131-44AD-9F8E-85397584873C}" dt="2021-03-26T15:50:25.811" v="3296" actId="164"/>
          <ac:spMkLst>
            <pc:docMk/>
            <pc:sldMk cId="2117334497" sldId="2146845995"/>
            <ac:spMk id="36" creationId="{5AD26F7E-7C2A-4548-B882-F635ED0D6E49}"/>
          </ac:spMkLst>
        </pc:spChg>
        <pc:spChg chg="add mod topLvl">
          <ac:chgData name="Ken Popkin" userId="3c94c39e-c43b-4805-99ab-8da17777f1ac" providerId="ADAL" clId="{68297F89-6131-44AD-9F8E-85397584873C}" dt="2021-04-09T21:48:44.204" v="6633" actId="1076"/>
          <ac:spMkLst>
            <pc:docMk/>
            <pc:sldMk cId="2117334497" sldId="2146845995"/>
            <ac:spMk id="37" creationId="{11871784-1DD6-4DD2-AAD7-2C70088B5097}"/>
          </ac:spMkLst>
        </pc:spChg>
        <pc:spChg chg="add del mod">
          <ac:chgData name="Ken Popkin" userId="3c94c39e-c43b-4805-99ab-8da17777f1ac" providerId="ADAL" clId="{68297F89-6131-44AD-9F8E-85397584873C}" dt="2021-03-26T14:44:11.117" v="2791" actId="478"/>
          <ac:spMkLst>
            <pc:docMk/>
            <pc:sldMk cId="2117334497" sldId="2146845995"/>
            <ac:spMk id="38" creationId="{936C49B7-094C-44A4-9CC5-3647A13FF61A}"/>
          </ac:spMkLst>
        </pc:spChg>
        <pc:spChg chg="add del mod">
          <ac:chgData name="Ken Popkin" userId="3c94c39e-c43b-4805-99ab-8da17777f1ac" providerId="ADAL" clId="{68297F89-6131-44AD-9F8E-85397584873C}" dt="2021-03-26T14:44:40.774" v="2803" actId="478"/>
          <ac:spMkLst>
            <pc:docMk/>
            <pc:sldMk cId="2117334497" sldId="2146845995"/>
            <ac:spMk id="39" creationId="{D4D24237-38A7-48D4-9938-0B44B8534D7E}"/>
          </ac:spMkLst>
        </pc:spChg>
        <pc:spChg chg="add del mod">
          <ac:chgData name="Ken Popkin" userId="3c94c39e-c43b-4805-99ab-8da17777f1ac" providerId="ADAL" clId="{68297F89-6131-44AD-9F8E-85397584873C}" dt="2021-03-26T14:44:43.177" v="2804" actId="478"/>
          <ac:spMkLst>
            <pc:docMk/>
            <pc:sldMk cId="2117334497" sldId="2146845995"/>
            <ac:spMk id="40" creationId="{7192623D-378C-4471-B5FF-5D450384C390}"/>
          </ac:spMkLst>
        </pc:spChg>
        <pc:spChg chg="add mod">
          <ac:chgData name="Ken Popkin" userId="3c94c39e-c43b-4805-99ab-8da17777f1ac" providerId="ADAL" clId="{68297F89-6131-44AD-9F8E-85397584873C}" dt="2021-03-26T15:51:07.440" v="3333" actId="1035"/>
          <ac:spMkLst>
            <pc:docMk/>
            <pc:sldMk cId="2117334497" sldId="2146845995"/>
            <ac:spMk id="41" creationId="{A5C2763B-04F8-498B-9726-3D80351C654D}"/>
          </ac:spMkLst>
        </pc:spChg>
        <pc:spChg chg="add mod ord">
          <ac:chgData name="Ken Popkin" userId="3c94c39e-c43b-4805-99ab-8da17777f1ac" providerId="ADAL" clId="{68297F89-6131-44AD-9F8E-85397584873C}" dt="2021-03-26T15:50:25.811" v="3296" actId="164"/>
          <ac:spMkLst>
            <pc:docMk/>
            <pc:sldMk cId="2117334497" sldId="2146845995"/>
            <ac:spMk id="42" creationId="{7E7977D7-FC9D-4EDF-8378-1D3D2B4B5999}"/>
          </ac:spMkLst>
        </pc:spChg>
        <pc:spChg chg="add mod">
          <ac:chgData name="Ken Popkin" userId="3c94c39e-c43b-4805-99ab-8da17777f1ac" providerId="ADAL" clId="{68297F89-6131-44AD-9F8E-85397584873C}" dt="2021-03-26T15:51:07.440" v="3333" actId="1035"/>
          <ac:spMkLst>
            <pc:docMk/>
            <pc:sldMk cId="2117334497" sldId="2146845995"/>
            <ac:spMk id="43" creationId="{127E3CE9-BBC2-405E-9142-16B481C0A520}"/>
          </ac:spMkLst>
        </pc:spChg>
        <pc:spChg chg="add mod">
          <ac:chgData name="Ken Popkin" userId="3c94c39e-c43b-4805-99ab-8da17777f1ac" providerId="ADAL" clId="{68297F89-6131-44AD-9F8E-85397584873C}" dt="2021-03-26T15:51:07.440" v="3333" actId="1035"/>
          <ac:spMkLst>
            <pc:docMk/>
            <pc:sldMk cId="2117334497" sldId="2146845995"/>
            <ac:spMk id="44" creationId="{0AB2BB59-3CD0-4081-82CC-3F7780750F75}"/>
          </ac:spMkLst>
        </pc:spChg>
        <pc:spChg chg="add mod">
          <ac:chgData name="Ken Popkin" userId="3c94c39e-c43b-4805-99ab-8da17777f1ac" providerId="ADAL" clId="{68297F89-6131-44AD-9F8E-85397584873C}" dt="2021-03-26T15:51:07.440" v="3333" actId="1035"/>
          <ac:spMkLst>
            <pc:docMk/>
            <pc:sldMk cId="2117334497" sldId="2146845995"/>
            <ac:spMk id="45" creationId="{6871745E-AE7B-4C15-AB6D-59F6B0B2A431}"/>
          </ac:spMkLst>
        </pc:spChg>
        <pc:spChg chg="add mod">
          <ac:chgData name="Ken Popkin" userId="3c94c39e-c43b-4805-99ab-8da17777f1ac" providerId="ADAL" clId="{68297F89-6131-44AD-9F8E-85397584873C}" dt="2021-03-26T15:51:07.440" v="3333" actId="1035"/>
          <ac:spMkLst>
            <pc:docMk/>
            <pc:sldMk cId="2117334497" sldId="2146845995"/>
            <ac:spMk id="46" creationId="{50F091D5-1BA8-48AC-85C4-A800F65A2C3C}"/>
          </ac:spMkLst>
        </pc:spChg>
        <pc:grpChg chg="add mod">
          <ac:chgData name="Ken Popkin" userId="3c94c39e-c43b-4805-99ab-8da17777f1ac" providerId="ADAL" clId="{68297F89-6131-44AD-9F8E-85397584873C}" dt="2021-04-09T21:38:09.619" v="6599" actId="164"/>
          <ac:grpSpMkLst>
            <pc:docMk/>
            <pc:sldMk cId="2117334497" sldId="2146845995"/>
            <ac:grpSpMk id="3" creationId="{5ABB9D14-27E7-492F-AC95-854BE09D2D5C}"/>
          </ac:grpSpMkLst>
        </pc:grpChg>
        <pc:grpChg chg="add del mod topLvl">
          <ac:chgData name="Ken Popkin" userId="3c94c39e-c43b-4805-99ab-8da17777f1ac" providerId="ADAL" clId="{68297F89-6131-44AD-9F8E-85397584873C}" dt="2021-04-09T21:35:32.713" v="6388" actId="165"/>
          <ac:grpSpMkLst>
            <pc:docMk/>
            <pc:sldMk cId="2117334497" sldId="2146845995"/>
            <ac:grpSpMk id="4" creationId="{A296BBD4-2AD1-46D8-9764-2B4491E19338}"/>
          </ac:grpSpMkLst>
        </pc:grpChg>
        <pc:grpChg chg="add del mod">
          <ac:chgData name="Ken Popkin" userId="3c94c39e-c43b-4805-99ab-8da17777f1ac" providerId="ADAL" clId="{68297F89-6131-44AD-9F8E-85397584873C}" dt="2021-03-26T14:31:12.568" v="2455" actId="478"/>
          <ac:grpSpMkLst>
            <pc:docMk/>
            <pc:sldMk cId="2117334497" sldId="2146845995"/>
            <ac:grpSpMk id="5" creationId="{40A1AEB9-A1AB-4818-8094-4136DF4CDA78}"/>
          </ac:grpSpMkLst>
        </pc:grpChg>
        <pc:grpChg chg="add del mod">
          <ac:chgData name="Ken Popkin" userId="3c94c39e-c43b-4805-99ab-8da17777f1ac" providerId="ADAL" clId="{68297F89-6131-44AD-9F8E-85397584873C}" dt="2021-04-09T21:34:52.795" v="6387" actId="165"/>
          <ac:grpSpMkLst>
            <pc:docMk/>
            <pc:sldMk cId="2117334497" sldId="2146845995"/>
            <ac:grpSpMk id="8" creationId="{2D7C09DD-4FD5-4BD6-BCD0-CBF6719CF1E1}"/>
          </ac:grpSpMkLst>
        </pc:grpChg>
        <pc:grpChg chg="add mod">
          <ac:chgData name="Ken Popkin" userId="3c94c39e-c43b-4805-99ab-8da17777f1ac" providerId="ADAL" clId="{68297F89-6131-44AD-9F8E-85397584873C}" dt="2021-03-26T15:51:07.440" v="3333" actId="1035"/>
          <ac:grpSpMkLst>
            <pc:docMk/>
            <pc:sldMk cId="2117334497" sldId="2146845995"/>
            <ac:grpSpMk id="9" creationId="{76977501-EF23-4AF7-955E-00A2B9B1150C}"/>
          </ac:grpSpMkLst>
        </pc:grpChg>
        <pc:grpChg chg="add mod">
          <ac:chgData name="Ken Popkin" userId="3c94c39e-c43b-4805-99ab-8da17777f1ac" providerId="ADAL" clId="{68297F89-6131-44AD-9F8E-85397584873C}" dt="2021-03-26T15:51:07.440" v="3333" actId="1035"/>
          <ac:grpSpMkLst>
            <pc:docMk/>
            <pc:sldMk cId="2117334497" sldId="2146845995"/>
            <ac:grpSpMk id="11" creationId="{7A3FEA35-F4FB-44AF-972E-A7C023CC4043}"/>
          </ac:grpSpMkLst>
        </pc:grpChg>
      </pc:sldChg>
      <pc:sldChg chg="add del setBg">
        <pc:chgData name="Ken Popkin" userId="3c94c39e-c43b-4805-99ab-8da17777f1ac" providerId="ADAL" clId="{68297F89-6131-44AD-9F8E-85397584873C}" dt="2021-03-26T15:02:43.318" v="3109" actId="47"/>
        <pc:sldMkLst>
          <pc:docMk/>
          <pc:sldMk cId="1287034238" sldId="2146845996"/>
        </pc:sldMkLst>
      </pc:sldChg>
      <pc:sldChg chg="ord">
        <pc:chgData name="Ken Popkin" userId="3c94c39e-c43b-4805-99ab-8da17777f1ac" providerId="ADAL" clId="{68297F89-6131-44AD-9F8E-85397584873C}" dt="2021-04-22T12:58:59.919" v="7677"/>
        <pc:sldMkLst>
          <pc:docMk/>
          <pc:sldMk cId="716058420" sldId="2146846000"/>
        </pc:sldMkLst>
      </pc:sldChg>
      <pc:sldChg chg="addSp delSp modSp add mod">
        <pc:chgData name="Ken Popkin" userId="3c94c39e-c43b-4805-99ab-8da17777f1ac" providerId="ADAL" clId="{68297F89-6131-44AD-9F8E-85397584873C}" dt="2021-04-09T14:54:01.496" v="3491" actId="478"/>
        <pc:sldMkLst>
          <pc:docMk/>
          <pc:sldMk cId="2597472437" sldId="2146846001"/>
        </pc:sldMkLst>
        <pc:spChg chg="mod">
          <ac:chgData name="Ken Popkin" userId="3c94c39e-c43b-4805-99ab-8da17777f1ac" providerId="ADAL" clId="{68297F89-6131-44AD-9F8E-85397584873C}" dt="2021-04-09T14:53:44.204" v="3486" actId="20577"/>
          <ac:spMkLst>
            <pc:docMk/>
            <pc:sldMk cId="2597472437" sldId="2146846001"/>
            <ac:spMk id="4" creationId="{FA8CCE2E-4E27-421F-B61B-BA79E1C45D4E}"/>
          </ac:spMkLst>
        </pc:spChg>
        <pc:spChg chg="mod">
          <ac:chgData name="Ken Popkin" userId="3c94c39e-c43b-4805-99ab-8da17777f1ac" providerId="ADAL" clId="{68297F89-6131-44AD-9F8E-85397584873C}" dt="2021-04-09T14:53:50.863" v="3487" actId="6549"/>
          <ac:spMkLst>
            <pc:docMk/>
            <pc:sldMk cId="2597472437" sldId="2146846001"/>
            <ac:spMk id="6" creationId="{CDD39DEB-5925-4BA9-8103-1B0E575C1ABC}"/>
          </ac:spMkLst>
        </pc:spChg>
        <pc:spChg chg="add del">
          <ac:chgData name="Ken Popkin" userId="3c94c39e-c43b-4805-99ab-8da17777f1ac" providerId="ADAL" clId="{68297F89-6131-44AD-9F8E-85397584873C}" dt="2021-04-09T14:53:59.433" v="3490" actId="478"/>
          <ac:spMkLst>
            <pc:docMk/>
            <pc:sldMk cId="2597472437" sldId="2146846001"/>
            <ac:spMk id="7" creationId="{050C14EF-432D-4754-8710-3DB2550103CC}"/>
          </ac:spMkLst>
        </pc:spChg>
        <pc:spChg chg="add del">
          <ac:chgData name="Ken Popkin" userId="3c94c39e-c43b-4805-99ab-8da17777f1ac" providerId="ADAL" clId="{68297F89-6131-44AD-9F8E-85397584873C}" dt="2021-04-09T14:54:01.496" v="3491" actId="478"/>
          <ac:spMkLst>
            <pc:docMk/>
            <pc:sldMk cId="2597472437" sldId="2146846001"/>
            <ac:spMk id="8" creationId="{75519D4A-774D-414D-B8A8-0D4EB5641677}"/>
          </ac:spMkLst>
        </pc:spChg>
        <pc:spChg chg="add del mod">
          <ac:chgData name="Ken Popkin" userId="3c94c39e-c43b-4805-99ab-8da17777f1ac" providerId="ADAL" clId="{68297F89-6131-44AD-9F8E-85397584873C}" dt="2021-04-09T14:53:56.769" v="3489" actId="478"/>
          <ac:spMkLst>
            <pc:docMk/>
            <pc:sldMk cId="2597472437" sldId="2146846001"/>
            <ac:spMk id="17" creationId="{7FED2470-28CD-4AFF-9BDB-09FA618CDF4C}"/>
          </ac:spMkLst>
        </pc:spChg>
      </pc:sldChg>
      <pc:sldChg chg="del">
        <pc:chgData name="Ken Popkin" userId="3c94c39e-c43b-4805-99ab-8da17777f1ac" providerId="ADAL" clId="{68297F89-6131-44AD-9F8E-85397584873C}" dt="2021-04-09T18:46:10.877" v="6183" actId="47"/>
        <pc:sldMkLst>
          <pc:docMk/>
          <pc:sldMk cId="3917540874" sldId="2146846001"/>
        </pc:sldMkLst>
      </pc:sldChg>
      <pc:sldChg chg="modSp add del mod ord">
        <pc:chgData name="Ken Popkin" userId="3c94c39e-c43b-4805-99ab-8da17777f1ac" providerId="ADAL" clId="{68297F89-6131-44AD-9F8E-85397584873C}" dt="2021-04-09T14:54:36.002" v="3505" actId="47"/>
        <pc:sldMkLst>
          <pc:docMk/>
          <pc:sldMk cId="1517529662" sldId="2146846002"/>
        </pc:sldMkLst>
        <pc:spChg chg="mod">
          <ac:chgData name="Ken Popkin" userId="3c94c39e-c43b-4805-99ab-8da17777f1ac" providerId="ADAL" clId="{68297F89-6131-44AD-9F8E-85397584873C}" dt="2021-04-09T14:54:14.682" v="3502" actId="20577"/>
          <ac:spMkLst>
            <pc:docMk/>
            <pc:sldMk cId="1517529662" sldId="2146846002"/>
            <ac:spMk id="4" creationId="{FA8CCE2E-4E27-421F-B61B-BA79E1C45D4E}"/>
          </ac:spMkLst>
        </pc:spChg>
      </pc:sldChg>
      <pc:sldChg chg="addSp delSp modSp add mod">
        <pc:chgData name="Ken Popkin" userId="3c94c39e-c43b-4805-99ab-8da17777f1ac" providerId="ADAL" clId="{68297F89-6131-44AD-9F8E-85397584873C}" dt="2021-04-09T15:06:59.508" v="3732" actId="554"/>
        <pc:sldMkLst>
          <pc:docMk/>
          <pc:sldMk cId="2361233300" sldId="2146846002"/>
        </pc:sldMkLst>
        <pc:spChg chg="del">
          <ac:chgData name="Ken Popkin" userId="3c94c39e-c43b-4805-99ab-8da17777f1ac" providerId="ADAL" clId="{68297F89-6131-44AD-9F8E-85397584873C}" dt="2021-04-09T14:55:03.681" v="3515" actId="478"/>
          <ac:spMkLst>
            <pc:docMk/>
            <pc:sldMk cId="2361233300" sldId="2146846002"/>
            <ac:spMk id="2" creationId="{56839821-EF95-4699-ADDE-142395DB1C28}"/>
          </ac:spMkLst>
        </pc:spChg>
        <pc:spChg chg="del">
          <ac:chgData name="Ken Popkin" userId="3c94c39e-c43b-4805-99ab-8da17777f1ac" providerId="ADAL" clId="{68297F89-6131-44AD-9F8E-85397584873C}" dt="2021-04-09T14:55:03.681" v="3515" actId="478"/>
          <ac:spMkLst>
            <pc:docMk/>
            <pc:sldMk cId="2361233300" sldId="2146846002"/>
            <ac:spMk id="7" creationId="{57D641DE-5946-4C0A-9AFC-FD7880CD502D}"/>
          </ac:spMkLst>
        </pc:spChg>
        <pc:spChg chg="del">
          <ac:chgData name="Ken Popkin" userId="3c94c39e-c43b-4805-99ab-8da17777f1ac" providerId="ADAL" clId="{68297F89-6131-44AD-9F8E-85397584873C}" dt="2021-04-09T14:55:03.681" v="3515" actId="478"/>
          <ac:spMkLst>
            <pc:docMk/>
            <pc:sldMk cId="2361233300" sldId="2146846002"/>
            <ac:spMk id="8" creationId="{458F1105-4A83-485D-A8B1-94DCCD80A736}"/>
          </ac:spMkLst>
        </pc:spChg>
        <pc:spChg chg="del">
          <ac:chgData name="Ken Popkin" userId="3c94c39e-c43b-4805-99ab-8da17777f1ac" providerId="ADAL" clId="{68297F89-6131-44AD-9F8E-85397584873C}" dt="2021-04-09T14:55:03.681" v="3515" actId="478"/>
          <ac:spMkLst>
            <pc:docMk/>
            <pc:sldMk cId="2361233300" sldId="2146846002"/>
            <ac:spMk id="9" creationId="{8D647B46-2B12-4DF6-9EF8-1BE30C475E83}"/>
          </ac:spMkLst>
        </pc:spChg>
        <pc:spChg chg="del">
          <ac:chgData name="Ken Popkin" userId="3c94c39e-c43b-4805-99ab-8da17777f1ac" providerId="ADAL" clId="{68297F89-6131-44AD-9F8E-85397584873C}" dt="2021-04-09T14:55:03.681" v="3515" actId="478"/>
          <ac:spMkLst>
            <pc:docMk/>
            <pc:sldMk cId="2361233300" sldId="2146846002"/>
            <ac:spMk id="10" creationId="{340A7F5C-15CD-4061-9663-BCCB136FC629}"/>
          </ac:spMkLst>
        </pc:spChg>
        <pc:spChg chg="del">
          <ac:chgData name="Ken Popkin" userId="3c94c39e-c43b-4805-99ab-8da17777f1ac" providerId="ADAL" clId="{68297F89-6131-44AD-9F8E-85397584873C}" dt="2021-04-09T14:55:03.681" v="3515" actId="478"/>
          <ac:spMkLst>
            <pc:docMk/>
            <pc:sldMk cId="2361233300" sldId="2146846002"/>
            <ac:spMk id="11" creationId="{E64F3535-9B02-4076-A739-1415D6B8BA97}"/>
          </ac:spMkLst>
        </pc:spChg>
        <pc:spChg chg="del">
          <ac:chgData name="Ken Popkin" userId="3c94c39e-c43b-4805-99ab-8da17777f1ac" providerId="ADAL" clId="{68297F89-6131-44AD-9F8E-85397584873C}" dt="2021-04-09T14:55:03.681" v="3515" actId="478"/>
          <ac:spMkLst>
            <pc:docMk/>
            <pc:sldMk cId="2361233300" sldId="2146846002"/>
            <ac:spMk id="12" creationId="{8D647B46-2B12-4DF6-9EF8-1BE30C475E83}"/>
          </ac:spMkLst>
        </pc:spChg>
        <pc:spChg chg="del">
          <ac:chgData name="Ken Popkin" userId="3c94c39e-c43b-4805-99ab-8da17777f1ac" providerId="ADAL" clId="{68297F89-6131-44AD-9F8E-85397584873C}" dt="2021-04-09T14:55:03.681" v="3515" actId="478"/>
          <ac:spMkLst>
            <pc:docMk/>
            <pc:sldMk cId="2361233300" sldId="2146846002"/>
            <ac:spMk id="13" creationId="{31A795C4-C377-4F21-B0DA-670239735537}"/>
          </ac:spMkLst>
        </pc:spChg>
        <pc:spChg chg="del">
          <ac:chgData name="Ken Popkin" userId="3c94c39e-c43b-4805-99ab-8da17777f1ac" providerId="ADAL" clId="{68297F89-6131-44AD-9F8E-85397584873C}" dt="2021-04-09T14:55:03.681" v="3515" actId="478"/>
          <ac:spMkLst>
            <pc:docMk/>
            <pc:sldMk cId="2361233300" sldId="2146846002"/>
            <ac:spMk id="14" creationId="{C60CC365-0C32-4FEB-9EE0-432080A89CCA}"/>
          </ac:spMkLst>
        </pc:spChg>
        <pc:spChg chg="del">
          <ac:chgData name="Ken Popkin" userId="3c94c39e-c43b-4805-99ab-8da17777f1ac" providerId="ADAL" clId="{68297F89-6131-44AD-9F8E-85397584873C}" dt="2021-04-09T14:55:03.681" v="3515" actId="478"/>
          <ac:spMkLst>
            <pc:docMk/>
            <pc:sldMk cId="2361233300" sldId="2146846002"/>
            <ac:spMk id="15" creationId="{8D647B46-2B12-4DF6-9EF8-1BE30C475E83}"/>
          </ac:spMkLst>
        </pc:spChg>
        <pc:spChg chg="mod">
          <ac:chgData name="Ken Popkin" userId="3c94c39e-c43b-4805-99ab-8da17777f1ac" providerId="ADAL" clId="{68297F89-6131-44AD-9F8E-85397584873C}" dt="2021-04-09T14:54:58.470" v="3514" actId="20577"/>
          <ac:spMkLst>
            <pc:docMk/>
            <pc:sldMk cId="2361233300" sldId="2146846002"/>
            <ac:spMk id="19" creationId="{431FF642-D80E-4148-B518-F4E87EA10B69}"/>
          </ac:spMkLst>
        </pc:spChg>
        <pc:spChg chg="del">
          <ac:chgData name="Ken Popkin" userId="3c94c39e-c43b-4805-99ab-8da17777f1ac" providerId="ADAL" clId="{68297F89-6131-44AD-9F8E-85397584873C}" dt="2021-04-09T14:55:03.681" v="3515" actId="478"/>
          <ac:spMkLst>
            <pc:docMk/>
            <pc:sldMk cId="2361233300" sldId="2146846002"/>
            <ac:spMk id="20" creationId="{C288D6FD-00C2-4CF8-AE0B-7F4782777554}"/>
          </ac:spMkLst>
        </pc:spChg>
        <pc:spChg chg="add mod">
          <ac:chgData name="Ken Popkin" userId="3c94c39e-c43b-4805-99ab-8da17777f1ac" providerId="ADAL" clId="{68297F89-6131-44AD-9F8E-85397584873C}" dt="2021-04-09T14:55:42.766" v="3520" actId="1076"/>
          <ac:spMkLst>
            <pc:docMk/>
            <pc:sldMk cId="2361233300" sldId="2146846002"/>
            <ac:spMk id="22" creationId="{4A0B5A3E-0131-4E5D-B5F8-C9A299C8C457}"/>
          </ac:spMkLst>
        </pc:spChg>
        <pc:spChg chg="add mod">
          <ac:chgData name="Ken Popkin" userId="3c94c39e-c43b-4805-99ab-8da17777f1ac" providerId="ADAL" clId="{68297F89-6131-44AD-9F8E-85397584873C}" dt="2021-04-09T15:06:37.968" v="3731" actId="554"/>
          <ac:spMkLst>
            <pc:docMk/>
            <pc:sldMk cId="2361233300" sldId="2146846002"/>
            <ac:spMk id="34" creationId="{BB682AE4-F130-4A77-9286-28C73BD6A617}"/>
          </ac:spMkLst>
        </pc:spChg>
        <pc:spChg chg="add mod">
          <ac:chgData name="Ken Popkin" userId="3c94c39e-c43b-4805-99ab-8da17777f1ac" providerId="ADAL" clId="{68297F89-6131-44AD-9F8E-85397584873C}" dt="2021-04-09T15:06:37.968" v="3731" actId="554"/>
          <ac:spMkLst>
            <pc:docMk/>
            <pc:sldMk cId="2361233300" sldId="2146846002"/>
            <ac:spMk id="35" creationId="{D530226E-292E-4441-813E-E86676B8B431}"/>
          </ac:spMkLst>
        </pc:spChg>
        <pc:spChg chg="add mod">
          <ac:chgData name="Ken Popkin" userId="3c94c39e-c43b-4805-99ab-8da17777f1ac" providerId="ADAL" clId="{68297F89-6131-44AD-9F8E-85397584873C}" dt="2021-04-09T15:06:37.968" v="3731" actId="554"/>
          <ac:spMkLst>
            <pc:docMk/>
            <pc:sldMk cId="2361233300" sldId="2146846002"/>
            <ac:spMk id="36" creationId="{B2E7E7D2-9337-4737-9018-C8E12D85BCFD}"/>
          </ac:spMkLst>
        </pc:spChg>
        <pc:spChg chg="add mod">
          <ac:chgData name="Ken Popkin" userId="3c94c39e-c43b-4805-99ab-8da17777f1ac" providerId="ADAL" clId="{68297F89-6131-44AD-9F8E-85397584873C}" dt="2021-04-09T15:06:37.968" v="3731" actId="554"/>
          <ac:spMkLst>
            <pc:docMk/>
            <pc:sldMk cId="2361233300" sldId="2146846002"/>
            <ac:spMk id="37" creationId="{C101CC53-8430-4763-B2A3-CE9CF8B25F21}"/>
          </ac:spMkLst>
        </pc:spChg>
        <pc:spChg chg="add mod">
          <ac:chgData name="Ken Popkin" userId="3c94c39e-c43b-4805-99ab-8da17777f1ac" providerId="ADAL" clId="{68297F89-6131-44AD-9F8E-85397584873C}" dt="2021-04-09T15:06:37.968" v="3731" actId="554"/>
          <ac:spMkLst>
            <pc:docMk/>
            <pc:sldMk cId="2361233300" sldId="2146846002"/>
            <ac:spMk id="38" creationId="{245727DB-7E04-406E-9D3F-129B1893FA96}"/>
          </ac:spMkLst>
        </pc:spChg>
        <pc:spChg chg="add mod">
          <ac:chgData name="Ken Popkin" userId="3c94c39e-c43b-4805-99ab-8da17777f1ac" providerId="ADAL" clId="{68297F89-6131-44AD-9F8E-85397584873C}" dt="2021-04-09T15:06:37.968" v="3731" actId="554"/>
          <ac:spMkLst>
            <pc:docMk/>
            <pc:sldMk cId="2361233300" sldId="2146846002"/>
            <ac:spMk id="39" creationId="{44A58765-E97B-4597-8100-5794808C0D4A}"/>
          </ac:spMkLst>
        </pc:spChg>
        <pc:spChg chg="add mod">
          <ac:chgData name="Ken Popkin" userId="3c94c39e-c43b-4805-99ab-8da17777f1ac" providerId="ADAL" clId="{68297F89-6131-44AD-9F8E-85397584873C}" dt="2021-04-09T15:05:47.429" v="3644" actId="554"/>
          <ac:spMkLst>
            <pc:docMk/>
            <pc:sldMk cId="2361233300" sldId="2146846002"/>
            <ac:spMk id="51" creationId="{66593A58-4D45-4B8D-B976-F3691E6C212E}"/>
          </ac:spMkLst>
        </pc:spChg>
        <pc:spChg chg="add mod">
          <ac:chgData name="Ken Popkin" userId="3c94c39e-c43b-4805-99ab-8da17777f1ac" providerId="ADAL" clId="{68297F89-6131-44AD-9F8E-85397584873C}" dt="2021-04-09T15:05:47.429" v="3644" actId="554"/>
          <ac:spMkLst>
            <pc:docMk/>
            <pc:sldMk cId="2361233300" sldId="2146846002"/>
            <ac:spMk id="52" creationId="{22FEA46B-9099-4319-BC1A-76AEED133A33}"/>
          </ac:spMkLst>
        </pc:spChg>
        <pc:spChg chg="add mod">
          <ac:chgData name="Ken Popkin" userId="3c94c39e-c43b-4805-99ab-8da17777f1ac" providerId="ADAL" clId="{68297F89-6131-44AD-9F8E-85397584873C}" dt="2021-04-09T15:06:37.968" v="3731" actId="554"/>
          <ac:spMkLst>
            <pc:docMk/>
            <pc:sldMk cId="2361233300" sldId="2146846002"/>
            <ac:spMk id="55" creationId="{D32F2F90-0E87-4405-ABEF-364A5E76439A}"/>
          </ac:spMkLst>
        </pc:spChg>
        <pc:spChg chg="add mod">
          <ac:chgData name="Ken Popkin" userId="3c94c39e-c43b-4805-99ab-8da17777f1ac" providerId="ADAL" clId="{68297F89-6131-44AD-9F8E-85397584873C}" dt="2021-04-09T15:06:37.968" v="3731" actId="554"/>
          <ac:spMkLst>
            <pc:docMk/>
            <pc:sldMk cId="2361233300" sldId="2146846002"/>
            <ac:spMk id="56" creationId="{5297826C-8269-4B37-A093-BC09EF6D146B}"/>
          </ac:spMkLst>
        </pc:spChg>
        <pc:spChg chg="add mod">
          <ac:chgData name="Ken Popkin" userId="3c94c39e-c43b-4805-99ab-8da17777f1ac" providerId="ADAL" clId="{68297F89-6131-44AD-9F8E-85397584873C}" dt="2021-04-09T15:06:37.968" v="3731" actId="554"/>
          <ac:spMkLst>
            <pc:docMk/>
            <pc:sldMk cId="2361233300" sldId="2146846002"/>
            <ac:spMk id="57" creationId="{629B0CDD-9A1B-49AA-843B-674141EFCD8A}"/>
          </ac:spMkLst>
        </pc:spChg>
        <pc:spChg chg="add mod">
          <ac:chgData name="Ken Popkin" userId="3c94c39e-c43b-4805-99ab-8da17777f1ac" providerId="ADAL" clId="{68297F89-6131-44AD-9F8E-85397584873C}" dt="2021-04-09T15:06:37.968" v="3731" actId="554"/>
          <ac:spMkLst>
            <pc:docMk/>
            <pc:sldMk cId="2361233300" sldId="2146846002"/>
            <ac:spMk id="58" creationId="{03C77808-EF0C-4C54-B114-37686CE8719A}"/>
          </ac:spMkLst>
        </pc:spChg>
        <pc:grpChg chg="add del mod">
          <ac:chgData name="Ken Popkin" userId="3c94c39e-c43b-4805-99ab-8da17777f1ac" providerId="ADAL" clId="{68297F89-6131-44AD-9F8E-85397584873C}" dt="2021-04-09T15:01:50.128" v="3602" actId="165"/>
          <ac:grpSpMkLst>
            <pc:docMk/>
            <pc:sldMk cId="2361233300" sldId="2146846002"/>
            <ac:grpSpMk id="50" creationId="{AA544E53-7E21-4949-AB90-5E81B30DC0C2}"/>
          </ac:grpSpMkLst>
        </pc:grpChg>
        <pc:picChg chg="del">
          <ac:chgData name="Ken Popkin" userId="3c94c39e-c43b-4805-99ab-8da17777f1ac" providerId="ADAL" clId="{68297F89-6131-44AD-9F8E-85397584873C}" dt="2021-04-09T14:55:03.681" v="3515" actId="478"/>
          <ac:picMkLst>
            <pc:docMk/>
            <pc:sldMk cId="2361233300" sldId="2146846002"/>
            <ac:picMk id="16" creationId="{824AA1EA-5270-41C2-9498-29E7B13A5C77}"/>
          </ac:picMkLst>
        </pc:picChg>
        <pc:picChg chg="del">
          <ac:chgData name="Ken Popkin" userId="3c94c39e-c43b-4805-99ab-8da17777f1ac" providerId="ADAL" clId="{68297F89-6131-44AD-9F8E-85397584873C}" dt="2021-04-09T14:55:03.681" v="3515" actId="478"/>
          <ac:picMkLst>
            <pc:docMk/>
            <pc:sldMk cId="2361233300" sldId="2146846002"/>
            <ac:picMk id="17" creationId="{4E0E5B29-7BA4-45A0-A70E-910504CFF2EB}"/>
          </ac:picMkLst>
        </pc:picChg>
        <pc:picChg chg="del">
          <ac:chgData name="Ken Popkin" userId="3c94c39e-c43b-4805-99ab-8da17777f1ac" providerId="ADAL" clId="{68297F89-6131-44AD-9F8E-85397584873C}" dt="2021-04-09T14:55:03.681" v="3515" actId="478"/>
          <ac:picMkLst>
            <pc:docMk/>
            <pc:sldMk cId="2361233300" sldId="2146846002"/>
            <ac:picMk id="18" creationId="{13C1E9E4-994C-4085-AAFC-19064972255C}"/>
          </ac:picMkLst>
        </pc:picChg>
        <pc:cxnChg chg="add mod">
          <ac:chgData name="Ken Popkin" userId="3c94c39e-c43b-4805-99ab-8da17777f1ac" providerId="ADAL" clId="{68297F89-6131-44AD-9F8E-85397584873C}" dt="2021-04-09T15:04:25.192" v="3627" actId="1038"/>
          <ac:cxnSpMkLst>
            <pc:docMk/>
            <pc:sldMk cId="2361233300" sldId="2146846002"/>
            <ac:cxnSpMk id="4" creationId="{F55061A4-70AB-4CEF-B0D1-A43DDD07D067}"/>
          </ac:cxnSpMkLst>
        </pc:cxnChg>
        <pc:cxnChg chg="add mod">
          <ac:chgData name="Ken Popkin" userId="3c94c39e-c43b-4805-99ab-8da17777f1ac" providerId="ADAL" clId="{68297F89-6131-44AD-9F8E-85397584873C}" dt="2021-04-09T15:06:59.508" v="3732" actId="554"/>
          <ac:cxnSpMkLst>
            <pc:docMk/>
            <pc:sldMk cId="2361233300" sldId="2146846002"/>
            <ac:cxnSpMk id="23" creationId="{7841B8DF-1450-4C7B-8D95-54A7ABCA5371}"/>
          </ac:cxnSpMkLst>
        </pc:cxnChg>
        <pc:cxnChg chg="add mod topLvl">
          <ac:chgData name="Ken Popkin" userId="3c94c39e-c43b-4805-99ab-8da17777f1ac" providerId="ADAL" clId="{68297F89-6131-44AD-9F8E-85397584873C}" dt="2021-04-09T15:06:59.508" v="3732" actId="554"/>
          <ac:cxnSpMkLst>
            <pc:docMk/>
            <pc:sldMk cId="2361233300" sldId="2146846002"/>
            <ac:cxnSpMk id="24" creationId="{206A602B-890D-4E45-A531-9AF310011136}"/>
          </ac:cxnSpMkLst>
        </pc:cxnChg>
        <pc:cxnChg chg="add mod">
          <ac:chgData name="Ken Popkin" userId="3c94c39e-c43b-4805-99ab-8da17777f1ac" providerId="ADAL" clId="{68297F89-6131-44AD-9F8E-85397584873C}" dt="2021-04-09T15:06:59.508" v="3732" actId="554"/>
          <ac:cxnSpMkLst>
            <pc:docMk/>
            <pc:sldMk cId="2361233300" sldId="2146846002"/>
            <ac:cxnSpMk id="25" creationId="{B9F0A33D-6D9A-40E9-9553-FD41A8B8B706}"/>
          </ac:cxnSpMkLst>
        </pc:cxnChg>
        <pc:cxnChg chg="add mod topLvl">
          <ac:chgData name="Ken Popkin" userId="3c94c39e-c43b-4805-99ab-8da17777f1ac" providerId="ADAL" clId="{68297F89-6131-44AD-9F8E-85397584873C}" dt="2021-04-09T15:06:59.508" v="3732" actId="554"/>
          <ac:cxnSpMkLst>
            <pc:docMk/>
            <pc:sldMk cId="2361233300" sldId="2146846002"/>
            <ac:cxnSpMk id="26" creationId="{1776DEBE-E166-4295-84A1-4834C38E3187}"/>
          </ac:cxnSpMkLst>
        </pc:cxnChg>
        <pc:cxnChg chg="add mod">
          <ac:chgData name="Ken Popkin" userId="3c94c39e-c43b-4805-99ab-8da17777f1ac" providerId="ADAL" clId="{68297F89-6131-44AD-9F8E-85397584873C}" dt="2021-04-09T15:06:59.508" v="3732" actId="554"/>
          <ac:cxnSpMkLst>
            <pc:docMk/>
            <pc:sldMk cId="2361233300" sldId="2146846002"/>
            <ac:cxnSpMk id="27" creationId="{0DE028B3-650A-4968-8D68-1C3C8D5D681A}"/>
          </ac:cxnSpMkLst>
        </pc:cxnChg>
        <pc:cxnChg chg="add mod topLvl">
          <ac:chgData name="Ken Popkin" userId="3c94c39e-c43b-4805-99ab-8da17777f1ac" providerId="ADAL" clId="{68297F89-6131-44AD-9F8E-85397584873C}" dt="2021-04-09T15:06:59.508" v="3732" actId="554"/>
          <ac:cxnSpMkLst>
            <pc:docMk/>
            <pc:sldMk cId="2361233300" sldId="2146846002"/>
            <ac:cxnSpMk id="28" creationId="{88A90348-9759-4C47-BB7A-ED545982554C}"/>
          </ac:cxnSpMkLst>
        </pc:cxnChg>
        <pc:cxnChg chg="add mod">
          <ac:chgData name="Ken Popkin" userId="3c94c39e-c43b-4805-99ab-8da17777f1ac" providerId="ADAL" clId="{68297F89-6131-44AD-9F8E-85397584873C}" dt="2021-04-09T15:06:59.508" v="3732" actId="554"/>
          <ac:cxnSpMkLst>
            <pc:docMk/>
            <pc:sldMk cId="2361233300" sldId="2146846002"/>
            <ac:cxnSpMk id="29" creationId="{5F83E959-CDD9-409E-A91C-A55AE0F2AE05}"/>
          </ac:cxnSpMkLst>
        </pc:cxnChg>
        <pc:cxnChg chg="add mod topLvl">
          <ac:chgData name="Ken Popkin" userId="3c94c39e-c43b-4805-99ab-8da17777f1ac" providerId="ADAL" clId="{68297F89-6131-44AD-9F8E-85397584873C}" dt="2021-04-09T15:06:59.508" v="3732" actId="554"/>
          <ac:cxnSpMkLst>
            <pc:docMk/>
            <pc:sldMk cId="2361233300" sldId="2146846002"/>
            <ac:cxnSpMk id="30" creationId="{9B4AF37E-D9B6-4CD8-91E0-6BCC6B63031A}"/>
          </ac:cxnSpMkLst>
        </pc:cxnChg>
        <pc:cxnChg chg="add mod">
          <ac:chgData name="Ken Popkin" userId="3c94c39e-c43b-4805-99ab-8da17777f1ac" providerId="ADAL" clId="{68297F89-6131-44AD-9F8E-85397584873C}" dt="2021-04-09T15:06:59.508" v="3732" actId="554"/>
          <ac:cxnSpMkLst>
            <pc:docMk/>
            <pc:sldMk cId="2361233300" sldId="2146846002"/>
            <ac:cxnSpMk id="31" creationId="{64711D1A-E63E-4A98-B1D8-7F82D32F54CB}"/>
          </ac:cxnSpMkLst>
        </pc:cxnChg>
        <pc:cxnChg chg="add del mod topLvl">
          <ac:chgData name="Ken Popkin" userId="3c94c39e-c43b-4805-99ab-8da17777f1ac" providerId="ADAL" clId="{68297F89-6131-44AD-9F8E-85397584873C}" dt="2021-04-09T15:01:53.002" v="3603" actId="478"/>
          <ac:cxnSpMkLst>
            <pc:docMk/>
            <pc:sldMk cId="2361233300" sldId="2146846002"/>
            <ac:cxnSpMk id="32" creationId="{214C1DC5-FB7A-4113-9A16-4C231B79730F}"/>
          </ac:cxnSpMkLst>
        </pc:cxnChg>
        <pc:cxnChg chg="add mod">
          <ac:chgData name="Ken Popkin" userId="3c94c39e-c43b-4805-99ab-8da17777f1ac" providerId="ADAL" clId="{68297F89-6131-44AD-9F8E-85397584873C}" dt="2021-04-09T15:06:59.508" v="3732" actId="554"/>
          <ac:cxnSpMkLst>
            <pc:docMk/>
            <pc:sldMk cId="2361233300" sldId="2146846002"/>
            <ac:cxnSpMk id="33" creationId="{B4BFB4F8-C76B-4A3A-B558-56B99EE9EE8D}"/>
          </ac:cxnSpMkLst>
        </pc:cxnChg>
        <pc:cxnChg chg="add del">
          <ac:chgData name="Ken Popkin" userId="3c94c39e-c43b-4805-99ab-8da17777f1ac" providerId="ADAL" clId="{68297F89-6131-44AD-9F8E-85397584873C}" dt="2021-04-09T15:06:09.982" v="3646" actId="478"/>
          <ac:cxnSpMkLst>
            <pc:docMk/>
            <pc:sldMk cId="2361233300" sldId="2146846002"/>
            <ac:cxnSpMk id="54" creationId="{E4D2CA90-63BF-492E-98F4-6D90BEF010B5}"/>
          </ac:cxnSpMkLst>
        </pc:cxnChg>
      </pc:sldChg>
      <pc:sldChg chg="del">
        <pc:chgData name="Ken Popkin" userId="3c94c39e-c43b-4805-99ab-8da17777f1ac" providerId="ADAL" clId="{68297F89-6131-44AD-9F8E-85397584873C}" dt="2021-04-09T18:46:35.889" v="6184" actId="47"/>
        <pc:sldMkLst>
          <pc:docMk/>
          <pc:sldMk cId="2597472437" sldId="2146846003"/>
        </pc:sldMkLst>
      </pc:sldChg>
      <pc:sldChg chg="add del setBg">
        <pc:chgData name="Ken Popkin" userId="3c94c39e-c43b-4805-99ab-8da17777f1ac" providerId="ADAL" clId="{68297F89-6131-44AD-9F8E-85397584873C}" dt="2021-04-09T14:54:26.101" v="3504"/>
        <pc:sldMkLst>
          <pc:docMk/>
          <pc:sldMk cId="3292471359" sldId="2146846003"/>
        </pc:sldMkLst>
      </pc:sldChg>
      <pc:sldChg chg="addSp delSp modSp mod">
        <pc:chgData name="Ken Popkin" userId="3c94c39e-c43b-4805-99ab-8da17777f1ac" providerId="ADAL" clId="{68297F89-6131-44AD-9F8E-85397584873C}" dt="2021-04-09T21:58:50.163" v="6664" actId="14100"/>
        <pc:sldMkLst>
          <pc:docMk/>
          <pc:sldMk cId="2361233300" sldId="2146846004"/>
        </pc:sldMkLst>
        <pc:spChg chg="mod">
          <ac:chgData name="Ken Popkin" userId="3c94c39e-c43b-4805-99ab-8da17777f1ac" providerId="ADAL" clId="{68297F89-6131-44AD-9F8E-85397584873C}" dt="2021-04-09T21:49:39.149" v="6638" actId="20577"/>
          <ac:spMkLst>
            <pc:docMk/>
            <pc:sldMk cId="2361233300" sldId="2146846004"/>
            <ac:spMk id="19" creationId="{431FF642-D80E-4148-B518-F4E87EA10B69}"/>
          </ac:spMkLst>
        </pc:spChg>
        <pc:spChg chg="del mod">
          <ac:chgData name="Ken Popkin" userId="3c94c39e-c43b-4805-99ab-8da17777f1ac" providerId="ADAL" clId="{68297F89-6131-44AD-9F8E-85397584873C}" dt="2021-04-09T15:21:44.781" v="3873" actId="478"/>
          <ac:spMkLst>
            <pc:docMk/>
            <pc:sldMk cId="2361233300" sldId="2146846004"/>
            <ac:spMk id="22" creationId="{4A0B5A3E-0131-4E5D-B5F8-C9A299C8C457}"/>
          </ac:spMkLst>
        </pc:spChg>
        <pc:spChg chg="mod">
          <ac:chgData name="Ken Popkin" userId="3c94c39e-c43b-4805-99ab-8da17777f1ac" providerId="ADAL" clId="{68297F89-6131-44AD-9F8E-85397584873C}" dt="2021-04-09T21:55:08.705" v="6643" actId="2711"/>
          <ac:spMkLst>
            <pc:docMk/>
            <pc:sldMk cId="2361233300" sldId="2146846004"/>
            <ac:spMk id="34" creationId="{BB682AE4-F130-4A77-9286-28C73BD6A617}"/>
          </ac:spMkLst>
        </pc:spChg>
        <pc:spChg chg="mod">
          <ac:chgData name="Ken Popkin" userId="3c94c39e-c43b-4805-99ab-8da17777f1ac" providerId="ADAL" clId="{68297F89-6131-44AD-9F8E-85397584873C}" dt="2021-04-09T21:55:08.705" v="6643" actId="2711"/>
          <ac:spMkLst>
            <pc:docMk/>
            <pc:sldMk cId="2361233300" sldId="2146846004"/>
            <ac:spMk id="35" creationId="{D530226E-292E-4441-813E-E86676B8B431}"/>
          </ac:spMkLst>
        </pc:spChg>
        <pc:spChg chg="mod">
          <ac:chgData name="Ken Popkin" userId="3c94c39e-c43b-4805-99ab-8da17777f1ac" providerId="ADAL" clId="{68297F89-6131-44AD-9F8E-85397584873C}" dt="2021-04-09T21:55:08.705" v="6643" actId="2711"/>
          <ac:spMkLst>
            <pc:docMk/>
            <pc:sldMk cId="2361233300" sldId="2146846004"/>
            <ac:spMk id="36" creationId="{B2E7E7D2-9337-4737-9018-C8E12D85BCFD}"/>
          </ac:spMkLst>
        </pc:spChg>
        <pc:spChg chg="mod">
          <ac:chgData name="Ken Popkin" userId="3c94c39e-c43b-4805-99ab-8da17777f1ac" providerId="ADAL" clId="{68297F89-6131-44AD-9F8E-85397584873C}" dt="2021-04-09T21:55:08.705" v="6643" actId="2711"/>
          <ac:spMkLst>
            <pc:docMk/>
            <pc:sldMk cId="2361233300" sldId="2146846004"/>
            <ac:spMk id="37" creationId="{C101CC53-8430-4763-B2A3-CE9CF8B25F21}"/>
          </ac:spMkLst>
        </pc:spChg>
        <pc:spChg chg="mod">
          <ac:chgData name="Ken Popkin" userId="3c94c39e-c43b-4805-99ab-8da17777f1ac" providerId="ADAL" clId="{68297F89-6131-44AD-9F8E-85397584873C}" dt="2021-04-09T21:55:08.705" v="6643" actId="2711"/>
          <ac:spMkLst>
            <pc:docMk/>
            <pc:sldMk cId="2361233300" sldId="2146846004"/>
            <ac:spMk id="38" creationId="{245727DB-7E04-406E-9D3F-129B1893FA96}"/>
          </ac:spMkLst>
        </pc:spChg>
        <pc:spChg chg="mod">
          <ac:chgData name="Ken Popkin" userId="3c94c39e-c43b-4805-99ab-8da17777f1ac" providerId="ADAL" clId="{68297F89-6131-44AD-9F8E-85397584873C}" dt="2021-04-09T21:55:08.705" v="6643" actId="2711"/>
          <ac:spMkLst>
            <pc:docMk/>
            <pc:sldMk cId="2361233300" sldId="2146846004"/>
            <ac:spMk id="39" creationId="{44A58765-E97B-4597-8100-5794808C0D4A}"/>
          </ac:spMkLst>
        </pc:spChg>
        <pc:spChg chg="add del mod">
          <ac:chgData name="Ken Popkin" userId="3c94c39e-c43b-4805-99ab-8da17777f1ac" providerId="ADAL" clId="{68297F89-6131-44AD-9F8E-85397584873C}" dt="2021-04-09T18:03:29.838" v="5438" actId="478"/>
          <ac:spMkLst>
            <pc:docMk/>
            <pc:sldMk cId="2361233300" sldId="2146846004"/>
            <ac:spMk id="41" creationId="{F1588356-11EE-4DC5-8263-B7DF793DA729}"/>
          </ac:spMkLst>
        </pc:spChg>
        <pc:spChg chg="mod">
          <ac:chgData name="Ken Popkin" userId="3c94c39e-c43b-4805-99ab-8da17777f1ac" providerId="ADAL" clId="{68297F89-6131-44AD-9F8E-85397584873C}" dt="2021-04-09T21:55:17.763" v="6644" actId="2711"/>
          <ac:spMkLst>
            <pc:docMk/>
            <pc:sldMk cId="2361233300" sldId="2146846004"/>
            <ac:spMk id="51" creationId="{66593A58-4D45-4B8D-B976-F3691E6C212E}"/>
          </ac:spMkLst>
        </pc:spChg>
        <pc:spChg chg="mod">
          <ac:chgData name="Ken Popkin" userId="3c94c39e-c43b-4805-99ab-8da17777f1ac" providerId="ADAL" clId="{68297F89-6131-44AD-9F8E-85397584873C}" dt="2021-04-09T21:55:17.763" v="6644" actId="2711"/>
          <ac:spMkLst>
            <pc:docMk/>
            <pc:sldMk cId="2361233300" sldId="2146846004"/>
            <ac:spMk id="52" creationId="{22FEA46B-9099-4319-BC1A-76AEED133A33}"/>
          </ac:spMkLst>
        </pc:spChg>
        <pc:spChg chg="mod">
          <ac:chgData name="Ken Popkin" userId="3c94c39e-c43b-4805-99ab-8da17777f1ac" providerId="ADAL" clId="{68297F89-6131-44AD-9F8E-85397584873C}" dt="2021-04-09T21:55:08.705" v="6643" actId="2711"/>
          <ac:spMkLst>
            <pc:docMk/>
            <pc:sldMk cId="2361233300" sldId="2146846004"/>
            <ac:spMk id="55" creationId="{D32F2F90-0E87-4405-ABEF-364A5E76439A}"/>
          </ac:spMkLst>
        </pc:spChg>
        <pc:spChg chg="mod">
          <ac:chgData name="Ken Popkin" userId="3c94c39e-c43b-4805-99ab-8da17777f1ac" providerId="ADAL" clId="{68297F89-6131-44AD-9F8E-85397584873C}" dt="2021-04-09T21:55:08.705" v="6643" actId="2711"/>
          <ac:spMkLst>
            <pc:docMk/>
            <pc:sldMk cId="2361233300" sldId="2146846004"/>
            <ac:spMk id="56" creationId="{5297826C-8269-4B37-A093-BC09EF6D146B}"/>
          </ac:spMkLst>
        </pc:spChg>
        <pc:spChg chg="mod">
          <ac:chgData name="Ken Popkin" userId="3c94c39e-c43b-4805-99ab-8da17777f1ac" providerId="ADAL" clId="{68297F89-6131-44AD-9F8E-85397584873C}" dt="2021-04-09T21:55:08.705" v="6643" actId="2711"/>
          <ac:spMkLst>
            <pc:docMk/>
            <pc:sldMk cId="2361233300" sldId="2146846004"/>
            <ac:spMk id="57" creationId="{629B0CDD-9A1B-49AA-843B-674141EFCD8A}"/>
          </ac:spMkLst>
        </pc:spChg>
        <pc:spChg chg="mod">
          <ac:chgData name="Ken Popkin" userId="3c94c39e-c43b-4805-99ab-8da17777f1ac" providerId="ADAL" clId="{68297F89-6131-44AD-9F8E-85397584873C}" dt="2021-04-09T21:55:08.705" v="6643" actId="2711"/>
          <ac:spMkLst>
            <pc:docMk/>
            <pc:sldMk cId="2361233300" sldId="2146846004"/>
            <ac:spMk id="58" creationId="{03C77808-EF0C-4C54-B114-37686CE8719A}"/>
          </ac:spMkLst>
        </pc:spChg>
        <pc:spChg chg="add del">
          <ac:chgData name="Ken Popkin" userId="3c94c39e-c43b-4805-99ab-8da17777f1ac" providerId="ADAL" clId="{68297F89-6131-44AD-9F8E-85397584873C}" dt="2021-04-09T15:11:45.150" v="3734" actId="478"/>
          <ac:spMkLst>
            <pc:docMk/>
            <pc:sldMk cId="2361233300" sldId="2146846004"/>
            <ac:spMk id="59" creationId="{BD9DC195-794A-49F5-A0E3-3871011E83EE}"/>
          </ac:spMkLst>
        </pc:spChg>
        <pc:spChg chg="add del">
          <ac:chgData name="Ken Popkin" userId="3c94c39e-c43b-4805-99ab-8da17777f1ac" providerId="ADAL" clId="{68297F89-6131-44AD-9F8E-85397584873C}" dt="2021-04-09T15:12:05.115" v="3736" actId="478"/>
          <ac:spMkLst>
            <pc:docMk/>
            <pc:sldMk cId="2361233300" sldId="2146846004"/>
            <ac:spMk id="60" creationId="{CE39C541-088D-4C37-86D1-B0D4AA8D454D}"/>
          </ac:spMkLst>
        </pc:spChg>
        <pc:spChg chg="add mod">
          <ac:chgData name="Ken Popkin" userId="3c94c39e-c43b-4805-99ab-8da17777f1ac" providerId="ADAL" clId="{68297F89-6131-44AD-9F8E-85397584873C}" dt="2021-04-09T21:54:55.510" v="6642" actId="2711"/>
          <ac:spMkLst>
            <pc:docMk/>
            <pc:sldMk cId="2361233300" sldId="2146846004"/>
            <ac:spMk id="61" creationId="{E637BB64-0695-4442-A847-9DD5F0F94170}"/>
          </ac:spMkLst>
        </pc:spChg>
        <pc:spChg chg="add del mod">
          <ac:chgData name="Ken Popkin" userId="3c94c39e-c43b-4805-99ab-8da17777f1ac" providerId="ADAL" clId="{68297F89-6131-44AD-9F8E-85397584873C}" dt="2021-04-09T21:54:55.510" v="6642" actId="2711"/>
          <ac:spMkLst>
            <pc:docMk/>
            <pc:sldMk cId="2361233300" sldId="2146846004"/>
            <ac:spMk id="62" creationId="{40792597-4A8D-4161-BE80-29930E72CCCD}"/>
          </ac:spMkLst>
        </pc:spChg>
        <pc:spChg chg="add mod">
          <ac:chgData name="Ken Popkin" userId="3c94c39e-c43b-4805-99ab-8da17777f1ac" providerId="ADAL" clId="{68297F89-6131-44AD-9F8E-85397584873C}" dt="2021-04-09T21:54:55.510" v="6642" actId="2711"/>
          <ac:spMkLst>
            <pc:docMk/>
            <pc:sldMk cId="2361233300" sldId="2146846004"/>
            <ac:spMk id="63" creationId="{CB18DB49-674A-41F7-96D9-7EE751D6FE19}"/>
          </ac:spMkLst>
        </pc:spChg>
        <pc:spChg chg="add mod">
          <ac:chgData name="Ken Popkin" userId="3c94c39e-c43b-4805-99ab-8da17777f1ac" providerId="ADAL" clId="{68297F89-6131-44AD-9F8E-85397584873C}" dt="2021-04-09T21:54:55.510" v="6642" actId="2711"/>
          <ac:spMkLst>
            <pc:docMk/>
            <pc:sldMk cId="2361233300" sldId="2146846004"/>
            <ac:spMk id="64" creationId="{3E6FD0C0-697B-459C-86FC-DA6E9016494C}"/>
          </ac:spMkLst>
        </pc:spChg>
        <pc:spChg chg="add mod">
          <ac:chgData name="Ken Popkin" userId="3c94c39e-c43b-4805-99ab-8da17777f1ac" providerId="ADAL" clId="{68297F89-6131-44AD-9F8E-85397584873C}" dt="2021-04-09T21:54:55.510" v="6642" actId="2711"/>
          <ac:spMkLst>
            <pc:docMk/>
            <pc:sldMk cId="2361233300" sldId="2146846004"/>
            <ac:spMk id="65" creationId="{5316FA51-5133-43FE-832E-26EB8FD16315}"/>
          </ac:spMkLst>
        </pc:spChg>
        <pc:spChg chg="add mod">
          <ac:chgData name="Ken Popkin" userId="3c94c39e-c43b-4805-99ab-8da17777f1ac" providerId="ADAL" clId="{68297F89-6131-44AD-9F8E-85397584873C}" dt="2021-04-09T21:54:55.510" v="6642" actId="2711"/>
          <ac:spMkLst>
            <pc:docMk/>
            <pc:sldMk cId="2361233300" sldId="2146846004"/>
            <ac:spMk id="66" creationId="{06195E6F-AF39-47EB-A074-D2E698CA9EAF}"/>
          </ac:spMkLst>
        </pc:spChg>
        <pc:spChg chg="add mod">
          <ac:chgData name="Ken Popkin" userId="3c94c39e-c43b-4805-99ab-8da17777f1ac" providerId="ADAL" clId="{68297F89-6131-44AD-9F8E-85397584873C}" dt="2021-04-09T21:58:50.163" v="6664" actId="14100"/>
          <ac:spMkLst>
            <pc:docMk/>
            <pc:sldMk cId="2361233300" sldId="2146846004"/>
            <ac:spMk id="67" creationId="{3857EAFB-8205-4D74-8A8E-9EE85388BC07}"/>
          </ac:spMkLst>
        </pc:spChg>
        <pc:spChg chg="add mod">
          <ac:chgData name="Ken Popkin" userId="3c94c39e-c43b-4805-99ab-8da17777f1ac" providerId="ADAL" clId="{68297F89-6131-44AD-9F8E-85397584873C}" dt="2021-04-09T21:54:55.510" v="6642" actId="2711"/>
          <ac:spMkLst>
            <pc:docMk/>
            <pc:sldMk cId="2361233300" sldId="2146846004"/>
            <ac:spMk id="68" creationId="{51790807-24BD-4600-B0BF-45D00B8AF16F}"/>
          </ac:spMkLst>
        </pc:spChg>
        <pc:spChg chg="add mod">
          <ac:chgData name="Ken Popkin" userId="3c94c39e-c43b-4805-99ab-8da17777f1ac" providerId="ADAL" clId="{68297F89-6131-44AD-9F8E-85397584873C}" dt="2021-04-09T21:54:55.510" v="6642" actId="2711"/>
          <ac:spMkLst>
            <pc:docMk/>
            <pc:sldMk cId="2361233300" sldId="2146846004"/>
            <ac:spMk id="69" creationId="{2DFDF791-DF6F-4815-81E1-5D3A4A54B807}"/>
          </ac:spMkLst>
        </pc:spChg>
        <pc:spChg chg="add mod">
          <ac:chgData name="Ken Popkin" userId="3c94c39e-c43b-4805-99ab-8da17777f1ac" providerId="ADAL" clId="{68297F89-6131-44AD-9F8E-85397584873C}" dt="2021-04-09T21:54:55.510" v="6642" actId="2711"/>
          <ac:spMkLst>
            <pc:docMk/>
            <pc:sldMk cId="2361233300" sldId="2146846004"/>
            <ac:spMk id="70" creationId="{96F3843E-4881-41CA-BAFD-7855CFC2905D}"/>
          </ac:spMkLst>
        </pc:spChg>
        <pc:spChg chg="add mod">
          <ac:chgData name="Ken Popkin" userId="3c94c39e-c43b-4805-99ab-8da17777f1ac" providerId="ADAL" clId="{68297F89-6131-44AD-9F8E-85397584873C}" dt="2021-04-09T21:58:36.291" v="6662" actId="14100"/>
          <ac:spMkLst>
            <pc:docMk/>
            <pc:sldMk cId="2361233300" sldId="2146846004"/>
            <ac:spMk id="71" creationId="{6642AD67-D502-495F-A15F-8264E7690D82}"/>
          </ac:spMkLst>
        </pc:spChg>
        <pc:spChg chg="add mod">
          <ac:chgData name="Ken Popkin" userId="3c94c39e-c43b-4805-99ab-8da17777f1ac" providerId="ADAL" clId="{68297F89-6131-44AD-9F8E-85397584873C}" dt="2021-04-09T21:54:55.510" v="6642" actId="2711"/>
          <ac:spMkLst>
            <pc:docMk/>
            <pc:sldMk cId="2361233300" sldId="2146846004"/>
            <ac:spMk id="72" creationId="{6CB93E27-A49A-4627-A2DA-8757521C2F82}"/>
          </ac:spMkLst>
        </pc:spChg>
        <pc:spChg chg="add mod">
          <ac:chgData name="Ken Popkin" userId="3c94c39e-c43b-4805-99ab-8da17777f1ac" providerId="ADAL" clId="{68297F89-6131-44AD-9F8E-85397584873C}" dt="2021-04-09T21:58:43.080" v="6663" actId="14100"/>
          <ac:spMkLst>
            <pc:docMk/>
            <pc:sldMk cId="2361233300" sldId="2146846004"/>
            <ac:spMk id="73" creationId="{97934A9B-A6C0-4249-A430-9D4691E22970}"/>
          </ac:spMkLst>
        </pc:spChg>
        <pc:cxnChg chg="mod">
          <ac:chgData name="Ken Popkin" userId="3c94c39e-c43b-4805-99ab-8da17777f1ac" providerId="ADAL" clId="{68297F89-6131-44AD-9F8E-85397584873C}" dt="2021-04-09T15:27:28.987" v="4041" actId="1037"/>
          <ac:cxnSpMkLst>
            <pc:docMk/>
            <pc:sldMk cId="2361233300" sldId="2146846004"/>
            <ac:cxnSpMk id="4" creationId="{F55061A4-70AB-4CEF-B0D1-A43DDD07D067}"/>
          </ac:cxnSpMkLst>
        </pc:cxnChg>
        <pc:cxnChg chg="mod">
          <ac:chgData name="Ken Popkin" userId="3c94c39e-c43b-4805-99ab-8da17777f1ac" providerId="ADAL" clId="{68297F89-6131-44AD-9F8E-85397584873C}" dt="2021-04-09T15:27:28.987" v="4041" actId="1037"/>
          <ac:cxnSpMkLst>
            <pc:docMk/>
            <pc:sldMk cId="2361233300" sldId="2146846004"/>
            <ac:cxnSpMk id="23" creationId="{7841B8DF-1450-4C7B-8D95-54A7ABCA5371}"/>
          </ac:cxnSpMkLst>
        </pc:cxnChg>
        <pc:cxnChg chg="mod">
          <ac:chgData name="Ken Popkin" userId="3c94c39e-c43b-4805-99ab-8da17777f1ac" providerId="ADAL" clId="{68297F89-6131-44AD-9F8E-85397584873C}" dt="2021-04-09T15:27:28.987" v="4041" actId="1037"/>
          <ac:cxnSpMkLst>
            <pc:docMk/>
            <pc:sldMk cId="2361233300" sldId="2146846004"/>
            <ac:cxnSpMk id="24" creationId="{206A602B-890D-4E45-A531-9AF310011136}"/>
          </ac:cxnSpMkLst>
        </pc:cxnChg>
        <pc:cxnChg chg="mod">
          <ac:chgData name="Ken Popkin" userId="3c94c39e-c43b-4805-99ab-8da17777f1ac" providerId="ADAL" clId="{68297F89-6131-44AD-9F8E-85397584873C}" dt="2021-04-09T15:27:28.987" v="4041" actId="1037"/>
          <ac:cxnSpMkLst>
            <pc:docMk/>
            <pc:sldMk cId="2361233300" sldId="2146846004"/>
            <ac:cxnSpMk id="25" creationId="{B9F0A33D-6D9A-40E9-9553-FD41A8B8B706}"/>
          </ac:cxnSpMkLst>
        </pc:cxnChg>
        <pc:cxnChg chg="mod">
          <ac:chgData name="Ken Popkin" userId="3c94c39e-c43b-4805-99ab-8da17777f1ac" providerId="ADAL" clId="{68297F89-6131-44AD-9F8E-85397584873C}" dt="2021-04-09T15:27:28.987" v="4041" actId="1037"/>
          <ac:cxnSpMkLst>
            <pc:docMk/>
            <pc:sldMk cId="2361233300" sldId="2146846004"/>
            <ac:cxnSpMk id="26" creationId="{1776DEBE-E166-4295-84A1-4834C38E3187}"/>
          </ac:cxnSpMkLst>
        </pc:cxnChg>
        <pc:cxnChg chg="mod">
          <ac:chgData name="Ken Popkin" userId="3c94c39e-c43b-4805-99ab-8da17777f1ac" providerId="ADAL" clId="{68297F89-6131-44AD-9F8E-85397584873C}" dt="2021-04-09T15:27:28.987" v="4041" actId="1037"/>
          <ac:cxnSpMkLst>
            <pc:docMk/>
            <pc:sldMk cId="2361233300" sldId="2146846004"/>
            <ac:cxnSpMk id="27" creationId="{0DE028B3-650A-4968-8D68-1C3C8D5D681A}"/>
          </ac:cxnSpMkLst>
        </pc:cxnChg>
        <pc:cxnChg chg="mod">
          <ac:chgData name="Ken Popkin" userId="3c94c39e-c43b-4805-99ab-8da17777f1ac" providerId="ADAL" clId="{68297F89-6131-44AD-9F8E-85397584873C}" dt="2021-04-09T15:27:28.987" v="4041" actId="1037"/>
          <ac:cxnSpMkLst>
            <pc:docMk/>
            <pc:sldMk cId="2361233300" sldId="2146846004"/>
            <ac:cxnSpMk id="28" creationId="{88A90348-9759-4C47-BB7A-ED545982554C}"/>
          </ac:cxnSpMkLst>
        </pc:cxnChg>
        <pc:cxnChg chg="mod">
          <ac:chgData name="Ken Popkin" userId="3c94c39e-c43b-4805-99ab-8da17777f1ac" providerId="ADAL" clId="{68297F89-6131-44AD-9F8E-85397584873C}" dt="2021-04-09T15:27:28.987" v="4041" actId="1037"/>
          <ac:cxnSpMkLst>
            <pc:docMk/>
            <pc:sldMk cId="2361233300" sldId="2146846004"/>
            <ac:cxnSpMk id="29" creationId="{5F83E959-CDD9-409E-A91C-A55AE0F2AE05}"/>
          </ac:cxnSpMkLst>
        </pc:cxnChg>
        <pc:cxnChg chg="mod">
          <ac:chgData name="Ken Popkin" userId="3c94c39e-c43b-4805-99ab-8da17777f1ac" providerId="ADAL" clId="{68297F89-6131-44AD-9F8E-85397584873C}" dt="2021-04-09T15:27:28.987" v="4041" actId="1037"/>
          <ac:cxnSpMkLst>
            <pc:docMk/>
            <pc:sldMk cId="2361233300" sldId="2146846004"/>
            <ac:cxnSpMk id="30" creationId="{9B4AF37E-D9B6-4CD8-91E0-6BCC6B63031A}"/>
          </ac:cxnSpMkLst>
        </pc:cxnChg>
        <pc:cxnChg chg="mod">
          <ac:chgData name="Ken Popkin" userId="3c94c39e-c43b-4805-99ab-8da17777f1ac" providerId="ADAL" clId="{68297F89-6131-44AD-9F8E-85397584873C}" dt="2021-04-09T15:27:28.987" v="4041" actId="1037"/>
          <ac:cxnSpMkLst>
            <pc:docMk/>
            <pc:sldMk cId="2361233300" sldId="2146846004"/>
            <ac:cxnSpMk id="31" creationId="{64711D1A-E63E-4A98-B1D8-7F82D32F54CB}"/>
          </ac:cxnSpMkLst>
        </pc:cxnChg>
        <pc:cxnChg chg="mod">
          <ac:chgData name="Ken Popkin" userId="3c94c39e-c43b-4805-99ab-8da17777f1ac" providerId="ADAL" clId="{68297F89-6131-44AD-9F8E-85397584873C}" dt="2021-04-09T15:27:28.987" v="4041" actId="1037"/>
          <ac:cxnSpMkLst>
            <pc:docMk/>
            <pc:sldMk cId="2361233300" sldId="2146846004"/>
            <ac:cxnSpMk id="33" creationId="{B4BFB4F8-C76B-4A3A-B558-56B99EE9EE8D}"/>
          </ac:cxnSpMkLst>
        </pc:cxnChg>
        <pc:cxnChg chg="add mod">
          <ac:chgData name="Ken Popkin" userId="3c94c39e-c43b-4805-99ab-8da17777f1ac" providerId="ADAL" clId="{68297F89-6131-44AD-9F8E-85397584873C}" dt="2021-04-09T15:33:07.842" v="4289" actId="693"/>
          <ac:cxnSpMkLst>
            <pc:docMk/>
            <pc:sldMk cId="2361233300" sldId="2146846004"/>
            <ac:cxnSpMk id="75" creationId="{0B0290BE-79B4-4156-A78A-FF9E064CB585}"/>
          </ac:cxnSpMkLst>
        </pc:cxnChg>
      </pc:sldChg>
      <pc:sldChg chg="modSp add del mod setBg">
        <pc:chgData name="Ken Popkin" userId="3c94c39e-c43b-4805-99ab-8da17777f1ac" providerId="ADAL" clId="{68297F89-6131-44AD-9F8E-85397584873C}" dt="2021-04-09T15:34:47.088" v="4351" actId="47"/>
        <pc:sldMkLst>
          <pc:docMk/>
          <pc:sldMk cId="1185032867" sldId="2146846005"/>
        </pc:sldMkLst>
        <pc:spChg chg="mod">
          <ac:chgData name="Ken Popkin" userId="3c94c39e-c43b-4805-99ab-8da17777f1ac" providerId="ADAL" clId="{68297F89-6131-44AD-9F8E-85397584873C}" dt="2021-04-09T15:34:35.256" v="4350" actId="1035"/>
          <ac:spMkLst>
            <pc:docMk/>
            <pc:sldMk cId="1185032867" sldId="2146846005"/>
            <ac:spMk id="61" creationId="{E637BB64-0695-4442-A847-9DD5F0F94170}"/>
          </ac:spMkLst>
        </pc:spChg>
        <pc:spChg chg="mod">
          <ac:chgData name="Ken Popkin" userId="3c94c39e-c43b-4805-99ab-8da17777f1ac" providerId="ADAL" clId="{68297F89-6131-44AD-9F8E-85397584873C}" dt="2021-04-09T15:34:35.256" v="4350" actId="1035"/>
          <ac:spMkLst>
            <pc:docMk/>
            <pc:sldMk cId="1185032867" sldId="2146846005"/>
            <ac:spMk id="62" creationId="{40792597-4A8D-4161-BE80-29930E72CCCD}"/>
          </ac:spMkLst>
        </pc:spChg>
        <pc:spChg chg="mod">
          <ac:chgData name="Ken Popkin" userId="3c94c39e-c43b-4805-99ab-8da17777f1ac" providerId="ADAL" clId="{68297F89-6131-44AD-9F8E-85397584873C}" dt="2021-04-09T15:34:35.256" v="4350" actId="1035"/>
          <ac:spMkLst>
            <pc:docMk/>
            <pc:sldMk cId="1185032867" sldId="2146846005"/>
            <ac:spMk id="63" creationId="{CB18DB49-674A-41F7-96D9-7EE751D6FE19}"/>
          </ac:spMkLst>
        </pc:spChg>
        <pc:spChg chg="mod">
          <ac:chgData name="Ken Popkin" userId="3c94c39e-c43b-4805-99ab-8da17777f1ac" providerId="ADAL" clId="{68297F89-6131-44AD-9F8E-85397584873C}" dt="2021-04-09T15:34:35.256" v="4350" actId="1035"/>
          <ac:spMkLst>
            <pc:docMk/>
            <pc:sldMk cId="1185032867" sldId="2146846005"/>
            <ac:spMk id="64" creationId="{3E6FD0C0-697B-459C-86FC-DA6E9016494C}"/>
          </ac:spMkLst>
        </pc:spChg>
        <pc:spChg chg="mod">
          <ac:chgData name="Ken Popkin" userId="3c94c39e-c43b-4805-99ab-8da17777f1ac" providerId="ADAL" clId="{68297F89-6131-44AD-9F8E-85397584873C}" dt="2021-04-09T15:34:35.256" v="4350" actId="1035"/>
          <ac:spMkLst>
            <pc:docMk/>
            <pc:sldMk cId="1185032867" sldId="2146846005"/>
            <ac:spMk id="65" creationId="{5316FA51-5133-43FE-832E-26EB8FD16315}"/>
          </ac:spMkLst>
        </pc:spChg>
        <pc:spChg chg="mod">
          <ac:chgData name="Ken Popkin" userId="3c94c39e-c43b-4805-99ab-8da17777f1ac" providerId="ADAL" clId="{68297F89-6131-44AD-9F8E-85397584873C}" dt="2021-04-09T15:34:35.256" v="4350" actId="1035"/>
          <ac:spMkLst>
            <pc:docMk/>
            <pc:sldMk cId="1185032867" sldId="2146846005"/>
            <ac:spMk id="66" creationId="{06195E6F-AF39-47EB-A074-D2E698CA9EAF}"/>
          </ac:spMkLst>
        </pc:spChg>
        <pc:spChg chg="mod">
          <ac:chgData name="Ken Popkin" userId="3c94c39e-c43b-4805-99ab-8da17777f1ac" providerId="ADAL" clId="{68297F89-6131-44AD-9F8E-85397584873C}" dt="2021-04-09T15:34:35.256" v="4350" actId="1035"/>
          <ac:spMkLst>
            <pc:docMk/>
            <pc:sldMk cId="1185032867" sldId="2146846005"/>
            <ac:spMk id="67" creationId="{3857EAFB-8205-4D74-8A8E-9EE85388BC07}"/>
          </ac:spMkLst>
        </pc:spChg>
        <pc:spChg chg="mod">
          <ac:chgData name="Ken Popkin" userId="3c94c39e-c43b-4805-99ab-8da17777f1ac" providerId="ADAL" clId="{68297F89-6131-44AD-9F8E-85397584873C}" dt="2021-04-09T15:34:35.256" v="4350" actId="1035"/>
          <ac:spMkLst>
            <pc:docMk/>
            <pc:sldMk cId="1185032867" sldId="2146846005"/>
            <ac:spMk id="68" creationId="{51790807-24BD-4600-B0BF-45D00B8AF16F}"/>
          </ac:spMkLst>
        </pc:spChg>
        <pc:spChg chg="mod">
          <ac:chgData name="Ken Popkin" userId="3c94c39e-c43b-4805-99ab-8da17777f1ac" providerId="ADAL" clId="{68297F89-6131-44AD-9F8E-85397584873C}" dt="2021-04-09T15:34:35.256" v="4350" actId="1035"/>
          <ac:spMkLst>
            <pc:docMk/>
            <pc:sldMk cId="1185032867" sldId="2146846005"/>
            <ac:spMk id="69" creationId="{2DFDF791-DF6F-4815-81E1-5D3A4A54B807}"/>
          </ac:spMkLst>
        </pc:spChg>
        <pc:spChg chg="mod">
          <ac:chgData name="Ken Popkin" userId="3c94c39e-c43b-4805-99ab-8da17777f1ac" providerId="ADAL" clId="{68297F89-6131-44AD-9F8E-85397584873C}" dt="2021-04-09T15:34:35.256" v="4350" actId="1035"/>
          <ac:spMkLst>
            <pc:docMk/>
            <pc:sldMk cId="1185032867" sldId="2146846005"/>
            <ac:spMk id="70" creationId="{96F3843E-4881-41CA-BAFD-7855CFC2905D}"/>
          </ac:spMkLst>
        </pc:spChg>
        <pc:spChg chg="mod">
          <ac:chgData name="Ken Popkin" userId="3c94c39e-c43b-4805-99ab-8da17777f1ac" providerId="ADAL" clId="{68297F89-6131-44AD-9F8E-85397584873C}" dt="2021-04-09T15:34:35.256" v="4350" actId="1035"/>
          <ac:spMkLst>
            <pc:docMk/>
            <pc:sldMk cId="1185032867" sldId="2146846005"/>
            <ac:spMk id="71" creationId="{6642AD67-D502-495F-A15F-8264E7690D82}"/>
          </ac:spMkLst>
        </pc:spChg>
        <pc:spChg chg="mod">
          <ac:chgData name="Ken Popkin" userId="3c94c39e-c43b-4805-99ab-8da17777f1ac" providerId="ADAL" clId="{68297F89-6131-44AD-9F8E-85397584873C}" dt="2021-04-09T15:34:35.256" v="4350" actId="1035"/>
          <ac:spMkLst>
            <pc:docMk/>
            <pc:sldMk cId="1185032867" sldId="2146846005"/>
            <ac:spMk id="72" creationId="{6CB93E27-A49A-4627-A2DA-8757521C2F82}"/>
          </ac:spMkLst>
        </pc:spChg>
        <pc:spChg chg="mod">
          <ac:chgData name="Ken Popkin" userId="3c94c39e-c43b-4805-99ab-8da17777f1ac" providerId="ADAL" clId="{68297F89-6131-44AD-9F8E-85397584873C}" dt="2021-04-09T15:34:35.256" v="4350" actId="1035"/>
          <ac:spMkLst>
            <pc:docMk/>
            <pc:sldMk cId="1185032867" sldId="2146846005"/>
            <ac:spMk id="73" creationId="{97934A9B-A6C0-4249-A430-9D4691E22970}"/>
          </ac:spMkLst>
        </pc:spChg>
      </pc:sldChg>
      <pc:sldChg chg="addSp delSp modSp add mod">
        <pc:chgData name="Ken Popkin" userId="3c94c39e-c43b-4805-99ab-8da17777f1ac" providerId="ADAL" clId="{68297F89-6131-44AD-9F8E-85397584873C}" dt="2021-04-17T22:36:13.530" v="7471" actId="1036"/>
        <pc:sldMkLst>
          <pc:docMk/>
          <pc:sldMk cId="1920503962" sldId="2146846005"/>
        </pc:sldMkLst>
        <pc:spChg chg="mod">
          <ac:chgData name="Ken Popkin" userId="3c94c39e-c43b-4805-99ab-8da17777f1ac" providerId="ADAL" clId="{68297F89-6131-44AD-9F8E-85397584873C}" dt="2021-04-09T17:34:18.332" v="4510" actId="1076"/>
          <ac:spMkLst>
            <pc:docMk/>
            <pc:sldMk cId="1920503962" sldId="2146846005"/>
            <ac:spMk id="19" creationId="{431FF642-D80E-4148-B518-F4E87EA10B69}"/>
          </ac:spMkLst>
        </pc:spChg>
        <pc:spChg chg="add del mod">
          <ac:chgData name="Ken Popkin" userId="3c94c39e-c43b-4805-99ab-8da17777f1ac" providerId="ADAL" clId="{68297F89-6131-44AD-9F8E-85397584873C}" dt="2021-04-09T17:34:22.491" v="4511" actId="478"/>
          <ac:spMkLst>
            <pc:docMk/>
            <pc:sldMk cId="1920503962" sldId="2146846005"/>
            <ac:spMk id="22" creationId="{B32CFED6-F7A0-4BCA-8500-41E117DB8A77}"/>
          </ac:spMkLst>
        </pc:spChg>
        <pc:spChg chg="add del mod">
          <ac:chgData name="Ken Popkin" userId="3c94c39e-c43b-4805-99ab-8da17777f1ac" providerId="ADAL" clId="{68297F89-6131-44AD-9F8E-85397584873C}" dt="2021-04-09T17:35:48.175" v="4555" actId="478"/>
          <ac:spMkLst>
            <pc:docMk/>
            <pc:sldMk cId="1920503962" sldId="2146846005"/>
            <ac:spMk id="24" creationId="{7A8BCFF0-6061-4425-9F9C-B76EBAF5AEA9}"/>
          </ac:spMkLst>
        </pc:spChg>
        <pc:spChg chg="add mod">
          <ac:chgData name="Ken Popkin" userId="3c94c39e-c43b-4805-99ab-8da17777f1ac" providerId="ADAL" clId="{68297F89-6131-44AD-9F8E-85397584873C}" dt="2021-04-09T21:56:07.439" v="6647" actId="2711"/>
          <ac:spMkLst>
            <pc:docMk/>
            <pc:sldMk cId="1920503962" sldId="2146846005"/>
            <ac:spMk id="26" creationId="{183A8ABC-0A51-4E7A-AA4B-8C409D5908CF}"/>
          </ac:spMkLst>
        </pc:spChg>
        <pc:spChg chg="add mod">
          <ac:chgData name="Ken Popkin" userId="3c94c39e-c43b-4805-99ab-8da17777f1ac" providerId="ADAL" clId="{68297F89-6131-44AD-9F8E-85397584873C}" dt="2021-04-09T21:55:40.771" v="6645" actId="2711"/>
          <ac:spMkLst>
            <pc:docMk/>
            <pc:sldMk cId="1920503962" sldId="2146846005"/>
            <ac:spMk id="28" creationId="{5C7BE149-32B1-4054-91CF-216877DE3A41}"/>
          </ac:spMkLst>
        </pc:spChg>
        <pc:spChg chg="add mod">
          <ac:chgData name="Ken Popkin" userId="3c94c39e-c43b-4805-99ab-8da17777f1ac" providerId="ADAL" clId="{68297F89-6131-44AD-9F8E-85397584873C}" dt="2021-04-17T22:36:04.950" v="7443" actId="1035"/>
          <ac:spMkLst>
            <pc:docMk/>
            <pc:sldMk cId="1920503962" sldId="2146846005"/>
            <ac:spMk id="29" creationId="{AF3183EC-13F0-41C9-B144-8871169580F4}"/>
          </ac:spMkLst>
        </pc:spChg>
        <pc:spChg chg="add mod">
          <ac:chgData name="Ken Popkin" userId="3c94c39e-c43b-4805-99ab-8da17777f1ac" providerId="ADAL" clId="{68297F89-6131-44AD-9F8E-85397584873C}" dt="2021-04-17T22:36:04.950" v="7443" actId="1035"/>
          <ac:spMkLst>
            <pc:docMk/>
            <pc:sldMk cId="1920503962" sldId="2146846005"/>
            <ac:spMk id="30" creationId="{D875CA8B-CA28-4933-8D24-CBD78B81576B}"/>
          </ac:spMkLst>
        </pc:spChg>
        <pc:spChg chg="add mod">
          <ac:chgData name="Ken Popkin" userId="3c94c39e-c43b-4805-99ab-8da17777f1ac" providerId="ADAL" clId="{68297F89-6131-44AD-9F8E-85397584873C}" dt="2021-04-17T22:36:04.950" v="7443" actId="1035"/>
          <ac:spMkLst>
            <pc:docMk/>
            <pc:sldMk cId="1920503962" sldId="2146846005"/>
            <ac:spMk id="31" creationId="{DC2B1B51-C59E-4432-AE92-B3A7E7E1C37E}"/>
          </ac:spMkLst>
        </pc:spChg>
        <pc:spChg chg="add del mod">
          <ac:chgData name="Ken Popkin" userId="3c94c39e-c43b-4805-99ab-8da17777f1ac" providerId="ADAL" clId="{68297F89-6131-44AD-9F8E-85397584873C}" dt="2021-04-17T22:35:54.009" v="7409" actId="21"/>
          <ac:spMkLst>
            <pc:docMk/>
            <pc:sldMk cId="1920503962" sldId="2146846005"/>
            <ac:spMk id="32" creationId="{27F50EA0-26FA-4478-B196-427622D3420E}"/>
          </ac:spMkLst>
        </pc:spChg>
        <pc:spChg chg="add del mod">
          <ac:chgData name="Ken Popkin" userId="3c94c39e-c43b-4805-99ab-8da17777f1ac" providerId="ADAL" clId="{68297F89-6131-44AD-9F8E-85397584873C}" dt="2021-04-17T22:35:54.009" v="7409" actId="21"/>
          <ac:spMkLst>
            <pc:docMk/>
            <pc:sldMk cId="1920503962" sldId="2146846005"/>
            <ac:spMk id="33" creationId="{D0FABDB6-679A-4A53-A966-EAAFB0404474}"/>
          </ac:spMkLst>
        </pc:spChg>
        <pc:spChg chg="mod">
          <ac:chgData name="Ken Popkin" userId="3c94c39e-c43b-4805-99ab-8da17777f1ac" providerId="ADAL" clId="{68297F89-6131-44AD-9F8E-85397584873C}" dt="2021-04-09T21:56:07.439" v="6647" actId="2711"/>
          <ac:spMkLst>
            <pc:docMk/>
            <pc:sldMk cId="1920503962" sldId="2146846005"/>
            <ac:spMk id="34" creationId="{BB682AE4-F130-4A77-9286-28C73BD6A617}"/>
          </ac:spMkLst>
        </pc:spChg>
        <pc:spChg chg="mod">
          <ac:chgData name="Ken Popkin" userId="3c94c39e-c43b-4805-99ab-8da17777f1ac" providerId="ADAL" clId="{68297F89-6131-44AD-9F8E-85397584873C}" dt="2021-04-09T21:56:07.439" v="6647" actId="2711"/>
          <ac:spMkLst>
            <pc:docMk/>
            <pc:sldMk cId="1920503962" sldId="2146846005"/>
            <ac:spMk id="35" creationId="{D530226E-292E-4441-813E-E86676B8B431}"/>
          </ac:spMkLst>
        </pc:spChg>
        <pc:spChg chg="mod">
          <ac:chgData name="Ken Popkin" userId="3c94c39e-c43b-4805-99ab-8da17777f1ac" providerId="ADAL" clId="{68297F89-6131-44AD-9F8E-85397584873C}" dt="2021-04-09T21:56:07.439" v="6647" actId="2711"/>
          <ac:spMkLst>
            <pc:docMk/>
            <pc:sldMk cId="1920503962" sldId="2146846005"/>
            <ac:spMk id="36" creationId="{B2E7E7D2-9337-4737-9018-C8E12D85BCFD}"/>
          </ac:spMkLst>
        </pc:spChg>
        <pc:spChg chg="add mod">
          <ac:chgData name="Ken Popkin" userId="3c94c39e-c43b-4805-99ab-8da17777f1ac" providerId="ADAL" clId="{68297F89-6131-44AD-9F8E-85397584873C}" dt="2021-04-09T21:55:40.771" v="6645" actId="2711"/>
          <ac:spMkLst>
            <pc:docMk/>
            <pc:sldMk cId="1920503962" sldId="2146846005"/>
            <ac:spMk id="37" creationId="{A8236CA9-FE0E-498B-98AE-106E8E45DA0F}"/>
          </ac:spMkLst>
        </pc:spChg>
        <pc:spChg chg="del">
          <ac:chgData name="Ken Popkin" userId="3c94c39e-c43b-4805-99ab-8da17777f1ac" providerId="ADAL" clId="{68297F89-6131-44AD-9F8E-85397584873C}" dt="2021-04-09T15:36:32.480" v="4377" actId="478"/>
          <ac:spMkLst>
            <pc:docMk/>
            <pc:sldMk cId="1920503962" sldId="2146846005"/>
            <ac:spMk id="37" creationId="{C101CC53-8430-4763-B2A3-CE9CF8B25F21}"/>
          </ac:spMkLst>
        </pc:spChg>
        <pc:spChg chg="del">
          <ac:chgData name="Ken Popkin" userId="3c94c39e-c43b-4805-99ab-8da17777f1ac" providerId="ADAL" clId="{68297F89-6131-44AD-9F8E-85397584873C}" dt="2021-04-09T15:36:32.480" v="4377" actId="478"/>
          <ac:spMkLst>
            <pc:docMk/>
            <pc:sldMk cId="1920503962" sldId="2146846005"/>
            <ac:spMk id="38" creationId="{245727DB-7E04-406E-9D3F-129B1893FA96}"/>
          </ac:spMkLst>
        </pc:spChg>
        <pc:spChg chg="add mod">
          <ac:chgData name="Ken Popkin" userId="3c94c39e-c43b-4805-99ab-8da17777f1ac" providerId="ADAL" clId="{68297F89-6131-44AD-9F8E-85397584873C}" dt="2021-04-09T21:55:40.771" v="6645" actId="2711"/>
          <ac:spMkLst>
            <pc:docMk/>
            <pc:sldMk cId="1920503962" sldId="2146846005"/>
            <ac:spMk id="38" creationId="{2C0E70E1-4067-4D83-AD90-7B220125D24D}"/>
          </ac:spMkLst>
        </pc:spChg>
        <pc:spChg chg="add mod">
          <ac:chgData name="Ken Popkin" userId="3c94c39e-c43b-4805-99ab-8da17777f1ac" providerId="ADAL" clId="{68297F89-6131-44AD-9F8E-85397584873C}" dt="2021-04-09T21:55:40.771" v="6645" actId="2711"/>
          <ac:spMkLst>
            <pc:docMk/>
            <pc:sldMk cId="1920503962" sldId="2146846005"/>
            <ac:spMk id="39" creationId="{156BE232-6EEA-416C-9F93-AA6A01C093FD}"/>
          </ac:spMkLst>
        </pc:spChg>
        <pc:spChg chg="del">
          <ac:chgData name="Ken Popkin" userId="3c94c39e-c43b-4805-99ab-8da17777f1ac" providerId="ADAL" clId="{68297F89-6131-44AD-9F8E-85397584873C}" dt="2021-04-09T15:36:32.480" v="4377" actId="478"/>
          <ac:spMkLst>
            <pc:docMk/>
            <pc:sldMk cId="1920503962" sldId="2146846005"/>
            <ac:spMk id="39" creationId="{44A58765-E97B-4597-8100-5794808C0D4A}"/>
          </ac:spMkLst>
        </pc:spChg>
        <pc:spChg chg="add mod">
          <ac:chgData name="Ken Popkin" userId="3c94c39e-c43b-4805-99ab-8da17777f1ac" providerId="ADAL" clId="{68297F89-6131-44AD-9F8E-85397584873C}" dt="2021-04-09T21:55:40.771" v="6645" actId="2711"/>
          <ac:spMkLst>
            <pc:docMk/>
            <pc:sldMk cId="1920503962" sldId="2146846005"/>
            <ac:spMk id="40" creationId="{6F3A073C-5CA7-4226-9D18-D0B5CBF51DED}"/>
          </ac:spMkLst>
        </pc:spChg>
        <pc:spChg chg="add mod">
          <ac:chgData name="Ken Popkin" userId="3c94c39e-c43b-4805-99ab-8da17777f1ac" providerId="ADAL" clId="{68297F89-6131-44AD-9F8E-85397584873C}" dt="2021-04-09T21:55:40.771" v="6645" actId="2711"/>
          <ac:spMkLst>
            <pc:docMk/>
            <pc:sldMk cId="1920503962" sldId="2146846005"/>
            <ac:spMk id="41" creationId="{BD8838D4-0D5C-4A2B-AF6E-D662798CE057}"/>
          </ac:spMkLst>
        </pc:spChg>
        <pc:spChg chg="add del mod">
          <ac:chgData name="Ken Popkin" userId="3c94c39e-c43b-4805-99ab-8da17777f1ac" providerId="ADAL" clId="{68297F89-6131-44AD-9F8E-85397584873C}" dt="2021-04-09T17:44:01.693" v="4817" actId="478"/>
          <ac:spMkLst>
            <pc:docMk/>
            <pc:sldMk cId="1920503962" sldId="2146846005"/>
            <ac:spMk id="42" creationId="{4B071687-CA76-4EB5-9E99-0DC0AEEC31AD}"/>
          </ac:spMkLst>
        </pc:spChg>
        <pc:spChg chg="add mod">
          <ac:chgData name="Ken Popkin" userId="3c94c39e-c43b-4805-99ab-8da17777f1ac" providerId="ADAL" clId="{68297F89-6131-44AD-9F8E-85397584873C}" dt="2021-04-17T22:36:13.530" v="7471" actId="1036"/>
          <ac:spMkLst>
            <pc:docMk/>
            <pc:sldMk cId="1920503962" sldId="2146846005"/>
            <ac:spMk id="42" creationId="{DE25F547-D859-4458-8F4F-5A88AED500B2}"/>
          </ac:spMkLst>
        </pc:spChg>
        <pc:spChg chg="add mod">
          <ac:chgData name="Ken Popkin" userId="3c94c39e-c43b-4805-99ab-8da17777f1ac" providerId="ADAL" clId="{68297F89-6131-44AD-9F8E-85397584873C}" dt="2021-04-09T21:55:54.596" v="6646" actId="2711"/>
          <ac:spMkLst>
            <pc:docMk/>
            <pc:sldMk cId="1920503962" sldId="2146846005"/>
            <ac:spMk id="43" creationId="{E9C3F125-4AF8-4382-A44D-C6102BA14CC2}"/>
          </ac:spMkLst>
        </pc:spChg>
        <pc:spChg chg="add mod">
          <ac:chgData name="Ken Popkin" userId="3c94c39e-c43b-4805-99ab-8da17777f1ac" providerId="ADAL" clId="{68297F89-6131-44AD-9F8E-85397584873C}" dt="2021-04-09T21:55:54.596" v="6646" actId="2711"/>
          <ac:spMkLst>
            <pc:docMk/>
            <pc:sldMk cId="1920503962" sldId="2146846005"/>
            <ac:spMk id="44" creationId="{DDF5535E-2949-443E-8DF0-23C7D912F988}"/>
          </ac:spMkLst>
        </pc:spChg>
        <pc:spChg chg="add del mod">
          <ac:chgData name="Ken Popkin" userId="3c94c39e-c43b-4805-99ab-8da17777f1ac" providerId="ADAL" clId="{68297F89-6131-44AD-9F8E-85397584873C}" dt="2021-04-09T18:29:36.691" v="6121" actId="478"/>
          <ac:spMkLst>
            <pc:docMk/>
            <pc:sldMk cId="1920503962" sldId="2146846005"/>
            <ac:spMk id="45" creationId="{5DDCA643-B8BE-46BC-BCAA-51396942147F}"/>
          </ac:spMkLst>
        </pc:spChg>
        <pc:spChg chg="add mod">
          <ac:chgData name="Ken Popkin" userId="3c94c39e-c43b-4805-99ab-8da17777f1ac" providerId="ADAL" clId="{68297F89-6131-44AD-9F8E-85397584873C}" dt="2021-04-17T22:36:13.530" v="7471" actId="1036"/>
          <ac:spMkLst>
            <pc:docMk/>
            <pc:sldMk cId="1920503962" sldId="2146846005"/>
            <ac:spMk id="45" creationId="{C0FCFD05-BCD7-4831-ACDF-9537DB09CEFE}"/>
          </ac:spMkLst>
        </pc:spChg>
        <pc:spChg chg="add del mod">
          <ac:chgData name="Ken Popkin" userId="3c94c39e-c43b-4805-99ab-8da17777f1ac" providerId="ADAL" clId="{68297F89-6131-44AD-9F8E-85397584873C}" dt="2021-04-09T18:14:33.132" v="5631" actId="478"/>
          <ac:spMkLst>
            <pc:docMk/>
            <pc:sldMk cId="1920503962" sldId="2146846005"/>
            <ac:spMk id="46" creationId="{A263BB64-3A4D-440B-A7BC-0EE0B2DFE0A5}"/>
          </ac:spMkLst>
        </pc:spChg>
        <pc:spChg chg="add del mod">
          <ac:chgData name="Ken Popkin" userId="3c94c39e-c43b-4805-99ab-8da17777f1ac" providerId="ADAL" clId="{68297F89-6131-44AD-9F8E-85397584873C}" dt="2021-04-09T18:06:20.994" v="5440"/>
          <ac:spMkLst>
            <pc:docMk/>
            <pc:sldMk cId="1920503962" sldId="2146846005"/>
            <ac:spMk id="47" creationId="{3CBB3239-8603-4564-97B6-9472241BFFBD}"/>
          </ac:spMkLst>
        </pc:spChg>
        <pc:spChg chg="mod">
          <ac:chgData name="Ken Popkin" userId="3c94c39e-c43b-4805-99ab-8da17777f1ac" providerId="ADAL" clId="{68297F89-6131-44AD-9F8E-85397584873C}" dt="2021-04-09T18:30:58.850" v="6156" actId="552"/>
          <ac:spMkLst>
            <pc:docMk/>
            <pc:sldMk cId="1920503962" sldId="2146846005"/>
            <ac:spMk id="49" creationId="{5D304AB9-2ECA-4C01-94A8-7B8608F370AF}"/>
          </ac:spMkLst>
        </pc:spChg>
        <pc:spChg chg="del">
          <ac:chgData name="Ken Popkin" userId="3c94c39e-c43b-4805-99ab-8da17777f1ac" providerId="ADAL" clId="{68297F89-6131-44AD-9F8E-85397584873C}" dt="2021-04-09T17:50:11.185" v="5042" actId="478"/>
          <ac:spMkLst>
            <pc:docMk/>
            <pc:sldMk cId="1920503962" sldId="2146846005"/>
            <ac:spMk id="51" creationId="{66593A58-4D45-4B8D-B976-F3691E6C212E}"/>
          </ac:spMkLst>
        </pc:spChg>
        <pc:spChg chg="del">
          <ac:chgData name="Ken Popkin" userId="3c94c39e-c43b-4805-99ab-8da17777f1ac" providerId="ADAL" clId="{68297F89-6131-44AD-9F8E-85397584873C}" dt="2021-04-09T15:36:32.480" v="4377" actId="478"/>
          <ac:spMkLst>
            <pc:docMk/>
            <pc:sldMk cId="1920503962" sldId="2146846005"/>
            <ac:spMk id="52" creationId="{22FEA46B-9099-4319-BC1A-76AEED133A33}"/>
          </ac:spMkLst>
        </pc:spChg>
        <pc:spChg chg="mod">
          <ac:chgData name="Ken Popkin" userId="3c94c39e-c43b-4805-99ab-8da17777f1ac" providerId="ADAL" clId="{68297F89-6131-44AD-9F8E-85397584873C}" dt="2021-04-09T18:30:58.850" v="6156" actId="552"/>
          <ac:spMkLst>
            <pc:docMk/>
            <pc:sldMk cId="1920503962" sldId="2146846005"/>
            <ac:spMk id="52" creationId="{91ADD311-3EA9-4C97-A353-DE4A2E99D826}"/>
          </ac:spMkLst>
        </pc:spChg>
        <pc:spChg chg="mod">
          <ac:chgData name="Ken Popkin" userId="3c94c39e-c43b-4805-99ab-8da17777f1ac" providerId="ADAL" clId="{68297F89-6131-44AD-9F8E-85397584873C}" dt="2021-04-09T18:30:58.850" v="6156" actId="552"/>
          <ac:spMkLst>
            <pc:docMk/>
            <pc:sldMk cId="1920503962" sldId="2146846005"/>
            <ac:spMk id="53" creationId="{A81C6292-D71F-4B20-9D59-354F9EC4C23F}"/>
          </ac:spMkLst>
        </pc:spChg>
        <pc:spChg chg="mod">
          <ac:chgData name="Ken Popkin" userId="3c94c39e-c43b-4805-99ab-8da17777f1ac" providerId="ADAL" clId="{68297F89-6131-44AD-9F8E-85397584873C}" dt="2021-04-09T18:30:58.850" v="6156" actId="552"/>
          <ac:spMkLst>
            <pc:docMk/>
            <pc:sldMk cId="1920503962" sldId="2146846005"/>
            <ac:spMk id="54" creationId="{FB95092E-0FBB-4EA8-B01E-1F739A2B11E8}"/>
          </ac:spMkLst>
        </pc:spChg>
        <pc:spChg chg="mod">
          <ac:chgData name="Ken Popkin" userId="3c94c39e-c43b-4805-99ab-8da17777f1ac" providerId="ADAL" clId="{68297F89-6131-44AD-9F8E-85397584873C}" dt="2021-04-09T18:30:58.850" v="6156" actId="552"/>
          <ac:spMkLst>
            <pc:docMk/>
            <pc:sldMk cId="1920503962" sldId="2146846005"/>
            <ac:spMk id="55" creationId="{1AD73698-4C92-4BDE-B9E4-D8515C0E7822}"/>
          </ac:spMkLst>
        </pc:spChg>
        <pc:spChg chg="del">
          <ac:chgData name="Ken Popkin" userId="3c94c39e-c43b-4805-99ab-8da17777f1ac" providerId="ADAL" clId="{68297F89-6131-44AD-9F8E-85397584873C}" dt="2021-04-09T15:36:32.480" v="4377" actId="478"/>
          <ac:spMkLst>
            <pc:docMk/>
            <pc:sldMk cId="1920503962" sldId="2146846005"/>
            <ac:spMk id="55" creationId="{D32F2F90-0E87-4405-ABEF-364A5E76439A}"/>
          </ac:spMkLst>
        </pc:spChg>
        <pc:spChg chg="mod">
          <ac:chgData name="Ken Popkin" userId="3c94c39e-c43b-4805-99ab-8da17777f1ac" providerId="ADAL" clId="{68297F89-6131-44AD-9F8E-85397584873C}" dt="2021-04-09T18:30:58.850" v="6156" actId="552"/>
          <ac:spMkLst>
            <pc:docMk/>
            <pc:sldMk cId="1920503962" sldId="2146846005"/>
            <ac:spMk id="56" creationId="{198D4986-0CCA-4850-BD2E-A700C46BD8EE}"/>
          </ac:spMkLst>
        </pc:spChg>
        <pc:spChg chg="del">
          <ac:chgData name="Ken Popkin" userId="3c94c39e-c43b-4805-99ab-8da17777f1ac" providerId="ADAL" clId="{68297F89-6131-44AD-9F8E-85397584873C}" dt="2021-04-09T15:36:32.480" v="4377" actId="478"/>
          <ac:spMkLst>
            <pc:docMk/>
            <pc:sldMk cId="1920503962" sldId="2146846005"/>
            <ac:spMk id="56" creationId="{5297826C-8269-4B37-A093-BC09EF6D146B}"/>
          </ac:spMkLst>
        </pc:spChg>
        <pc:spChg chg="del">
          <ac:chgData name="Ken Popkin" userId="3c94c39e-c43b-4805-99ab-8da17777f1ac" providerId="ADAL" clId="{68297F89-6131-44AD-9F8E-85397584873C}" dt="2021-04-09T15:36:32.480" v="4377" actId="478"/>
          <ac:spMkLst>
            <pc:docMk/>
            <pc:sldMk cId="1920503962" sldId="2146846005"/>
            <ac:spMk id="57" creationId="{629B0CDD-9A1B-49AA-843B-674141EFCD8A}"/>
          </ac:spMkLst>
        </pc:spChg>
        <pc:spChg chg="add mod">
          <ac:chgData name="Ken Popkin" userId="3c94c39e-c43b-4805-99ab-8da17777f1ac" providerId="ADAL" clId="{68297F89-6131-44AD-9F8E-85397584873C}" dt="2021-04-09T21:56:38.357" v="6649" actId="14100"/>
          <ac:spMkLst>
            <pc:docMk/>
            <pc:sldMk cId="1920503962" sldId="2146846005"/>
            <ac:spMk id="57" creationId="{7C1BEF3D-B0F0-49C1-973B-AF57DE501DE9}"/>
          </ac:spMkLst>
        </pc:spChg>
        <pc:spChg chg="del">
          <ac:chgData name="Ken Popkin" userId="3c94c39e-c43b-4805-99ab-8da17777f1ac" providerId="ADAL" clId="{68297F89-6131-44AD-9F8E-85397584873C}" dt="2021-04-09T15:36:32.480" v="4377" actId="478"/>
          <ac:spMkLst>
            <pc:docMk/>
            <pc:sldMk cId="1920503962" sldId="2146846005"/>
            <ac:spMk id="58" creationId="{03C77808-EF0C-4C54-B114-37686CE8719A}"/>
          </ac:spMkLst>
        </pc:spChg>
        <pc:spChg chg="mod">
          <ac:chgData name="Ken Popkin" userId="3c94c39e-c43b-4805-99ab-8da17777f1ac" providerId="ADAL" clId="{68297F89-6131-44AD-9F8E-85397584873C}" dt="2021-04-09T18:08:52.777" v="5469" actId="1076"/>
          <ac:spMkLst>
            <pc:docMk/>
            <pc:sldMk cId="1920503962" sldId="2146846005"/>
            <ac:spMk id="59" creationId="{767A19EE-616F-4A8A-A356-E83B7DBF6B68}"/>
          </ac:spMkLst>
        </pc:spChg>
        <pc:spChg chg="mod">
          <ac:chgData name="Ken Popkin" userId="3c94c39e-c43b-4805-99ab-8da17777f1ac" providerId="ADAL" clId="{68297F89-6131-44AD-9F8E-85397584873C}" dt="2021-04-09T21:55:40.771" v="6645" actId="2711"/>
          <ac:spMkLst>
            <pc:docMk/>
            <pc:sldMk cId="1920503962" sldId="2146846005"/>
            <ac:spMk id="61" creationId="{E637BB64-0695-4442-A847-9DD5F0F94170}"/>
          </ac:spMkLst>
        </pc:spChg>
        <pc:spChg chg="mod">
          <ac:chgData name="Ken Popkin" userId="3c94c39e-c43b-4805-99ab-8da17777f1ac" providerId="ADAL" clId="{68297F89-6131-44AD-9F8E-85397584873C}" dt="2021-04-09T21:55:40.771" v="6645" actId="2711"/>
          <ac:spMkLst>
            <pc:docMk/>
            <pc:sldMk cId="1920503962" sldId="2146846005"/>
            <ac:spMk id="62" creationId="{40792597-4A8D-4161-BE80-29930E72CCCD}"/>
          </ac:spMkLst>
        </pc:spChg>
        <pc:spChg chg="mod">
          <ac:chgData name="Ken Popkin" userId="3c94c39e-c43b-4805-99ab-8da17777f1ac" providerId="ADAL" clId="{68297F89-6131-44AD-9F8E-85397584873C}" dt="2021-04-09T21:55:40.771" v="6645" actId="2711"/>
          <ac:spMkLst>
            <pc:docMk/>
            <pc:sldMk cId="1920503962" sldId="2146846005"/>
            <ac:spMk id="63" creationId="{CB18DB49-674A-41F7-96D9-7EE751D6FE19}"/>
          </ac:spMkLst>
        </pc:spChg>
        <pc:spChg chg="del">
          <ac:chgData name="Ken Popkin" userId="3c94c39e-c43b-4805-99ab-8da17777f1ac" providerId="ADAL" clId="{68297F89-6131-44AD-9F8E-85397584873C}" dt="2021-04-09T17:32:12.814" v="4393" actId="478"/>
          <ac:spMkLst>
            <pc:docMk/>
            <pc:sldMk cId="1920503962" sldId="2146846005"/>
            <ac:spMk id="64" creationId="{3E6FD0C0-697B-459C-86FC-DA6E9016494C}"/>
          </ac:spMkLst>
        </pc:spChg>
        <pc:spChg chg="del">
          <ac:chgData name="Ken Popkin" userId="3c94c39e-c43b-4805-99ab-8da17777f1ac" providerId="ADAL" clId="{68297F89-6131-44AD-9F8E-85397584873C}" dt="2021-04-09T15:36:15.571" v="4375" actId="478"/>
          <ac:spMkLst>
            <pc:docMk/>
            <pc:sldMk cId="1920503962" sldId="2146846005"/>
            <ac:spMk id="65" creationId="{5316FA51-5133-43FE-832E-26EB8FD16315}"/>
          </ac:spMkLst>
        </pc:spChg>
        <pc:spChg chg="mod">
          <ac:chgData name="Ken Popkin" userId="3c94c39e-c43b-4805-99ab-8da17777f1ac" providerId="ADAL" clId="{68297F89-6131-44AD-9F8E-85397584873C}" dt="2021-04-09T18:08:52.777" v="5469" actId="1076"/>
          <ac:spMkLst>
            <pc:docMk/>
            <pc:sldMk cId="1920503962" sldId="2146846005"/>
            <ac:spMk id="65" creationId="{9146B9C2-E1BD-4E44-B83A-57EEE87B2A87}"/>
          </ac:spMkLst>
        </pc:spChg>
        <pc:spChg chg="del">
          <ac:chgData name="Ken Popkin" userId="3c94c39e-c43b-4805-99ab-8da17777f1ac" providerId="ADAL" clId="{68297F89-6131-44AD-9F8E-85397584873C}" dt="2021-04-09T15:36:15.571" v="4375" actId="478"/>
          <ac:spMkLst>
            <pc:docMk/>
            <pc:sldMk cId="1920503962" sldId="2146846005"/>
            <ac:spMk id="66" creationId="{06195E6F-AF39-47EB-A074-D2E698CA9EAF}"/>
          </ac:spMkLst>
        </pc:spChg>
        <pc:spChg chg="mod">
          <ac:chgData name="Ken Popkin" userId="3c94c39e-c43b-4805-99ab-8da17777f1ac" providerId="ADAL" clId="{68297F89-6131-44AD-9F8E-85397584873C}" dt="2021-04-09T18:08:52.777" v="5469" actId="1076"/>
          <ac:spMkLst>
            <pc:docMk/>
            <pc:sldMk cId="1920503962" sldId="2146846005"/>
            <ac:spMk id="66" creationId="{A6B7E7ED-39FA-4B44-9855-2EFF907C1236}"/>
          </ac:spMkLst>
        </pc:spChg>
        <pc:spChg chg="del">
          <ac:chgData name="Ken Popkin" userId="3c94c39e-c43b-4805-99ab-8da17777f1ac" providerId="ADAL" clId="{68297F89-6131-44AD-9F8E-85397584873C}" dt="2021-04-09T15:36:15.571" v="4375" actId="478"/>
          <ac:spMkLst>
            <pc:docMk/>
            <pc:sldMk cId="1920503962" sldId="2146846005"/>
            <ac:spMk id="67" creationId="{3857EAFB-8205-4D74-8A8E-9EE85388BC07}"/>
          </ac:spMkLst>
        </pc:spChg>
        <pc:spChg chg="mod">
          <ac:chgData name="Ken Popkin" userId="3c94c39e-c43b-4805-99ab-8da17777f1ac" providerId="ADAL" clId="{68297F89-6131-44AD-9F8E-85397584873C}" dt="2021-04-09T18:08:52.777" v="5469" actId="1076"/>
          <ac:spMkLst>
            <pc:docMk/>
            <pc:sldMk cId="1920503962" sldId="2146846005"/>
            <ac:spMk id="67" creationId="{6FAD1378-9C3B-49B4-A2B6-A74EB03B15A8}"/>
          </ac:spMkLst>
        </pc:spChg>
        <pc:spChg chg="del">
          <ac:chgData name="Ken Popkin" userId="3c94c39e-c43b-4805-99ab-8da17777f1ac" providerId="ADAL" clId="{68297F89-6131-44AD-9F8E-85397584873C}" dt="2021-04-09T15:36:15.571" v="4375" actId="478"/>
          <ac:spMkLst>
            <pc:docMk/>
            <pc:sldMk cId="1920503962" sldId="2146846005"/>
            <ac:spMk id="68" creationId="{51790807-24BD-4600-B0BF-45D00B8AF16F}"/>
          </ac:spMkLst>
        </pc:spChg>
        <pc:spChg chg="mod">
          <ac:chgData name="Ken Popkin" userId="3c94c39e-c43b-4805-99ab-8da17777f1ac" providerId="ADAL" clId="{68297F89-6131-44AD-9F8E-85397584873C}" dt="2021-04-09T18:08:52.777" v="5469" actId="1076"/>
          <ac:spMkLst>
            <pc:docMk/>
            <pc:sldMk cId="1920503962" sldId="2146846005"/>
            <ac:spMk id="68" creationId="{BB3551C5-C65A-4F63-8A65-7D494BF2E4D4}"/>
          </ac:spMkLst>
        </pc:spChg>
        <pc:spChg chg="del">
          <ac:chgData name="Ken Popkin" userId="3c94c39e-c43b-4805-99ab-8da17777f1ac" providerId="ADAL" clId="{68297F89-6131-44AD-9F8E-85397584873C}" dt="2021-04-09T15:36:15.571" v="4375" actId="478"/>
          <ac:spMkLst>
            <pc:docMk/>
            <pc:sldMk cId="1920503962" sldId="2146846005"/>
            <ac:spMk id="69" creationId="{2DFDF791-DF6F-4815-81E1-5D3A4A54B807}"/>
          </ac:spMkLst>
        </pc:spChg>
        <pc:spChg chg="mod">
          <ac:chgData name="Ken Popkin" userId="3c94c39e-c43b-4805-99ab-8da17777f1ac" providerId="ADAL" clId="{68297F89-6131-44AD-9F8E-85397584873C}" dt="2021-04-09T18:08:52.777" v="5469" actId="1076"/>
          <ac:spMkLst>
            <pc:docMk/>
            <pc:sldMk cId="1920503962" sldId="2146846005"/>
            <ac:spMk id="69" creationId="{37A76262-41E4-4657-B6D8-EB614EE31311}"/>
          </ac:spMkLst>
        </pc:spChg>
        <pc:spChg chg="add del mod">
          <ac:chgData name="Ken Popkin" userId="3c94c39e-c43b-4805-99ab-8da17777f1ac" providerId="ADAL" clId="{68297F89-6131-44AD-9F8E-85397584873C}" dt="2021-04-09T18:09:04.750" v="5473" actId="478"/>
          <ac:spMkLst>
            <pc:docMk/>
            <pc:sldMk cId="1920503962" sldId="2146846005"/>
            <ac:spMk id="70" creationId="{427A1BF3-CDAF-47CB-BFD6-39A3A7C9ED38}"/>
          </ac:spMkLst>
        </pc:spChg>
        <pc:spChg chg="del">
          <ac:chgData name="Ken Popkin" userId="3c94c39e-c43b-4805-99ab-8da17777f1ac" providerId="ADAL" clId="{68297F89-6131-44AD-9F8E-85397584873C}" dt="2021-04-09T15:36:15.571" v="4375" actId="478"/>
          <ac:spMkLst>
            <pc:docMk/>
            <pc:sldMk cId="1920503962" sldId="2146846005"/>
            <ac:spMk id="70" creationId="{96F3843E-4881-41CA-BAFD-7855CFC2905D}"/>
          </ac:spMkLst>
        </pc:spChg>
        <pc:spChg chg="del">
          <ac:chgData name="Ken Popkin" userId="3c94c39e-c43b-4805-99ab-8da17777f1ac" providerId="ADAL" clId="{68297F89-6131-44AD-9F8E-85397584873C}" dt="2021-04-09T15:36:15.571" v="4375" actId="478"/>
          <ac:spMkLst>
            <pc:docMk/>
            <pc:sldMk cId="1920503962" sldId="2146846005"/>
            <ac:spMk id="71" creationId="{6642AD67-D502-495F-A15F-8264E7690D82}"/>
          </ac:spMkLst>
        </pc:spChg>
        <pc:spChg chg="del">
          <ac:chgData name="Ken Popkin" userId="3c94c39e-c43b-4805-99ab-8da17777f1ac" providerId="ADAL" clId="{68297F89-6131-44AD-9F8E-85397584873C}" dt="2021-04-09T15:36:15.571" v="4375" actId="478"/>
          <ac:spMkLst>
            <pc:docMk/>
            <pc:sldMk cId="1920503962" sldId="2146846005"/>
            <ac:spMk id="72" creationId="{6CB93E27-A49A-4627-A2DA-8757521C2F82}"/>
          </ac:spMkLst>
        </pc:spChg>
        <pc:spChg chg="mod">
          <ac:chgData name="Ken Popkin" userId="3c94c39e-c43b-4805-99ab-8da17777f1ac" providerId="ADAL" clId="{68297F89-6131-44AD-9F8E-85397584873C}" dt="2021-04-09T18:18:44.394" v="5761" actId="1076"/>
          <ac:spMkLst>
            <pc:docMk/>
            <pc:sldMk cId="1920503962" sldId="2146846005"/>
            <ac:spMk id="73" creationId="{0D078A7D-CE7A-41DD-8F63-B6B834BE57A8}"/>
          </ac:spMkLst>
        </pc:spChg>
        <pc:spChg chg="del">
          <ac:chgData name="Ken Popkin" userId="3c94c39e-c43b-4805-99ab-8da17777f1ac" providerId="ADAL" clId="{68297F89-6131-44AD-9F8E-85397584873C}" dt="2021-04-09T15:36:15.571" v="4375" actId="478"/>
          <ac:spMkLst>
            <pc:docMk/>
            <pc:sldMk cId="1920503962" sldId="2146846005"/>
            <ac:spMk id="73" creationId="{97934A9B-A6C0-4249-A430-9D4691E22970}"/>
          </ac:spMkLst>
        </pc:spChg>
        <pc:spChg chg="mod">
          <ac:chgData name="Ken Popkin" userId="3c94c39e-c43b-4805-99ab-8da17777f1ac" providerId="ADAL" clId="{68297F89-6131-44AD-9F8E-85397584873C}" dt="2021-04-09T18:18:44.394" v="5761" actId="1076"/>
          <ac:spMkLst>
            <pc:docMk/>
            <pc:sldMk cId="1920503962" sldId="2146846005"/>
            <ac:spMk id="75" creationId="{307161C5-9AAF-4149-9DEB-B6F7194766C6}"/>
          </ac:spMkLst>
        </pc:spChg>
        <pc:spChg chg="mod">
          <ac:chgData name="Ken Popkin" userId="3c94c39e-c43b-4805-99ab-8da17777f1ac" providerId="ADAL" clId="{68297F89-6131-44AD-9F8E-85397584873C}" dt="2021-04-09T18:18:44.394" v="5761" actId="1076"/>
          <ac:spMkLst>
            <pc:docMk/>
            <pc:sldMk cId="1920503962" sldId="2146846005"/>
            <ac:spMk id="76" creationId="{9ECE73BF-FC03-4E22-B435-46E07CE3AFF8}"/>
          </ac:spMkLst>
        </pc:spChg>
        <pc:spChg chg="mod">
          <ac:chgData name="Ken Popkin" userId="3c94c39e-c43b-4805-99ab-8da17777f1ac" providerId="ADAL" clId="{68297F89-6131-44AD-9F8E-85397584873C}" dt="2021-04-09T18:18:44.394" v="5761" actId="1076"/>
          <ac:spMkLst>
            <pc:docMk/>
            <pc:sldMk cId="1920503962" sldId="2146846005"/>
            <ac:spMk id="77" creationId="{17F0D5C7-CDB5-4FFF-9F4E-498773D375B4}"/>
          </ac:spMkLst>
        </pc:spChg>
        <pc:spChg chg="mod">
          <ac:chgData name="Ken Popkin" userId="3c94c39e-c43b-4805-99ab-8da17777f1ac" providerId="ADAL" clId="{68297F89-6131-44AD-9F8E-85397584873C}" dt="2021-04-09T18:18:44.394" v="5761" actId="1076"/>
          <ac:spMkLst>
            <pc:docMk/>
            <pc:sldMk cId="1920503962" sldId="2146846005"/>
            <ac:spMk id="78" creationId="{BC582489-3DCD-48B5-9AA3-B5CFCE92332D}"/>
          </ac:spMkLst>
        </pc:spChg>
        <pc:spChg chg="mod">
          <ac:chgData name="Ken Popkin" userId="3c94c39e-c43b-4805-99ab-8da17777f1ac" providerId="ADAL" clId="{68297F89-6131-44AD-9F8E-85397584873C}" dt="2021-04-09T18:18:44.394" v="5761" actId="1076"/>
          <ac:spMkLst>
            <pc:docMk/>
            <pc:sldMk cId="1920503962" sldId="2146846005"/>
            <ac:spMk id="79" creationId="{7ED68F92-D955-4B58-9CB8-3B4C39AF8603}"/>
          </ac:spMkLst>
        </pc:spChg>
        <pc:spChg chg="add del mod">
          <ac:chgData name="Ken Popkin" userId="3c94c39e-c43b-4805-99ab-8da17777f1ac" providerId="ADAL" clId="{68297F89-6131-44AD-9F8E-85397584873C}" dt="2021-04-09T18:13:30.834" v="5608" actId="478"/>
          <ac:spMkLst>
            <pc:docMk/>
            <pc:sldMk cId="1920503962" sldId="2146846005"/>
            <ac:spMk id="80" creationId="{6DDBA5C1-2EDD-4289-B9E2-BF641193C681}"/>
          </ac:spMkLst>
        </pc:spChg>
        <pc:spChg chg="add mod">
          <ac:chgData name="Ken Popkin" userId="3c94c39e-c43b-4805-99ab-8da17777f1ac" providerId="ADAL" clId="{68297F89-6131-44AD-9F8E-85397584873C}" dt="2021-04-09T21:56:38.357" v="6649" actId="14100"/>
          <ac:spMkLst>
            <pc:docMk/>
            <pc:sldMk cId="1920503962" sldId="2146846005"/>
            <ac:spMk id="82" creationId="{0239ACCB-06AC-4754-AD85-BABFA24A62AB}"/>
          </ac:spMkLst>
        </pc:spChg>
        <pc:spChg chg="mod">
          <ac:chgData name="Ken Popkin" userId="3c94c39e-c43b-4805-99ab-8da17777f1ac" providerId="ADAL" clId="{68297F89-6131-44AD-9F8E-85397584873C}" dt="2021-04-09T18:30:58.850" v="6156" actId="552"/>
          <ac:spMkLst>
            <pc:docMk/>
            <pc:sldMk cId="1920503962" sldId="2146846005"/>
            <ac:spMk id="86" creationId="{6B553F13-6E4E-41B3-9B00-42CFE0D51923}"/>
          </ac:spMkLst>
        </pc:spChg>
        <pc:spChg chg="mod">
          <ac:chgData name="Ken Popkin" userId="3c94c39e-c43b-4805-99ab-8da17777f1ac" providerId="ADAL" clId="{68297F89-6131-44AD-9F8E-85397584873C}" dt="2021-04-09T18:30:58.850" v="6156" actId="552"/>
          <ac:spMkLst>
            <pc:docMk/>
            <pc:sldMk cId="1920503962" sldId="2146846005"/>
            <ac:spMk id="88" creationId="{64717CE9-0D84-4BD4-BA8E-F135B0880B1D}"/>
          </ac:spMkLst>
        </pc:spChg>
        <pc:spChg chg="mod">
          <ac:chgData name="Ken Popkin" userId="3c94c39e-c43b-4805-99ab-8da17777f1ac" providerId="ADAL" clId="{68297F89-6131-44AD-9F8E-85397584873C}" dt="2021-04-09T18:30:58.850" v="6156" actId="552"/>
          <ac:spMkLst>
            <pc:docMk/>
            <pc:sldMk cId="1920503962" sldId="2146846005"/>
            <ac:spMk id="89" creationId="{E4ED091B-61CC-43F2-A66C-2831D9028A00}"/>
          </ac:spMkLst>
        </pc:spChg>
        <pc:spChg chg="mod">
          <ac:chgData name="Ken Popkin" userId="3c94c39e-c43b-4805-99ab-8da17777f1ac" providerId="ADAL" clId="{68297F89-6131-44AD-9F8E-85397584873C}" dt="2021-04-09T18:30:58.850" v="6156" actId="552"/>
          <ac:spMkLst>
            <pc:docMk/>
            <pc:sldMk cId="1920503962" sldId="2146846005"/>
            <ac:spMk id="90" creationId="{CBAA9E5D-F5EB-4C7E-96F9-6D6390F97292}"/>
          </ac:spMkLst>
        </pc:spChg>
        <pc:spChg chg="mod">
          <ac:chgData name="Ken Popkin" userId="3c94c39e-c43b-4805-99ab-8da17777f1ac" providerId="ADAL" clId="{68297F89-6131-44AD-9F8E-85397584873C}" dt="2021-04-09T18:30:58.850" v="6156" actId="552"/>
          <ac:spMkLst>
            <pc:docMk/>
            <pc:sldMk cId="1920503962" sldId="2146846005"/>
            <ac:spMk id="91" creationId="{EBE4CE3F-4773-4A92-BA13-323BD342741C}"/>
          </ac:spMkLst>
        </pc:spChg>
        <pc:spChg chg="mod">
          <ac:chgData name="Ken Popkin" userId="3c94c39e-c43b-4805-99ab-8da17777f1ac" providerId="ADAL" clId="{68297F89-6131-44AD-9F8E-85397584873C}" dt="2021-04-09T18:30:58.850" v="6156" actId="552"/>
          <ac:spMkLst>
            <pc:docMk/>
            <pc:sldMk cId="1920503962" sldId="2146846005"/>
            <ac:spMk id="92" creationId="{CF1846C2-7472-46D4-A3C4-DAC086F2CCD4}"/>
          </ac:spMkLst>
        </pc:spChg>
        <pc:grpChg chg="add mod">
          <ac:chgData name="Ken Popkin" userId="3c94c39e-c43b-4805-99ab-8da17777f1ac" providerId="ADAL" clId="{68297F89-6131-44AD-9F8E-85397584873C}" dt="2021-04-09T18:30:58.850" v="6156" actId="552"/>
          <ac:grpSpMkLst>
            <pc:docMk/>
            <pc:sldMk cId="1920503962" sldId="2146846005"/>
            <ac:grpSpMk id="48" creationId="{C8AECF86-8E1E-48E4-8049-C33ADEDE2A40}"/>
          </ac:grpSpMkLst>
        </pc:grpChg>
        <pc:grpChg chg="mod">
          <ac:chgData name="Ken Popkin" userId="3c94c39e-c43b-4805-99ab-8da17777f1ac" providerId="ADAL" clId="{68297F89-6131-44AD-9F8E-85397584873C}" dt="2021-04-09T18:30:58.850" v="6156" actId="552"/>
          <ac:grpSpMkLst>
            <pc:docMk/>
            <pc:sldMk cId="1920503962" sldId="2146846005"/>
            <ac:grpSpMk id="50" creationId="{682C8F23-EEC0-443F-9899-DC045F507A05}"/>
          </ac:grpSpMkLst>
        </pc:grpChg>
        <pc:grpChg chg="add del mod">
          <ac:chgData name="Ken Popkin" userId="3c94c39e-c43b-4805-99ab-8da17777f1ac" providerId="ADAL" clId="{68297F89-6131-44AD-9F8E-85397584873C}" dt="2021-04-09T18:09:01.705" v="5472" actId="478"/>
          <ac:grpSpMkLst>
            <pc:docMk/>
            <pc:sldMk cId="1920503962" sldId="2146846005"/>
            <ac:grpSpMk id="58" creationId="{E02525C8-F681-4E8E-9D0D-4868FC0E87EF}"/>
          </ac:grpSpMkLst>
        </pc:grpChg>
        <pc:grpChg chg="mod">
          <ac:chgData name="Ken Popkin" userId="3c94c39e-c43b-4805-99ab-8da17777f1ac" providerId="ADAL" clId="{68297F89-6131-44AD-9F8E-85397584873C}" dt="2021-04-09T18:08:52.777" v="5469" actId="1076"/>
          <ac:grpSpMkLst>
            <pc:docMk/>
            <pc:sldMk cId="1920503962" sldId="2146846005"/>
            <ac:grpSpMk id="60" creationId="{14B11821-357D-4DB0-BAA3-B1955FF99002}"/>
          </ac:grpSpMkLst>
        </pc:grpChg>
        <pc:grpChg chg="add del mod">
          <ac:chgData name="Ken Popkin" userId="3c94c39e-c43b-4805-99ab-8da17777f1ac" providerId="ADAL" clId="{68297F89-6131-44AD-9F8E-85397584873C}" dt="2021-04-09T18:19:08.197" v="5762" actId="478"/>
          <ac:grpSpMkLst>
            <pc:docMk/>
            <pc:sldMk cId="1920503962" sldId="2146846005"/>
            <ac:grpSpMk id="72" creationId="{BC193F91-4E0E-4EF8-8015-909ACF26BC2D}"/>
          </ac:grpSpMkLst>
        </pc:grpChg>
        <pc:grpChg chg="mod">
          <ac:chgData name="Ken Popkin" userId="3c94c39e-c43b-4805-99ab-8da17777f1ac" providerId="ADAL" clId="{68297F89-6131-44AD-9F8E-85397584873C}" dt="2021-04-09T18:18:44.394" v="5761" actId="1076"/>
          <ac:grpSpMkLst>
            <pc:docMk/>
            <pc:sldMk cId="1920503962" sldId="2146846005"/>
            <ac:grpSpMk id="74" creationId="{D33B867D-B9C8-4E2C-B520-DDA652C6ABEB}"/>
          </ac:grpSpMkLst>
        </pc:grpChg>
        <pc:grpChg chg="add mod">
          <ac:chgData name="Ken Popkin" userId="3c94c39e-c43b-4805-99ab-8da17777f1ac" providerId="ADAL" clId="{68297F89-6131-44AD-9F8E-85397584873C}" dt="2021-04-09T18:30:58.850" v="6156" actId="552"/>
          <ac:grpSpMkLst>
            <pc:docMk/>
            <pc:sldMk cId="1920503962" sldId="2146846005"/>
            <ac:grpSpMk id="85" creationId="{B44A08A4-1B45-4BCD-9D54-EA7BF805E77A}"/>
          </ac:grpSpMkLst>
        </pc:grpChg>
        <pc:grpChg chg="mod">
          <ac:chgData name="Ken Popkin" userId="3c94c39e-c43b-4805-99ab-8da17777f1ac" providerId="ADAL" clId="{68297F89-6131-44AD-9F8E-85397584873C}" dt="2021-04-09T18:30:58.850" v="6156" actId="552"/>
          <ac:grpSpMkLst>
            <pc:docMk/>
            <pc:sldMk cId="1920503962" sldId="2146846005"/>
            <ac:grpSpMk id="87" creationId="{AF6EF135-0AB6-4BF6-A2FB-296C2FC9C749}"/>
          </ac:grpSpMkLst>
        </pc:grpChg>
        <pc:graphicFrameChg chg="add mod modGraphic">
          <ac:chgData name="Ken Popkin" userId="3c94c39e-c43b-4805-99ab-8da17777f1ac" providerId="ADAL" clId="{68297F89-6131-44AD-9F8E-85397584873C}" dt="2021-04-09T21:57:49.832" v="6658" actId="14100"/>
          <ac:graphicFrameMkLst>
            <pc:docMk/>
            <pc:sldMk cId="1920503962" sldId="2146846005"/>
            <ac:graphicFrameMk id="5" creationId="{96AFFF34-F76D-41AE-AA36-80DD546DE5F8}"/>
          </ac:graphicFrameMkLst>
        </pc:graphicFrameChg>
        <pc:graphicFrameChg chg="add mod modGraphic">
          <ac:chgData name="Ken Popkin" userId="3c94c39e-c43b-4805-99ab-8da17777f1ac" providerId="ADAL" clId="{68297F89-6131-44AD-9F8E-85397584873C}" dt="2021-04-09T21:57:55.297" v="6659" actId="14100"/>
          <ac:graphicFrameMkLst>
            <pc:docMk/>
            <pc:sldMk cId="1920503962" sldId="2146846005"/>
            <ac:graphicFrameMk id="81" creationId="{36A71B13-A20F-4B89-8BD3-F8854EA4F7F9}"/>
          </ac:graphicFrameMkLst>
        </pc:graphicFrameChg>
        <pc:graphicFrameChg chg="add del mod">
          <ac:chgData name="Ken Popkin" userId="3c94c39e-c43b-4805-99ab-8da17777f1ac" providerId="ADAL" clId="{68297F89-6131-44AD-9F8E-85397584873C}" dt="2021-04-09T18:24:54.369" v="5924"/>
          <ac:graphicFrameMkLst>
            <pc:docMk/>
            <pc:sldMk cId="1920503962" sldId="2146846005"/>
            <ac:graphicFrameMk id="83" creationId="{5C124E98-B5F8-4E4C-B11B-281EC396BF61}"/>
          </ac:graphicFrameMkLst>
        </pc:graphicFrameChg>
        <pc:graphicFrameChg chg="add mod modGraphic">
          <ac:chgData name="Ken Popkin" userId="3c94c39e-c43b-4805-99ab-8da17777f1ac" providerId="ADAL" clId="{68297F89-6131-44AD-9F8E-85397584873C}" dt="2021-04-09T21:58:03.398" v="6660" actId="14100"/>
          <ac:graphicFrameMkLst>
            <pc:docMk/>
            <pc:sldMk cId="1920503962" sldId="2146846005"/>
            <ac:graphicFrameMk id="84" creationId="{76CC712C-41A9-45C5-9167-F1F1EAA56856}"/>
          </ac:graphicFrameMkLst>
        </pc:graphicFrameChg>
        <pc:cxnChg chg="mod">
          <ac:chgData name="Ken Popkin" userId="3c94c39e-c43b-4805-99ab-8da17777f1ac" providerId="ADAL" clId="{68297F89-6131-44AD-9F8E-85397584873C}" dt="2021-04-09T17:59:36.808" v="5421" actId="1035"/>
          <ac:cxnSpMkLst>
            <pc:docMk/>
            <pc:sldMk cId="1920503962" sldId="2146846005"/>
            <ac:cxnSpMk id="4" creationId="{F55061A4-70AB-4CEF-B0D1-A43DDD07D067}"/>
          </ac:cxnSpMkLst>
        </pc:cxnChg>
        <pc:cxnChg chg="add del mod">
          <ac:chgData name="Ken Popkin" userId="3c94c39e-c43b-4805-99ab-8da17777f1ac" providerId="ADAL" clId="{68297F89-6131-44AD-9F8E-85397584873C}" dt="2021-04-09T17:34:22.491" v="4511" actId="478"/>
          <ac:cxnSpMkLst>
            <pc:docMk/>
            <pc:sldMk cId="1920503962" sldId="2146846005"/>
            <ac:cxnSpMk id="17" creationId="{BC2CAB5E-DBDB-45C5-BC17-687C17E04ACC}"/>
          </ac:cxnSpMkLst>
        </pc:cxnChg>
        <pc:cxnChg chg="add mod">
          <ac:chgData name="Ken Popkin" userId="3c94c39e-c43b-4805-99ab-8da17777f1ac" providerId="ADAL" clId="{68297F89-6131-44AD-9F8E-85397584873C}" dt="2021-04-09T17:59:36.808" v="5421" actId="1035"/>
          <ac:cxnSpMkLst>
            <pc:docMk/>
            <pc:sldMk cId="1920503962" sldId="2146846005"/>
            <ac:cxnSpMk id="18" creationId="{CB33C16E-70C9-4758-89AE-0F79FD429FB2}"/>
          </ac:cxnSpMkLst>
        </pc:cxnChg>
        <pc:cxnChg chg="add del mod">
          <ac:chgData name="Ken Popkin" userId="3c94c39e-c43b-4805-99ab-8da17777f1ac" providerId="ADAL" clId="{68297F89-6131-44AD-9F8E-85397584873C}" dt="2021-04-09T17:35:49.930" v="4556" actId="478"/>
          <ac:cxnSpMkLst>
            <pc:docMk/>
            <pc:sldMk cId="1920503962" sldId="2146846005"/>
            <ac:cxnSpMk id="20" creationId="{1CF0DA70-8D26-43A4-8E77-A55C66B6450A}"/>
          </ac:cxnSpMkLst>
        </pc:cxnChg>
        <pc:cxnChg chg="mod">
          <ac:chgData name="Ken Popkin" userId="3c94c39e-c43b-4805-99ab-8da17777f1ac" providerId="ADAL" clId="{68297F89-6131-44AD-9F8E-85397584873C}" dt="2021-04-09T17:59:36.808" v="5421" actId="1035"/>
          <ac:cxnSpMkLst>
            <pc:docMk/>
            <pc:sldMk cId="1920503962" sldId="2146846005"/>
            <ac:cxnSpMk id="23" creationId="{7841B8DF-1450-4C7B-8D95-54A7ABCA5371}"/>
          </ac:cxnSpMkLst>
        </pc:cxnChg>
        <pc:cxnChg chg="del">
          <ac:chgData name="Ken Popkin" userId="3c94c39e-c43b-4805-99ab-8da17777f1ac" providerId="ADAL" clId="{68297F89-6131-44AD-9F8E-85397584873C}" dt="2021-04-09T15:36:32.480" v="4377" actId="478"/>
          <ac:cxnSpMkLst>
            <pc:docMk/>
            <pc:sldMk cId="1920503962" sldId="2146846005"/>
            <ac:cxnSpMk id="24" creationId="{206A602B-890D-4E45-A531-9AF310011136}"/>
          </ac:cxnSpMkLst>
        </pc:cxnChg>
        <pc:cxnChg chg="mod">
          <ac:chgData name="Ken Popkin" userId="3c94c39e-c43b-4805-99ab-8da17777f1ac" providerId="ADAL" clId="{68297F89-6131-44AD-9F8E-85397584873C}" dt="2021-04-09T17:59:36.808" v="5421" actId="1035"/>
          <ac:cxnSpMkLst>
            <pc:docMk/>
            <pc:sldMk cId="1920503962" sldId="2146846005"/>
            <ac:cxnSpMk id="25" creationId="{B9F0A33D-6D9A-40E9-9553-FD41A8B8B706}"/>
          </ac:cxnSpMkLst>
        </pc:cxnChg>
        <pc:cxnChg chg="del">
          <ac:chgData name="Ken Popkin" userId="3c94c39e-c43b-4805-99ab-8da17777f1ac" providerId="ADAL" clId="{68297F89-6131-44AD-9F8E-85397584873C}" dt="2021-04-09T15:36:32.480" v="4377" actId="478"/>
          <ac:cxnSpMkLst>
            <pc:docMk/>
            <pc:sldMk cId="1920503962" sldId="2146846005"/>
            <ac:cxnSpMk id="26" creationId="{1776DEBE-E166-4295-84A1-4834C38E3187}"/>
          </ac:cxnSpMkLst>
        </pc:cxnChg>
        <pc:cxnChg chg="mod">
          <ac:chgData name="Ken Popkin" userId="3c94c39e-c43b-4805-99ab-8da17777f1ac" providerId="ADAL" clId="{68297F89-6131-44AD-9F8E-85397584873C}" dt="2021-04-09T17:59:36.808" v="5421" actId="1035"/>
          <ac:cxnSpMkLst>
            <pc:docMk/>
            <pc:sldMk cId="1920503962" sldId="2146846005"/>
            <ac:cxnSpMk id="27" creationId="{0DE028B3-650A-4968-8D68-1C3C8D5D681A}"/>
          </ac:cxnSpMkLst>
        </pc:cxnChg>
        <pc:cxnChg chg="del">
          <ac:chgData name="Ken Popkin" userId="3c94c39e-c43b-4805-99ab-8da17777f1ac" providerId="ADAL" clId="{68297F89-6131-44AD-9F8E-85397584873C}" dt="2021-04-09T15:36:32.480" v="4377" actId="478"/>
          <ac:cxnSpMkLst>
            <pc:docMk/>
            <pc:sldMk cId="1920503962" sldId="2146846005"/>
            <ac:cxnSpMk id="28" creationId="{88A90348-9759-4C47-BB7A-ED545982554C}"/>
          </ac:cxnSpMkLst>
        </pc:cxnChg>
        <pc:cxnChg chg="del">
          <ac:chgData name="Ken Popkin" userId="3c94c39e-c43b-4805-99ab-8da17777f1ac" providerId="ADAL" clId="{68297F89-6131-44AD-9F8E-85397584873C}" dt="2021-04-09T15:36:32.480" v="4377" actId="478"/>
          <ac:cxnSpMkLst>
            <pc:docMk/>
            <pc:sldMk cId="1920503962" sldId="2146846005"/>
            <ac:cxnSpMk id="29" creationId="{5F83E959-CDD9-409E-A91C-A55AE0F2AE05}"/>
          </ac:cxnSpMkLst>
        </pc:cxnChg>
        <pc:cxnChg chg="del">
          <ac:chgData name="Ken Popkin" userId="3c94c39e-c43b-4805-99ab-8da17777f1ac" providerId="ADAL" clId="{68297F89-6131-44AD-9F8E-85397584873C}" dt="2021-04-09T15:36:32.480" v="4377" actId="478"/>
          <ac:cxnSpMkLst>
            <pc:docMk/>
            <pc:sldMk cId="1920503962" sldId="2146846005"/>
            <ac:cxnSpMk id="30" creationId="{9B4AF37E-D9B6-4CD8-91E0-6BCC6B63031A}"/>
          </ac:cxnSpMkLst>
        </pc:cxnChg>
        <pc:cxnChg chg="del">
          <ac:chgData name="Ken Popkin" userId="3c94c39e-c43b-4805-99ab-8da17777f1ac" providerId="ADAL" clId="{68297F89-6131-44AD-9F8E-85397584873C}" dt="2021-04-09T15:36:32.480" v="4377" actId="478"/>
          <ac:cxnSpMkLst>
            <pc:docMk/>
            <pc:sldMk cId="1920503962" sldId="2146846005"/>
            <ac:cxnSpMk id="31" creationId="{64711D1A-E63E-4A98-B1D8-7F82D32F54CB}"/>
          </ac:cxnSpMkLst>
        </pc:cxnChg>
        <pc:cxnChg chg="del">
          <ac:chgData name="Ken Popkin" userId="3c94c39e-c43b-4805-99ab-8da17777f1ac" providerId="ADAL" clId="{68297F89-6131-44AD-9F8E-85397584873C}" dt="2021-04-09T15:36:32.480" v="4377" actId="478"/>
          <ac:cxnSpMkLst>
            <pc:docMk/>
            <pc:sldMk cId="1920503962" sldId="2146846005"/>
            <ac:cxnSpMk id="33" creationId="{B4BFB4F8-C76B-4A3A-B558-56B99EE9EE8D}"/>
          </ac:cxnSpMkLst>
        </pc:cxnChg>
        <pc:cxnChg chg="add mod">
          <ac:chgData name="Ken Popkin" userId="3c94c39e-c43b-4805-99ab-8da17777f1ac" providerId="ADAL" clId="{68297F89-6131-44AD-9F8E-85397584873C}" dt="2021-04-09T18:09:20.369" v="5476" actId="14100"/>
          <ac:cxnSpMkLst>
            <pc:docMk/>
            <pc:sldMk cId="1920503962" sldId="2146846005"/>
            <ac:cxnSpMk id="71" creationId="{989A27C3-1E6F-46ED-AA72-FB96029DF201}"/>
          </ac:cxnSpMkLst>
        </pc:cxnChg>
        <pc:cxnChg chg="del">
          <ac:chgData name="Ken Popkin" userId="3c94c39e-c43b-4805-99ab-8da17777f1ac" providerId="ADAL" clId="{68297F89-6131-44AD-9F8E-85397584873C}" dt="2021-04-09T15:36:19.369" v="4376" actId="478"/>
          <ac:cxnSpMkLst>
            <pc:docMk/>
            <pc:sldMk cId="1920503962" sldId="2146846005"/>
            <ac:cxnSpMk id="75" creationId="{0B0290BE-79B4-4156-A78A-FF9E064CB585}"/>
          </ac:cxnSpMkLst>
        </pc:cxnChg>
      </pc:sldChg>
      <pc:sldChg chg="add del setBg">
        <pc:chgData name="Ken Popkin" userId="3c94c39e-c43b-4805-99ab-8da17777f1ac" providerId="ADAL" clId="{68297F89-6131-44AD-9F8E-85397584873C}" dt="2021-04-09T15:35:43.072" v="4358"/>
        <pc:sldMkLst>
          <pc:docMk/>
          <pc:sldMk cId="3563671846" sldId="2146846005"/>
        </pc:sldMkLst>
      </pc:sldChg>
      <pc:sldChg chg="modSp add del mod setBg">
        <pc:chgData name="Ken Popkin" userId="3c94c39e-c43b-4805-99ab-8da17777f1ac" providerId="ADAL" clId="{68297F89-6131-44AD-9F8E-85397584873C}" dt="2021-04-16T14:31:04.997" v="7320" actId="47"/>
        <pc:sldMkLst>
          <pc:docMk/>
          <pc:sldMk cId="1739682261" sldId="2146846006"/>
        </pc:sldMkLst>
        <pc:spChg chg="mod">
          <ac:chgData name="Ken Popkin" userId="3c94c39e-c43b-4805-99ab-8da17777f1ac" providerId="ADAL" clId="{68297F89-6131-44AD-9F8E-85397584873C}" dt="2021-04-16T14:26:44.728" v="7316" actId="207"/>
          <ac:spMkLst>
            <pc:docMk/>
            <pc:sldMk cId="1739682261" sldId="2146846006"/>
            <ac:spMk id="26" creationId="{183A8ABC-0A51-4E7A-AA4B-8C409D5908CF}"/>
          </ac:spMkLst>
        </pc:spChg>
        <pc:spChg chg="mod">
          <ac:chgData name="Ken Popkin" userId="3c94c39e-c43b-4805-99ab-8da17777f1ac" providerId="ADAL" clId="{68297F89-6131-44AD-9F8E-85397584873C}" dt="2021-04-16T14:26:55.354" v="7317" actId="207"/>
          <ac:spMkLst>
            <pc:docMk/>
            <pc:sldMk cId="1739682261" sldId="2146846006"/>
            <ac:spMk id="28" creationId="{5C7BE149-32B1-4054-91CF-216877DE3A41}"/>
          </ac:spMkLst>
        </pc:spChg>
        <pc:spChg chg="mod">
          <ac:chgData name="Ken Popkin" userId="3c94c39e-c43b-4805-99ab-8da17777f1ac" providerId="ADAL" clId="{68297F89-6131-44AD-9F8E-85397584873C}" dt="2021-04-16T14:26:55.354" v="7317" actId="207"/>
          <ac:spMkLst>
            <pc:docMk/>
            <pc:sldMk cId="1739682261" sldId="2146846006"/>
            <ac:spMk id="29" creationId="{AF3183EC-13F0-41C9-B144-8871169580F4}"/>
          </ac:spMkLst>
        </pc:spChg>
        <pc:spChg chg="mod">
          <ac:chgData name="Ken Popkin" userId="3c94c39e-c43b-4805-99ab-8da17777f1ac" providerId="ADAL" clId="{68297F89-6131-44AD-9F8E-85397584873C}" dt="2021-04-16T14:26:55.354" v="7317" actId="207"/>
          <ac:spMkLst>
            <pc:docMk/>
            <pc:sldMk cId="1739682261" sldId="2146846006"/>
            <ac:spMk id="30" creationId="{D875CA8B-CA28-4933-8D24-CBD78B81576B}"/>
          </ac:spMkLst>
        </pc:spChg>
        <pc:spChg chg="mod">
          <ac:chgData name="Ken Popkin" userId="3c94c39e-c43b-4805-99ab-8da17777f1ac" providerId="ADAL" clId="{68297F89-6131-44AD-9F8E-85397584873C}" dt="2021-04-16T14:26:55.354" v="7317" actId="207"/>
          <ac:spMkLst>
            <pc:docMk/>
            <pc:sldMk cId="1739682261" sldId="2146846006"/>
            <ac:spMk id="31" creationId="{DC2B1B51-C59E-4432-AE92-B3A7E7E1C37E}"/>
          </ac:spMkLst>
        </pc:spChg>
        <pc:spChg chg="mod">
          <ac:chgData name="Ken Popkin" userId="3c94c39e-c43b-4805-99ab-8da17777f1ac" providerId="ADAL" clId="{68297F89-6131-44AD-9F8E-85397584873C}" dt="2021-04-16T14:26:55.354" v="7317" actId="207"/>
          <ac:spMkLst>
            <pc:docMk/>
            <pc:sldMk cId="1739682261" sldId="2146846006"/>
            <ac:spMk id="32" creationId="{27F50EA0-26FA-4478-B196-427622D3420E}"/>
          </ac:spMkLst>
        </pc:spChg>
        <pc:spChg chg="mod">
          <ac:chgData name="Ken Popkin" userId="3c94c39e-c43b-4805-99ab-8da17777f1ac" providerId="ADAL" clId="{68297F89-6131-44AD-9F8E-85397584873C}" dt="2021-04-16T14:26:55.354" v="7317" actId="207"/>
          <ac:spMkLst>
            <pc:docMk/>
            <pc:sldMk cId="1739682261" sldId="2146846006"/>
            <ac:spMk id="33" creationId="{D0FABDB6-679A-4A53-A966-EAAFB0404474}"/>
          </ac:spMkLst>
        </pc:spChg>
        <pc:spChg chg="mod">
          <ac:chgData name="Ken Popkin" userId="3c94c39e-c43b-4805-99ab-8da17777f1ac" providerId="ADAL" clId="{68297F89-6131-44AD-9F8E-85397584873C}" dt="2021-04-16T14:26:44.728" v="7316" actId="207"/>
          <ac:spMkLst>
            <pc:docMk/>
            <pc:sldMk cId="1739682261" sldId="2146846006"/>
            <ac:spMk id="34" creationId="{BB682AE4-F130-4A77-9286-28C73BD6A617}"/>
          </ac:spMkLst>
        </pc:spChg>
        <pc:spChg chg="mod">
          <ac:chgData name="Ken Popkin" userId="3c94c39e-c43b-4805-99ab-8da17777f1ac" providerId="ADAL" clId="{68297F89-6131-44AD-9F8E-85397584873C}" dt="2021-04-16T14:26:44.728" v="7316" actId="207"/>
          <ac:spMkLst>
            <pc:docMk/>
            <pc:sldMk cId="1739682261" sldId="2146846006"/>
            <ac:spMk id="35" creationId="{D530226E-292E-4441-813E-E86676B8B431}"/>
          </ac:spMkLst>
        </pc:spChg>
        <pc:spChg chg="mod">
          <ac:chgData name="Ken Popkin" userId="3c94c39e-c43b-4805-99ab-8da17777f1ac" providerId="ADAL" clId="{68297F89-6131-44AD-9F8E-85397584873C}" dt="2021-04-16T14:26:44.728" v="7316" actId="207"/>
          <ac:spMkLst>
            <pc:docMk/>
            <pc:sldMk cId="1739682261" sldId="2146846006"/>
            <ac:spMk id="36" creationId="{B2E7E7D2-9337-4737-9018-C8E12D85BCFD}"/>
          </ac:spMkLst>
        </pc:spChg>
        <pc:spChg chg="mod">
          <ac:chgData name="Ken Popkin" userId="3c94c39e-c43b-4805-99ab-8da17777f1ac" providerId="ADAL" clId="{68297F89-6131-44AD-9F8E-85397584873C}" dt="2021-04-16T14:27:01.649" v="7318" actId="207"/>
          <ac:spMkLst>
            <pc:docMk/>
            <pc:sldMk cId="1739682261" sldId="2146846006"/>
            <ac:spMk id="37" creationId="{A8236CA9-FE0E-498B-98AE-106E8E45DA0F}"/>
          </ac:spMkLst>
        </pc:spChg>
        <pc:spChg chg="mod">
          <ac:chgData name="Ken Popkin" userId="3c94c39e-c43b-4805-99ab-8da17777f1ac" providerId="ADAL" clId="{68297F89-6131-44AD-9F8E-85397584873C}" dt="2021-04-16T14:27:01.649" v="7318" actId="207"/>
          <ac:spMkLst>
            <pc:docMk/>
            <pc:sldMk cId="1739682261" sldId="2146846006"/>
            <ac:spMk id="38" creationId="{2C0E70E1-4067-4D83-AD90-7B220125D24D}"/>
          </ac:spMkLst>
        </pc:spChg>
        <pc:spChg chg="mod">
          <ac:chgData name="Ken Popkin" userId="3c94c39e-c43b-4805-99ab-8da17777f1ac" providerId="ADAL" clId="{68297F89-6131-44AD-9F8E-85397584873C}" dt="2021-04-16T14:27:01.649" v="7318" actId="207"/>
          <ac:spMkLst>
            <pc:docMk/>
            <pc:sldMk cId="1739682261" sldId="2146846006"/>
            <ac:spMk id="39" creationId="{156BE232-6EEA-416C-9F93-AA6A01C093FD}"/>
          </ac:spMkLst>
        </pc:spChg>
        <pc:spChg chg="mod">
          <ac:chgData name="Ken Popkin" userId="3c94c39e-c43b-4805-99ab-8da17777f1ac" providerId="ADAL" clId="{68297F89-6131-44AD-9F8E-85397584873C}" dt="2021-04-16T14:27:01.649" v="7318" actId="207"/>
          <ac:spMkLst>
            <pc:docMk/>
            <pc:sldMk cId="1739682261" sldId="2146846006"/>
            <ac:spMk id="40" creationId="{6F3A073C-5CA7-4226-9D18-D0B5CBF51DED}"/>
          </ac:spMkLst>
        </pc:spChg>
        <pc:spChg chg="mod">
          <ac:chgData name="Ken Popkin" userId="3c94c39e-c43b-4805-99ab-8da17777f1ac" providerId="ADAL" clId="{68297F89-6131-44AD-9F8E-85397584873C}" dt="2021-04-16T14:27:01.649" v="7318" actId="207"/>
          <ac:spMkLst>
            <pc:docMk/>
            <pc:sldMk cId="1739682261" sldId="2146846006"/>
            <ac:spMk id="41" creationId="{BD8838D4-0D5C-4A2B-AF6E-D662798CE057}"/>
          </ac:spMkLst>
        </pc:spChg>
        <pc:spChg chg="mod">
          <ac:chgData name="Ken Popkin" userId="3c94c39e-c43b-4805-99ab-8da17777f1ac" providerId="ADAL" clId="{68297F89-6131-44AD-9F8E-85397584873C}" dt="2021-04-16T14:27:16.479" v="7319" actId="207"/>
          <ac:spMkLst>
            <pc:docMk/>
            <pc:sldMk cId="1739682261" sldId="2146846006"/>
            <ac:spMk id="43" creationId="{E9C3F125-4AF8-4382-A44D-C6102BA14CC2}"/>
          </ac:spMkLst>
        </pc:spChg>
        <pc:spChg chg="mod">
          <ac:chgData name="Ken Popkin" userId="3c94c39e-c43b-4805-99ab-8da17777f1ac" providerId="ADAL" clId="{68297F89-6131-44AD-9F8E-85397584873C}" dt="2021-04-16T14:27:01.649" v="7318" actId="207"/>
          <ac:spMkLst>
            <pc:docMk/>
            <pc:sldMk cId="1739682261" sldId="2146846006"/>
            <ac:spMk id="44" creationId="{DDF5535E-2949-443E-8DF0-23C7D912F988}"/>
          </ac:spMkLst>
        </pc:spChg>
      </pc:sldChg>
      <pc:sldChg chg="delSp add del mod setBg">
        <pc:chgData name="Ken Popkin" userId="3c94c39e-c43b-4805-99ab-8da17777f1ac" providerId="ADAL" clId="{68297F89-6131-44AD-9F8E-85397584873C}" dt="2021-04-16T14:44:03.660" v="7323" actId="47"/>
        <pc:sldMkLst>
          <pc:docMk/>
          <pc:sldMk cId="2296927644" sldId="2146846006"/>
        </pc:sldMkLst>
        <pc:spChg chg="del">
          <ac:chgData name="Ken Popkin" userId="3c94c39e-c43b-4805-99ab-8da17777f1ac" providerId="ADAL" clId="{68297F89-6131-44AD-9F8E-85397584873C}" dt="2021-04-16T14:31:37.074" v="7322" actId="478"/>
          <ac:spMkLst>
            <pc:docMk/>
            <pc:sldMk cId="2296927644" sldId="2146846006"/>
            <ac:spMk id="10" creationId="{A78988CF-C0D9-4564-A18C-624985AA8302}"/>
          </ac:spMkLst>
        </pc:spChg>
      </pc:sldChg>
      <pc:sldChg chg="delSp modSp add mod setBg">
        <pc:chgData name="Ken Popkin" userId="3c94c39e-c43b-4805-99ab-8da17777f1ac" providerId="ADAL" clId="{68297F89-6131-44AD-9F8E-85397584873C}" dt="2021-04-17T22:39:53.965" v="7601" actId="207"/>
        <pc:sldMkLst>
          <pc:docMk/>
          <pc:sldMk cId="4290718314" sldId="2146846006"/>
        </pc:sldMkLst>
        <pc:spChg chg="mod">
          <ac:chgData name="Ken Popkin" userId="3c94c39e-c43b-4805-99ab-8da17777f1ac" providerId="ADAL" clId="{68297F89-6131-44AD-9F8E-85397584873C}" dt="2021-04-17T22:38:11.053" v="7509" actId="20577"/>
          <ac:spMkLst>
            <pc:docMk/>
            <pc:sldMk cId="4290718314" sldId="2146846006"/>
            <ac:spMk id="19" creationId="{431FF642-D80E-4148-B518-F4E87EA10B69}"/>
          </ac:spMkLst>
        </pc:spChg>
        <pc:spChg chg="mod">
          <ac:chgData name="Ken Popkin" userId="3c94c39e-c43b-4805-99ab-8da17777f1ac" providerId="ADAL" clId="{68297F89-6131-44AD-9F8E-85397584873C}" dt="2021-04-17T22:39:53.965" v="7601" actId="207"/>
          <ac:spMkLst>
            <pc:docMk/>
            <pc:sldMk cId="4290718314" sldId="2146846006"/>
            <ac:spMk id="26" creationId="{183A8ABC-0A51-4E7A-AA4B-8C409D5908CF}"/>
          </ac:spMkLst>
        </pc:spChg>
        <pc:spChg chg="mod">
          <ac:chgData name="Ken Popkin" userId="3c94c39e-c43b-4805-99ab-8da17777f1ac" providerId="ADAL" clId="{68297F89-6131-44AD-9F8E-85397584873C}" dt="2021-04-17T22:39:40.758" v="7600" actId="1036"/>
          <ac:spMkLst>
            <pc:docMk/>
            <pc:sldMk cId="4290718314" sldId="2146846006"/>
            <ac:spMk id="28" creationId="{5C7BE149-32B1-4054-91CF-216877DE3A41}"/>
          </ac:spMkLst>
        </pc:spChg>
        <pc:spChg chg="mod">
          <ac:chgData name="Ken Popkin" userId="3c94c39e-c43b-4805-99ab-8da17777f1ac" providerId="ADAL" clId="{68297F89-6131-44AD-9F8E-85397584873C}" dt="2021-04-17T22:39:40.758" v="7600" actId="1036"/>
          <ac:spMkLst>
            <pc:docMk/>
            <pc:sldMk cId="4290718314" sldId="2146846006"/>
            <ac:spMk id="29" creationId="{AF3183EC-13F0-41C9-B144-8871169580F4}"/>
          </ac:spMkLst>
        </pc:spChg>
        <pc:spChg chg="mod">
          <ac:chgData name="Ken Popkin" userId="3c94c39e-c43b-4805-99ab-8da17777f1ac" providerId="ADAL" clId="{68297F89-6131-44AD-9F8E-85397584873C}" dt="2021-04-17T22:39:40.758" v="7600" actId="1036"/>
          <ac:spMkLst>
            <pc:docMk/>
            <pc:sldMk cId="4290718314" sldId="2146846006"/>
            <ac:spMk id="30" creationId="{D875CA8B-CA28-4933-8D24-CBD78B81576B}"/>
          </ac:spMkLst>
        </pc:spChg>
        <pc:spChg chg="mod">
          <ac:chgData name="Ken Popkin" userId="3c94c39e-c43b-4805-99ab-8da17777f1ac" providerId="ADAL" clId="{68297F89-6131-44AD-9F8E-85397584873C}" dt="2021-04-17T22:39:40.758" v="7600" actId="1036"/>
          <ac:spMkLst>
            <pc:docMk/>
            <pc:sldMk cId="4290718314" sldId="2146846006"/>
            <ac:spMk id="31" creationId="{DC2B1B51-C59E-4432-AE92-B3A7E7E1C37E}"/>
          </ac:spMkLst>
        </pc:spChg>
        <pc:spChg chg="mod">
          <ac:chgData name="Ken Popkin" userId="3c94c39e-c43b-4805-99ab-8da17777f1ac" providerId="ADAL" clId="{68297F89-6131-44AD-9F8E-85397584873C}" dt="2021-04-17T22:39:53.965" v="7601" actId="207"/>
          <ac:spMkLst>
            <pc:docMk/>
            <pc:sldMk cId="4290718314" sldId="2146846006"/>
            <ac:spMk id="34" creationId="{BB682AE4-F130-4A77-9286-28C73BD6A617}"/>
          </ac:spMkLst>
        </pc:spChg>
        <pc:spChg chg="mod">
          <ac:chgData name="Ken Popkin" userId="3c94c39e-c43b-4805-99ab-8da17777f1ac" providerId="ADAL" clId="{68297F89-6131-44AD-9F8E-85397584873C}" dt="2021-04-17T22:39:53.965" v="7601" actId="207"/>
          <ac:spMkLst>
            <pc:docMk/>
            <pc:sldMk cId="4290718314" sldId="2146846006"/>
            <ac:spMk id="35" creationId="{D530226E-292E-4441-813E-E86676B8B431}"/>
          </ac:spMkLst>
        </pc:spChg>
        <pc:spChg chg="mod">
          <ac:chgData name="Ken Popkin" userId="3c94c39e-c43b-4805-99ab-8da17777f1ac" providerId="ADAL" clId="{68297F89-6131-44AD-9F8E-85397584873C}" dt="2021-04-17T22:39:53.965" v="7601" actId="207"/>
          <ac:spMkLst>
            <pc:docMk/>
            <pc:sldMk cId="4290718314" sldId="2146846006"/>
            <ac:spMk id="36" creationId="{B2E7E7D2-9337-4737-9018-C8E12D85BCFD}"/>
          </ac:spMkLst>
        </pc:spChg>
        <pc:spChg chg="mod">
          <ac:chgData name="Ken Popkin" userId="3c94c39e-c43b-4805-99ab-8da17777f1ac" providerId="ADAL" clId="{68297F89-6131-44AD-9F8E-85397584873C}" dt="2021-04-17T22:39:40.758" v="7600" actId="1036"/>
          <ac:spMkLst>
            <pc:docMk/>
            <pc:sldMk cId="4290718314" sldId="2146846006"/>
            <ac:spMk id="37" creationId="{A8236CA9-FE0E-498B-98AE-106E8E45DA0F}"/>
          </ac:spMkLst>
        </pc:spChg>
        <pc:spChg chg="mod">
          <ac:chgData name="Ken Popkin" userId="3c94c39e-c43b-4805-99ab-8da17777f1ac" providerId="ADAL" clId="{68297F89-6131-44AD-9F8E-85397584873C}" dt="2021-04-17T22:39:40.758" v="7600" actId="1036"/>
          <ac:spMkLst>
            <pc:docMk/>
            <pc:sldMk cId="4290718314" sldId="2146846006"/>
            <ac:spMk id="38" creationId="{2C0E70E1-4067-4D83-AD90-7B220125D24D}"/>
          </ac:spMkLst>
        </pc:spChg>
        <pc:spChg chg="mod">
          <ac:chgData name="Ken Popkin" userId="3c94c39e-c43b-4805-99ab-8da17777f1ac" providerId="ADAL" clId="{68297F89-6131-44AD-9F8E-85397584873C}" dt="2021-04-17T22:39:40.758" v="7600" actId="1036"/>
          <ac:spMkLst>
            <pc:docMk/>
            <pc:sldMk cId="4290718314" sldId="2146846006"/>
            <ac:spMk id="39" creationId="{156BE232-6EEA-416C-9F93-AA6A01C093FD}"/>
          </ac:spMkLst>
        </pc:spChg>
        <pc:spChg chg="mod">
          <ac:chgData name="Ken Popkin" userId="3c94c39e-c43b-4805-99ab-8da17777f1ac" providerId="ADAL" clId="{68297F89-6131-44AD-9F8E-85397584873C}" dt="2021-04-17T22:39:40.758" v="7600" actId="1036"/>
          <ac:spMkLst>
            <pc:docMk/>
            <pc:sldMk cId="4290718314" sldId="2146846006"/>
            <ac:spMk id="40" creationId="{6F3A073C-5CA7-4226-9D18-D0B5CBF51DED}"/>
          </ac:spMkLst>
        </pc:spChg>
        <pc:spChg chg="mod">
          <ac:chgData name="Ken Popkin" userId="3c94c39e-c43b-4805-99ab-8da17777f1ac" providerId="ADAL" clId="{68297F89-6131-44AD-9F8E-85397584873C}" dt="2021-04-17T22:39:40.758" v="7600" actId="1036"/>
          <ac:spMkLst>
            <pc:docMk/>
            <pc:sldMk cId="4290718314" sldId="2146846006"/>
            <ac:spMk id="41" creationId="{BD8838D4-0D5C-4A2B-AF6E-D662798CE057}"/>
          </ac:spMkLst>
        </pc:spChg>
        <pc:spChg chg="del">
          <ac:chgData name="Ken Popkin" userId="3c94c39e-c43b-4805-99ab-8da17777f1ac" providerId="ADAL" clId="{68297F89-6131-44AD-9F8E-85397584873C}" dt="2021-04-17T22:37:54.520" v="7473" actId="478"/>
          <ac:spMkLst>
            <pc:docMk/>
            <pc:sldMk cId="4290718314" sldId="2146846006"/>
            <ac:spMk id="42" creationId="{DE25F547-D859-4458-8F4F-5A88AED500B2}"/>
          </ac:spMkLst>
        </pc:spChg>
        <pc:spChg chg="mod">
          <ac:chgData name="Ken Popkin" userId="3c94c39e-c43b-4805-99ab-8da17777f1ac" providerId="ADAL" clId="{68297F89-6131-44AD-9F8E-85397584873C}" dt="2021-04-17T22:39:40.758" v="7600" actId="1036"/>
          <ac:spMkLst>
            <pc:docMk/>
            <pc:sldMk cId="4290718314" sldId="2146846006"/>
            <ac:spMk id="43" creationId="{E9C3F125-4AF8-4382-A44D-C6102BA14CC2}"/>
          </ac:spMkLst>
        </pc:spChg>
        <pc:spChg chg="mod">
          <ac:chgData name="Ken Popkin" userId="3c94c39e-c43b-4805-99ab-8da17777f1ac" providerId="ADAL" clId="{68297F89-6131-44AD-9F8E-85397584873C}" dt="2021-04-17T22:39:40.758" v="7600" actId="1036"/>
          <ac:spMkLst>
            <pc:docMk/>
            <pc:sldMk cId="4290718314" sldId="2146846006"/>
            <ac:spMk id="44" creationId="{DDF5535E-2949-443E-8DF0-23C7D912F988}"/>
          </ac:spMkLst>
        </pc:spChg>
        <pc:spChg chg="del">
          <ac:chgData name="Ken Popkin" userId="3c94c39e-c43b-4805-99ab-8da17777f1ac" providerId="ADAL" clId="{68297F89-6131-44AD-9F8E-85397584873C}" dt="2021-04-17T22:37:54.520" v="7473" actId="478"/>
          <ac:spMkLst>
            <pc:docMk/>
            <pc:sldMk cId="4290718314" sldId="2146846006"/>
            <ac:spMk id="45" creationId="{C0FCFD05-BCD7-4831-ACDF-9537DB09CEFE}"/>
          </ac:spMkLst>
        </pc:spChg>
        <pc:spChg chg="mod">
          <ac:chgData name="Ken Popkin" userId="3c94c39e-c43b-4805-99ab-8da17777f1ac" providerId="ADAL" clId="{68297F89-6131-44AD-9F8E-85397584873C}" dt="2021-04-17T22:39:40.758" v="7600" actId="1036"/>
          <ac:spMkLst>
            <pc:docMk/>
            <pc:sldMk cId="4290718314" sldId="2146846006"/>
            <ac:spMk id="62" creationId="{40792597-4A8D-4161-BE80-29930E72CCCD}"/>
          </ac:spMkLst>
        </pc:spChg>
        <pc:spChg chg="mod">
          <ac:chgData name="Ken Popkin" userId="3c94c39e-c43b-4805-99ab-8da17777f1ac" providerId="ADAL" clId="{68297F89-6131-44AD-9F8E-85397584873C}" dt="2021-04-17T22:39:40.758" v="7600" actId="1036"/>
          <ac:spMkLst>
            <pc:docMk/>
            <pc:sldMk cId="4290718314" sldId="2146846006"/>
            <ac:spMk id="63" creationId="{CB18DB49-674A-41F7-96D9-7EE751D6FE19}"/>
          </ac:spMkLst>
        </pc:spChg>
        <pc:spChg chg="del">
          <ac:chgData name="Ken Popkin" userId="3c94c39e-c43b-4805-99ab-8da17777f1ac" providerId="ADAL" clId="{68297F89-6131-44AD-9F8E-85397584873C}" dt="2021-04-17T22:38:17.574" v="7510" actId="478"/>
          <ac:spMkLst>
            <pc:docMk/>
            <pc:sldMk cId="4290718314" sldId="2146846006"/>
            <ac:spMk id="82" creationId="{0239ACCB-06AC-4754-AD85-BABFA24A62AB}"/>
          </ac:spMkLst>
        </pc:spChg>
        <pc:graphicFrameChg chg="del">
          <ac:chgData name="Ken Popkin" userId="3c94c39e-c43b-4805-99ab-8da17777f1ac" providerId="ADAL" clId="{68297F89-6131-44AD-9F8E-85397584873C}" dt="2021-04-17T22:38:17.574" v="7510" actId="478"/>
          <ac:graphicFrameMkLst>
            <pc:docMk/>
            <pc:sldMk cId="4290718314" sldId="2146846006"/>
            <ac:graphicFrameMk id="5" creationId="{96AFFF34-F76D-41AE-AA36-80DD546DE5F8}"/>
          </ac:graphicFrameMkLst>
        </pc:graphicFrameChg>
        <pc:graphicFrameChg chg="del">
          <ac:chgData name="Ken Popkin" userId="3c94c39e-c43b-4805-99ab-8da17777f1ac" providerId="ADAL" clId="{68297F89-6131-44AD-9F8E-85397584873C}" dt="2021-04-17T22:38:17.574" v="7510" actId="478"/>
          <ac:graphicFrameMkLst>
            <pc:docMk/>
            <pc:sldMk cId="4290718314" sldId="2146846006"/>
            <ac:graphicFrameMk id="81" creationId="{36A71B13-A20F-4B89-8BD3-F8854EA4F7F9}"/>
          </ac:graphicFrameMkLst>
        </pc:graphicFrameChg>
        <pc:graphicFrameChg chg="del">
          <ac:chgData name="Ken Popkin" userId="3c94c39e-c43b-4805-99ab-8da17777f1ac" providerId="ADAL" clId="{68297F89-6131-44AD-9F8E-85397584873C}" dt="2021-04-17T22:38:17.574" v="7510" actId="478"/>
          <ac:graphicFrameMkLst>
            <pc:docMk/>
            <pc:sldMk cId="4290718314" sldId="2146846006"/>
            <ac:graphicFrameMk id="84" creationId="{76CC712C-41A9-45C5-9167-F1F1EAA56856}"/>
          </ac:graphicFrameMkLst>
        </pc:graphicFrameChg>
      </pc:sldChg>
    </pc:docChg>
  </pc:docChgLst>
  <pc:docChgLst>
    <pc:chgData name="Ken Popkin" userId="3c94c39e-c43b-4805-99ab-8da17777f1ac" providerId="ADAL" clId="{EB4A11D7-973B-404E-9237-59B28C20ABDB}"/>
    <pc:docChg chg="undo custSel addSld modSld sldOrd modSection">
      <pc:chgData name="Ken Popkin" userId="3c94c39e-c43b-4805-99ab-8da17777f1ac" providerId="ADAL" clId="{EB4A11D7-973B-404E-9237-59B28C20ABDB}" dt="2021-03-12T19:18:37.202" v="2307" actId="207"/>
      <pc:docMkLst>
        <pc:docMk/>
      </pc:docMkLst>
      <pc:sldChg chg="ord">
        <pc:chgData name="Ken Popkin" userId="3c94c39e-c43b-4805-99ab-8da17777f1ac" providerId="ADAL" clId="{EB4A11D7-973B-404E-9237-59B28C20ABDB}" dt="2021-03-12T18:34:49.260" v="2037"/>
        <pc:sldMkLst>
          <pc:docMk/>
          <pc:sldMk cId="495401053" sldId="256"/>
        </pc:sldMkLst>
      </pc:sldChg>
      <pc:sldChg chg="modSp mod">
        <pc:chgData name="Ken Popkin" userId="3c94c39e-c43b-4805-99ab-8da17777f1ac" providerId="ADAL" clId="{EB4A11D7-973B-404E-9237-59B28C20ABDB}" dt="2021-03-12T18:29:37.849" v="1963" actId="122"/>
        <pc:sldMkLst>
          <pc:docMk/>
          <pc:sldMk cId="486790856" sldId="257"/>
        </pc:sldMkLst>
        <pc:spChg chg="mod">
          <ac:chgData name="Ken Popkin" userId="3c94c39e-c43b-4805-99ab-8da17777f1ac" providerId="ADAL" clId="{EB4A11D7-973B-404E-9237-59B28C20ABDB}" dt="2021-03-12T18:29:37.849" v="1963" actId="122"/>
          <ac:spMkLst>
            <pc:docMk/>
            <pc:sldMk cId="486790856" sldId="257"/>
            <ac:spMk id="2" creationId="{68742525-957B-45EB-A5FD-EDE9AF299EDD}"/>
          </ac:spMkLst>
        </pc:spChg>
      </pc:sldChg>
      <pc:sldChg chg="addSp delSp modSp mod">
        <pc:chgData name="Ken Popkin" userId="3c94c39e-c43b-4805-99ab-8da17777f1ac" providerId="ADAL" clId="{EB4A11D7-973B-404E-9237-59B28C20ABDB}" dt="2021-03-10T22:37:02.122" v="1845" actId="20577"/>
        <pc:sldMkLst>
          <pc:docMk/>
          <pc:sldMk cId="93243010" sldId="7428"/>
        </pc:sldMkLst>
        <pc:spChg chg="add mod">
          <ac:chgData name="Ken Popkin" userId="3c94c39e-c43b-4805-99ab-8da17777f1ac" providerId="ADAL" clId="{EB4A11D7-973B-404E-9237-59B28C20ABDB}" dt="2021-03-10T22:34:19.399" v="1720" actId="207"/>
          <ac:spMkLst>
            <pc:docMk/>
            <pc:sldMk cId="93243010" sldId="7428"/>
            <ac:spMk id="2" creationId="{3B7F2E5F-0D14-4794-8967-57C6BDAD66D4}"/>
          </ac:spMkLst>
        </pc:spChg>
        <pc:spChg chg="add mod">
          <ac:chgData name="Ken Popkin" userId="3c94c39e-c43b-4805-99ab-8da17777f1ac" providerId="ADAL" clId="{EB4A11D7-973B-404E-9237-59B28C20ABDB}" dt="2021-03-10T22:33:55.618" v="1718" actId="255"/>
          <ac:spMkLst>
            <pc:docMk/>
            <pc:sldMk cId="93243010" sldId="7428"/>
            <ac:spMk id="7" creationId="{8977C36B-9337-4C0C-B45C-907197C77D1C}"/>
          </ac:spMkLst>
        </pc:spChg>
        <pc:spChg chg="add mod">
          <ac:chgData name="Ken Popkin" userId="3c94c39e-c43b-4805-99ab-8da17777f1ac" providerId="ADAL" clId="{EB4A11D7-973B-404E-9237-59B28C20ABDB}" dt="2021-03-10T22:36:29.876" v="1812" actId="20577"/>
          <ac:spMkLst>
            <pc:docMk/>
            <pc:sldMk cId="93243010" sldId="7428"/>
            <ac:spMk id="8" creationId="{6C128E16-C932-421B-B707-4AEB3E0DFCA9}"/>
          </ac:spMkLst>
        </pc:spChg>
        <pc:spChg chg="add mod">
          <ac:chgData name="Ken Popkin" userId="3c94c39e-c43b-4805-99ab-8da17777f1ac" providerId="ADAL" clId="{EB4A11D7-973B-404E-9237-59B28C20ABDB}" dt="2021-03-10T22:33:55.618" v="1718" actId="255"/>
          <ac:spMkLst>
            <pc:docMk/>
            <pc:sldMk cId="93243010" sldId="7428"/>
            <ac:spMk id="9" creationId="{36A28BDD-8026-4018-80A7-4D62D8F58EF6}"/>
          </ac:spMkLst>
        </pc:spChg>
        <pc:spChg chg="mod">
          <ac:chgData name="Ken Popkin" userId="3c94c39e-c43b-4805-99ab-8da17777f1ac" providerId="ADAL" clId="{EB4A11D7-973B-404E-9237-59B28C20ABDB}" dt="2021-03-10T22:30:04.694" v="1573" actId="1076"/>
          <ac:spMkLst>
            <pc:docMk/>
            <pc:sldMk cId="93243010" sldId="7428"/>
            <ac:spMk id="10" creationId="{A78988CF-C0D9-4564-A18C-624985AA8302}"/>
          </ac:spMkLst>
        </pc:spChg>
        <pc:spChg chg="mod">
          <ac:chgData name="Ken Popkin" userId="3c94c39e-c43b-4805-99ab-8da17777f1ac" providerId="ADAL" clId="{EB4A11D7-973B-404E-9237-59B28C20ABDB}" dt="2021-03-10T22:31:12.586" v="1625" actId="1076"/>
          <ac:spMkLst>
            <pc:docMk/>
            <pc:sldMk cId="93243010" sldId="7428"/>
            <ac:spMk id="11" creationId="{10F230E1-0B00-4323-AA94-CE50E12B3BB5}"/>
          </ac:spMkLst>
        </pc:spChg>
        <pc:spChg chg="add del mod">
          <ac:chgData name="Ken Popkin" userId="3c94c39e-c43b-4805-99ab-8da17777f1ac" providerId="ADAL" clId="{EB4A11D7-973B-404E-9237-59B28C20ABDB}" dt="2021-03-10T22:19:52.325" v="1326" actId="478"/>
          <ac:spMkLst>
            <pc:docMk/>
            <pc:sldMk cId="93243010" sldId="7428"/>
            <ac:spMk id="13" creationId="{74E0BC68-79D1-4BF5-924E-1A45BC33B9B3}"/>
          </ac:spMkLst>
        </pc:spChg>
        <pc:spChg chg="add del mod">
          <ac:chgData name="Ken Popkin" userId="3c94c39e-c43b-4805-99ab-8da17777f1ac" providerId="ADAL" clId="{EB4A11D7-973B-404E-9237-59B28C20ABDB}" dt="2021-03-10T22:20:51.266" v="1330" actId="478"/>
          <ac:spMkLst>
            <pc:docMk/>
            <pc:sldMk cId="93243010" sldId="7428"/>
            <ac:spMk id="14" creationId="{72F5FF91-8815-4A1A-A3C8-24F6727C87D8}"/>
          </ac:spMkLst>
        </pc:spChg>
        <pc:spChg chg="add del mod">
          <ac:chgData name="Ken Popkin" userId="3c94c39e-c43b-4805-99ab-8da17777f1ac" providerId="ADAL" clId="{EB4A11D7-973B-404E-9237-59B28C20ABDB}" dt="2021-03-10T22:20:51.266" v="1330" actId="478"/>
          <ac:spMkLst>
            <pc:docMk/>
            <pc:sldMk cId="93243010" sldId="7428"/>
            <ac:spMk id="16" creationId="{DE64865A-3EDB-4A7E-A7B1-902B8957790A}"/>
          </ac:spMkLst>
        </pc:spChg>
        <pc:spChg chg="add del mod">
          <ac:chgData name="Ken Popkin" userId="3c94c39e-c43b-4805-99ab-8da17777f1ac" providerId="ADAL" clId="{EB4A11D7-973B-404E-9237-59B28C20ABDB}" dt="2021-03-10T22:20:51.266" v="1330" actId="478"/>
          <ac:spMkLst>
            <pc:docMk/>
            <pc:sldMk cId="93243010" sldId="7428"/>
            <ac:spMk id="18" creationId="{FD62F75F-29D7-42AF-BA67-71AEDD4A17DC}"/>
          </ac:spMkLst>
        </pc:spChg>
        <pc:spChg chg="add mod">
          <ac:chgData name="Ken Popkin" userId="3c94c39e-c43b-4805-99ab-8da17777f1ac" providerId="ADAL" clId="{EB4A11D7-973B-404E-9237-59B28C20ABDB}" dt="2021-03-10T22:34:02.120" v="1719" actId="255"/>
          <ac:spMkLst>
            <pc:docMk/>
            <pc:sldMk cId="93243010" sldId="7428"/>
            <ac:spMk id="19" creationId="{546FBC52-7F06-44A1-81F2-34063F9674B3}"/>
          </ac:spMkLst>
        </pc:spChg>
        <pc:spChg chg="add mod">
          <ac:chgData name="Ken Popkin" userId="3c94c39e-c43b-4805-99ab-8da17777f1ac" providerId="ADAL" clId="{EB4A11D7-973B-404E-9237-59B28C20ABDB}" dt="2021-03-10T22:33:55.618" v="1718" actId="255"/>
          <ac:spMkLst>
            <pc:docMk/>
            <pc:sldMk cId="93243010" sldId="7428"/>
            <ac:spMk id="20" creationId="{CE49BD6E-3453-41BA-A609-1BB2E7CA7AB1}"/>
          </ac:spMkLst>
        </pc:spChg>
        <pc:spChg chg="add mod">
          <ac:chgData name="Ken Popkin" userId="3c94c39e-c43b-4805-99ab-8da17777f1ac" providerId="ADAL" clId="{EB4A11D7-973B-404E-9237-59B28C20ABDB}" dt="2021-03-10T22:33:55.618" v="1718" actId="255"/>
          <ac:spMkLst>
            <pc:docMk/>
            <pc:sldMk cId="93243010" sldId="7428"/>
            <ac:spMk id="21" creationId="{48FFF42E-D3FE-4EEF-9365-722E9F5819BC}"/>
          </ac:spMkLst>
        </pc:spChg>
        <pc:spChg chg="add mod">
          <ac:chgData name="Ken Popkin" userId="3c94c39e-c43b-4805-99ab-8da17777f1ac" providerId="ADAL" clId="{EB4A11D7-973B-404E-9237-59B28C20ABDB}" dt="2021-03-10T22:33:55.618" v="1718" actId="255"/>
          <ac:spMkLst>
            <pc:docMk/>
            <pc:sldMk cId="93243010" sldId="7428"/>
            <ac:spMk id="22" creationId="{0455313F-DEF8-4285-B54B-583AD513F2D6}"/>
          </ac:spMkLst>
        </pc:spChg>
        <pc:spChg chg="add mod">
          <ac:chgData name="Ken Popkin" userId="3c94c39e-c43b-4805-99ab-8da17777f1ac" providerId="ADAL" clId="{EB4A11D7-973B-404E-9237-59B28C20ABDB}" dt="2021-03-10T22:34:02.120" v="1719" actId="255"/>
          <ac:spMkLst>
            <pc:docMk/>
            <pc:sldMk cId="93243010" sldId="7428"/>
            <ac:spMk id="23" creationId="{C16D4BF1-3486-48C1-A856-6F3C5EFD7FE4}"/>
          </ac:spMkLst>
        </pc:spChg>
        <pc:spChg chg="add del">
          <ac:chgData name="Ken Popkin" userId="3c94c39e-c43b-4805-99ab-8da17777f1ac" providerId="ADAL" clId="{EB4A11D7-973B-404E-9237-59B28C20ABDB}" dt="2021-03-10T22:28:47.219" v="1566" actId="478"/>
          <ac:spMkLst>
            <pc:docMk/>
            <pc:sldMk cId="93243010" sldId="7428"/>
            <ac:spMk id="24" creationId="{747A029C-9781-4B75-8E0F-9FECAF2376D2}"/>
          </ac:spMkLst>
        </pc:spChg>
        <pc:spChg chg="add mod">
          <ac:chgData name="Ken Popkin" userId="3c94c39e-c43b-4805-99ab-8da17777f1ac" providerId="ADAL" clId="{EB4A11D7-973B-404E-9237-59B28C20ABDB}" dt="2021-03-10T22:35:17.308" v="1768" actId="20577"/>
          <ac:spMkLst>
            <pc:docMk/>
            <pc:sldMk cId="93243010" sldId="7428"/>
            <ac:spMk id="25" creationId="{7BF7BEB0-B472-40A0-8653-7EA54D825E12}"/>
          </ac:spMkLst>
        </pc:spChg>
        <pc:spChg chg="add mod">
          <ac:chgData name="Ken Popkin" userId="3c94c39e-c43b-4805-99ab-8da17777f1ac" providerId="ADAL" clId="{EB4A11D7-973B-404E-9237-59B28C20ABDB}" dt="2021-03-10T22:36:15.333" v="1797" actId="1076"/>
          <ac:spMkLst>
            <pc:docMk/>
            <pc:sldMk cId="93243010" sldId="7428"/>
            <ac:spMk id="26" creationId="{433B21FE-FF6A-4D1E-993D-0A7F6DFBFC69}"/>
          </ac:spMkLst>
        </pc:spChg>
        <pc:spChg chg="add mod">
          <ac:chgData name="Ken Popkin" userId="3c94c39e-c43b-4805-99ab-8da17777f1ac" providerId="ADAL" clId="{EB4A11D7-973B-404E-9237-59B28C20ABDB}" dt="2021-03-10T22:37:02.122" v="1845" actId="20577"/>
          <ac:spMkLst>
            <pc:docMk/>
            <pc:sldMk cId="93243010" sldId="7428"/>
            <ac:spMk id="27" creationId="{12224042-C4EA-4FC4-BA89-18AE3DA894BC}"/>
          </ac:spMkLst>
        </pc:spChg>
        <pc:graphicFrameChg chg="del modGraphic">
          <ac:chgData name="Ken Popkin" userId="3c94c39e-c43b-4805-99ab-8da17777f1ac" providerId="ADAL" clId="{EB4A11D7-973B-404E-9237-59B28C20ABDB}" dt="2021-03-10T22:18:35.850" v="1245" actId="478"/>
          <ac:graphicFrameMkLst>
            <pc:docMk/>
            <pc:sldMk cId="93243010" sldId="7428"/>
            <ac:graphicFrameMk id="12" creationId="{7A4B9DA2-AC7E-44F5-B1D4-611FD9C75DD2}"/>
          </ac:graphicFrameMkLst>
        </pc:graphicFrameChg>
      </pc:sldChg>
      <pc:sldChg chg="addSp delSp modSp mod">
        <pc:chgData name="Ken Popkin" userId="3c94c39e-c43b-4805-99ab-8da17777f1ac" providerId="ADAL" clId="{EB4A11D7-973B-404E-9237-59B28C20ABDB}" dt="2021-03-12T19:16:53.361" v="2302" actId="22"/>
        <pc:sldMkLst>
          <pc:docMk/>
          <pc:sldMk cId="2678786716" sldId="2142532606"/>
        </pc:sldMkLst>
        <pc:spChg chg="del">
          <ac:chgData name="Ken Popkin" userId="3c94c39e-c43b-4805-99ab-8da17777f1ac" providerId="ADAL" clId="{EB4A11D7-973B-404E-9237-59B28C20ABDB}" dt="2021-03-12T18:33:32.525" v="1986" actId="478"/>
          <ac:spMkLst>
            <pc:docMk/>
            <pc:sldMk cId="2678786716" sldId="2142532606"/>
            <ac:spMk id="2" creationId="{29BFE20A-AB95-45E0-8136-B26BBF405C93}"/>
          </ac:spMkLst>
        </pc:spChg>
        <pc:spChg chg="del">
          <ac:chgData name="Ken Popkin" userId="3c94c39e-c43b-4805-99ab-8da17777f1ac" providerId="ADAL" clId="{EB4A11D7-973B-404E-9237-59B28C20ABDB}" dt="2021-03-12T18:33:38.539" v="1987" actId="478"/>
          <ac:spMkLst>
            <pc:docMk/>
            <pc:sldMk cId="2678786716" sldId="2142532606"/>
            <ac:spMk id="6" creationId="{5F2423E7-619E-4D0C-8E71-69FD8F619A0C}"/>
          </ac:spMkLst>
        </pc:spChg>
        <pc:spChg chg="add mod">
          <ac:chgData name="Ken Popkin" userId="3c94c39e-c43b-4805-99ab-8da17777f1ac" providerId="ADAL" clId="{EB4A11D7-973B-404E-9237-59B28C20ABDB}" dt="2021-03-12T19:16:24.523" v="2294" actId="207"/>
          <ac:spMkLst>
            <pc:docMk/>
            <pc:sldMk cId="2678786716" sldId="2142532606"/>
            <ac:spMk id="11" creationId="{C7B9C39F-BA53-47EE-A68D-2080C5CFB52F}"/>
          </ac:spMkLst>
        </pc:spChg>
        <pc:spChg chg="add">
          <ac:chgData name="Ken Popkin" userId="3c94c39e-c43b-4805-99ab-8da17777f1ac" providerId="ADAL" clId="{EB4A11D7-973B-404E-9237-59B28C20ABDB}" dt="2021-03-12T19:16:53.361" v="2302" actId="22"/>
          <ac:spMkLst>
            <pc:docMk/>
            <pc:sldMk cId="2678786716" sldId="2142532606"/>
            <ac:spMk id="13" creationId="{5F30DCD0-65B7-495C-90FE-E3881BD3A59B}"/>
          </ac:spMkLst>
        </pc:spChg>
        <pc:picChg chg="del">
          <ac:chgData name="Ken Popkin" userId="3c94c39e-c43b-4805-99ab-8da17777f1ac" providerId="ADAL" clId="{EB4A11D7-973B-404E-9237-59B28C20ABDB}" dt="2021-03-12T18:33:32.525" v="1986" actId="478"/>
          <ac:picMkLst>
            <pc:docMk/>
            <pc:sldMk cId="2678786716" sldId="2142532606"/>
            <ac:picMk id="4" creationId="{1218A51A-CB64-48D9-BF5F-1B89F4FAB29F}"/>
          </ac:picMkLst>
        </pc:picChg>
        <pc:picChg chg="add del">
          <ac:chgData name="Ken Popkin" userId="3c94c39e-c43b-4805-99ab-8da17777f1ac" providerId="ADAL" clId="{EB4A11D7-973B-404E-9237-59B28C20ABDB}" dt="2021-03-12T18:32:29.924" v="1977" actId="22"/>
          <ac:picMkLst>
            <pc:docMk/>
            <pc:sldMk cId="2678786716" sldId="2142532606"/>
            <ac:picMk id="5" creationId="{75D00E98-BDAF-42DD-ABD7-A832B1B8DA86}"/>
          </ac:picMkLst>
        </pc:picChg>
        <pc:picChg chg="add mod">
          <ac:chgData name="Ken Popkin" userId="3c94c39e-c43b-4805-99ab-8da17777f1ac" providerId="ADAL" clId="{EB4A11D7-973B-404E-9237-59B28C20ABDB}" dt="2021-03-12T18:34:34.998" v="2035" actId="14100"/>
          <ac:picMkLst>
            <pc:docMk/>
            <pc:sldMk cId="2678786716" sldId="2142532606"/>
            <ac:picMk id="9" creationId="{EE1EFBCE-35C7-4186-B82E-226C55D4E1EC}"/>
          </ac:picMkLst>
        </pc:picChg>
        <pc:picChg chg="add del">
          <ac:chgData name="Ken Popkin" userId="3c94c39e-c43b-4805-99ab-8da17777f1ac" providerId="ADAL" clId="{EB4A11D7-973B-404E-9237-59B28C20ABDB}" dt="2021-03-12T18:33:27.858" v="1985" actId="478"/>
          <ac:picMkLst>
            <pc:docMk/>
            <pc:sldMk cId="2678786716" sldId="2142532606"/>
            <ac:picMk id="3074" creationId="{43E40BD0-E757-46E3-A90C-57E1DFA2C23C}"/>
          </ac:picMkLst>
        </pc:picChg>
      </pc:sldChg>
      <pc:sldChg chg="ord">
        <pc:chgData name="Ken Popkin" userId="3c94c39e-c43b-4805-99ab-8da17777f1ac" providerId="ADAL" clId="{EB4A11D7-973B-404E-9237-59B28C20ABDB}" dt="2021-03-12T18:34:49.260" v="2037"/>
        <pc:sldMkLst>
          <pc:docMk/>
          <pc:sldMk cId="3362209346" sldId="2146845939"/>
        </pc:sldMkLst>
      </pc:sldChg>
      <pc:sldChg chg="addSp delSp modSp add mod">
        <pc:chgData name="Ken Popkin" userId="3c94c39e-c43b-4805-99ab-8da17777f1ac" providerId="ADAL" clId="{EB4A11D7-973B-404E-9237-59B28C20ABDB}" dt="2021-03-12T19:13:54.885" v="2287" actId="465"/>
        <pc:sldMkLst>
          <pc:docMk/>
          <pc:sldMk cId="2765825036" sldId="2146845944"/>
        </pc:sldMkLst>
        <pc:spChg chg="mod">
          <ac:chgData name="Ken Popkin" userId="3c94c39e-c43b-4805-99ab-8da17777f1ac" providerId="ADAL" clId="{EB4A11D7-973B-404E-9237-59B28C20ABDB}" dt="2021-03-12T19:13:27.869" v="2283" actId="164"/>
          <ac:spMkLst>
            <pc:docMk/>
            <pc:sldMk cId="2765825036" sldId="2146845944"/>
            <ac:spMk id="8" creationId="{F49D6F13-826A-47FA-B782-45E0FDBFBAC7}"/>
          </ac:spMkLst>
        </pc:spChg>
        <pc:spChg chg="mod">
          <ac:chgData name="Ken Popkin" userId="3c94c39e-c43b-4805-99ab-8da17777f1ac" providerId="ADAL" clId="{EB4A11D7-973B-404E-9237-59B28C20ABDB}" dt="2021-03-12T19:13:38.979" v="2285" actId="164"/>
          <ac:spMkLst>
            <pc:docMk/>
            <pc:sldMk cId="2765825036" sldId="2146845944"/>
            <ac:spMk id="9" creationId="{2D554152-6DC2-4782-8D10-FF061745C5FF}"/>
          </ac:spMkLst>
        </pc:spChg>
        <pc:spChg chg="mod">
          <ac:chgData name="Ken Popkin" userId="3c94c39e-c43b-4805-99ab-8da17777f1ac" providerId="ADAL" clId="{EB4A11D7-973B-404E-9237-59B28C20ABDB}" dt="2021-03-12T19:13:38.979" v="2285" actId="164"/>
          <ac:spMkLst>
            <pc:docMk/>
            <pc:sldMk cId="2765825036" sldId="2146845944"/>
            <ac:spMk id="10" creationId="{25231A58-D39B-40C4-80E3-B7AFB6245609}"/>
          </ac:spMkLst>
        </pc:spChg>
        <pc:spChg chg="mod">
          <ac:chgData name="Ken Popkin" userId="3c94c39e-c43b-4805-99ab-8da17777f1ac" providerId="ADAL" clId="{EB4A11D7-973B-404E-9237-59B28C20ABDB}" dt="2021-03-12T19:13:38.979" v="2285" actId="164"/>
          <ac:spMkLst>
            <pc:docMk/>
            <pc:sldMk cId="2765825036" sldId="2146845944"/>
            <ac:spMk id="11" creationId="{CC18BC19-BA76-47F4-8E48-BEA5DCB43D16}"/>
          </ac:spMkLst>
        </pc:spChg>
        <pc:spChg chg="del">
          <ac:chgData name="Ken Popkin" userId="3c94c39e-c43b-4805-99ab-8da17777f1ac" providerId="ADAL" clId="{EB4A11D7-973B-404E-9237-59B28C20ABDB}" dt="2021-03-12T19:11:59.987" v="2206" actId="478"/>
          <ac:spMkLst>
            <pc:docMk/>
            <pc:sldMk cId="2765825036" sldId="2146845944"/>
            <ac:spMk id="13" creationId="{97ABCD2B-80BD-4BBE-BBDE-DA28CE66F499}"/>
          </ac:spMkLst>
        </pc:spChg>
        <pc:spChg chg="del mod">
          <ac:chgData name="Ken Popkin" userId="3c94c39e-c43b-4805-99ab-8da17777f1ac" providerId="ADAL" clId="{EB4A11D7-973B-404E-9237-59B28C20ABDB}" dt="2021-03-12T19:10:28.880" v="2087" actId="478"/>
          <ac:spMkLst>
            <pc:docMk/>
            <pc:sldMk cId="2765825036" sldId="2146845944"/>
            <ac:spMk id="14" creationId="{6C735BFF-9771-438C-9657-0199D33145AB}"/>
          </ac:spMkLst>
        </pc:spChg>
        <pc:spChg chg="add mod">
          <ac:chgData name="Ken Popkin" userId="3c94c39e-c43b-4805-99ab-8da17777f1ac" providerId="ADAL" clId="{EB4A11D7-973B-404E-9237-59B28C20ABDB}" dt="2021-03-12T19:13:27.869" v="2283" actId="164"/>
          <ac:spMkLst>
            <pc:docMk/>
            <pc:sldMk cId="2765825036" sldId="2146845944"/>
            <ac:spMk id="15" creationId="{C1C09959-8F21-4004-BE6B-F9F03EA28CB9}"/>
          </ac:spMkLst>
        </pc:spChg>
        <pc:spChg chg="mod">
          <ac:chgData name="Ken Popkin" userId="3c94c39e-c43b-4805-99ab-8da17777f1ac" providerId="ADAL" clId="{EB4A11D7-973B-404E-9237-59B28C20ABDB}" dt="2021-03-12T19:13:27.869" v="2283" actId="164"/>
          <ac:spMkLst>
            <pc:docMk/>
            <pc:sldMk cId="2765825036" sldId="2146845944"/>
            <ac:spMk id="21" creationId="{833C9A8E-1405-4283-A70B-5FB4EF50591D}"/>
          </ac:spMkLst>
        </pc:spChg>
        <pc:spChg chg="mod">
          <ac:chgData name="Ken Popkin" userId="3c94c39e-c43b-4805-99ab-8da17777f1ac" providerId="ADAL" clId="{EB4A11D7-973B-404E-9237-59B28C20ABDB}" dt="2021-03-12T19:13:27.869" v="2283" actId="164"/>
          <ac:spMkLst>
            <pc:docMk/>
            <pc:sldMk cId="2765825036" sldId="2146845944"/>
            <ac:spMk id="22" creationId="{AC71E712-5958-4BEE-A83B-8B9D0ED9C5DA}"/>
          </ac:spMkLst>
        </pc:spChg>
        <pc:spChg chg="mod">
          <ac:chgData name="Ken Popkin" userId="3c94c39e-c43b-4805-99ab-8da17777f1ac" providerId="ADAL" clId="{EB4A11D7-973B-404E-9237-59B28C20ABDB}" dt="2021-03-12T19:13:12.672" v="2281" actId="164"/>
          <ac:spMkLst>
            <pc:docMk/>
            <pc:sldMk cId="2765825036" sldId="2146845944"/>
            <ac:spMk id="24" creationId="{C63B75C3-CA5F-4185-AAD6-D9A64FFA0B37}"/>
          </ac:spMkLst>
        </pc:spChg>
        <pc:spChg chg="mod">
          <ac:chgData name="Ken Popkin" userId="3c94c39e-c43b-4805-99ab-8da17777f1ac" providerId="ADAL" clId="{EB4A11D7-973B-404E-9237-59B28C20ABDB}" dt="2021-03-12T19:13:12.672" v="2281" actId="164"/>
          <ac:spMkLst>
            <pc:docMk/>
            <pc:sldMk cId="2765825036" sldId="2146845944"/>
            <ac:spMk id="25" creationId="{C6E40F0C-86A4-4C46-9044-25A2D45C33BC}"/>
          </ac:spMkLst>
        </pc:spChg>
        <pc:spChg chg="del">
          <ac:chgData name="Ken Popkin" userId="3c94c39e-c43b-4805-99ab-8da17777f1ac" providerId="ADAL" clId="{EB4A11D7-973B-404E-9237-59B28C20ABDB}" dt="2021-03-12T19:12:27.936" v="2239" actId="478"/>
          <ac:spMkLst>
            <pc:docMk/>
            <pc:sldMk cId="2765825036" sldId="2146845944"/>
            <ac:spMk id="26" creationId="{F4017E98-AC4A-49C8-84F5-A9AF5F1A9739}"/>
          </ac:spMkLst>
        </pc:spChg>
        <pc:spChg chg="mod">
          <ac:chgData name="Ken Popkin" userId="3c94c39e-c43b-4805-99ab-8da17777f1ac" providerId="ADAL" clId="{EB4A11D7-973B-404E-9237-59B28C20ABDB}" dt="2021-03-12T19:13:12.672" v="2281" actId="164"/>
          <ac:spMkLst>
            <pc:docMk/>
            <pc:sldMk cId="2765825036" sldId="2146845944"/>
            <ac:spMk id="27" creationId="{7E40325D-3EB0-4F74-8740-475B6C937539}"/>
          </ac:spMkLst>
        </pc:spChg>
        <pc:grpChg chg="add mod">
          <ac:chgData name="Ken Popkin" userId="3c94c39e-c43b-4805-99ab-8da17777f1ac" providerId="ADAL" clId="{EB4A11D7-973B-404E-9237-59B28C20ABDB}" dt="2021-03-12T19:13:54.885" v="2287" actId="465"/>
          <ac:grpSpMkLst>
            <pc:docMk/>
            <pc:sldMk cId="2765825036" sldId="2146845944"/>
            <ac:grpSpMk id="2" creationId="{A79D6C4B-A81A-4EA9-9D66-8C9B9DD4214F}"/>
          </ac:grpSpMkLst>
        </pc:grpChg>
        <pc:grpChg chg="add mod">
          <ac:chgData name="Ken Popkin" userId="3c94c39e-c43b-4805-99ab-8da17777f1ac" providerId="ADAL" clId="{EB4A11D7-973B-404E-9237-59B28C20ABDB}" dt="2021-03-12T19:13:49.483" v="2286" actId="552"/>
          <ac:grpSpMkLst>
            <pc:docMk/>
            <pc:sldMk cId="2765825036" sldId="2146845944"/>
            <ac:grpSpMk id="3" creationId="{D4035510-1EF3-4B1F-B16A-56D7E2CC6348}"/>
          </ac:grpSpMkLst>
        </pc:grpChg>
        <pc:grpChg chg="add mod">
          <ac:chgData name="Ken Popkin" userId="3c94c39e-c43b-4805-99ab-8da17777f1ac" providerId="ADAL" clId="{EB4A11D7-973B-404E-9237-59B28C20ABDB}" dt="2021-03-12T19:13:49.483" v="2286" actId="552"/>
          <ac:grpSpMkLst>
            <pc:docMk/>
            <pc:sldMk cId="2765825036" sldId="2146845944"/>
            <ac:grpSpMk id="4" creationId="{A06BADCE-0843-4CA3-8A9A-1C271804B3D4}"/>
          </ac:grpSpMkLst>
        </pc:grpChg>
      </pc:sldChg>
      <pc:sldChg chg="ord">
        <pc:chgData name="Ken Popkin" userId="3c94c39e-c43b-4805-99ab-8da17777f1ac" providerId="ADAL" clId="{EB4A11D7-973B-404E-9237-59B28C20ABDB}" dt="2021-03-12T18:30:04.389" v="1965"/>
        <pc:sldMkLst>
          <pc:docMk/>
          <pc:sldMk cId="2174113185" sldId="2146845945"/>
        </pc:sldMkLst>
      </pc:sldChg>
      <pc:sldChg chg="ord">
        <pc:chgData name="Ken Popkin" userId="3c94c39e-c43b-4805-99ab-8da17777f1ac" providerId="ADAL" clId="{EB4A11D7-973B-404E-9237-59B28C20ABDB}" dt="2021-03-12T18:32:48.532" v="1981"/>
        <pc:sldMkLst>
          <pc:docMk/>
          <pc:sldMk cId="3995845475" sldId="2146845953"/>
        </pc:sldMkLst>
      </pc:sldChg>
      <pc:sldChg chg="modSp mod">
        <pc:chgData name="Ken Popkin" userId="3c94c39e-c43b-4805-99ab-8da17777f1ac" providerId="ADAL" clId="{EB4A11D7-973B-404E-9237-59B28C20ABDB}" dt="2021-03-12T19:16:12.793" v="2293" actId="207"/>
        <pc:sldMkLst>
          <pc:docMk/>
          <pc:sldMk cId="859232145" sldId="2146845971"/>
        </pc:sldMkLst>
        <pc:spChg chg="mod">
          <ac:chgData name="Ken Popkin" userId="3c94c39e-c43b-4805-99ab-8da17777f1ac" providerId="ADAL" clId="{EB4A11D7-973B-404E-9237-59B28C20ABDB}" dt="2021-03-12T19:16:12.793" v="2293" actId="207"/>
          <ac:spMkLst>
            <pc:docMk/>
            <pc:sldMk cId="859232145" sldId="2146845971"/>
            <ac:spMk id="2" creationId="{09881806-26FA-4FEE-95C5-D3CCFAEAD601}"/>
          </ac:spMkLst>
        </pc:spChg>
      </pc:sldChg>
      <pc:sldChg chg="modSp mod ord">
        <pc:chgData name="Ken Popkin" userId="3c94c39e-c43b-4805-99ab-8da17777f1ac" providerId="ADAL" clId="{EB4A11D7-973B-404E-9237-59B28C20ABDB}" dt="2021-03-10T21:45:18.315" v="644"/>
        <pc:sldMkLst>
          <pc:docMk/>
          <pc:sldMk cId="1405030134" sldId="2146845974"/>
        </pc:sldMkLst>
        <pc:spChg chg="mod">
          <ac:chgData name="Ken Popkin" userId="3c94c39e-c43b-4805-99ab-8da17777f1ac" providerId="ADAL" clId="{EB4A11D7-973B-404E-9237-59B28C20ABDB}" dt="2021-03-10T14:12:55.057" v="201" actId="14100"/>
          <ac:spMkLst>
            <pc:docMk/>
            <pc:sldMk cId="1405030134" sldId="2146845974"/>
            <ac:spMk id="2" creationId="{3415D7D4-3680-4192-A583-D468CFFCF507}"/>
          </ac:spMkLst>
        </pc:spChg>
        <pc:spChg chg="mod">
          <ac:chgData name="Ken Popkin" userId="3c94c39e-c43b-4805-99ab-8da17777f1ac" providerId="ADAL" clId="{EB4A11D7-973B-404E-9237-59B28C20ABDB}" dt="2021-03-10T14:12:51.567" v="200" actId="14100"/>
          <ac:spMkLst>
            <pc:docMk/>
            <pc:sldMk cId="1405030134" sldId="2146845974"/>
            <ac:spMk id="16" creationId="{CA8E94CF-63FF-4642-814A-BBA8D41FE39A}"/>
          </ac:spMkLst>
        </pc:spChg>
      </pc:sldChg>
      <pc:sldChg chg="addSp modSp mod">
        <pc:chgData name="Ken Popkin" userId="3c94c39e-c43b-4805-99ab-8da17777f1ac" providerId="ADAL" clId="{EB4A11D7-973B-404E-9237-59B28C20ABDB}" dt="2021-03-10T22:38:22.617" v="1864" actId="6549"/>
        <pc:sldMkLst>
          <pc:docMk/>
          <pc:sldMk cId="3445609876" sldId="2146845976"/>
        </pc:sldMkLst>
        <pc:graphicFrameChg chg="add mod modGraphic">
          <ac:chgData name="Ken Popkin" userId="3c94c39e-c43b-4805-99ab-8da17777f1ac" providerId="ADAL" clId="{EB4A11D7-973B-404E-9237-59B28C20ABDB}" dt="2021-03-10T22:38:22.617" v="1864" actId="6549"/>
          <ac:graphicFrameMkLst>
            <pc:docMk/>
            <pc:sldMk cId="3445609876" sldId="2146845976"/>
            <ac:graphicFrameMk id="7" creationId="{3050A818-959D-47B5-9938-7C1566218347}"/>
          </ac:graphicFrameMkLst>
        </pc:graphicFrameChg>
        <pc:graphicFrameChg chg="mod modGraphic">
          <ac:chgData name="Ken Popkin" userId="3c94c39e-c43b-4805-99ab-8da17777f1ac" providerId="ADAL" clId="{EB4A11D7-973B-404E-9237-59B28C20ABDB}" dt="2021-03-10T22:14:22.716" v="1207" actId="255"/>
          <ac:graphicFrameMkLst>
            <pc:docMk/>
            <pc:sldMk cId="3445609876" sldId="2146845976"/>
            <ac:graphicFrameMk id="8" creationId="{11C6AFA9-D17F-472D-97FC-23D5883BB9C0}"/>
          </ac:graphicFrameMkLst>
        </pc:graphicFrameChg>
        <pc:graphicFrameChg chg="add mod modGraphic">
          <ac:chgData name="Ken Popkin" userId="3c94c39e-c43b-4805-99ab-8da17777f1ac" providerId="ADAL" clId="{EB4A11D7-973B-404E-9237-59B28C20ABDB}" dt="2021-03-10T22:15:34.452" v="1237" actId="20577"/>
          <ac:graphicFrameMkLst>
            <pc:docMk/>
            <pc:sldMk cId="3445609876" sldId="2146845976"/>
            <ac:graphicFrameMk id="9" creationId="{C288DDB8-A596-45DD-8339-81F64AB25786}"/>
          </ac:graphicFrameMkLst>
        </pc:graphicFrameChg>
      </pc:sldChg>
      <pc:sldChg chg="modSp mod">
        <pc:chgData name="Ken Popkin" userId="3c94c39e-c43b-4805-99ab-8da17777f1ac" providerId="ADAL" clId="{EB4A11D7-973B-404E-9237-59B28C20ABDB}" dt="2021-03-10T21:58:14.634" v="902" actId="20577"/>
        <pc:sldMkLst>
          <pc:docMk/>
          <pc:sldMk cId="1621579523" sldId="2146845977"/>
        </pc:sldMkLst>
        <pc:spChg chg="mod">
          <ac:chgData name="Ken Popkin" userId="3c94c39e-c43b-4805-99ab-8da17777f1ac" providerId="ADAL" clId="{EB4A11D7-973B-404E-9237-59B28C20ABDB}" dt="2021-03-10T21:58:14.634" v="902" actId="20577"/>
          <ac:spMkLst>
            <pc:docMk/>
            <pc:sldMk cId="1621579523" sldId="2146845977"/>
            <ac:spMk id="51" creationId="{FE288D11-7038-402B-848F-FB5A99378125}"/>
          </ac:spMkLst>
        </pc:spChg>
      </pc:sldChg>
      <pc:sldChg chg="addSp delSp modSp add mod">
        <pc:chgData name="Ken Popkin" userId="3c94c39e-c43b-4805-99ab-8da17777f1ac" providerId="ADAL" clId="{EB4A11D7-973B-404E-9237-59B28C20ABDB}" dt="2021-03-10T22:22:53.651" v="1351" actId="207"/>
        <pc:sldMkLst>
          <pc:docMk/>
          <pc:sldMk cId="3118789118" sldId="2146845978"/>
        </pc:sldMkLst>
        <pc:spChg chg="mod">
          <ac:chgData name="Ken Popkin" userId="3c94c39e-c43b-4805-99ab-8da17777f1ac" providerId="ADAL" clId="{EB4A11D7-973B-404E-9237-59B28C20ABDB}" dt="2021-03-10T22:03:11.374" v="1032" actId="1037"/>
          <ac:spMkLst>
            <pc:docMk/>
            <pc:sldMk cId="3118789118" sldId="2146845978"/>
            <ac:spMk id="2" creationId="{3415D7D4-3680-4192-A583-D468CFFCF507}"/>
          </ac:spMkLst>
        </pc:spChg>
        <pc:spChg chg="del">
          <ac:chgData name="Ken Popkin" userId="3c94c39e-c43b-4805-99ab-8da17777f1ac" providerId="ADAL" clId="{EB4A11D7-973B-404E-9237-59B28C20ABDB}" dt="2021-03-10T21:45:49.773" v="647" actId="478"/>
          <ac:spMkLst>
            <pc:docMk/>
            <pc:sldMk cId="3118789118" sldId="2146845978"/>
            <ac:spMk id="3" creationId="{5A5180D7-8212-4090-B8EF-4982B97E608D}"/>
          </ac:spMkLst>
        </pc:spChg>
        <pc:spChg chg="mod">
          <ac:chgData name="Ken Popkin" userId="3c94c39e-c43b-4805-99ab-8da17777f1ac" providerId="ADAL" clId="{EB4A11D7-973B-404E-9237-59B28C20ABDB}" dt="2021-03-10T22:09:21.709" v="1085" actId="1076"/>
          <ac:spMkLst>
            <pc:docMk/>
            <pc:sldMk cId="3118789118" sldId="2146845978"/>
            <ac:spMk id="15" creationId="{109AD77D-D3ED-49F9-AA93-B5A906356E5A}"/>
          </ac:spMkLst>
        </pc:spChg>
        <pc:spChg chg="mod">
          <ac:chgData name="Ken Popkin" userId="3c94c39e-c43b-4805-99ab-8da17777f1ac" providerId="ADAL" clId="{EB4A11D7-973B-404E-9237-59B28C20ABDB}" dt="2021-03-10T22:03:44.964" v="1035" actId="14100"/>
          <ac:spMkLst>
            <pc:docMk/>
            <pc:sldMk cId="3118789118" sldId="2146845978"/>
            <ac:spMk id="16" creationId="{CA8E94CF-63FF-4642-814A-BBA8D41FE39A}"/>
          </ac:spMkLst>
        </pc:spChg>
        <pc:spChg chg="add mod">
          <ac:chgData name="Ken Popkin" userId="3c94c39e-c43b-4805-99ab-8da17777f1ac" providerId="ADAL" clId="{EB4A11D7-973B-404E-9237-59B28C20ABDB}" dt="2021-03-10T22:22:53.651" v="1351" actId="207"/>
          <ac:spMkLst>
            <pc:docMk/>
            <pc:sldMk cId="3118789118" sldId="2146845978"/>
            <ac:spMk id="21" creationId="{FF478EE5-C377-43ED-BAF9-D9DF00AF5A70}"/>
          </ac:spMkLst>
        </pc:spChg>
        <pc:spChg chg="mod">
          <ac:chgData name="Ken Popkin" userId="3c94c39e-c43b-4805-99ab-8da17777f1ac" providerId="ADAL" clId="{EB4A11D7-973B-404E-9237-59B28C20ABDB}" dt="2021-03-10T22:07:29.690" v="1078" actId="207"/>
          <ac:spMkLst>
            <pc:docMk/>
            <pc:sldMk cId="3118789118" sldId="2146845978"/>
            <ac:spMk id="22" creationId="{30A10D0D-747D-41FA-AF5A-A207F4D58004}"/>
          </ac:spMkLst>
        </pc:spChg>
        <pc:spChg chg="mod">
          <ac:chgData name="Ken Popkin" userId="3c94c39e-c43b-4805-99ab-8da17777f1ac" providerId="ADAL" clId="{EB4A11D7-973B-404E-9237-59B28C20ABDB}" dt="2021-03-10T22:07:22.088" v="1077" actId="207"/>
          <ac:spMkLst>
            <pc:docMk/>
            <pc:sldMk cId="3118789118" sldId="2146845978"/>
            <ac:spMk id="23" creationId="{FD859B32-40EE-4F32-BA5D-A8C3C598327B}"/>
          </ac:spMkLst>
        </pc:spChg>
        <pc:spChg chg="add mod">
          <ac:chgData name="Ken Popkin" userId="3c94c39e-c43b-4805-99ab-8da17777f1ac" providerId="ADAL" clId="{EB4A11D7-973B-404E-9237-59B28C20ABDB}" dt="2021-03-10T22:22:53.651" v="1351" actId="207"/>
          <ac:spMkLst>
            <pc:docMk/>
            <pc:sldMk cId="3118789118" sldId="2146845978"/>
            <ac:spMk id="24" creationId="{4F4ED715-9F63-4A29-95EF-1E6B0263B9D7}"/>
          </ac:spMkLst>
        </pc:spChg>
        <pc:spChg chg="mod">
          <ac:chgData name="Ken Popkin" userId="3c94c39e-c43b-4805-99ab-8da17777f1ac" providerId="ADAL" clId="{EB4A11D7-973B-404E-9237-59B28C20ABDB}" dt="2021-03-10T22:07:22.088" v="1077" actId="207"/>
          <ac:spMkLst>
            <pc:docMk/>
            <pc:sldMk cId="3118789118" sldId="2146845978"/>
            <ac:spMk id="26" creationId="{92211282-4B21-42CC-9FFE-A1A4AB7A8487}"/>
          </ac:spMkLst>
        </pc:spChg>
        <pc:spChg chg="mod">
          <ac:chgData name="Ken Popkin" userId="3c94c39e-c43b-4805-99ab-8da17777f1ac" providerId="ADAL" clId="{EB4A11D7-973B-404E-9237-59B28C20ABDB}" dt="2021-03-10T22:07:22.088" v="1077" actId="207"/>
          <ac:spMkLst>
            <pc:docMk/>
            <pc:sldMk cId="3118789118" sldId="2146845978"/>
            <ac:spMk id="27" creationId="{BB366935-10D4-4E2F-B87F-84BE2D8DACCF}"/>
          </ac:spMkLst>
        </pc:spChg>
        <pc:spChg chg="mod">
          <ac:chgData name="Ken Popkin" userId="3c94c39e-c43b-4805-99ab-8da17777f1ac" providerId="ADAL" clId="{EB4A11D7-973B-404E-9237-59B28C20ABDB}" dt="2021-03-10T22:07:22.088" v="1077" actId="207"/>
          <ac:spMkLst>
            <pc:docMk/>
            <pc:sldMk cId="3118789118" sldId="2146845978"/>
            <ac:spMk id="28" creationId="{441262D6-1B79-47A3-9609-6152D3A48797}"/>
          </ac:spMkLst>
        </pc:spChg>
        <pc:spChg chg="mod">
          <ac:chgData name="Ken Popkin" userId="3c94c39e-c43b-4805-99ab-8da17777f1ac" providerId="ADAL" clId="{EB4A11D7-973B-404E-9237-59B28C20ABDB}" dt="2021-03-10T22:09:28.762" v="1086" actId="1076"/>
          <ac:spMkLst>
            <pc:docMk/>
            <pc:sldMk cId="3118789118" sldId="2146845978"/>
            <ac:spMk id="31" creationId="{2BB5A140-4E9B-469C-943B-0A613219ABA8}"/>
          </ac:spMkLst>
        </pc:spChg>
        <pc:spChg chg="mod">
          <ac:chgData name="Ken Popkin" userId="3c94c39e-c43b-4805-99ab-8da17777f1ac" providerId="ADAL" clId="{EB4A11D7-973B-404E-9237-59B28C20ABDB}" dt="2021-03-10T22:22:53.651" v="1351" actId="207"/>
          <ac:spMkLst>
            <pc:docMk/>
            <pc:sldMk cId="3118789118" sldId="2146845978"/>
            <ac:spMk id="33" creationId="{4D797708-BB4D-499B-9A9E-1AB505FFF060}"/>
          </ac:spMkLst>
        </pc:spChg>
        <pc:spChg chg="del mod">
          <ac:chgData name="Ken Popkin" userId="3c94c39e-c43b-4805-99ab-8da17777f1ac" providerId="ADAL" clId="{EB4A11D7-973B-404E-9237-59B28C20ABDB}" dt="2021-03-10T21:56:44.494" v="765" actId="478"/>
          <ac:spMkLst>
            <pc:docMk/>
            <pc:sldMk cId="3118789118" sldId="2146845978"/>
            <ac:spMk id="34" creationId="{7974F962-7D7C-46F4-BAD5-B96BC7C4CDD0}"/>
          </ac:spMkLst>
        </pc:spChg>
        <pc:grpChg chg="del">
          <ac:chgData name="Ken Popkin" userId="3c94c39e-c43b-4805-99ab-8da17777f1ac" providerId="ADAL" clId="{EB4A11D7-973B-404E-9237-59B28C20ABDB}" dt="2021-03-10T21:45:53.195" v="648" actId="478"/>
          <ac:grpSpMkLst>
            <pc:docMk/>
            <pc:sldMk cId="3118789118" sldId="2146845978"/>
            <ac:grpSpMk id="5" creationId="{07D3C7B2-6DE5-4593-9333-F90C7AC4C928}"/>
          </ac:grpSpMkLst>
        </pc:grpChg>
      </pc:sldChg>
      <pc:sldChg chg="add ord">
        <pc:chgData name="Ken Popkin" userId="3c94c39e-c43b-4805-99ab-8da17777f1ac" providerId="ADAL" clId="{EB4A11D7-973B-404E-9237-59B28C20ABDB}" dt="2021-03-10T22:37:49.246" v="1847"/>
        <pc:sldMkLst>
          <pc:docMk/>
          <pc:sldMk cId="2109709174" sldId="2146845979"/>
        </pc:sldMkLst>
      </pc:sldChg>
      <pc:sldChg chg="add ord">
        <pc:chgData name="Ken Popkin" userId="3c94c39e-c43b-4805-99ab-8da17777f1ac" providerId="ADAL" clId="{EB4A11D7-973B-404E-9237-59B28C20ABDB}" dt="2021-03-12T18:33:11.335" v="1984"/>
        <pc:sldMkLst>
          <pc:docMk/>
          <pc:sldMk cId="158459451" sldId="2146845980"/>
        </pc:sldMkLst>
      </pc:sldChg>
      <pc:sldChg chg="addSp delSp modSp add mod">
        <pc:chgData name="Ken Popkin" userId="3c94c39e-c43b-4805-99ab-8da17777f1ac" providerId="ADAL" clId="{EB4A11D7-973B-404E-9237-59B28C20ABDB}" dt="2021-03-12T19:18:37.202" v="2307" actId="207"/>
        <pc:sldMkLst>
          <pc:docMk/>
          <pc:sldMk cId="3160662492" sldId="2146845981"/>
        </pc:sldMkLst>
        <pc:spChg chg="mod topLvl">
          <ac:chgData name="Ken Popkin" userId="3c94c39e-c43b-4805-99ab-8da17777f1ac" providerId="ADAL" clId="{EB4A11D7-973B-404E-9237-59B28C20ABDB}" dt="2021-03-12T19:18:37.202" v="2307" actId="207"/>
          <ac:spMkLst>
            <pc:docMk/>
            <pc:sldMk cId="3160662492" sldId="2146845981"/>
            <ac:spMk id="8" creationId="{F49D6F13-826A-47FA-B782-45E0FDBFBAC7}"/>
          </ac:spMkLst>
        </pc:spChg>
        <pc:spChg chg="mod">
          <ac:chgData name="Ken Popkin" userId="3c94c39e-c43b-4805-99ab-8da17777f1ac" providerId="ADAL" clId="{EB4A11D7-973B-404E-9237-59B28C20ABDB}" dt="2021-03-12T19:18:37.202" v="2307" actId="207"/>
          <ac:spMkLst>
            <pc:docMk/>
            <pc:sldMk cId="3160662492" sldId="2146845981"/>
            <ac:spMk id="9" creationId="{2D554152-6DC2-4782-8D10-FF061745C5FF}"/>
          </ac:spMkLst>
        </pc:spChg>
        <pc:spChg chg="mod">
          <ac:chgData name="Ken Popkin" userId="3c94c39e-c43b-4805-99ab-8da17777f1ac" providerId="ADAL" clId="{EB4A11D7-973B-404E-9237-59B28C20ABDB}" dt="2021-03-12T19:18:37.202" v="2307" actId="207"/>
          <ac:spMkLst>
            <pc:docMk/>
            <pc:sldMk cId="3160662492" sldId="2146845981"/>
            <ac:spMk id="10" creationId="{25231A58-D39B-40C4-80E3-B7AFB6245609}"/>
          </ac:spMkLst>
        </pc:spChg>
        <pc:spChg chg="mod">
          <ac:chgData name="Ken Popkin" userId="3c94c39e-c43b-4805-99ab-8da17777f1ac" providerId="ADAL" clId="{EB4A11D7-973B-404E-9237-59B28C20ABDB}" dt="2021-03-12T19:18:37.202" v="2307" actId="207"/>
          <ac:spMkLst>
            <pc:docMk/>
            <pc:sldMk cId="3160662492" sldId="2146845981"/>
            <ac:spMk id="11" creationId="{CC18BC19-BA76-47F4-8E48-BEA5DCB43D16}"/>
          </ac:spMkLst>
        </pc:spChg>
        <pc:spChg chg="mod topLvl">
          <ac:chgData name="Ken Popkin" userId="3c94c39e-c43b-4805-99ab-8da17777f1ac" providerId="ADAL" clId="{EB4A11D7-973B-404E-9237-59B28C20ABDB}" dt="2021-03-12T19:18:37.202" v="2307" actId="207"/>
          <ac:spMkLst>
            <pc:docMk/>
            <pc:sldMk cId="3160662492" sldId="2146845981"/>
            <ac:spMk id="15" creationId="{C1C09959-8F21-4004-BE6B-F9F03EA28CB9}"/>
          </ac:spMkLst>
        </pc:spChg>
        <pc:spChg chg="mod topLvl">
          <ac:chgData name="Ken Popkin" userId="3c94c39e-c43b-4805-99ab-8da17777f1ac" providerId="ADAL" clId="{EB4A11D7-973B-404E-9237-59B28C20ABDB}" dt="2021-03-12T19:18:37.202" v="2307" actId="207"/>
          <ac:spMkLst>
            <pc:docMk/>
            <pc:sldMk cId="3160662492" sldId="2146845981"/>
            <ac:spMk id="21" creationId="{833C9A8E-1405-4283-A70B-5FB4EF50591D}"/>
          </ac:spMkLst>
        </pc:spChg>
        <pc:spChg chg="mod topLvl">
          <ac:chgData name="Ken Popkin" userId="3c94c39e-c43b-4805-99ab-8da17777f1ac" providerId="ADAL" clId="{EB4A11D7-973B-404E-9237-59B28C20ABDB}" dt="2021-03-12T19:18:37.202" v="2307" actId="207"/>
          <ac:spMkLst>
            <pc:docMk/>
            <pc:sldMk cId="3160662492" sldId="2146845981"/>
            <ac:spMk id="22" creationId="{AC71E712-5958-4BEE-A83B-8B9D0ED9C5DA}"/>
          </ac:spMkLst>
        </pc:spChg>
        <pc:spChg chg="mod">
          <ac:chgData name="Ken Popkin" userId="3c94c39e-c43b-4805-99ab-8da17777f1ac" providerId="ADAL" clId="{EB4A11D7-973B-404E-9237-59B28C20ABDB}" dt="2021-03-12T19:16:33.750" v="2301" actId="20577"/>
          <ac:spMkLst>
            <pc:docMk/>
            <pc:sldMk cId="3160662492" sldId="2146845981"/>
            <ac:spMk id="27" creationId="{7E40325D-3EB0-4F74-8740-475B6C937539}"/>
          </ac:spMkLst>
        </pc:spChg>
        <pc:grpChg chg="del">
          <ac:chgData name="Ken Popkin" userId="3c94c39e-c43b-4805-99ab-8da17777f1ac" providerId="ADAL" clId="{EB4A11D7-973B-404E-9237-59B28C20ABDB}" dt="2021-03-12T19:14:25.986" v="2289" actId="165"/>
          <ac:grpSpMkLst>
            <pc:docMk/>
            <pc:sldMk cId="3160662492" sldId="2146845981"/>
            <ac:grpSpMk id="3" creationId="{D4035510-1EF3-4B1F-B16A-56D7E2CC6348}"/>
          </ac:grpSpMkLst>
        </pc:grpChg>
        <pc:grpChg chg="mod">
          <ac:chgData name="Ken Popkin" userId="3c94c39e-c43b-4805-99ab-8da17777f1ac" providerId="ADAL" clId="{EB4A11D7-973B-404E-9237-59B28C20ABDB}" dt="2021-03-12T19:15:34.036" v="2291" actId="207"/>
          <ac:grpSpMkLst>
            <pc:docMk/>
            <pc:sldMk cId="3160662492" sldId="2146845981"/>
            <ac:grpSpMk id="4" creationId="{A06BADCE-0843-4CA3-8A9A-1C271804B3D4}"/>
          </ac:grpSpMkLst>
        </pc:grpChg>
        <pc:grpChg chg="add mod">
          <ac:chgData name="Ken Popkin" userId="3c94c39e-c43b-4805-99ab-8da17777f1ac" providerId="ADAL" clId="{EB4A11D7-973B-404E-9237-59B28C20ABDB}" dt="2021-03-12T19:15:40.857" v="2292" actId="164"/>
          <ac:grpSpMkLst>
            <pc:docMk/>
            <pc:sldMk cId="3160662492" sldId="2146845981"/>
            <ac:grpSpMk id="5" creationId="{41302270-CEF1-4B70-A784-CE34446620E6}"/>
          </ac:grpSpMkLst>
        </pc:grpChg>
      </pc:sldChg>
      <pc:sldChg chg="modSp add mod">
        <pc:chgData name="Ken Popkin" userId="3c94c39e-c43b-4805-99ab-8da17777f1ac" providerId="ADAL" clId="{EB4A11D7-973B-404E-9237-59B28C20ABDB}" dt="2021-03-12T19:18:26.565" v="2306" actId="207"/>
        <pc:sldMkLst>
          <pc:docMk/>
          <pc:sldMk cId="3587735239" sldId="2146845982"/>
        </pc:sldMkLst>
        <pc:spChg chg="mod">
          <ac:chgData name="Ken Popkin" userId="3c94c39e-c43b-4805-99ab-8da17777f1ac" providerId="ADAL" clId="{EB4A11D7-973B-404E-9237-59B28C20ABDB}" dt="2021-03-12T19:18:26.565" v="2306" actId="207"/>
          <ac:spMkLst>
            <pc:docMk/>
            <pc:sldMk cId="3587735239" sldId="2146845982"/>
            <ac:spMk id="8" creationId="{F49D6F13-826A-47FA-B782-45E0FDBFBAC7}"/>
          </ac:spMkLst>
        </pc:spChg>
        <pc:spChg chg="mod">
          <ac:chgData name="Ken Popkin" userId="3c94c39e-c43b-4805-99ab-8da17777f1ac" providerId="ADAL" clId="{EB4A11D7-973B-404E-9237-59B28C20ABDB}" dt="2021-03-12T19:17:33.781" v="2305" actId="207"/>
          <ac:spMkLst>
            <pc:docMk/>
            <pc:sldMk cId="3587735239" sldId="2146845982"/>
            <ac:spMk id="9" creationId="{2D554152-6DC2-4782-8D10-FF061745C5FF}"/>
          </ac:spMkLst>
        </pc:spChg>
        <pc:spChg chg="mod">
          <ac:chgData name="Ken Popkin" userId="3c94c39e-c43b-4805-99ab-8da17777f1ac" providerId="ADAL" clId="{EB4A11D7-973B-404E-9237-59B28C20ABDB}" dt="2021-03-12T19:17:33.781" v="2305" actId="207"/>
          <ac:spMkLst>
            <pc:docMk/>
            <pc:sldMk cId="3587735239" sldId="2146845982"/>
            <ac:spMk id="10" creationId="{25231A58-D39B-40C4-80E3-B7AFB6245609}"/>
          </ac:spMkLst>
        </pc:spChg>
        <pc:spChg chg="mod">
          <ac:chgData name="Ken Popkin" userId="3c94c39e-c43b-4805-99ab-8da17777f1ac" providerId="ADAL" clId="{EB4A11D7-973B-404E-9237-59B28C20ABDB}" dt="2021-03-12T19:17:33.781" v="2305" actId="207"/>
          <ac:spMkLst>
            <pc:docMk/>
            <pc:sldMk cId="3587735239" sldId="2146845982"/>
            <ac:spMk id="11" creationId="{CC18BC19-BA76-47F4-8E48-BEA5DCB43D16}"/>
          </ac:spMkLst>
        </pc:spChg>
        <pc:spChg chg="mod">
          <ac:chgData name="Ken Popkin" userId="3c94c39e-c43b-4805-99ab-8da17777f1ac" providerId="ADAL" clId="{EB4A11D7-973B-404E-9237-59B28C20ABDB}" dt="2021-03-12T19:18:26.565" v="2306" actId="207"/>
          <ac:spMkLst>
            <pc:docMk/>
            <pc:sldMk cId="3587735239" sldId="2146845982"/>
            <ac:spMk id="15" creationId="{C1C09959-8F21-4004-BE6B-F9F03EA28CB9}"/>
          </ac:spMkLst>
        </pc:spChg>
        <pc:spChg chg="mod">
          <ac:chgData name="Ken Popkin" userId="3c94c39e-c43b-4805-99ab-8da17777f1ac" providerId="ADAL" clId="{EB4A11D7-973B-404E-9237-59B28C20ABDB}" dt="2021-03-12T19:18:26.565" v="2306" actId="207"/>
          <ac:spMkLst>
            <pc:docMk/>
            <pc:sldMk cId="3587735239" sldId="2146845982"/>
            <ac:spMk id="21" creationId="{833C9A8E-1405-4283-A70B-5FB4EF50591D}"/>
          </ac:spMkLst>
        </pc:spChg>
        <pc:spChg chg="mod">
          <ac:chgData name="Ken Popkin" userId="3c94c39e-c43b-4805-99ab-8da17777f1ac" providerId="ADAL" clId="{EB4A11D7-973B-404E-9237-59B28C20ABDB}" dt="2021-03-12T19:18:26.565" v="2306" actId="207"/>
          <ac:spMkLst>
            <pc:docMk/>
            <pc:sldMk cId="3587735239" sldId="2146845982"/>
            <ac:spMk id="22" creationId="{AC71E712-5958-4BEE-A83B-8B9D0ED9C5DA}"/>
          </ac:spMkLst>
        </pc:spChg>
        <pc:spChg chg="mod">
          <ac:chgData name="Ken Popkin" userId="3c94c39e-c43b-4805-99ab-8da17777f1ac" providerId="ADAL" clId="{EB4A11D7-973B-404E-9237-59B28C20ABDB}" dt="2021-03-12T19:18:26.565" v="2306" actId="207"/>
          <ac:spMkLst>
            <pc:docMk/>
            <pc:sldMk cId="3587735239" sldId="2146845982"/>
            <ac:spMk id="24" creationId="{C63B75C3-CA5F-4185-AAD6-D9A64FFA0B37}"/>
          </ac:spMkLst>
        </pc:spChg>
        <pc:spChg chg="mod">
          <ac:chgData name="Ken Popkin" userId="3c94c39e-c43b-4805-99ab-8da17777f1ac" providerId="ADAL" clId="{EB4A11D7-973B-404E-9237-59B28C20ABDB}" dt="2021-03-12T19:18:26.565" v="2306" actId="207"/>
          <ac:spMkLst>
            <pc:docMk/>
            <pc:sldMk cId="3587735239" sldId="2146845982"/>
            <ac:spMk id="25" creationId="{C6E40F0C-86A4-4C46-9044-25A2D45C33BC}"/>
          </ac:spMkLst>
        </pc:spChg>
        <pc:spChg chg="mod">
          <ac:chgData name="Ken Popkin" userId="3c94c39e-c43b-4805-99ab-8da17777f1ac" providerId="ADAL" clId="{EB4A11D7-973B-404E-9237-59B28C20ABDB}" dt="2021-03-12T19:18:26.565" v="2306" actId="207"/>
          <ac:spMkLst>
            <pc:docMk/>
            <pc:sldMk cId="3587735239" sldId="2146845982"/>
            <ac:spMk id="27" creationId="{7E40325D-3EB0-4F74-8740-475B6C937539}"/>
          </ac:spMkLst>
        </pc:spChg>
        <pc:grpChg chg="mod">
          <ac:chgData name="Ken Popkin" userId="3c94c39e-c43b-4805-99ab-8da17777f1ac" providerId="ADAL" clId="{EB4A11D7-973B-404E-9237-59B28C20ABDB}" dt="2021-03-12T19:17:24.235" v="2304" actId="207"/>
          <ac:grpSpMkLst>
            <pc:docMk/>
            <pc:sldMk cId="3587735239" sldId="2146845982"/>
            <ac:grpSpMk id="2" creationId="{A79D6C4B-A81A-4EA9-9D66-8C9B9DD4214F}"/>
          </ac:grpSpMkLst>
        </pc:grpChg>
        <pc:grpChg chg="mod">
          <ac:chgData name="Ken Popkin" userId="3c94c39e-c43b-4805-99ab-8da17777f1ac" providerId="ADAL" clId="{EB4A11D7-973B-404E-9237-59B28C20ABDB}" dt="2021-03-12T19:17:33.781" v="2305" actId="207"/>
          <ac:grpSpMkLst>
            <pc:docMk/>
            <pc:sldMk cId="3587735239" sldId="2146845982"/>
            <ac:grpSpMk id="4" creationId="{A06BADCE-0843-4CA3-8A9A-1C271804B3D4}"/>
          </ac:grpSpMkLst>
        </pc:grpChg>
      </pc:sldChg>
    </pc:docChg>
  </pc:docChgLst>
  <pc:docChgLst>
    <pc:chgData name="Ryan Vetter" userId="S::aiuhe42@amway.com::4e0f799b-9dd2-4ed1-b88a-f6f813994f91" providerId="AD" clId="Web-{1BA1C148-DDBD-44F7-9A39-2D586AFC1C75}"/>
    <pc:docChg chg="modSld">
      <pc:chgData name="Ryan Vetter" userId="S::aiuhe42@amway.com::4e0f799b-9dd2-4ed1-b88a-f6f813994f91" providerId="AD" clId="Web-{1BA1C148-DDBD-44F7-9A39-2D586AFC1C75}" dt="2021-03-10T21:10:50.212" v="1"/>
      <pc:docMkLst>
        <pc:docMk/>
      </pc:docMkLst>
      <pc:sldChg chg="modSp">
        <pc:chgData name="Ryan Vetter" userId="S::aiuhe42@amway.com::4e0f799b-9dd2-4ed1-b88a-f6f813994f91" providerId="AD" clId="Web-{1BA1C148-DDBD-44F7-9A39-2D586AFC1C75}" dt="2021-03-10T21:10:50.212" v="1"/>
        <pc:sldMkLst>
          <pc:docMk/>
          <pc:sldMk cId="3445609876" sldId="2146845976"/>
        </pc:sldMkLst>
        <pc:graphicFrameChg chg="mod modGraphic">
          <ac:chgData name="Ryan Vetter" userId="S::aiuhe42@amway.com::4e0f799b-9dd2-4ed1-b88a-f6f813994f91" providerId="AD" clId="Web-{1BA1C148-DDBD-44F7-9A39-2D586AFC1C75}" dt="2021-03-10T21:10:50.212" v="1"/>
          <ac:graphicFrameMkLst>
            <pc:docMk/>
            <pc:sldMk cId="3445609876" sldId="2146845976"/>
            <ac:graphicFrameMk id="8" creationId="{11C6AFA9-D17F-472D-97FC-23D5883BB9C0}"/>
          </ac:graphicFrameMkLst>
        </pc:graphicFrameChg>
      </pc:sldChg>
    </pc:docChg>
  </pc:docChgLst>
  <pc:docChgLst>
    <pc:chgData name="Gaurav" userId="cf3cfb45-d90b-4d10-b0a3-97e0956283ba" providerId="ADAL" clId="{262E7ADF-6978-427B-AAB0-09A477C77110}"/>
    <pc:docChg chg="undo custSel addSld delSld modSld sldOrd modSection">
      <pc:chgData name="Gaurav" userId="cf3cfb45-d90b-4d10-b0a3-97e0956283ba" providerId="ADAL" clId="{262E7ADF-6978-427B-AAB0-09A477C77110}" dt="2021-04-15T13:02:58.078" v="4430" actId="20577"/>
      <pc:docMkLst>
        <pc:docMk/>
      </pc:docMkLst>
      <pc:sldChg chg="delSp modSp del mod">
        <pc:chgData name="Gaurav" userId="cf3cfb45-d90b-4d10-b0a3-97e0956283ba" providerId="ADAL" clId="{262E7ADF-6978-427B-AAB0-09A477C77110}" dt="2021-03-23T20:48:47.012" v="1650" actId="47"/>
        <pc:sldMkLst>
          <pc:docMk/>
          <pc:sldMk cId="486790856" sldId="257"/>
        </pc:sldMkLst>
        <pc:spChg chg="mod">
          <ac:chgData name="Gaurav" userId="cf3cfb45-d90b-4d10-b0a3-97e0956283ba" providerId="ADAL" clId="{262E7ADF-6978-427B-AAB0-09A477C77110}" dt="2021-03-22T23:19:20.293" v="681" actId="20577"/>
          <ac:spMkLst>
            <pc:docMk/>
            <pc:sldMk cId="486790856" sldId="257"/>
            <ac:spMk id="2" creationId="{68742525-957B-45EB-A5FD-EDE9AF299EDD}"/>
          </ac:spMkLst>
        </pc:spChg>
        <pc:spChg chg="del">
          <ac:chgData name="Gaurav" userId="cf3cfb45-d90b-4d10-b0a3-97e0956283ba" providerId="ADAL" clId="{262E7ADF-6978-427B-AAB0-09A477C77110}" dt="2021-03-23T01:48:46.114" v="1079" actId="478"/>
          <ac:spMkLst>
            <pc:docMk/>
            <pc:sldMk cId="486790856" sldId="257"/>
            <ac:spMk id="76" creationId="{779F0859-7FED-432A-AA1F-E554EC24B32D}"/>
          </ac:spMkLst>
        </pc:spChg>
      </pc:sldChg>
      <pc:sldChg chg="addSp delSp modSp mod">
        <pc:chgData name="Gaurav" userId="cf3cfb45-d90b-4d10-b0a3-97e0956283ba" providerId="ADAL" clId="{262E7ADF-6978-427B-AAB0-09A477C77110}" dt="2021-04-15T13:02:58.078" v="4430" actId="20577"/>
        <pc:sldMkLst>
          <pc:docMk/>
          <pc:sldMk cId="1353059238" sldId="5614"/>
        </pc:sldMkLst>
        <pc:spChg chg="mod">
          <ac:chgData name="Gaurav" userId="cf3cfb45-d90b-4d10-b0a3-97e0956283ba" providerId="ADAL" clId="{262E7ADF-6978-427B-AAB0-09A477C77110}" dt="2021-04-15T11:01:40.597" v="4343" actId="20577"/>
          <ac:spMkLst>
            <pc:docMk/>
            <pc:sldMk cId="1353059238" sldId="5614"/>
            <ac:spMk id="2" creationId="{1B29515A-2667-4C67-81A0-7CB1D2C6FE3E}"/>
          </ac:spMkLst>
        </pc:spChg>
        <pc:spChg chg="add del">
          <ac:chgData name="Gaurav" userId="cf3cfb45-d90b-4d10-b0a3-97e0956283ba" providerId="ADAL" clId="{262E7ADF-6978-427B-AAB0-09A477C77110}" dt="2021-04-09T22:14:06.644" v="2782" actId="478"/>
          <ac:spMkLst>
            <pc:docMk/>
            <pc:sldMk cId="1353059238" sldId="5614"/>
            <ac:spMk id="3" creationId="{ACF020FD-6C9C-4D45-AB30-2F19F065BE83}"/>
          </ac:spMkLst>
        </pc:spChg>
        <pc:spChg chg="mod">
          <ac:chgData name="Gaurav" userId="cf3cfb45-d90b-4d10-b0a3-97e0956283ba" providerId="ADAL" clId="{262E7ADF-6978-427B-AAB0-09A477C77110}" dt="2021-04-09T22:15:56.570" v="2795" actId="20577"/>
          <ac:spMkLst>
            <pc:docMk/>
            <pc:sldMk cId="1353059238" sldId="5614"/>
            <ac:spMk id="4" creationId="{FA8CCE2E-4E27-421F-B61B-BA79E1C45D4E}"/>
          </ac:spMkLst>
        </pc:spChg>
        <pc:spChg chg="mod">
          <ac:chgData name="Gaurav" userId="cf3cfb45-d90b-4d10-b0a3-97e0956283ba" providerId="ADAL" clId="{262E7ADF-6978-427B-AAB0-09A477C77110}" dt="2021-04-09T22:17:28.430" v="2831" actId="1035"/>
          <ac:spMkLst>
            <pc:docMk/>
            <pc:sldMk cId="1353059238" sldId="5614"/>
            <ac:spMk id="6" creationId="{CDD39DEB-5925-4BA9-8103-1B0E575C1ABC}"/>
          </ac:spMkLst>
        </pc:spChg>
        <pc:spChg chg="mod">
          <ac:chgData name="Gaurav" userId="cf3cfb45-d90b-4d10-b0a3-97e0956283ba" providerId="ADAL" clId="{262E7ADF-6978-427B-AAB0-09A477C77110}" dt="2021-04-15T13:02:58.078" v="4430" actId="20577"/>
          <ac:spMkLst>
            <pc:docMk/>
            <pc:sldMk cId="1353059238" sldId="5614"/>
            <ac:spMk id="9" creationId="{048EA9D9-62CF-43E6-9F77-7B2A1DA05A55}"/>
          </ac:spMkLst>
        </pc:spChg>
      </pc:sldChg>
      <pc:sldChg chg="ord">
        <pc:chgData name="Gaurav" userId="cf3cfb45-d90b-4d10-b0a3-97e0956283ba" providerId="ADAL" clId="{262E7ADF-6978-427B-AAB0-09A477C77110}" dt="2021-03-23T21:24:29.336" v="2420"/>
        <pc:sldMkLst>
          <pc:docMk/>
          <pc:sldMk cId="93243010" sldId="7428"/>
        </pc:sldMkLst>
      </pc:sldChg>
      <pc:sldChg chg="addSp delSp modSp mod setBg">
        <pc:chgData name="Gaurav" userId="cf3cfb45-d90b-4d10-b0a3-97e0956283ba" providerId="ADAL" clId="{262E7ADF-6978-427B-AAB0-09A477C77110}" dt="2021-03-23T21:24:01.655" v="2418" actId="207"/>
        <pc:sldMkLst>
          <pc:docMk/>
          <pc:sldMk cId="2678786716" sldId="2142532606"/>
        </pc:sldMkLst>
        <pc:spChg chg="mod">
          <ac:chgData name="Gaurav" userId="cf3cfb45-d90b-4d10-b0a3-97e0956283ba" providerId="ADAL" clId="{262E7ADF-6978-427B-AAB0-09A477C77110}" dt="2021-03-23T21:24:01.655" v="2418" actId="207"/>
          <ac:spMkLst>
            <pc:docMk/>
            <pc:sldMk cId="2678786716" sldId="2142532606"/>
            <ac:spMk id="7" creationId="{DBC50519-B749-4B4D-9907-6E4EBC01BCD5}"/>
          </ac:spMkLst>
        </pc:spChg>
        <pc:spChg chg="del">
          <ac:chgData name="Gaurav" userId="cf3cfb45-d90b-4d10-b0a3-97e0956283ba" providerId="ADAL" clId="{262E7ADF-6978-427B-AAB0-09A477C77110}" dt="2021-03-23T21:17:22.022" v="2274" actId="478"/>
          <ac:spMkLst>
            <pc:docMk/>
            <pc:sldMk cId="2678786716" sldId="2142532606"/>
            <ac:spMk id="11" creationId="{C7B9C39F-BA53-47EE-A68D-2080C5CFB52F}"/>
          </ac:spMkLst>
        </pc:spChg>
        <pc:spChg chg="add mod">
          <ac:chgData name="Gaurav" userId="cf3cfb45-d90b-4d10-b0a3-97e0956283ba" providerId="ADAL" clId="{262E7ADF-6978-427B-AAB0-09A477C77110}" dt="2021-03-23T21:18:33.797" v="2358" actId="20577"/>
          <ac:spMkLst>
            <pc:docMk/>
            <pc:sldMk cId="2678786716" sldId="2142532606"/>
            <ac:spMk id="131" creationId="{8A67DC96-97A9-4E91-B891-AFADF3746073}"/>
          </ac:spMkLst>
        </pc:spChg>
        <pc:spChg chg="mod">
          <ac:chgData name="Gaurav" userId="cf3cfb45-d90b-4d10-b0a3-97e0956283ba" providerId="ADAL" clId="{262E7ADF-6978-427B-AAB0-09A477C77110}" dt="2021-03-23T21:23:12.230" v="2413" actId="2711"/>
          <ac:spMkLst>
            <pc:docMk/>
            <pc:sldMk cId="2678786716" sldId="2142532606"/>
            <ac:spMk id="240" creationId="{73940116-3A68-4466-8AAC-05D3B503B9C1}"/>
          </ac:spMkLst>
        </pc:spChg>
        <pc:spChg chg="mod">
          <ac:chgData name="Gaurav" userId="cf3cfb45-d90b-4d10-b0a3-97e0956283ba" providerId="ADAL" clId="{262E7ADF-6978-427B-AAB0-09A477C77110}" dt="2021-03-23T21:23:12.230" v="2413" actId="2711"/>
          <ac:spMkLst>
            <pc:docMk/>
            <pc:sldMk cId="2678786716" sldId="2142532606"/>
            <ac:spMk id="241" creationId="{A57C0C09-D0DC-44B8-A21A-7D4C1EF48848}"/>
          </ac:spMkLst>
        </pc:spChg>
        <pc:spChg chg="mod">
          <ac:chgData name="Gaurav" userId="cf3cfb45-d90b-4d10-b0a3-97e0956283ba" providerId="ADAL" clId="{262E7ADF-6978-427B-AAB0-09A477C77110}" dt="2021-03-23T21:23:12.230" v="2413" actId="2711"/>
          <ac:spMkLst>
            <pc:docMk/>
            <pc:sldMk cId="2678786716" sldId="2142532606"/>
            <ac:spMk id="242" creationId="{6EC8F43B-B681-44F5-83AF-1A71E503D7B0}"/>
          </ac:spMkLst>
        </pc:spChg>
        <pc:spChg chg="mod">
          <ac:chgData name="Gaurav" userId="cf3cfb45-d90b-4d10-b0a3-97e0956283ba" providerId="ADAL" clId="{262E7ADF-6978-427B-AAB0-09A477C77110}" dt="2021-03-23T21:23:12.230" v="2413" actId="2711"/>
          <ac:spMkLst>
            <pc:docMk/>
            <pc:sldMk cId="2678786716" sldId="2142532606"/>
            <ac:spMk id="243" creationId="{8B004525-F163-4A71-9E6D-52165D7B3CF3}"/>
          </ac:spMkLst>
        </pc:spChg>
        <pc:spChg chg="mod">
          <ac:chgData name="Gaurav" userId="cf3cfb45-d90b-4d10-b0a3-97e0956283ba" providerId="ADAL" clId="{262E7ADF-6978-427B-AAB0-09A477C77110}" dt="2021-03-23T21:23:12.230" v="2413" actId="2711"/>
          <ac:spMkLst>
            <pc:docMk/>
            <pc:sldMk cId="2678786716" sldId="2142532606"/>
            <ac:spMk id="244" creationId="{8D1F6896-C8E4-499A-B7E7-66FEDD062227}"/>
          </ac:spMkLst>
        </pc:spChg>
        <pc:spChg chg="mod">
          <ac:chgData name="Gaurav" userId="cf3cfb45-d90b-4d10-b0a3-97e0956283ba" providerId="ADAL" clId="{262E7ADF-6978-427B-AAB0-09A477C77110}" dt="2021-03-23T21:23:44.188" v="2416" actId="404"/>
          <ac:spMkLst>
            <pc:docMk/>
            <pc:sldMk cId="2678786716" sldId="2142532606"/>
            <ac:spMk id="249" creationId="{9B02BF84-F218-474E-A927-4FB512F35B8B}"/>
          </ac:spMkLst>
        </pc:spChg>
        <pc:spChg chg="mod">
          <ac:chgData name="Gaurav" userId="cf3cfb45-d90b-4d10-b0a3-97e0956283ba" providerId="ADAL" clId="{262E7ADF-6978-427B-AAB0-09A477C77110}" dt="2021-03-23T21:23:50.083" v="2417" actId="404"/>
          <ac:spMkLst>
            <pc:docMk/>
            <pc:sldMk cId="2678786716" sldId="2142532606"/>
            <ac:spMk id="250" creationId="{BCE9E8CB-608F-472B-B5E8-B2EFC231FD6C}"/>
          </ac:spMkLst>
        </pc:spChg>
        <pc:spChg chg="mod">
          <ac:chgData name="Gaurav" userId="cf3cfb45-d90b-4d10-b0a3-97e0956283ba" providerId="ADAL" clId="{262E7ADF-6978-427B-AAB0-09A477C77110}" dt="2021-03-23T21:23:50.083" v="2417" actId="404"/>
          <ac:spMkLst>
            <pc:docMk/>
            <pc:sldMk cId="2678786716" sldId="2142532606"/>
            <ac:spMk id="251" creationId="{64561C83-E4CD-4CA9-B9C7-BB03A2AAC4F8}"/>
          </ac:spMkLst>
        </pc:spChg>
        <pc:spChg chg="mod">
          <ac:chgData name="Gaurav" userId="cf3cfb45-d90b-4d10-b0a3-97e0956283ba" providerId="ADAL" clId="{262E7ADF-6978-427B-AAB0-09A477C77110}" dt="2021-03-23T21:23:44.188" v="2416" actId="404"/>
          <ac:spMkLst>
            <pc:docMk/>
            <pc:sldMk cId="2678786716" sldId="2142532606"/>
            <ac:spMk id="252" creationId="{BC4C982E-9EA7-41A4-B44E-2981DE4B5D9A}"/>
          </ac:spMkLst>
        </pc:spChg>
        <pc:spChg chg="mod">
          <ac:chgData name="Gaurav" userId="cf3cfb45-d90b-4d10-b0a3-97e0956283ba" providerId="ADAL" clId="{262E7ADF-6978-427B-AAB0-09A477C77110}" dt="2021-03-23T21:23:50.083" v="2417" actId="404"/>
          <ac:spMkLst>
            <pc:docMk/>
            <pc:sldMk cId="2678786716" sldId="2142532606"/>
            <ac:spMk id="253" creationId="{E84B96DC-19F9-483B-B028-3ABCD09E7138}"/>
          </ac:spMkLst>
        </pc:spChg>
        <pc:cxnChg chg="mod">
          <ac:chgData name="Gaurav" userId="cf3cfb45-d90b-4d10-b0a3-97e0956283ba" providerId="ADAL" clId="{262E7ADF-6978-427B-AAB0-09A477C77110}" dt="2021-03-23T21:23:44.188" v="2416" actId="404"/>
          <ac:cxnSpMkLst>
            <pc:docMk/>
            <pc:sldMk cId="2678786716" sldId="2142532606"/>
            <ac:cxnSpMk id="255" creationId="{2B18603B-18E5-4A43-B62D-7F5AE8315CCC}"/>
          </ac:cxnSpMkLst>
        </pc:cxnChg>
      </pc:sldChg>
      <pc:sldChg chg="delSp modSp mod setBg">
        <pc:chgData name="Gaurav" userId="cf3cfb45-d90b-4d10-b0a3-97e0956283ba" providerId="ADAL" clId="{262E7ADF-6978-427B-AAB0-09A477C77110}" dt="2021-04-06T11:19:00.622" v="2661" actId="6549"/>
        <pc:sldMkLst>
          <pc:docMk/>
          <pc:sldMk cId="400269162" sldId="2142532640"/>
        </pc:sldMkLst>
        <pc:spChg chg="mod">
          <ac:chgData name="Gaurav" userId="cf3cfb45-d90b-4d10-b0a3-97e0956283ba" providerId="ADAL" clId="{262E7ADF-6978-427B-AAB0-09A477C77110}" dt="2021-04-06T10:56:26.416" v="2620" actId="20577"/>
          <ac:spMkLst>
            <pc:docMk/>
            <pc:sldMk cId="400269162" sldId="2142532640"/>
            <ac:spMk id="3" creationId="{D73774F1-932B-4974-9CE8-09B029C61858}"/>
          </ac:spMkLst>
        </pc:spChg>
        <pc:spChg chg="del">
          <ac:chgData name="Gaurav" userId="cf3cfb45-d90b-4d10-b0a3-97e0956283ba" providerId="ADAL" clId="{262E7ADF-6978-427B-AAB0-09A477C77110}" dt="2021-03-23T01:48:21.408" v="1077" actId="478"/>
          <ac:spMkLst>
            <pc:docMk/>
            <pc:sldMk cId="400269162" sldId="2142532640"/>
            <ac:spMk id="11" creationId="{1F3CE078-8045-458D-B371-C60FDAE68826}"/>
          </ac:spMkLst>
        </pc:spChg>
        <pc:spChg chg="del">
          <ac:chgData name="Gaurav" userId="cf3cfb45-d90b-4d10-b0a3-97e0956283ba" providerId="ADAL" clId="{262E7ADF-6978-427B-AAB0-09A477C77110}" dt="2021-03-23T01:48:21.408" v="1077" actId="478"/>
          <ac:spMkLst>
            <pc:docMk/>
            <pc:sldMk cId="400269162" sldId="2142532640"/>
            <ac:spMk id="12" creationId="{802EB219-8AF0-40B8-88FA-6E127A4454A9}"/>
          </ac:spMkLst>
        </pc:spChg>
        <pc:spChg chg="mod">
          <ac:chgData name="Gaurav" userId="cf3cfb45-d90b-4d10-b0a3-97e0956283ba" providerId="ADAL" clId="{262E7ADF-6978-427B-AAB0-09A477C77110}" dt="2021-03-23T14:28:27.716" v="1483" actId="6549"/>
          <ac:spMkLst>
            <pc:docMk/>
            <pc:sldMk cId="400269162" sldId="2142532640"/>
            <ac:spMk id="16" creationId="{344E7F2A-759E-4996-9248-CADB73335B2B}"/>
          </ac:spMkLst>
        </pc:spChg>
        <pc:spChg chg="mod">
          <ac:chgData name="Gaurav" userId="cf3cfb45-d90b-4d10-b0a3-97e0956283ba" providerId="ADAL" clId="{262E7ADF-6978-427B-AAB0-09A477C77110}" dt="2021-04-06T11:19:00.622" v="2661" actId="6549"/>
          <ac:spMkLst>
            <pc:docMk/>
            <pc:sldMk cId="400269162" sldId="2142532640"/>
            <ac:spMk id="18" creationId="{4A93D7EC-8782-4C89-96A4-F012B0554B8D}"/>
          </ac:spMkLst>
        </pc:spChg>
      </pc:sldChg>
      <pc:sldChg chg="modSp del mod">
        <pc:chgData name="Gaurav" userId="cf3cfb45-d90b-4d10-b0a3-97e0956283ba" providerId="ADAL" clId="{262E7ADF-6978-427B-AAB0-09A477C77110}" dt="2021-03-23T20:54:35.363" v="1717" actId="47"/>
        <pc:sldMkLst>
          <pc:docMk/>
          <pc:sldMk cId="2765825036" sldId="2146845944"/>
        </pc:sldMkLst>
        <pc:spChg chg="mod">
          <ac:chgData name="Gaurav" userId="cf3cfb45-d90b-4d10-b0a3-97e0956283ba" providerId="ADAL" clId="{262E7ADF-6978-427B-AAB0-09A477C77110}" dt="2021-03-12T20:40:56.683" v="366" actId="6549"/>
          <ac:spMkLst>
            <pc:docMk/>
            <pc:sldMk cId="2765825036" sldId="2146845944"/>
            <ac:spMk id="8" creationId="{F49D6F13-826A-47FA-B782-45E0FDBFBAC7}"/>
          </ac:spMkLst>
        </pc:spChg>
        <pc:spChg chg="mod">
          <ac:chgData name="Gaurav" userId="cf3cfb45-d90b-4d10-b0a3-97e0956283ba" providerId="ADAL" clId="{262E7ADF-6978-427B-AAB0-09A477C77110}" dt="2021-03-12T20:41:03.372" v="368" actId="6549"/>
          <ac:spMkLst>
            <pc:docMk/>
            <pc:sldMk cId="2765825036" sldId="2146845944"/>
            <ac:spMk id="9" creationId="{2D554152-6DC2-4782-8D10-FF061745C5FF}"/>
          </ac:spMkLst>
        </pc:spChg>
        <pc:spChg chg="mod">
          <ac:chgData name="Gaurav" userId="cf3cfb45-d90b-4d10-b0a3-97e0956283ba" providerId="ADAL" clId="{262E7ADF-6978-427B-AAB0-09A477C77110}" dt="2021-03-12T20:41:00.189" v="367" actId="6549"/>
          <ac:spMkLst>
            <pc:docMk/>
            <pc:sldMk cId="2765825036" sldId="2146845944"/>
            <ac:spMk id="24" creationId="{C63B75C3-CA5F-4185-AAD6-D9A64FFA0B37}"/>
          </ac:spMkLst>
        </pc:spChg>
      </pc:sldChg>
      <pc:sldChg chg="addSp delSp modSp mod ord setBg">
        <pc:chgData name="Gaurav" userId="cf3cfb45-d90b-4d10-b0a3-97e0956283ba" providerId="ADAL" clId="{262E7ADF-6978-427B-AAB0-09A477C77110}" dt="2021-03-23T21:22:08.386" v="2410" actId="207"/>
        <pc:sldMkLst>
          <pc:docMk/>
          <pc:sldMk cId="859232145" sldId="2146845971"/>
        </pc:sldMkLst>
        <pc:spChg chg="mod">
          <ac:chgData name="Gaurav" userId="cf3cfb45-d90b-4d10-b0a3-97e0956283ba" providerId="ADAL" clId="{262E7ADF-6978-427B-AAB0-09A477C77110}" dt="2021-03-23T21:15:39.216" v="2269" actId="1076"/>
          <ac:spMkLst>
            <pc:docMk/>
            <pc:sldMk cId="859232145" sldId="2146845971"/>
            <ac:spMk id="3" creationId="{98214B0A-7712-4151-94DA-009BBC633F1A}"/>
          </ac:spMkLst>
        </pc:spChg>
        <pc:spChg chg="del">
          <ac:chgData name="Gaurav" userId="cf3cfb45-d90b-4d10-b0a3-97e0956283ba" providerId="ADAL" clId="{262E7ADF-6978-427B-AAB0-09A477C77110}" dt="2021-03-23T21:16:02.981" v="2270" actId="478"/>
          <ac:spMkLst>
            <pc:docMk/>
            <pc:sldMk cId="859232145" sldId="2146845971"/>
            <ac:spMk id="4" creationId="{C0CEA278-8EA6-4F8A-A1B6-09A52E5939EE}"/>
          </ac:spMkLst>
        </pc:spChg>
        <pc:spChg chg="del">
          <ac:chgData name="Gaurav" userId="cf3cfb45-d90b-4d10-b0a3-97e0956283ba" providerId="ADAL" clId="{262E7ADF-6978-427B-AAB0-09A477C77110}" dt="2021-03-23T21:16:02.981" v="2270" actId="478"/>
          <ac:spMkLst>
            <pc:docMk/>
            <pc:sldMk cId="859232145" sldId="2146845971"/>
            <ac:spMk id="5" creationId="{CA32B1CF-F03E-4677-8C05-EBD91DE3FA2E}"/>
          </ac:spMkLst>
        </pc:spChg>
        <pc:spChg chg="mod">
          <ac:chgData name="Gaurav" userId="cf3cfb45-d90b-4d10-b0a3-97e0956283ba" providerId="ADAL" clId="{262E7ADF-6978-427B-AAB0-09A477C77110}" dt="2021-03-23T13:50:35.122" v="1428" actId="20577"/>
          <ac:spMkLst>
            <pc:docMk/>
            <pc:sldMk cId="859232145" sldId="2146845971"/>
            <ac:spMk id="10" creationId="{14343C34-27C3-4137-B17F-5E8A53744555}"/>
          </ac:spMkLst>
        </pc:spChg>
        <pc:spChg chg="del">
          <ac:chgData name="Gaurav" userId="cf3cfb45-d90b-4d10-b0a3-97e0956283ba" providerId="ADAL" clId="{262E7ADF-6978-427B-AAB0-09A477C77110}" dt="2021-03-23T21:15:27.541" v="2267" actId="478"/>
          <ac:spMkLst>
            <pc:docMk/>
            <pc:sldMk cId="859232145" sldId="2146845971"/>
            <ac:spMk id="13" creationId="{04DDDABC-6927-4E13-AF05-243E9E003108}"/>
          </ac:spMkLst>
        </pc:spChg>
        <pc:spChg chg="add mod">
          <ac:chgData name="Gaurav" userId="cf3cfb45-d90b-4d10-b0a3-97e0956283ba" providerId="ADAL" clId="{262E7ADF-6978-427B-AAB0-09A477C77110}" dt="2021-03-23T20:55:54.657" v="1733" actId="1076"/>
          <ac:spMkLst>
            <pc:docMk/>
            <pc:sldMk cId="859232145" sldId="2146845971"/>
            <ac:spMk id="24" creationId="{7F316DA2-311E-4F16-B028-395A65DB58CB}"/>
          </ac:spMkLst>
        </pc:spChg>
        <pc:grpChg chg="mod">
          <ac:chgData name="Gaurav" userId="cf3cfb45-d90b-4d10-b0a3-97e0956283ba" providerId="ADAL" clId="{262E7ADF-6978-427B-AAB0-09A477C77110}" dt="2021-03-23T21:22:08.386" v="2410" actId="207"/>
          <ac:grpSpMkLst>
            <pc:docMk/>
            <pc:sldMk cId="859232145" sldId="2146845971"/>
            <ac:grpSpMk id="9" creationId="{1A26EFCE-55FD-4F91-A60E-3C2DC3F725E7}"/>
          </ac:grpSpMkLst>
        </pc:grpChg>
        <pc:picChg chg="mod">
          <ac:chgData name="Gaurav" userId="cf3cfb45-d90b-4d10-b0a3-97e0956283ba" providerId="ADAL" clId="{262E7ADF-6978-427B-AAB0-09A477C77110}" dt="2021-03-23T21:22:08.386" v="2410" actId="207"/>
          <ac:picMkLst>
            <pc:docMk/>
            <pc:sldMk cId="859232145" sldId="2146845971"/>
            <ac:picMk id="23" creationId="{22E5233B-235D-4D53-9EEC-73C99EE8B9A4}"/>
          </ac:picMkLst>
        </pc:picChg>
        <pc:cxnChg chg="mod">
          <ac:chgData name="Gaurav" userId="cf3cfb45-d90b-4d10-b0a3-97e0956283ba" providerId="ADAL" clId="{262E7ADF-6978-427B-AAB0-09A477C77110}" dt="2021-03-23T21:22:08.386" v="2410" actId="207"/>
          <ac:cxnSpMkLst>
            <pc:docMk/>
            <pc:sldMk cId="859232145" sldId="2146845971"/>
            <ac:cxnSpMk id="14" creationId="{BEA9A67B-17D3-4A00-A4C7-A08018EF0EF8}"/>
          </ac:cxnSpMkLst>
        </pc:cxnChg>
        <pc:cxnChg chg="mod">
          <ac:chgData name="Gaurav" userId="cf3cfb45-d90b-4d10-b0a3-97e0956283ba" providerId="ADAL" clId="{262E7ADF-6978-427B-AAB0-09A477C77110}" dt="2021-03-23T21:22:08.386" v="2410" actId="207"/>
          <ac:cxnSpMkLst>
            <pc:docMk/>
            <pc:sldMk cId="859232145" sldId="2146845971"/>
            <ac:cxnSpMk id="17" creationId="{C0FF894C-EAB7-4195-AB88-8C551501A271}"/>
          </ac:cxnSpMkLst>
        </pc:cxnChg>
        <pc:cxnChg chg="mod">
          <ac:chgData name="Gaurav" userId="cf3cfb45-d90b-4d10-b0a3-97e0956283ba" providerId="ADAL" clId="{262E7ADF-6978-427B-AAB0-09A477C77110}" dt="2021-03-23T21:22:08.386" v="2410" actId="207"/>
          <ac:cxnSpMkLst>
            <pc:docMk/>
            <pc:sldMk cId="859232145" sldId="2146845971"/>
            <ac:cxnSpMk id="19" creationId="{4CC49B4E-A5BB-4F59-85C0-2C427E828810}"/>
          </ac:cxnSpMkLst>
        </pc:cxnChg>
        <pc:cxnChg chg="mod">
          <ac:chgData name="Gaurav" userId="cf3cfb45-d90b-4d10-b0a3-97e0956283ba" providerId="ADAL" clId="{262E7ADF-6978-427B-AAB0-09A477C77110}" dt="2021-03-23T21:22:08.386" v="2410" actId="207"/>
          <ac:cxnSpMkLst>
            <pc:docMk/>
            <pc:sldMk cId="859232145" sldId="2146845971"/>
            <ac:cxnSpMk id="21" creationId="{6C512702-D4AA-4E69-A733-9990D830CD35}"/>
          </ac:cxnSpMkLst>
        </pc:cxnChg>
      </pc:sldChg>
      <pc:sldChg chg="delSp modSp mod setBg">
        <pc:chgData name="Gaurav" userId="cf3cfb45-d90b-4d10-b0a3-97e0956283ba" providerId="ADAL" clId="{262E7ADF-6978-427B-AAB0-09A477C77110}" dt="2021-04-15T11:03:47.717" v="4348" actId="20577"/>
        <pc:sldMkLst>
          <pc:docMk/>
          <pc:sldMk cId="2130153696" sldId="2146845973"/>
        </pc:sldMkLst>
        <pc:spChg chg="mod">
          <ac:chgData name="Gaurav" userId="cf3cfb45-d90b-4d10-b0a3-97e0956283ba" providerId="ADAL" clId="{262E7ADF-6978-427B-AAB0-09A477C77110}" dt="2021-04-15T11:03:47.717" v="4348" actId="20577"/>
          <ac:spMkLst>
            <pc:docMk/>
            <pc:sldMk cId="2130153696" sldId="2146845973"/>
            <ac:spMk id="3" creationId="{D73774F1-932B-4974-9CE8-09B029C61858}"/>
          </ac:spMkLst>
        </pc:spChg>
        <pc:spChg chg="mod">
          <ac:chgData name="Gaurav" userId="cf3cfb45-d90b-4d10-b0a3-97e0956283ba" providerId="ADAL" clId="{262E7ADF-6978-427B-AAB0-09A477C77110}" dt="2021-03-23T14:23:33.144" v="1461" actId="20577"/>
          <ac:spMkLst>
            <pc:docMk/>
            <pc:sldMk cId="2130153696" sldId="2146845973"/>
            <ac:spMk id="9" creationId="{3C3A0B57-29A1-4D03-B6E0-4997F7FA6E9C}"/>
          </ac:spMkLst>
        </pc:spChg>
        <pc:spChg chg="del">
          <ac:chgData name="Gaurav" userId="cf3cfb45-d90b-4d10-b0a3-97e0956283ba" providerId="ADAL" clId="{262E7ADF-6978-427B-AAB0-09A477C77110}" dt="2021-03-23T01:48:12.025" v="1076" actId="478"/>
          <ac:spMkLst>
            <pc:docMk/>
            <pc:sldMk cId="2130153696" sldId="2146845973"/>
            <ac:spMk id="11" creationId="{1F3CE078-8045-458D-B371-C60FDAE68826}"/>
          </ac:spMkLst>
        </pc:spChg>
        <pc:spChg chg="del">
          <ac:chgData name="Gaurav" userId="cf3cfb45-d90b-4d10-b0a3-97e0956283ba" providerId="ADAL" clId="{262E7ADF-6978-427B-AAB0-09A477C77110}" dt="2021-03-23T01:48:12.025" v="1076" actId="478"/>
          <ac:spMkLst>
            <pc:docMk/>
            <pc:sldMk cId="2130153696" sldId="2146845973"/>
            <ac:spMk id="12" creationId="{802EB219-8AF0-40B8-88FA-6E127A4454A9}"/>
          </ac:spMkLst>
        </pc:spChg>
        <pc:spChg chg="mod">
          <ac:chgData name="Gaurav" userId="cf3cfb45-d90b-4d10-b0a3-97e0956283ba" providerId="ADAL" clId="{262E7ADF-6978-427B-AAB0-09A477C77110}" dt="2021-04-06T10:55:53.949" v="2607" actId="20577"/>
          <ac:spMkLst>
            <pc:docMk/>
            <pc:sldMk cId="2130153696" sldId="2146845973"/>
            <ac:spMk id="16" creationId="{344E7F2A-759E-4996-9248-CADB73335B2B}"/>
          </ac:spMkLst>
        </pc:spChg>
        <pc:spChg chg="mod">
          <ac:chgData name="Gaurav" userId="cf3cfb45-d90b-4d10-b0a3-97e0956283ba" providerId="ADAL" clId="{262E7ADF-6978-427B-AAB0-09A477C77110}" dt="2021-04-06T10:54:56.649" v="2588" actId="6549"/>
          <ac:spMkLst>
            <pc:docMk/>
            <pc:sldMk cId="2130153696" sldId="2146845973"/>
            <ac:spMk id="18" creationId="{4A93D7EC-8782-4C89-96A4-F012B0554B8D}"/>
          </ac:spMkLst>
        </pc:spChg>
        <pc:cxnChg chg="mod">
          <ac:chgData name="Gaurav" userId="cf3cfb45-d90b-4d10-b0a3-97e0956283ba" providerId="ADAL" clId="{262E7ADF-6978-427B-AAB0-09A477C77110}" dt="2021-03-22T10:36:44.069" v="465" actId="14100"/>
          <ac:cxnSpMkLst>
            <pc:docMk/>
            <pc:sldMk cId="2130153696" sldId="2146845973"/>
            <ac:cxnSpMk id="5" creationId="{E7D8F235-3C92-45C7-B55D-19AA96D743B7}"/>
          </ac:cxnSpMkLst>
        </pc:cxnChg>
      </pc:sldChg>
      <pc:sldChg chg="modSp mod ord setBg">
        <pc:chgData name="Gaurav" userId="cf3cfb45-d90b-4d10-b0a3-97e0956283ba" providerId="ADAL" clId="{262E7ADF-6978-427B-AAB0-09A477C77110}" dt="2021-04-06T12:58:50.219" v="2742" actId="6549"/>
        <pc:sldMkLst>
          <pc:docMk/>
          <pc:sldMk cId="3445609876" sldId="2146845976"/>
        </pc:sldMkLst>
        <pc:graphicFrameChg chg="mod modGraphic">
          <ac:chgData name="Gaurav" userId="cf3cfb45-d90b-4d10-b0a3-97e0956283ba" providerId="ADAL" clId="{262E7ADF-6978-427B-AAB0-09A477C77110}" dt="2021-03-23T01:49:40.078" v="1086" actId="20577"/>
          <ac:graphicFrameMkLst>
            <pc:docMk/>
            <pc:sldMk cId="3445609876" sldId="2146845976"/>
            <ac:graphicFrameMk id="7" creationId="{3050A818-959D-47B5-9938-7C1566218347}"/>
          </ac:graphicFrameMkLst>
        </pc:graphicFrameChg>
        <pc:graphicFrameChg chg="mod modGraphic">
          <ac:chgData name="Gaurav" userId="cf3cfb45-d90b-4d10-b0a3-97e0956283ba" providerId="ADAL" clId="{262E7ADF-6978-427B-AAB0-09A477C77110}" dt="2021-03-23T01:49:02.911" v="1080" actId="6549"/>
          <ac:graphicFrameMkLst>
            <pc:docMk/>
            <pc:sldMk cId="3445609876" sldId="2146845976"/>
            <ac:graphicFrameMk id="8" creationId="{11C6AFA9-D17F-472D-97FC-23D5883BB9C0}"/>
          </ac:graphicFrameMkLst>
        </pc:graphicFrameChg>
        <pc:graphicFrameChg chg="mod modGraphic">
          <ac:chgData name="Gaurav" userId="cf3cfb45-d90b-4d10-b0a3-97e0956283ba" providerId="ADAL" clId="{262E7ADF-6978-427B-AAB0-09A477C77110}" dt="2021-04-06T12:58:50.219" v="2742" actId="6549"/>
          <ac:graphicFrameMkLst>
            <pc:docMk/>
            <pc:sldMk cId="3445609876" sldId="2146845976"/>
            <ac:graphicFrameMk id="9" creationId="{C288DDB8-A596-45DD-8339-81F64AB25786}"/>
          </ac:graphicFrameMkLst>
        </pc:graphicFrameChg>
      </pc:sldChg>
      <pc:sldChg chg="addSp delSp modSp mod ord setBg">
        <pc:chgData name="Gaurav" userId="cf3cfb45-d90b-4d10-b0a3-97e0956283ba" providerId="ADAL" clId="{262E7ADF-6978-427B-AAB0-09A477C77110}" dt="2021-03-23T21:21:08.216" v="2402"/>
        <pc:sldMkLst>
          <pc:docMk/>
          <pc:sldMk cId="3118789118" sldId="2146845978"/>
        </pc:sldMkLst>
        <pc:spChg chg="mod">
          <ac:chgData name="Gaurav" userId="cf3cfb45-d90b-4d10-b0a3-97e0956283ba" providerId="ADAL" clId="{262E7ADF-6978-427B-AAB0-09A477C77110}" dt="2021-03-23T21:11:41.111" v="2255" actId="1076"/>
          <ac:spMkLst>
            <pc:docMk/>
            <pc:sldMk cId="3118789118" sldId="2146845978"/>
            <ac:spMk id="2" creationId="{3415D7D4-3680-4192-A583-D468CFFCF507}"/>
          </ac:spMkLst>
        </pc:spChg>
        <pc:spChg chg="add mod">
          <ac:chgData name="Gaurav" userId="cf3cfb45-d90b-4d10-b0a3-97e0956283ba" providerId="ADAL" clId="{262E7ADF-6978-427B-AAB0-09A477C77110}" dt="2021-03-23T21:14:28.386" v="2264" actId="207"/>
          <ac:spMkLst>
            <pc:docMk/>
            <pc:sldMk cId="3118789118" sldId="2146845978"/>
            <ac:spMk id="3" creationId="{35FEBA87-E5A5-4CAA-8842-CCF9825DDCF0}"/>
          </ac:spMkLst>
        </pc:spChg>
        <pc:spChg chg="mod">
          <ac:chgData name="Gaurav" userId="cf3cfb45-d90b-4d10-b0a3-97e0956283ba" providerId="ADAL" clId="{262E7ADF-6978-427B-AAB0-09A477C77110}" dt="2021-03-12T20:28:55.462" v="1" actId="2711"/>
          <ac:spMkLst>
            <pc:docMk/>
            <pc:sldMk cId="3118789118" sldId="2146845978"/>
            <ac:spMk id="10" creationId="{A78988CF-C0D9-4564-A18C-624985AA8302}"/>
          </ac:spMkLst>
        </pc:spChg>
        <pc:spChg chg="del">
          <ac:chgData name="Gaurav" userId="cf3cfb45-d90b-4d10-b0a3-97e0956283ba" providerId="ADAL" clId="{262E7ADF-6978-427B-AAB0-09A477C77110}" dt="2021-03-23T21:04:26.517" v="1880" actId="478"/>
          <ac:spMkLst>
            <pc:docMk/>
            <pc:sldMk cId="3118789118" sldId="2146845978"/>
            <ac:spMk id="12" creationId="{55EC26CC-4743-4B58-A4EB-383A6EA303E2}"/>
          </ac:spMkLst>
        </pc:spChg>
        <pc:spChg chg="del">
          <ac:chgData name="Gaurav" userId="cf3cfb45-d90b-4d10-b0a3-97e0956283ba" providerId="ADAL" clId="{262E7ADF-6978-427B-AAB0-09A477C77110}" dt="2021-03-23T21:04:58.829" v="1933" actId="478"/>
          <ac:spMkLst>
            <pc:docMk/>
            <pc:sldMk cId="3118789118" sldId="2146845978"/>
            <ac:spMk id="13" creationId="{A976B790-752C-4992-95CD-CF5DBD7A5C08}"/>
          </ac:spMkLst>
        </pc:spChg>
        <pc:spChg chg="mod">
          <ac:chgData name="Gaurav" userId="cf3cfb45-d90b-4d10-b0a3-97e0956283ba" providerId="ADAL" clId="{262E7ADF-6978-427B-AAB0-09A477C77110}" dt="2021-03-23T21:11:41.111" v="2255" actId="1076"/>
          <ac:spMkLst>
            <pc:docMk/>
            <pc:sldMk cId="3118789118" sldId="2146845978"/>
            <ac:spMk id="14" creationId="{6932CE2D-FF33-4026-8184-39DD3D48EBEC}"/>
          </ac:spMkLst>
        </pc:spChg>
        <pc:spChg chg="del mod">
          <ac:chgData name="Gaurav" userId="cf3cfb45-d90b-4d10-b0a3-97e0956283ba" providerId="ADAL" clId="{262E7ADF-6978-427B-AAB0-09A477C77110}" dt="2021-03-12T20:35:17.310" v="53" actId="478"/>
          <ac:spMkLst>
            <pc:docMk/>
            <pc:sldMk cId="3118789118" sldId="2146845978"/>
            <ac:spMk id="15" creationId="{109AD77D-D3ED-49F9-AA93-B5A906356E5A}"/>
          </ac:spMkLst>
        </pc:spChg>
        <pc:spChg chg="add del">
          <ac:chgData name="Gaurav" userId="cf3cfb45-d90b-4d10-b0a3-97e0956283ba" providerId="ADAL" clId="{262E7ADF-6978-427B-AAB0-09A477C77110}" dt="2021-03-23T21:06:37.807" v="2018" actId="478"/>
          <ac:spMkLst>
            <pc:docMk/>
            <pc:sldMk cId="3118789118" sldId="2146845978"/>
            <ac:spMk id="15" creationId="{B25528A1-338B-49D0-9349-0503426ABB9E}"/>
          </ac:spMkLst>
        </pc:spChg>
        <pc:spChg chg="mod">
          <ac:chgData name="Gaurav" userId="cf3cfb45-d90b-4d10-b0a3-97e0956283ba" providerId="ADAL" clId="{262E7ADF-6978-427B-AAB0-09A477C77110}" dt="2021-03-23T21:11:41.111" v="2255" actId="1076"/>
          <ac:spMkLst>
            <pc:docMk/>
            <pc:sldMk cId="3118789118" sldId="2146845978"/>
            <ac:spMk id="16" creationId="{CA8E94CF-63FF-4642-814A-BBA8D41FE39A}"/>
          </ac:spMkLst>
        </pc:spChg>
        <pc:spChg chg="mod">
          <ac:chgData name="Gaurav" userId="cf3cfb45-d90b-4d10-b0a3-97e0956283ba" providerId="ADAL" clId="{262E7ADF-6978-427B-AAB0-09A477C77110}" dt="2021-03-12T20:28:55.462" v="1" actId="2711"/>
          <ac:spMkLst>
            <pc:docMk/>
            <pc:sldMk cId="3118789118" sldId="2146845978"/>
            <ac:spMk id="17" creationId="{0D16D375-1CF5-477C-9D0F-2E227CD161A0}"/>
          </ac:spMkLst>
        </pc:spChg>
        <pc:spChg chg="add del mod">
          <ac:chgData name="Gaurav" userId="cf3cfb45-d90b-4d10-b0a3-97e0956283ba" providerId="ADAL" clId="{262E7ADF-6978-427B-AAB0-09A477C77110}" dt="2021-03-23T21:03:46.591" v="1835" actId="478"/>
          <ac:spMkLst>
            <pc:docMk/>
            <pc:sldMk cId="3118789118" sldId="2146845978"/>
            <ac:spMk id="18" creationId="{2D435904-5361-43D1-BC4F-677714AC3EF7}"/>
          </ac:spMkLst>
        </pc:spChg>
        <pc:spChg chg="add mod">
          <ac:chgData name="Gaurav" userId="cf3cfb45-d90b-4d10-b0a3-97e0956283ba" providerId="ADAL" clId="{262E7ADF-6978-427B-AAB0-09A477C77110}" dt="2021-03-23T21:11:41.111" v="2255" actId="1076"/>
          <ac:spMkLst>
            <pc:docMk/>
            <pc:sldMk cId="3118789118" sldId="2146845978"/>
            <ac:spMk id="19" creationId="{B559C3E5-7805-41E0-97C3-CE61C9F9191F}"/>
          </ac:spMkLst>
        </pc:spChg>
        <pc:spChg chg="add mod">
          <ac:chgData name="Gaurav" userId="cf3cfb45-d90b-4d10-b0a3-97e0956283ba" providerId="ADAL" clId="{262E7ADF-6978-427B-AAB0-09A477C77110}" dt="2021-03-23T21:11:41.111" v="2255" actId="1076"/>
          <ac:spMkLst>
            <pc:docMk/>
            <pc:sldMk cId="3118789118" sldId="2146845978"/>
            <ac:spMk id="20" creationId="{4BEEE9E4-D698-42AC-8142-6A82F886E7BD}"/>
          </ac:spMkLst>
        </pc:spChg>
        <pc:spChg chg="add mod">
          <ac:chgData name="Gaurav" userId="cf3cfb45-d90b-4d10-b0a3-97e0956283ba" providerId="ADAL" clId="{262E7ADF-6978-427B-AAB0-09A477C77110}" dt="2021-03-23T21:11:41.111" v="2255" actId="1076"/>
          <ac:spMkLst>
            <pc:docMk/>
            <pc:sldMk cId="3118789118" sldId="2146845978"/>
            <ac:spMk id="21" creationId="{11232FA3-A680-4AD0-8D37-3548E40965AC}"/>
          </ac:spMkLst>
        </pc:spChg>
        <pc:spChg chg="del mod">
          <ac:chgData name="Gaurav" userId="cf3cfb45-d90b-4d10-b0a3-97e0956283ba" providerId="ADAL" clId="{262E7ADF-6978-427B-AAB0-09A477C77110}" dt="2021-03-12T20:35:26.736" v="54" actId="478"/>
          <ac:spMkLst>
            <pc:docMk/>
            <pc:sldMk cId="3118789118" sldId="2146845978"/>
            <ac:spMk id="21" creationId="{FF478EE5-C377-43ED-BAF9-D9DF00AF5A70}"/>
          </ac:spMkLst>
        </pc:spChg>
        <pc:spChg chg="mod">
          <ac:chgData name="Gaurav" userId="cf3cfb45-d90b-4d10-b0a3-97e0956283ba" providerId="ADAL" clId="{262E7ADF-6978-427B-AAB0-09A477C77110}" dt="2021-03-23T21:11:41.111" v="2255" actId="1076"/>
          <ac:spMkLst>
            <pc:docMk/>
            <pc:sldMk cId="3118789118" sldId="2146845978"/>
            <ac:spMk id="22" creationId="{30A10D0D-747D-41FA-AF5A-A207F4D58004}"/>
          </ac:spMkLst>
        </pc:spChg>
        <pc:spChg chg="mod">
          <ac:chgData name="Gaurav" userId="cf3cfb45-d90b-4d10-b0a3-97e0956283ba" providerId="ADAL" clId="{262E7ADF-6978-427B-AAB0-09A477C77110}" dt="2021-03-23T21:11:41.111" v="2255" actId="1076"/>
          <ac:spMkLst>
            <pc:docMk/>
            <pc:sldMk cId="3118789118" sldId="2146845978"/>
            <ac:spMk id="23" creationId="{FD859B32-40EE-4F32-BA5D-A8C3C598327B}"/>
          </ac:spMkLst>
        </pc:spChg>
        <pc:spChg chg="del mod">
          <ac:chgData name="Gaurav" userId="cf3cfb45-d90b-4d10-b0a3-97e0956283ba" providerId="ADAL" clId="{262E7ADF-6978-427B-AAB0-09A477C77110}" dt="2021-03-12T20:35:26.736" v="54" actId="478"/>
          <ac:spMkLst>
            <pc:docMk/>
            <pc:sldMk cId="3118789118" sldId="2146845978"/>
            <ac:spMk id="24" creationId="{4F4ED715-9F63-4A29-95EF-1E6B0263B9D7}"/>
          </ac:spMkLst>
        </pc:spChg>
        <pc:spChg chg="add mod">
          <ac:chgData name="Gaurav" userId="cf3cfb45-d90b-4d10-b0a3-97e0956283ba" providerId="ADAL" clId="{262E7ADF-6978-427B-AAB0-09A477C77110}" dt="2021-03-23T21:11:41.111" v="2255" actId="1076"/>
          <ac:spMkLst>
            <pc:docMk/>
            <pc:sldMk cId="3118789118" sldId="2146845978"/>
            <ac:spMk id="24" creationId="{88037950-5BBA-4351-9AD6-D135CE0A8B8A}"/>
          </ac:spMkLst>
        </pc:spChg>
        <pc:spChg chg="add mod">
          <ac:chgData name="Gaurav" userId="cf3cfb45-d90b-4d10-b0a3-97e0956283ba" providerId="ADAL" clId="{262E7ADF-6978-427B-AAB0-09A477C77110}" dt="2021-03-23T21:11:41.111" v="2255" actId="1076"/>
          <ac:spMkLst>
            <pc:docMk/>
            <pc:sldMk cId="3118789118" sldId="2146845978"/>
            <ac:spMk id="25" creationId="{5DE6353B-7DA2-4346-AC08-0C881659DF8E}"/>
          </ac:spMkLst>
        </pc:spChg>
        <pc:spChg chg="mod">
          <ac:chgData name="Gaurav" userId="cf3cfb45-d90b-4d10-b0a3-97e0956283ba" providerId="ADAL" clId="{262E7ADF-6978-427B-AAB0-09A477C77110}" dt="2021-03-23T21:11:41.111" v="2255" actId="1076"/>
          <ac:spMkLst>
            <pc:docMk/>
            <pc:sldMk cId="3118789118" sldId="2146845978"/>
            <ac:spMk id="26" creationId="{92211282-4B21-42CC-9FFE-A1A4AB7A8487}"/>
          </ac:spMkLst>
        </pc:spChg>
        <pc:spChg chg="mod">
          <ac:chgData name="Gaurav" userId="cf3cfb45-d90b-4d10-b0a3-97e0956283ba" providerId="ADAL" clId="{262E7ADF-6978-427B-AAB0-09A477C77110}" dt="2021-03-23T21:11:41.111" v="2255" actId="1076"/>
          <ac:spMkLst>
            <pc:docMk/>
            <pc:sldMk cId="3118789118" sldId="2146845978"/>
            <ac:spMk id="27" creationId="{BB366935-10D4-4E2F-B87F-84BE2D8DACCF}"/>
          </ac:spMkLst>
        </pc:spChg>
        <pc:spChg chg="mod">
          <ac:chgData name="Gaurav" userId="cf3cfb45-d90b-4d10-b0a3-97e0956283ba" providerId="ADAL" clId="{262E7ADF-6978-427B-AAB0-09A477C77110}" dt="2021-03-23T21:11:41.111" v="2255" actId="1076"/>
          <ac:spMkLst>
            <pc:docMk/>
            <pc:sldMk cId="3118789118" sldId="2146845978"/>
            <ac:spMk id="28" creationId="{441262D6-1B79-47A3-9609-6152D3A48797}"/>
          </ac:spMkLst>
        </pc:spChg>
        <pc:spChg chg="add del mod">
          <ac:chgData name="Gaurav" userId="cf3cfb45-d90b-4d10-b0a3-97e0956283ba" providerId="ADAL" clId="{262E7ADF-6978-427B-AAB0-09A477C77110}" dt="2021-03-23T21:06:34.174" v="2016"/>
          <ac:spMkLst>
            <pc:docMk/>
            <pc:sldMk cId="3118789118" sldId="2146845978"/>
            <ac:spMk id="29" creationId="{8DCC7589-5283-4EE2-BC8E-ED894678FDBC}"/>
          </ac:spMkLst>
        </pc:spChg>
        <pc:spChg chg="add del mod">
          <ac:chgData name="Gaurav" userId="cf3cfb45-d90b-4d10-b0a3-97e0956283ba" providerId="ADAL" clId="{262E7ADF-6978-427B-AAB0-09A477C77110}" dt="2021-03-23T21:06:34.174" v="2016"/>
          <ac:spMkLst>
            <pc:docMk/>
            <pc:sldMk cId="3118789118" sldId="2146845978"/>
            <ac:spMk id="30" creationId="{70B38587-79CA-4AC4-83A0-8BF2543589C4}"/>
          </ac:spMkLst>
        </pc:spChg>
        <pc:spChg chg="del mod">
          <ac:chgData name="Gaurav" userId="cf3cfb45-d90b-4d10-b0a3-97e0956283ba" providerId="ADAL" clId="{262E7ADF-6978-427B-AAB0-09A477C77110}" dt="2021-03-12T20:37:09.980" v="87" actId="478"/>
          <ac:spMkLst>
            <pc:docMk/>
            <pc:sldMk cId="3118789118" sldId="2146845978"/>
            <ac:spMk id="31" creationId="{2BB5A140-4E9B-469C-943B-0A613219ABA8}"/>
          </ac:spMkLst>
        </pc:spChg>
        <pc:spChg chg="add mod">
          <ac:chgData name="Gaurav" userId="cf3cfb45-d90b-4d10-b0a3-97e0956283ba" providerId="ADAL" clId="{262E7ADF-6978-427B-AAB0-09A477C77110}" dt="2021-03-23T21:11:41.111" v="2255" actId="1076"/>
          <ac:spMkLst>
            <pc:docMk/>
            <pc:sldMk cId="3118789118" sldId="2146845978"/>
            <ac:spMk id="31" creationId="{487B0D63-3743-4DD5-A17C-8175F248E3B8}"/>
          </ac:spMkLst>
        </pc:spChg>
        <pc:spChg chg="add mod">
          <ac:chgData name="Gaurav" userId="cf3cfb45-d90b-4d10-b0a3-97e0956283ba" providerId="ADAL" clId="{262E7ADF-6978-427B-AAB0-09A477C77110}" dt="2021-03-23T21:11:41.111" v="2255" actId="1076"/>
          <ac:spMkLst>
            <pc:docMk/>
            <pc:sldMk cId="3118789118" sldId="2146845978"/>
            <ac:spMk id="32" creationId="{7B8E91E0-3B7E-4C64-AEBC-491343E85454}"/>
          </ac:spMkLst>
        </pc:spChg>
        <pc:spChg chg="del mod">
          <ac:chgData name="Gaurav" userId="cf3cfb45-d90b-4d10-b0a3-97e0956283ba" providerId="ADAL" clId="{262E7ADF-6978-427B-AAB0-09A477C77110}" dt="2021-03-12T20:35:26.736" v="54" actId="478"/>
          <ac:spMkLst>
            <pc:docMk/>
            <pc:sldMk cId="3118789118" sldId="2146845978"/>
            <ac:spMk id="33" creationId="{4D797708-BB4D-499B-9A9E-1AB505FFF060}"/>
          </ac:spMkLst>
        </pc:spChg>
      </pc:sldChg>
      <pc:sldChg chg="delSp modSp mod ord">
        <pc:chgData name="Gaurav" userId="cf3cfb45-d90b-4d10-b0a3-97e0956283ba" providerId="ADAL" clId="{262E7ADF-6978-427B-AAB0-09A477C77110}" dt="2021-04-12T01:44:57.818" v="4133" actId="6549"/>
        <pc:sldMkLst>
          <pc:docMk/>
          <pc:sldMk cId="207730898" sldId="2146845982"/>
        </pc:sldMkLst>
        <pc:spChg chg="mod">
          <ac:chgData name="Gaurav" userId="cf3cfb45-d90b-4d10-b0a3-97e0956283ba" providerId="ADAL" clId="{262E7ADF-6978-427B-AAB0-09A477C77110}" dt="2021-04-12T01:44:57.818" v="4133" actId="6549"/>
          <ac:spMkLst>
            <pc:docMk/>
            <pc:sldMk cId="207730898" sldId="2146845982"/>
            <ac:spMk id="2" creationId="{3B7F2E5F-0D14-4794-8967-57C6BDAD66D4}"/>
          </ac:spMkLst>
        </pc:spChg>
        <pc:spChg chg="mod">
          <ac:chgData name="Gaurav" userId="cf3cfb45-d90b-4d10-b0a3-97e0956283ba" providerId="ADAL" clId="{262E7ADF-6978-427B-AAB0-09A477C77110}" dt="2021-03-22T10:40:12.048" v="473" actId="20577"/>
          <ac:spMkLst>
            <pc:docMk/>
            <pc:sldMk cId="207730898" sldId="2146845982"/>
            <ac:spMk id="10" creationId="{A78988CF-C0D9-4564-A18C-624985AA8302}"/>
          </ac:spMkLst>
        </pc:spChg>
        <pc:spChg chg="del">
          <ac:chgData name="Gaurav" userId="cf3cfb45-d90b-4d10-b0a3-97e0956283ba" providerId="ADAL" clId="{262E7ADF-6978-427B-AAB0-09A477C77110}" dt="2021-03-22T10:40:06.730" v="466" actId="478"/>
          <ac:spMkLst>
            <pc:docMk/>
            <pc:sldMk cId="207730898" sldId="2146845982"/>
            <ac:spMk id="19" creationId="{546FBC52-7F06-44A1-81F2-34063F9674B3}"/>
          </ac:spMkLst>
        </pc:spChg>
        <pc:spChg chg="mod">
          <ac:chgData name="Gaurav" userId="cf3cfb45-d90b-4d10-b0a3-97e0956283ba" providerId="ADAL" clId="{262E7ADF-6978-427B-AAB0-09A477C77110}" dt="2021-04-12T01:44:48.318" v="4131" actId="14100"/>
          <ac:spMkLst>
            <pc:docMk/>
            <pc:sldMk cId="207730898" sldId="2146845982"/>
            <ac:spMk id="20" creationId="{CE49BD6E-3453-41BA-A609-1BB2E7CA7AB1}"/>
          </ac:spMkLst>
        </pc:spChg>
        <pc:spChg chg="mod">
          <ac:chgData name="Gaurav" userId="cf3cfb45-d90b-4d10-b0a3-97e0956283ba" providerId="ADAL" clId="{262E7ADF-6978-427B-AAB0-09A477C77110}" dt="2021-04-12T01:44:42.835" v="4130" actId="14100"/>
          <ac:spMkLst>
            <pc:docMk/>
            <pc:sldMk cId="207730898" sldId="2146845982"/>
            <ac:spMk id="23" creationId="{B8C17C4E-762C-4271-89B5-DDCF11EEDC0E}"/>
          </ac:spMkLst>
        </pc:spChg>
      </pc:sldChg>
      <pc:sldChg chg="modSp mod">
        <pc:chgData name="Gaurav" userId="cf3cfb45-d90b-4d10-b0a3-97e0956283ba" providerId="ADAL" clId="{262E7ADF-6978-427B-AAB0-09A477C77110}" dt="2021-03-23T01:50:16.665" v="1096" actId="20577"/>
        <pc:sldMkLst>
          <pc:docMk/>
          <pc:sldMk cId="1510712340" sldId="2146845983"/>
        </pc:sldMkLst>
        <pc:spChg chg="mod">
          <ac:chgData name="Gaurav" userId="cf3cfb45-d90b-4d10-b0a3-97e0956283ba" providerId="ADAL" clId="{262E7ADF-6978-427B-AAB0-09A477C77110}" dt="2021-03-23T01:50:16.665" v="1096" actId="20577"/>
          <ac:spMkLst>
            <pc:docMk/>
            <pc:sldMk cId="1510712340" sldId="2146845983"/>
            <ac:spMk id="51" creationId="{FE288D11-7038-402B-848F-FB5A99378125}"/>
          </ac:spMkLst>
        </pc:spChg>
      </pc:sldChg>
      <pc:sldChg chg="addSp delSp modSp mod ord setBg">
        <pc:chgData name="Gaurav" userId="cf3cfb45-d90b-4d10-b0a3-97e0956283ba" providerId="ADAL" clId="{262E7ADF-6978-427B-AAB0-09A477C77110}" dt="2021-03-23T21:19:33.930" v="2395"/>
        <pc:sldMkLst>
          <pc:docMk/>
          <pc:sldMk cId="1395122171" sldId="2146845984"/>
        </pc:sldMkLst>
        <pc:spChg chg="del">
          <ac:chgData name="Gaurav" userId="cf3cfb45-d90b-4d10-b0a3-97e0956283ba" providerId="ADAL" clId="{262E7ADF-6978-427B-AAB0-09A477C77110}" dt="2021-03-23T21:18:42.806" v="2359" actId="478"/>
          <ac:spMkLst>
            <pc:docMk/>
            <pc:sldMk cId="1395122171" sldId="2146845984"/>
            <ac:spMk id="2" creationId="{47E8D92B-235D-436A-818C-1CCEFC88EB67}"/>
          </ac:spMkLst>
        </pc:spChg>
        <pc:spChg chg="mod">
          <ac:chgData name="Gaurav" userId="cf3cfb45-d90b-4d10-b0a3-97e0956283ba" providerId="ADAL" clId="{262E7ADF-6978-427B-AAB0-09A477C77110}" dt="2021-03-23T21:01:13.552" v="1819" actId="207"/>
          <ac:spMkLst>
            <pc:docMk/>
            <pc:sldMk cId="1395122171" sldId="2146845984"/>
            <ac:spMk id="4" creationId="{24274302-E795-4AE3-9846-E176B8A41D96}"/>
          </ac:spMkLst>
        </pc:spChg>
        <pc:spChg chg="mod">
          <ac:chgData name="Gaurav" userId="cf3cfb45-d90b-4d10-b0a3-97e0956283ba" providerId="ADAL" clId="{262E7ADF-6978-427B-AAB0-09A477C77110}" dt="2021-03-23T21:01:13.552" v="1819" actId="207"/>
          <ac:spMkLst>
            <pc:docMk/>
            <pc:sldMk cId="1395122171" sldId="2146845984"/>
            <ac:spMk id="5" creationId="{7DA76492-CAB7-454B-98AB-D0155E102D14}"/>
          </ac:spMkLst>
        </pc:spChg>
        <pc:spChg chg="add del mod">
          <ac:chgData name="Gaurav" userId="cf3cfb45-d90b-4d10-b0a3-97e0956283ba" providerId="ADAL" clId="{262E7ADF-6978-427B-AAB0-09A477C77110}" dt="2021-03-23T21:18:50.646" v="2361" actId="478"/>
          <ac:spMkLst>
            <pc:docMk/>
            <pc:sldMk cId="1395122171" sldId="2146845984"/>
            <ac:spMk id="6" creationId="{7C475A9E-327F-4409-A53F-A6E39DA631D6}"/>
          </ac:spMkLst>
        </pc:spChg>
        <pc:spChg chg="mod">
          <ac:chgData name="Gaurav" userId="cf3cfb45-d90b-4d10-b0a3-97e0956283ba" providerId="ADAL" clId="{262E7ADF-6978-427B-AAB0-09A477C77110}" dt="2021-03-23T21:01:13.552" v="1819" actId="207"/>
          <ac:spMkLst>
            <pc:docMk/>
            <pc:sldMk cId="1395122171" sldId="2146845984"/>
            <ac:spMk id="7" creationId="{36B61E10-DB36-411E-86A9-487BA83C774E}"/>
          </ac:spMkLst>
        </pc:spChg>
        <pc:spChg chg="add mod">
          <ac:chgData name="Gaurav" userId="cf3cfb45-d90b-4d10-b0a3-97e0956283ba" providerId="ADAL" clId="{262E7ADF-6978-427B-AAB0-09A477C77110}" dt="2021-03-23T21:19:21.195" v="2394" actId="20577"/>
          <ac:spMkLst>
            <pc:docMk/>
            <pc:sldMk cId="1395122171" sldId="2146845984"/>
            <ac:spMk id="8" creationId="{1C518B3B-7578-410B-B50B-84E64D6031E9}"/>
          </ac:spMkLst>
        </pc:spChg>
        <pc:spChg chg="add mod">
          <ac:chgData name="Gaurav" userId="cf3cfb45-d90b-4d10-b0a3-97e0956283ba" providerId="ADAL" clId="{262E7ADF-6978-427B-AAB0-09A477C77110}" dt="2021-03-23T21:19:33.930" v="2395"/>
          <ac:spMkLst>
            <pc:docMk/>
            <pc:sldMk cId="1395122171" sldId="2146845984"/>
            <ac:spMk id="9" creationId="{DB7CD3EA-75F8-45AB-AD64-7C5ED450D846}"/>
          </ac:spMkLst>
        </pc:spChg>
      </pc:sldChg>
      <pc:sldChg chg="addSp delSp modSp new mod setBg">
        <pc:chgData name="Gaurav" userId="cf3cfb45-d90b-4d10-b0a3-97e0956283ba" providerId="ADAL" clId="{262E7ADF-6978-427B-AAB0-09A477C77110}" dt="2021-04-15T11:04:07.936" v="4365" actId="20577"/>
        <pc:sldMkLst>
          <pc:docMk/>
          <pc:sldMk cId="52130966" sldId="2146845985"/>
        </pc:sldMkLst>
        <pc:spChg chg="del mod">
          <ac:chgData name="Gaurav" userId="cf3cfb45-d90b-4d10-b0a3-97e0956283ba" providerId="ADAL" clId="{262E7ADF-6978-427B-AAB0-09A477C77110}" dt="2021-03-23T01:34:57.983" v="1034" actId="478"/>
          <ac:spMkLst>
            <pc:docMk/>
            <pc:sldMk cId="52130966" sldId="2146845985"/>
            <ac:spMk id="2" creationId="{618A409E-922F-425D-A498-F4EB1B2F56F5}"/>
          </ac:spMkLst>
        </pc:spChg>
        <pc:spChg chg="del">
          <ac:chgData name="Gaurav" userId="cf3cfb45-d90b-4d10-b0a3-97e0956283ba" providerId="ADAL" clId="{262E7ADF-6978-427B-AAB0-09A477C77110}" dt="2021-03-22T20:29:42.225" v="659" actId="478"/>
          <ac:spMkLst>
            <pc:docMk/>
            <pc:sldMk cId="52130966" sldId="2146845985"/>
            <ac:spMk id="3" creationId="{A7CB3D08-07B3-4BFF-BF20-783BDF44F381}"/>
          </ac:spMkLst>
        </pc:spChg>
        <pc:spChg chg="add mod">
          <ac:chgData name="Gaurav" userId="cf3cfb45-d90b-4d10-b0a3-97e0956283ba" providerId="ADAL" clId="{262E7ADF-6978-427B-AAB0-09A477C77110}" dt="2021-04-06T10:47:07.839" v="2437" actId="20577"/>
          <ac:spMkLst>
            <pc:docMk/>
            <pc:sldMk cId="52130966" sldId="2146845985"/>
            <ac:spMk id="4" creationId="{00425640-171B-44FE-AA2A-3185FFF69802}"/>
          </ac:spMkLst>
        </pc:spChg>
        <pc:spChg chg="del">
          <ac:chgData name="Gaurav" userId="cf3cfb45-d90b-4d10-b0a3-97e0956283ba" providerId="ADAL" clId="{262E7ADF-6978-427B-AAB0-09A477C77110}" dt="2021-03-23T01:35:49.507" v="1048" actId="478"/>
          <ac:spMkLst>
            <pc:docMk/>
            <pc:sldMk cId="52130966" sldId="2146845985"/>
            <ac:spMk id="4" creationId="{EB5946E0-12C9-450D-8C7A-C58EB5B0008E}"/>
          </ac:spMkLst>
        </pc:spChg>
        <pc:spChg chg="del">
          <ac:chgData name="Gaurav" userId="cf3cfb45-d90b-4d10-b0a3-97e0956283ba" providerId="ADAL" clId="{262E7ADF-6978-427B-AAB0-09A477C77110}" dt="2021-03-23T01:35:49.507" v="1048" actId="478"/>
          <ac:spMkLst>
            <pc:docMk/>
            <pc:sldMk cId="52130966" sldId="2146845985"/>
            <ac:spMk id="5" creationId="{7D85EEA5-A1DC-4B96-8250-B3AD9ED0D92F}"/>
          </ac:spMkLst>
        </pc:spChg>
        <pc:spChg chg="del">
          <ac:chgData name="Gaurav" userId="cf3cfb45-d90b-4d10-b0a3-97e0956283ba" providerId="ADAL" clId="{262E7ADF-6978-427B-AAB0-09A477C77110}" dt="2021-03-23T01:35:49.507" v="1048" actId="478"/>
          <ac:spMkLst>
            <pc:docMk/>
            <pc:sldMk cId="52130966" sldId="2146845985"/>
            <ac:spMk id="6" creationId="{5B7085CF-006D-494A-872D-A74862A35AAD}"/>
          </ac:spMkLst>
        </pc:spChg>
        <pc:spChg chg="mod">
          <ac:chgData name="Gaurav" userId="cf3cfb45-d90b-4d10-b0a3-97e0956283ba" providerId="ADAL" clId="{262E7ADF-6978-427B-AAB0-09A477C77110}" dt="2021-03-23T01:20:58.080" v="801"/>
          <ac:spMkLst>
            <pc:docMk/>
            <pc:sldMk cId="52130966" sldId="2146845985"/>
            <ac:spMk id="7" creationId="{57D641DE-5946-4C0A-9AFC-FD7880CD502D}"/>
          </ac:spMkLst>
        </pc:spChg>
        <pc:spChg chg="add mod">
          <ac:chgData name="Gaurav" userId="cf3cfb45-d90b-4d10-b0a3-97e0956283ba" providerId="ADAL" clId="{262E7ADF-6978-427B-AAB0-09A477C77110}" dt="2021-03-23T21:19:56.243" v="2396"/>
          <ac:spMkLst>
            <pc:docMk/>
            <pc:sldMk cId="52130966" sldId="2146845985"/>
            <ac:spMk id="7" creationId="{8575D46A-301D-4C30-AF66-429203BC84EF}"/>
          </ac:spMkLst>
        </pc:spChg>
        <pc:spChg chg="add mod">
          <ac:chgData name="Gaurav" userId="cf3cfb45-d90b-4d10-b0a3-97e0956283ba" providerId="ADAL" clId="{262E7ADF-6978-427B-AAB0-09A477C77110}" dt="2021-04-15T11:04:07.936" v="4365" actId="20577"/>
          <ac:spMkLst>
            <pc:docMk/>
            <pc:sldMk cId="52130966" sldId="2146845985"/>
            <ac:spMk id="8" creationId="{B7803F10-FD06-4AC0-B0C4-83AFA630665E}"/>
          </ac:spMkLst>
        </pc:spChg>
        <pc:spChg chg="mod">
          <ac:chgData name="Gaurav" userId="cf3cfb45-d90b-4d10-b0a3-97e0956283ba" providerId="ADAL" clId="{262E7ADF-6978-427B-AAB0-09A477C77110}" dt="2021-03-23T01:20:58.080" v="801"/>
          <ac:spMkLst>
            <pc:docMk/>
            <pc:sldMk cId="52130966" sldId="2146845985"/>
            <ac:spMk id="9" creationId="{458F1105-4A83-485D-A8B1-94DCCD80A736}"/>
          </ac:spMkLst>
        </pc:spChg>
        <pc:spChg chg="mod">
          <ac:chgData name="Gaurav" userId="cf3cfb45-d90b-4d10-b0a3-97e0956283ba" providerId="ADAL" clId="{262E7ADF-6978-427B-AAB0-09A477C77110}" dt="2021-03-23T01:20:58.080" v="801"/>
          <ac:spMkLst>
            <pc:docMk/>
            <pc:sldMk cId="52130966" sldId="2146845985"/>
            <ac:spMk id="10" creationId="{8D647B46-2B12-4DF6-9EF8-1BE30C475E83}"/>
          </ac:spMkLst>
        </pc:spChg>
        <pc:spChg chg="mod">
          <ac:chgData name="Gaurav" userId="cf3cfb45-d90b-4d10-b0a3-97e0956283ba" providerId="ADAL" clId="{262E7ADF-6978-427B-AAB0-09A477C77110}" dt="2021-03-23T01:20:58.080" v="801"/>
          <ac:spMkLst>
            <pc:docMk/>
            <pc:sldMk cId="52130966" sldId="2146845985"/>
            <ac:spMk id="11" creationId="{340A7F5C-15CD-4061-9663-BCCB136FC629}"/>
          </ac:spMkLst>
        </pc:spChg>
        <pc:spChg chg="mod">
          <ac:chgData name="Gaurav" userId="cf3cfb45-d90b-4d10-b0a3-97e0956283ba" providerId="ADAL" clId="{262E7ADF-6978-427B-AAB0-09A477C77110}" dt="2021-03-23T01:20:58.080" v="801"/>
          <ac:spMkLst>
            <pc:docMk/>
            <pc:sldMk cId="52130966" sldId="2146845985"/>
            <ac:spMk id="12" creationId="{E64F3535-9B02-4076-A739-1415D6B8BA97}"/>
          </ac:spMkLst>
        </pc:spChg>
        <pc:spChg chg="mod">
          <ac:chgData name="Gaurav" userId="cf3cfb45-d90b-4d10-b0a3-97e0956283ba" providerId="ADAL" clId="{262E7ADF-6978-427B-AAB0-09A477C77110}" dt="2021-03-23T01:20:58.080" v="801"/>
          <ac:spMkLst>
            <pc:docMk/>
            <pc:sldMk cId="52130966" sldId="2146845985"/>
            <ac:spMk id="13" creationId="{8D647B46-2B12-4DF6-9EF8-1BE30C475E83}"/>
          </ac:spMkLst>
        </pc:spChg>
        <pc:spChg chg="mod">
          <ac:chgData name="Gaurav" userId="cf3cfb45-d90b-4d10-b0a3-97e0956283ba" providerId="ADAL" clId="{262E7ADF-6978-427B-AAB0-09A477C77110}" dt="2021-03-23T01:20:58.080" v="801"/>
          <ac:spMkLst>
            <pc:docMk/>
            <pc:sldMk cId="52130966" sldId="2146845985"/>
            <ac:spMk id="14" creationId="{31A795C4-C377-4F21-B0DA-670239735537}"/>
          </ac:spMkLst>
        </pc:spChg>
        <pc:spChg chg="mod">
          <ac:chgData name="Gaurav" userId="cf3cfb45-d90b-4d10-b0a3-97e0956283ba" providerId="ADAL" clId="{262E7ADF-6978-427B-AAB0-09A477C77110}" dt="2021-03-23T01:20:58.080" v="801"/>
          <ac:spMkLst>
            <pc:docMk/>
            <pc:sldMk cId="52130966" sldId="2146845985"/>
            <ac:spMk id="15" creationId="{C60CC365-0C32-4FEB-9EE0-432080A89CCA}"/>
          </ac:spMkLst>
        </pc:spChg>
        <pc:spChg chg="mod">
          <ac:chgData name="Gaurav" userId="cf3cfb45-d90b-4d10-b0a3-97e0956283ba" providerId="ADAL" clId="{262E7ADF-6978-427B-AAB0-09A477C77110}" dt="2021-03-23T01:20:58.080" v="801"/>
          <ac:spMkLst>
            <pc:docMk/>
            <pc:sldMk cId="52130966" sldId="2146845985"/>
            <ac:spMk id="16" creationId="{8D647B46-2B12-4DF6-9EF8-1BE30C475E83}"/>
          </ac:spMkLst>
        </pc:spChg>
        <pc:spChg chg="add del mod">
          <ac:chgData name="Gaurav" userId="cf3cfb45-d90b-4d10-b0a3-97e0956283ba" providerId="ADAL" clId="{262E7ADF-6978-427B-AAB0-09A477C77110}" dt="2021-03-23T01:35:01.554" v="1035" actId="478"/>
          <ac:spMkLst>
            <pc:docMk/>
            <pc:sldMk cId="52130966" sldId="2146845985"/>
            <ac:spMk id="20" creationId="{D34FA28F-878C-4503-B8BA-B54E36D03712}"/>
          </ac:spMkLst>
        </pc:spChg>
        <pc:spChg chg="add mod">
          <ac:chgData name="Gaurav" userId="cf3cfb45-d90b-4d10-b0a3-97e0956283ba" providerId="ADAL" clId="{262E7ADF-6978-427B-AAB0-09A477C77110}" dt="2021-03-23T01:35:13.944" v="1046" actId="20577"/>
          <ac:spMkLst>
            <pc:docMk/>
            <pc:sldMk cId="52130966" sldId="2146845985"/>
            <ac:spMk id="21" creationId="{FAE0DC63-9B00-47AA-9993-6D62B3B788D9}"/>
          </ac:spMkLst>
        </pc:spChg>
        <pc:picChg chg="mod">
          <ac:chgData name="Gaurav" userId="cf3cfb45-d90b-4d10-b0a3-97e0956283ba" providerId="ADAL" clId="{262E7ADF-6978-427B-AAB0-09A477C77110}" dt="2021-03-23T01:20:58.080" v="801"/>
          <ac:picMkLst>
            <pc:docMk/>
            <pc:sldMk cId="52130966" sldId="2146845985"/>
            <ac:picMk id="17" creationId="{3F435E28-195D-4F00-896E-F01919735BF0}"/>
          </ac:picMkLst>
        </pc:picChg>
        <pc:picChg chg="mod">
          <ac:chgData name="Gaurav" userId="cf3cfb45-d90b-4d10-b0a3-97e0956283ba" providerId="ADAL" clId="{262E7ADF-6978-427B-AAB0-09A477C77110}" dt="2021-03-23T01:20:58.080" v="801"/>
          <ac:picMkLst>
            <pc:docMk/>
            <pc:sldMk cId="52130966" sldId="2146845985"/>
            <ac:picMk id="18" creationId="{E4AF7F54-56A2-4E03-985A-DDD8E47806A9}"/>
          </ac:picMkLst>
        </pc:picChg>
        <pc:picChg chg="mod">
          <ac:chgData name="Gaurav" userId="cf3cfb45-d90b-4d10-b0a3-97e0956283ba" providerId="ADAL" clId="{262E7ADF-6978-427B-AAB0-09A477C77110}" dt="2021-03-23T01:20:58.080" v="801"/>
          <ac:picMkLst>
            <pc:docMk/>
            <pc:sldMk cId="52130966" sldId="2146845985"/>
            <ac:picMk id="19" creationId="{C554BF6B-A0A8-4D18-BB2D-E2FEC5C8B157}"/>
          </ac:picMkLst>
        </pc:picChg>
        <pc:cxnChg chg="add mod">
          <ac:chgData name="Gaurav" userId="cf3cfb45-d90b-4d10-b0a3-97e0956283ba" providerId="ADAL" clId="{262E7ADF-6978-427B-AAB0-09A477C77110}" dt="2021-03-23T20:39:06.591" v="1610" actId="208"/>
          <ac:cxnSpMkLst>
            <pc:docMk/>
            <pc:sldMk cId="52130966" sldId="2146845985"/>
            <ac:cxnSpMk id="3" creationId="{809F74E5-6CF5-44FE-A2D1-FF6E652C908B}"/>
          </ac:cxnSpMkLst>
        </pc:cxnChg>
      </pc:sldChg>
      <pc:sldChg chg="addSp delSp modSp new mod setBg">
        <pc:chgData name="Gaurav" userId="cf3cfb45-d90b-4d10-b0a3-97e0956283ba" providerId="ADAL" clId="{262E7ADF-6978-427B-AAB0-09A477C77110}" dt="2021-04-12T03:44:44.684" v="4326" actId="207"/>
        <pc:sldMkLst>
          <pc:docMk/>
          <pc:sldMk cId="1690488660" sldId="2146845986"/>
        </pc:sldMkLst>
        <pc:spChg chg="del">
          <ac:chgData name="Gaurav" userId="cf3cfb45-d90b-4d10-b0a3-97e0956283ba" providerId="ADAL" clId="{262E7ADF-6978-427B-AAB0-09A477C77110}" dt="2021-03-22T23:20:08.159" v="686" actId="478"/>
          <ac:spMkLst>
            <pc:docMk/>
            <pc:sldMk cId="1690488660" sldId="2146845986"/>
            <ac:spMk id="3" creationId="{9E85E2BA-9D2F-4C05-B2C7-40EEDD06BCD7}"/>
          </ac:spMkLst>
        </pc:spChg>
        <pc:spChg chg="add mod">
          <ac:chgData name="Gaurav" userId="cf3cfb45-d90b-4d10-b0a3-97e0956283ba" providerId="ADAL" clId="{262E7ADF-6978-427B-AAB0-09A477C77110}" dt="2021-04-12T03:44:44.684" v="4326" actId="207"/>
          <ac:spMkLst>
            <pc:docMk/>
            <pc:sldMk cId="1690488660" sldId="2146845986"/>
            <ac:spMk id="4" creationId="{FB156886-BDB3-4FDE-B5CE-4FA2EE1400CA}"/>
          </ac:spMkLst>
        </pc:spChg>
        <pc:spChg chg="add mod">
          <ac:chgData name="Gaurav" userId="cf3cfb45-d90b-4d10-b0a3-97e0956283ba" providerId="ADAL" clId="{262E7ADF-6978-427B-AAB0-09A477C77110}" dt="2021-04-06T11:24:27.395" v="2662" actId="20577"/>
          <ac:spMkLst>
            <pc:docMk/>
            <pc:sldMk cId="1690488660" sldId="2146845986"/>
            <ac:spMk id="5" creationId="{34EF8608-9EDF-4FCE-BDD5-DE821B04DA66}"/>
          </ac:spMkLst>
        </pc:spChg>
        <pc:spChg chg="add mod">
          <ac:chgData name="Gaurav" userId="cf3cfb45-d90b-4d10-b0a3-97e0956283ba" providerId="ADAL" clId="{262E7ADF-6978-427B-AAB0-09A477C77110}" dt="2021-03-23T01:40:59.220" v="1072" actId="207"/>
          <ac:spMkLst>
            <pc:docMk/>
            <pc:sldMk cId="1690488660" sldId="2146845986"/>
            <ac:spMk id="6" creationId="{404A2925-0765-4EEC-8670-9ADAFA78E793}"/>
          </ac:spMkLst>
        </pc:spChg>
        <pc:spChg chg="add mod">
          <ac:chgData name="Gaurav" userId="cf3cfb45-d90b-4d10-b0a3-97e0956283ba" providerId="ADAL" clId="{262E7ADF-6978-427B-AAB0-09A477C77110}" dt="2021-03-23T21:20:15.630" v="2399"/>
          <ac:spMkLst>
            <pc:docMk/>
            <pc:sldMk cId="1690488660" sldId="2146845986"/>
            <ac:spMk id="7" creationId="{7C2B5104-F788-4DA9-BA7E-EBB6C0EF36EF}"/>
          </ac:spMkLst>
        </pc:spChg>
        <pc:spChg chg="add del mod">
          <ac:chgData name="Gaurav" userId="cf3cfb45-d90b-4d10-b0a3-97e0956283ba" providerId="ADAL" clId="{262E7ADF-6978-427B-AAB0-09A477C77110}" dt="2021-04-06T11:33:40.854" v="2671" actId="478"/>
          <ac:spMkLst>
            <pc:docMk/>
            <pc:sldMk cId="1690488660" sldId="2146845986"/>
            <ac:spMk id="8" creationId="{DB9AD574-CF26-40E3-A826-8EA74FB23AEF}"/>
          </ac:spMkLst>
        </pc:spChg>
        <pc:picChg chg="add del mod">
          <ac:chgData name="Gaurav" userId="cf3cfb45-d90b-4d10-b0a3-97e0956283ba" providerId="ADAL" clId="{262E7ADF-6978-427B-AAB0-09A477C77110}" dt="2021-04-06T11:32:31.349" v="2670" actId="478"/>
          <ac:picMkLst>
            <pc:docMk/>
            <pc:sldMk cId="1690488660" sldId="2146845986"/>
            <ac:picMk id="3" creationId="{A74E2679-91F9-4F11-8010-4FAA5169DB3A}"/>
          </ac:picMkLst>
        </pc:picChg>
        <pc:picChg chg="add mod">
          <ac:chgData name="Gaurav" userId="cf3cfb45-d90b-4d10-b0a3-97e0956283ba" providerId="ADAL" clId="{262E7ADF-6978-427B-AAB0-09A477C77110}" dt="2021-03-22T23:20:23.914" v="688" actId="1076"/>
          <ac:picMkLst>
            <pc:docMk/>
            <pc:sldMk cId="1690488660" sldId="2146845986"/>
            <ac:picMk id="4" creationId="{1FEF06A9-94CB-4ACF-A5DF-BCDA12216455}"/>
          </ac:picMkLst>
        </pc:picChg>
      </pc:sldChg>
      <pc:sldChg chg="new del">
        <pc:chgData name="Gaurav" userId="cf3cfb45-d90b-4d10-b0a3-97e0956283ba" providerId="ADAL" clId="{262E7ADF-6978-427B-AAB0-09A477C77110}" dt="2021-03-22T23:22:57.680" v="712" actId="47"/>
        <pc:sldMkLst>
          <pc:docMk/>
          <pc:sldMk cId="3444678488" sldId="2146845987"/>
        </pc:sldMkLst>
      </pc:sldChg>
      <pc:sldChg chg="delSp modSp del mod">
        <pc:chgData name="Gaurav" userId="cf3cfb45-d90b-4d10-b0a3-97e0956283ba" providerId="ADAL" clId="{262E7ADF-6978-427B-AAB0-09A477C77110}" dt="2021-03-23T01:48:32.984" v="1078" actId="47"/>
        <pc:sldMkLst>
          <pc:docMk/>
          <pc:sldMk cId="2217414918" sldId="2146845988"/>
        </pc:sldMkLst>
        <pc:spChg chg="mod">
          <ac:chgData name="Gaurav" userId="cf3cfb45-d90b-4d10-b0a3-97e0956283ba" providerId="ADAL" clId="{262E7ADF-6978-427B-AAB0-09A477C77110}" dt="2021-03-22T23:23:06.028" v="730" actId="20577"/>
          <ac:spMkLst>
            <pc:docMk/>
            <pc:sldMk cId="2217414918" sldId="2146845988"/>
            <ac:spMk id="5" creationId="{34EF8608-9EDF-4FCE-BDD5-DE821B04DA66}"/>
          </ac:spMkLst>
        </pc:spChg>
        <pc:picChg chg="del">
          <ac:chgData name="Gaurav" userId="cf3cfb45-d90b-4d10-b0a3-97e0956283ba" providerId="ADAL" clId="{262E7ADF-6978-427B-AAB0-09A477C77110}" dt="2021-03-22T23:23:13.516" v="731" actId="478"/>
          <ac:picMkLst>
            <pc:docMk/>
            <pc:sldMk cId="2217414918" sldId="2146845988"/>
            <ac:picMk id="4" creationId="{1FEF06A9-94CB-4ACF-A5DF-BCDA12216455}"/>
          </ac:picMkLst>
        </pc:picChg>
      </pc:sldChg>
      <pc:sldChg chg="addSp delSp modSp new mod setBg">
        <pc:chgData name="Gaurav" userId="cf3cfb45-d90b-4d10-b0a3-97e0956283ba" providerId="ADAL" clId="{262E7ADF-6978-427B-AAB0-09A477C77110}" dt="2021-04-06T10:53:52.181" v="2563" actId="1076"/>
        <pc:sldMkLst>
          <pc:docMk/>
          <pc:sldMk cId="3812753414" sldId="2146845989"/>
        </pc:sldMkLst>
        <pc:spChg chg="add mod">
          <ac:chgData name="Gaurav" userId="cf3cfb45-d90b-4d10-b0a3-97e0956283ba" providerId="ADAL" clId="{262E7ADF-6978-427B-AAB0-09A477C77110}" dt="2021-04-06T10:53:20.715" v="2558" actId="14100"/>
          <ac:spMkLst>
            <pc:docMk/>
            <pc:sldMk cId="3812753414" sldId="2146845989"/>
            <ac:spMk id="2" creationId="{56839821-EF95-4699-ADDE-142395DB1C28}"/>
          </ac:spMkLst>
        </pc:spChg>
        <pc:spChg chg="del">
          <ac:chgData name="Gaurav" userId="cf3cfb45-d90b-4d10-b0a3-97e0956283ba" providerId="ADAL" clId="{262E7ADF-6978-427B-AAB0-09A477C77110}" dt="2021-03-23T01:21:53.740" v="809" actId="478"/>
          <ac:spMkLst>
            <pc:docMk/>
            <pc:sldMk cId="3812753414" sldId="2146845989"/>
            <ac:spMk id="2" creationId="{D4A32CA4-8A55-4830-8F98-885580A1273C}"/>
          </ac:spMkLst>
        </pc:spChg>
        <pc:spChg chg="del">
          <ac:chgData name="Gaurav" userId="cf3cfb45-d90b-4d10-b0a3-97e0956283ba" providerId="ADAL" clId="{262E7ADF-6978-427B-AAB0-09A477C77110}" dt="2021-03-23T01:21:04.743" v="803" actId="478"/>
          <ac:spMkLst>
            <pc:docMk/>
            <pc:sldMk cId="3812753414" sldId="2146845989"/>
            <ac:spMk id="3" creationId="{BE347B78-A32A-4162-AACE-C5B324A716DD}"/>
          </ac:spMkLst>
        </pc:spChg>
        <pc:spChg chg="del mod">
          <ac:chgData name="Gaurav" userId="cf3cfb45-d90b-4d10-b0a3-97e0956283ba" providerId="ADAL" clId="{262E7ADF-6978-427B-AAB0-09A477C77110}" dt="2021-03-23T01:48:01.867" v="1075" actId="478"/>
          <ac:spMkLst>
            <pc:docMk/>
            <pc:sldMk cId="3812753414" sldId="2146845989"/>
            <ac:spMk id="4" creationId="{DC810576-0DAC-461F-B8FA-2BEAFA6201CB}"/>
          </ac:spMkLst>
        </pc:spChg>
        <pc:spChg chg="del mod">
          <ac:chgData name="Gaurav" userId="cf3cfb45-d90b-4d10-b0a3-97e0956283ba" providerId="ADAL" clId="{262E7ADF-6978-427B-AAB0-09A477C77110}" dt="2021-03-23T01:48:01.867" v="1075" actId="478"/>
          <ac:spMkLst>
            <pc:docMk/>
            <pc:sldMk cId="3812753414" sldId="2146845989"/>
            <ac:spMk id="5" creationId="{81772A58-5D82-411A-823E-9CADBC5C5092}"/>
          </ac:spMkLst>
        </pc:spChg>
        <pc:spChg chg="del mod">
          <ac:chgData name="Gaurav" userId="cf3cfb45-d90b-4d10-b0a3-97e0956283ba" providerId="ADAL" clId="{262E7ADF-6978-427B-AAB0-09A477C77110}" dt="2021-03-23T01:48:01.867" v="1075" actId="478"/>
          <ac:spMkLst>
            <pc:docMk/>
            <pc:sldMk cId="3812753414" sldId="2146845989"/>
            <ac:spMk id="6" creationId="{A02ED92D-E57F-4C1B-B493-365D46819116}"/>
          </ac:spMkLst>
        </pc:spChg>
        <pc:spChg chg="add mod">
          <ac:chgData name="Gaurav" userId="cf3cfb45-d90b-4d10-b0a3-97e0956283ba" providerId="ADAL" clId="{262E7ADF-6978-427B-AAB0-09A477C77110}" dt="2021-04-06T10:52:43.407" v="2550" actId="1076"/>
          <ac:spMkLst>
            <pc:docMk/>
            <pc:sldMk cId="3812753414" sldId="2146845989"/>
            <ac:spMk id="7" creationId="{57D641DE-5946-4C0A-9AFC-FD7880CD502D}"/>
          </ac:spMkLst>
        </pc:spChg>
        <pc:spChg chg="add mod">
          <ac:chgData name="Gaurav" userId="cf3cfb45-d90b-4d10-b0a3-97e0956283ba" providerId="ADAL" clId="{262E7ADF-6978-427B-AAB0-09A477C77110}" dt="2021-04-06T10:52:43.407" v="2550" actId="1076"/>
          <ac:spMkLst>
            <pc:docMk/>
            <pc:sldMk cId="3812753414" sldId="2146845989"/>
            <ac:spMk id="8" creationId="{458F1105-4A83-485D-A8B1-94DCCD80A736}"/>
          </ac:spMkLst>
        </pc:spChg>
        <pc:spChg chg="add mod">
          <ac:chgData name="Gaurav" userId="cf3cfb45-d90b-4d10-b0a3-97e0956283ba" providerId="ADAL" clId="{262E7ADF-6978-427B-AAB0-09A477C77110}" dt="2021-04-06T10:52:43.407" v="2550" actId="1076"/>
          <ac:spMkLst>
            <pc:docMk/>
            <pc:sldMk cId="3812753414" sldId="2146845989"/>
            <ac:spMk id="9" creationId="{8D647B46-2B12-4DF6-9EF8-1BE30C475E83}"/>
          </ac:spMkLst>
        </pc:spChg>
        <pc:spChg chg="add mod">
          <ac:chgData name="Gaurav" userId="cf3cfb45-d90b-4d10-b0a3-97e0956283ba" providerId="ADAL" clId="{262E7ADF-6978-427B-AAB0-09A477C77110}" dt="2021-04-06T10:52:36.626" v="2549" actId="1076"/>
          <ac:spMkLst>
            <pc:docMk/>
            <pc:sldMk cId="3812753414" sldId="2146845989"/>
            <ac:spMk id="10" creationId="{340A7F5C-15CD-4061-9663-BCCB136FC629}"/>
          </ac:spMkLst>
        </pc:spChg>
        <pc:spChg chg="add mod">
          <ac:chgData name="Gaurav" userId="cf3cfb45-d90b-4d10-b0a3-97e0956283ba" providerId="ADAL" clId="{262E7ADF-6978-427B-AAB0-09A477C77110}" dt="2021-04-06T10:52:33.585" v="2548" actId="1076"/>
          <ac:spMkLst>
            <pc:docMk/>
            <pc:sldMk cId="3812753414" sldId="2146845989"/>
            <ac:spMk id="11" creationId="{E64F3535-9B02-4076-A739-1415D6B8BA97}"/>
          </ac:spMkLst>
        </pc:spChg>
        <pc:spChg chg="add mod">
          <ac:chgData name="Gaurav" userId="cf3cfb45-d90b-4d10-b0a3-97e0956283ba" providerId="ADAL" clId="{262E7ADF-6978-427B-AAB0-09A477C77110}" dt="2021-04-06T10:52:33.585" v="2548" actId="1076"/>
          <ac:spMkLst>
            <pc:docMk/>
            <pc:sldMk cId="3812753414" sldId="2146845989"/>
            <ac:spMk id="12" creationId="{8D647B46-2B12-4DF6-9EF8-1BE30C475E83}"/>
          </ac:spMkLst>
        </pc:spChg>
        <pc:spChg chg="add mod">
          <ac:chgData name="Gaurav" userId="cf3cfb45-d90b-4d10-b0a3-97e0956283ba" providerId="ADAL" clId="{262E7ADF-6978-427B-AAB0-09A477C77110}" dt="2021-04-06T10:52:53.835" v="2552" actId="1076"/>
          <ac:spMkLst>
            <pc:docMk/>
            <pc:sldMk cId="3812753414" sldId="2146845989"/>
            <ac:spMk id="13" creationId="{31A795C4-C377-4F21-B0DA-670239735537}"/>
          </ac:spMkLst>
        </pc:spChg>
        <pc:spChg chg="add mod">
          <ac:chgData name="Gaurav" userId="cf3cfb45-d90b-4d10-b0a3-97e0956283ba" providerId="ADAL" clId="{262E7ADF-6978-427B-AAB0-09A477C77110}" dt="2021-04-06T10:52:53.835" v="2552" actId="1076"/>
          <ac:spMkLst>
            <pc:docMk/>
            <pc:sldMk cId="3812753414" sldId="2146845989"/>
            <ac:spMk id="14" creationId="{C60CC365-0C32-4FEB-9EE0-432080A89CCA}"/>
          </ac:spMkLst>
        </pc:spChg>
        <pc:spChg chg="add mod">
          <ac:chgData name="Gaurav" userId="cf3cfb45-d90b-4d10-b0a3-97e0956283ba" providerId="ADAL" clId="{262E7ADF-6978-427B-AAB0-09A477C77110}" dt="2021-04-06T10:52:53.835" v="2552" actId="1076"/>
          <ac:spMkLst>
            <pc:docMk/>
            <pc:sldMk cId="3812753414" sldId="2146845989"/>
            <ac:spMk id="15" creationId="{8D647B46-2B12-4DF6-9EF8-1BE30C475E83}"/>
          </ac:spMkLst>
        </pc:spChg>
        <pc:spChg chg="add mod">
          <ac:chgData name="Gaurav" userId="cf3cfb45-d90b-4d10-b0a3-97e0956283ba" providerId="ADAL" clId="{262E7ADF-6978-427B-AAB0-09A477C77110}" dt="2021-04-06T10:51:53.074" v="2541" actId="20577"/>
          <ac:spMkLst>
            <pc:docMk/>
            <pc:sldMk cId="3812753414" sldId="2146845989"/>
            <ac:spMk id="19" creationId="{431FF642-D80E-4148-B518-F4E87EA10B69}"/>
          </ac:spMkLst>
        </pc:spChg>
        <pc:spChg chg="add del mod">
          <ac:chgData name="Gaurav" userId="cf3cfb45-d90b-4d10-b0a3-97e0956283ba" providerId="ADAL" clId="{262E7ADF-6978-427B-AAB0-09A477C77110}" dt="2021-03-23T20:41:30.324" v="1614" actId="478"/>
          <ac:spMkLst>
            <pc:docMk/>
            <pc:sldMk cId="3812753414" sldId="2146845989"/>
            <ac:spMk id="20" creationId="{558D67AF-EF62-4DC5-A6AE-3BEB86595EA6}"/>
          </ac:spMkLst>
        </pc:spChg>
        <pc:spChg chg="add mod">
          <ac:chgData name="Gaurav" userId="cf3cfb45-d90b-4d10-b0a3-97e0956283ba" providerId="ADAL" clId="{262E7ADF-6978-427B-AAB0-09A477C77110}" dt="2021-04-06T10:53:52.181" v="2563" actId="1076"/>
          <ac:spMkLst>
            <pc:docMk/>
            <pc:sldMk cId="3812753414" sldId="2146845989"/>
            <ac:spMk id="20" creationId="{C288D6FD-00C2-4CF8-AE0B-7F4782777554}"/>
          </ac:spMkLst>
        </pc:spChg>
        <pc:spChg chg="add mod">
          <ac:chgData name="Gaurav" userId="cf3cfb45-d90b-4d10-b0a3-97e0956283ba" providerId="ADAL" clId="{262E7ADF-6978-427B-AAB0-09A477C77110}" dt="2021-03-23T21:20:02.989" v="2397"/>
          <ac:spMkLst>
            <pc:docMk/>
            <pc:sldMk cId="3812753414" sldId="2146845989"/>
            <ac:spMk id="21" creationId="{FBE45FB3-E412-4A39-9EBB-A738D2C5E830}"/>
          </ac:spMkLst>
        </pc:spChg>
        <pc:picChg chg="add mod">
          <ac:chgData name="Gaurav" userId="cf3cfb45-d90b-4d10-b0a3-97e0956283ba" providerId="ADAL" clId="{262E7ADF-6978-427B-AAB0-09A477C77110}" dt="2021-04-06T10:52:46.719" v="2551" actId="1076"/>
          <ac:picMkLst>
            <pc:docMk/>
            <pc:sldMk cId="3812753414" sldId="2146845989"/>
            <ac:picMk id="16" creationId="{824AA1EA-5270-41C2-9498-29E7B13A5C77}"/>
          </ac:picMkLst>
        </pc:picChg>
        <pc:picChg chg="add mod">
          <ac:chgData name="Gaurav" userId="cf3cfb45-d90b-4d10-b0a3-97e0956283ba" providerId="ADAL" clId="{262E7ADF-6978-427B-AAB0-09A477C77110}" dt="2021-04-06T10:52:33.585" v="2548" actId="1076"/>
          <ac:picMkLst>
            <pc:docMk/>
            <pc:sldMk cId="3812753414" sldId="2146845989"/>
            <ac:picMk id="17" creationId="{4E0E5B29-7BA4-45A0-A70E-910504CFF2EB}"/>
          </ac:picMkLst>
        </pc:picChg>
        <pc:picChg chg="add mod">
          <ac:chgData name="Gaurav" userId="cf3cfb45-d90b-4d10-b0a3-97e0956283ba" providerId="ADAL" clId="{262E7ADF-6978-427B-AAB0-09A477C77110}" dt="2021-04-06T10:52:53.835" v="2552" actId="1076"/>
          <ac:picMkLst>
            <pc:docMk/>
            <pc:sldMk cId="3812753414" sldId="2146845989"/>
            <ac:picMk id="18" creationId="{13C1E9E4-994C-4085-AAFC-19064972255C}"/>
          </ac:picMkLst>
        </pc:picChg>
      </pc:sldChg>
      <pc:sldChg chg="addSp delSp modSp new mod setBg">
        <pc:chgData name="Gaurav" userId="cf3cfb45-d90b-4d10-b0a3-97e0956283ba" providerId="ADAL" clId="{262E7ADF-6978-427B-AAB0-09A477C77110}" dt="2021-04-06T10:54:33.827" v="2587"/>
        <pc:sldMkLst>
          <pc:docMk/>
          <pc:sldMk cId="3787782999" sldId="2146845990"/>
        </pc:sldMkLst>
        <pc:spChg chg="del">
          <ac:chgData name="Gaurav" userId="cf3cfb45-d90b-4d10-b0a3-97e0956283ba" providerId="ADAL" clId="{262E7ADF-6978-427B-AAB0-09A477C77110}" dt="2021-03-23T01:29:29.037" v="970" actId="478"/>
          <ac:spMkLst>
            <pc:docMk/>
            <pc:sldMk cId="3787782999" sldId="2146845990"/>
            <ac:spMk id="2" creationId="{ED81C0DB-8EEC-4642-8DC3-D1A449F12940}"/>
          </ac:spMkLst>
        </pc:spChg>
        <pc:spChg chg="del">
          <ac:chgData name="Gaurav" userId="cf3cfb45-d90b-4d10-b0a3-97e0956283ba" providerId="ADAL" clId="{262E7ADF-6978-427B-AAB0-09A477C77110}" dt="2021-03-23T01:29:29.037" v="970" actId="478"/>
          <ac:spMkLst>
            <pc:docMk/>
            <pc:sldMk cId="3787782999" sldId="2146845990"/>
            <ac:spMk id="3" creationId="{1126EEE6-78D7-40BB-B539-3DB405D35B51}"/>
          </ac:spMkLst>
        </pc:spChg>
        <pc:spChg chg="del">
          <ac:chgData name="Gaurav" userId="cf3cfb45-d90b-4d10-b0a3-97e0956283ba" providerId="ADAL" clId="{262E7ADF-6978-427B-AAB0-09A477C77110}" dt="2021-03-23T01:29:29.037" v="970" actId="478"/>
          <ac:spMkLst>
            <pc:docMk/>
            <pc:sldMk cId="3787782999" sldId="2146845990"/>
            <ac:spMk id="4" creationId="{E2A8B5A8-128D-4291-8DCD-29AE834674B6}"/>
          </ac:spMkLst>
        </pc:spChg>
        <pc:spChg chg="del">
          <ac:chgData name="Gaurav" userId="cf3cfb45-d90b-4d10-b0a3-97e0956283ba" providerId="ADAL" clId="{262E7ADF-6978-427B-AAB0-09A477C77110}" dt="2021-03-23T01:29:29.037" v="970" actId="478"/>
          <ac:spMkLst>
            <pc:docMk/>
            <pc:sldMk cId="3787782999" sldId="2146845990"/>
            <ac:spMk id="5" creationId="{DF2BDC7F-83F4-4AA3-B5FE-3B45EFA39AA1}"/>
          </ac:spMkLst>
        </pc:spChg>
        <pc:spChg chg="del">
          <ac:chgData name="Gaurav" userId="cf3cfb45-d90b-4d10-b0a3-97e0956283ba" providerId="ADAL" clId="{262E7ADF-6978-427B-AAB0-09A477C77110}" dt="2021-03-23T01:29:29.037" v="970" actId="478"/>
          <ac:spMkLst>
            <pc:docMk/>
            <pc:sldMk cId="3787782999" sldId="2146845990"/>
            <ac:spMk id="6" creationId="{5C974A39-DAEA-42FA-B92E-55028E51508C}"/>
          </ac:spMkLst>
        </pc:spChg>
        <pc:spChg chg="add del mod">
          <ac:chgData name="Gaurav" userId="cf3cfb45-d90b-4d10-b0a3-97e0956283ba" providerId="ADAL" clId="{262E7ADF-6978-427B-AAB0-09A477C77110}" dt="2021-03-23T01:29:51.694" v="975" actId="478"/>
          <ac:spMkLst>
            <pc:docMk/>
            <pc:sldMk cId="3787782999" sldId="2146845990"/>
            <ac:spMk id="7" creationId="{0DB3EEF8-D218-4A86-AF12-AE204B6F0E2A}"/>
          </ac:spMkLst>
        </pc:spChg>
        <pc:spChg chg="add del mod">
          <ac:chgData name="Gaurav" userId="cf3cfb45-d90b-4d10-b0a3-97e0956283ba" providerId="ADAL" clId="{262E7ADF-6978-427B-AAB0-09A477C77110}" dt="2021-03-23T14:26:39.948" v="1476" actId="1036"/>
          <ac:spMkLst>
            <pc:docMk/>
            <pc:sldMk cId="3787782999" sldId="2146845990"/>
            <ac:spMk id="8" creationId="{57D641DE-5946-4C0A-9AFC-FD7880CD502D}"/>
          </ac:spMkLst>
        </pc:spChg>
        <pc:spChg chg="add del mod">
          <ac:chgData name="Gaurav" userId="cf3cfb45-d90b-4d10-b0a3-97e0956283ba" providerId="ADAL" clId="{262E7ADF-6978-427B-AAB0-09A477C77110}" dt="2021-04-06T10:54:21.287" v="2585" actId="1076"/>
          <ac:spMkLst>
            <pc:docMk/>
            <pc:sldMk cId="3787782999" sldId="2146845990"/>
            <ac:spMk id="9" creationId="{340A7F5C-15CD-4061-9663-BCCB136FC629}"/>
          </ac:spMkLst>
        </pc:spChg>
        <pc:spChg chg="add del mod">
          <ac:chgData name="Gaurav" userId="cf3cfb45-d90b-4d10-b0a3-97e0956283ba" providerId="ADAL" clId="{262E7ADF-6978-427B-AAB0-09A477C77110}" dt="2021-03-23T14:26:39.948" v="1476" actId="1036"/>
          <ac:spMkLst>
            <pc:docMk/>
            <pc:sldMk cId="3787782999" sldId="2146845990"/>
            <ac:spMk id="10" creationId="{31A795C4-C377-4F21-B0DA-670239735537}"/>
          </ac:spMkLst>
        </pc:spChg>
        <pc:spChg chg="add del mod">
          <ac:chgData name="Gaurav" userId="cf3cfb45-d90b-4d10-b0a3-97e0956283ba" providerId="ADAL" clId="{262E7ADF-6978-427B-AAB0-09A477C77110}" dt="2021-03-23T14:26:39.948" v="1476" actId="1036"/>
          <ac:spMkLst>
            <pc:docMk/>
            <pc:sldMk cId="3787782999" sldId="2146845990"/>
            <ac:spMk id="11" creationId="{458F1105-4A83-485D-A8B1-94DCCD80A736}"/>
          </ac:spMkLst>
        </pc:spChg>
        <pc:spChg chg="add del mod">
          <ac:chgData name="Gaurav" userId="cf3cfb45-d90b-4d10-b0a3-97e0956283ba" providerId="ADAL" clId="{262E7ADF-6978-427B-AAB0-09A477C77110}" dt="2021-04-06T10:54:21.287" v="2585" actId="1076"/>
          <ac:spMkLst>
            <pc:docMk/>
            <pc:sldMk cId="3787782999" sldId="2146845990"/>
            <ac:spMk id="12" creationId="{E64F3535-9B02-4076-A739-1415D6B8BA97}"/>
          </ac:spMkLst>
        </pc:spChg>
        <pc:spChg chg="add del mod">
          <ac:chgData name="Gaurav" userId="cf3cfb45-d90b-4d10-b0a3-97e0956283ba" providerId="ADAL" clId="{262E7ADF-6978-427B-AAB0-09A477C77110}" dt="2021-03-23T14:26:39.948" v="1476" actId="1036"/>
          <ac:spMkLst>
            <pc:docMk/>
            <pc:sldMk cId="3787782999" sldId="2146845990"/>
            <ac:spMk id="15" creationId="{C60CC365-0C32-4FEB-9EE0-432080A89CCA}"/>
          </ac:spMkLst>
        </pc:spChg>
        <pc:spChg chg="add mod">
          <ac:chgData name="Gaurav" userId="cf3cfb45-d90b-4d10-b0a3-97e0956283ba" providerId="ADAL" clId="{262E7ADF-6978-427B-AAB0-09A477C77110}" dt="2021-04-06T10:54:11.114" v="2584" actId="207"/>
          <ac:spMkLst>
            <pc:docMk/>
            <pc:sldMk cId="3787782999" sldId="2146845990"/>
            <ac:spMk id="19" creationId="{1587069F-E4D3-4F94-A216-3E9D53B9D96D}"/>
          </ac:spMkLst>
        </pc:spChg>
        <pc:spChg chg="add mod">
          <ac:chgData name="Gaurav" userId="cf3cfb45-d90b-4d10-b0a3-97e0956283ba" providerId="ADAL" clId="{262E7ADF-6978-427B-AAB0-09A477C77110}" dt="2021-03-23T20:42:01.315" v="1622" actId="2711"/>
          <ac:spMkLst>
            <pc:docMk/>
            <pc:sldMk cId="3787782999" sldId="2146845990"/>
            <ac:spMk id="20" creationId="{B8142483-22DD-4D79-AA5F-DA578D8F713F}"/>
          </ac:spMkLst>
        </pc:spChg>
        <pc:spChg chg="add mod">
          <ac:chgData name="Gaurav" userId="cf3cfb45-d90b-4d10-b0a3-97e0956283ba" providerId="ADAL" clId="{262E7ADF-6978-427B-AAB0-09A477C77110}" dt="2021-03-23T21:20:05.714" v="2398"/>
          <ac:spMkLst>
            <pc:docMk/>
            <pc:sldMk cId="3787782999" sldId="2146845990"/>
            <ac:spMk id="21" creationId="{A60AE7B7-155B-4AC7-9757-651D7E9AD5C0}"/>
          </ac:spMkLst>
        </pc:spChg>
        <pc:spChg chg="add mod">
          <ac:chgData name="Gaurav" userId="cf3cfb45-d90b-4d10-b0a3-97e0956283ba" providerId="ADAL" clId="{262E7ADF-6978-427B-AAB0-09A477C77110}" dt="2021-04-06T10:54:33.827" v="2587"/>
          <ac:spMkLst>
            <pc:docMk/>
            <pc:sldMk cId="3787782999" sldId="2146845990"/>
            <ac:spMk id="22" creationId="{8DD7EA2C-5671-49A5-B09E-BFE3F4A9B18C}"/>
          </ac:spMkLst>
        </pc:spChg>
        <pc:spChg chg="add mod">
          <ac:chgData name="Gaurav" userId="cf3cfb45-d90b-4d10-b0a3-97e0956283ba" providerId="ADAL" clId="{262E7ADF-6978-427B-AAB0-09A477C77110}" dt="2021-04-06T10:54:33.827" v="2587"/>
          <ac:spMkLst>
            <pc:docMk/>
            <pc:sldMk cId="3787782999" sldId="2146845990"/>
            <ac:spMk id="23" creationId="{7CC294F3-5580-433C-B17F-C7438E35DE3D}"/>
          </ac:spMkLst>
        </pc:spChg>
        <pc:picChg chg="add del mod">
          <ac:chgData name="Gaurav" userId="cf3cfb45-d90b-4d10-b0a3-97e0956283ba" providerId="ADAL" clId="{262E7ADF-6978-427B-AAB0-09A477C77110}" dt="2021-03-23T14:26:26.243" v="1463" actId="2085"/>
          <ac:picMkLst>
            <pc:docMk/>
            <pc:sldMk cId="3787782999" sldId="2146845990"/>
            <ac:picMk id="16" creationId="{FF6365C3-1F1F-4A6A-AB4F-7B7931DE5FA6}"/>
          </ac:picMkLst>
        </pc:picChg>
        <pc:picChg chg="add del mod">
          <ac:chgData name="Gaurav" userId="cf3cfb45-d90b-4d10-b0a3-97e0956283ba" providerId="ADAL" clId="{262E7ADF-6978-427B-AAB0-09A477C77110}" dt="2021-04-06T10:54:21.287" v="2585" actId="1076"/>
          <ac:picMkLst>
            <pc:docMk/>
            <pc:sldMk cId="3787782999" sldId="2146845990"/>
            <ac:picMk id="17" creationId="{2C07B524-33F9-4766-9B25-A2ED4B2337FB}"/>
          </ac:picMkLst>
        </pc:picChg>
        <pc:picChg chg="add del mod">
          <ac:chgData name="Gaurav" userId="cf3cfb45-d90b-4d10-b0a3-97e0956283ba" providerId="ADAL" clId="{262E7ADF-6978-427B-AAB0-09A477C77110}" dt="2021-03-23T14:26:26.243" v="1463" actId="2085"/>
          <ac:picMkLst>
            <pc:docMk/>
            <pc:sldMk cId="3787782999" sldId="2146845990"/>
            <ac:picMk id="18" creationId="{CE0B62DD-4303-4DF4-B2E6-B22FB7A391F6}"/>
          </ac:picMkLst>
        </pc:picChg>
        <pc:cxnChg chg="add del mod">
          <ac:chgData name="Gaurav" userId="cf3cfb45-d90b-4d10-b0a3-97e0956283ba" providerId="ADAL" clId="{262E7ADF-6978-427B-AAB0-09A477C77110}" dt="2021-04-06T10:54:24.627" v="2586" actId="478"/>
          <ac:cxnSpMkLst>
            <pc:docMk/>
            <pc:sldMk cId="3787782999" sldId="2146845990"/>
            <ac:cxnSpMk id="13" creationId="{265A0087-746D-4FAB-9A9C-6482280E8B20}"/>
          </ac:cxnSpMkLst>
        </pc:cxnChg>
        <pc:cxnChg chg="add del mod">
          <ac:chgData name="Gaurav" userId="cf3cfb45-d90b-4d10-b0a3-97e0956283ba" providerId="ADAL" clId="{262E7ADF-6978-427B-AAB0-09A477C77110}" dt="2021-04-06T10:54:24.627" v="2586" actId="478"/>
          <ac:cxnSpMkLst>
            <pc:docMk/>
            <pc:sldMk cId="3787782999" sldId="2146845990"/>
            <ac:cxnSpMk id="14" creationId="{55ED207B-84E0-4535-97AE-974E62A60DED}"/>
          </ac:cxnSpMkLst>
        </pc:cxnChg>
      </pc:sldChg>
      <pc:sldChg chg="delSp mod">
        <pc:chgData name="Gaurav" userId="cf3cfb45-d90b-4d10-b0a3-97e0956283ba" providerId="ADAL" clId="{262E7ADF-6978-427B-AAB0-09A477C77110}" dt="2021-03-23T21:16:14.205" v="2271" actId="478"/>
        <pc:sldMkLst>
          <pc:docMk/>
          <pc:sldMk cId="2625122203" sldId="2146845991"/>
        </pc:sldMkLst>
        <pc:spChg chg="del">
          <ac:chgData name="Gaurav" userId="cf3cfb45-d90b-4d10-b0a3-97e0956283ba" providerId="ADAL" clId="{262E7ADF-6978-427B-AAB0-09A477C77110}" dt="2021-03-23T21:16:14.205" v="2271" actId="478"/>
          <ac:spMkLst>
            <pc:docMk/>
            <pc:sldMk cId="2625122203" sldId="2146845991"/>
            <ac:spMk id="4" creationId="{C0CEA278-8EA6-4F8A-A1B6-09A52E5939EE}"/>
          </ac:spMkLst>
        </pc:spChg>
        <pc:spChg chg="del">
          <ac:chgData name="Gaurav" userId="cf3cfb45-d90b-4d10-b0a3-97e0956283ba" providerId="ADAL" clId="{262E7ADF-6978-427B-AAB0-09A477C77110}" dt="2021-03-23T21:16:14.205" v="2271" actId="478"/>
          <ac:spMkLst>
            <pc:docMk/>
            <pc:sldMk cId="2625122203" sldId="2146845991"/>
            <ac:spMk id="5" creationId="{CA32B1CF-F03E-4677-8C05-EBD91DE3FA2E}"/>
          </ac:spMkLst>
        </pc:spChg>
      </pc:sldChg>
      <pc:sldChg chg="addSp delSp modSp mod setBg">
        <pc:chgData name="Gaurav" userId="cf3cfb45-d90b-4d10-b0a3-97e0956283ba" providerId="ADAL" clId="{262E7ADF-6978-427B-AAB0-09A477C77110}" dt="2021-03-23T21:20:50.125" v="2400" actId="478"/>
        <pc:sldMkLst>
          <pc:docMk/>
          <pc:sldMk cId="2657179508" sldId="2146845992"/>
        </pc:sldMkLst>
        <pc:spChg chg="del mod">
          <ac:chgData name="Gaurav" userId="cf3cfb45-d90b-4d10-b0a3-97e0956283ba" providerId="ADAL" clId="{262E7ADF-6978-427B-AAB0-09A477C77110}" dt="2021-03-23T21:17:37.303" v="2275" actId="478"/>
          <ac:spMkLst>
            <pc:docMk/>
            <pc:sldMk cId="2657179508" sldId="2146845992"/>
            <ac:spMk id="2" creationId="{09881806-26FA-4FEE-95C5-D3CCFAEAD601}"/>
          </ac:spMkLst>
        </pc:spChg>
        <pc:spChg chg="del">
          <ac:chgData name="Gaurav" userId="cf3cfb45-d90b-4d10-b0a3-97e0956283ba" providerId="ADAL" clId="{262E7ADF-6978-427B-AAB0-09A477C77110}" dt="2021-03-23T20:55:40.315" v="1731" actId="21"/>
          <ac:spMkLst>
            <pc:docMk/>
            <pc:sldMk cId="2657179508" sldId="2146845992"/>
            <ac:spMk id="3" creationId="{36B7A1A3-ADBE-4786-BD7A-915DD7E68E8E}"/>
          </ac:spMkLst>
        </pc:spChg>
        <pc:spChg chg="del">
          <ac:chgData name="Gaurav" userId="cf3cfb45-d90b-4d10-b0a3-97e0956283ba" providerId="ADAL" clId="{262E7ADF-6978-427B-AAB0-09A477C77110}" dt="2021-03-23T20:59:19.609" v="1810" actId="478"/>
          <ac:spMkLst>
            <pc:docMk/>
            <pc:sldMk cId="2657179508" sldId="2146845992"/>
            <ac:spMk id="4" creationId="{C0CEA278-8EA6-4F8A-A1B6-09A52E5939EE}"/>
          </ac:spMkLst>
        </pc:spChg>
        <pc:spChg chg="del">
          <ac:chgData name="Gaurav" userId="cf3cfb45-d90b-4d10-b0a3-97e0956283ba" providerId="ADAL" clId="{262E7ADF-6978-427B-AAB0-09A477C77110}" dt="2021-03-23T20:59:14.441" v="1809" actId="478"/>
          <ac:spMkLst>
            <pc:docMk/>
            <pc:sldMk cId="2657179508" sldId="2146845992"/>
            <ac:spMk id="5" creationId="{CA32B1CF-F03E-4677-8C05-EBD91DE3FA2E}"/>
          </ac:spMkLst>
        </pc:spChg>
        <pc:spChg chg="add del mod">
          <ac:chgData name="Gaurav" userId="cf3cfb45-d90b-4d10-b0a3-97e0956283ba" providerId="ADAL" clId="{262E7ADF-6978-427B-AAB0-09A477C77110}" dt="2021-03-23T20:56:22.046" v="1736" actId="478"/>
          <ac:spMkLst>
            <pc:docMk/>
            <pc:sldMk cId="2657179508" sldId="2146845992"/>
            <ac:spMk id="7" creationId="{C72C80DA-A83E-4615-9158-1E0EC307A33C}"/>
          </ac:spMkLst>
        </pc:spChg>
        <pc:spChg chg="add del mod">
          <ac:chgData name="Gaurav" userId="cf3cfb45-d90b-4d10-b0a3-97e0956283ba" providerId="ADAL" clId="{262E7ADF-6978-427B-AAB0-09A477C77110}" dt="2021-03-23T21:17:41.059" v="2276" actId="478"/>
          <ac:spMkLst>
            <pc:docMk/>
            <pc:sldMk cId="2657179508" sldId="2146845992"/>
            <ac:spMk id="11" creationId="{11F3A503-738B-4F0B-8AD7-1BE75DF0E6C2}"/>
          </ac:spMkLst>
        </pc:spChg>
        <pc:spChg chg="add mod">
          <ac:chgData name="Gaurav" userId="cf3cfb45-d90b-4d10-b0a3-97e0956283ba" providerId="ADAL" clId="{262E7ADF-6978-427B-AAB0-09A477C77110}" dt="2021-03-23T21:17:53.644" v="2290" actId="207"/>
          <ac:spMkLst>
            <pc:docMk/>
            <pc:sldMk cId="2657179508" sldId="2146845992"/>
            <ac:spMk id="15" creationId="{09FB9F9D-98E4-4B47-B95C-6216A1B3E203}"/>
          </ac:spMkLst>
        </pc:spChg>
        <pc:spChg chg="del mod">
          <ac:chgData name="Gaurav" userId="cf3cfb45-d90b-4d10-b0a3-97e0956283ba" providerId="ADAL" clId="{262E7ADF-6978-427B-AAB0-09A477C77110}" dt="2021-03-23T21:20:50.125" v="2400" actId="478"/>
          <ac:spMkLst>
            <pc:docMk/>
            <pc:sldMk cId="2657179508" sldId="2146845992"/>
            <ac:spMk id="22" creationId="{93B6C7F0-3967-4A39-A878-CE368947C20D}"/>
          </ac:spMkLst>
        </pc:spChg>
        <pc:spChg chg="mod">
          <ac:chgData name="Gaurav" userId="cf3cfb45-d90b-4d10-b0a3-97e0956283ba" providerId="ADAL" clId="{262E7ADF-6978-427B-AAB0-09A477C77110}" dt="2021-03-23T20:58:43.231" v="1807" actId="1035"/>
          <ac:spMkLst>
            <pc:docMk/>
            <pc:sldMk cId="2657179508" sldId="2146845992"/>
            <ac:spMk id="90" creationId="{F108E085-3509-4B5D-8F00-E406CDC8D27B}"/>
          </ac:spMkLst>
        </pc:spChg>
        <pc:graphicFrameChg chg="mod">
          <ac:chgData name="Gaurav" userId="cf3cfb45-d90b-4d10-b0a3-97e0956283ba" providerId="ADAL" clId="{262E7ADF-6978-427B-AAB0-09A477C77110}" dt="2021-03-23T20:58:43.231" v="1807" actId="1035"/>
          <ac:graphicFrameMkLst>
            <pc:docMk/>
            <pc:sldMk cId="2657179508" sldId="2146845992"/>
            <ac:graphicFrameMk id="12" creationId="{96EC332B-23F2-4F6E-9044-3712989A4222}"/>
          </ac:graphicFrameMkLst>
        </pc:graphicFrameChg>
        <pc:cxnChg chg="add mod">
          <ac:chgData name="Gaurav" userId="cf3cfb45-d90b-4d10-b0a3-97e0956283ba" providerId="ADAL" clId="{262E7ADF-6978-427B-AAB0-09A477C77110}" dt="2021-03-23T20:58:43.231" v="1807" actId="1035"/>
          <ac:cxnSpMkLst>
            <pc:docMk/>
            <pc:sldMk cId="2657179508" sldId="2146845992"/>
            <ac:cxnSpMk id="9" creationId="{018097DE-2CA5-48B1-A2F3-60185CBB720E}"/>
          </ac:cxnSpMkLst>
        </pc:cxnChg>
      </pc:sldChg>
      <pc:sldChg chg="addSp delSp modSp new del mod">
        <pc:chgData name="Gaurav" userId="cf3cfb45-d90b-4d10-b0a3-97e0956283ba" providerId="ADAL" clId="{262E7ADF-6978-427B-AAB0-09A477C77110}" dt="2021-03-23T20:44:21.161" v="1623" actId="47"/>
        <pc:sldMkLst>
          <pc:docMk/>
          <pc:sldMk cId="1647079722" sldId="2146845993"/>
        </pc:sldMkLst>
        <pc:spChg chg="del">
          <ac:chgData name="Gaurav" userId="cf3cfb45-d90b-4d10-b0a3-97e0956283ba" providerId="ADAL" clId="{262E7ADF-6978-427B-AAB0-09A477C77110}" dt="2021-03-23T20:25:19.205" v="1548" actId="478"/>
          <ac:spMkLst>
            <pc:docMk/>
            <pc:sldMk cId="1647079722" sldId="2146845993"/>
            <ac:spMk id="3" creationId="{5D9954C1-C31F-4859-A779-B6DCFFAF4A24}"/>
          </ac:spMkLst>
        </pc:spChg>
        <pc:picChg chg="add del mod">
          <ac:chgData name="Gaurav" userId="cf3cfb45-d90b-4d10-b0a3-97e0956283ba" providerId="ADAL" clId="{262E7ADF-6978-427B-AAB0-09A477C77110}" dt="2021-03-23T20:25:49.597" v="1553" actId="478"/>
          <ac:picMkLst>
            <pc:docMk/>
            <pc:sldMk cId="1647079722" sldId="2146845993"/>
            <ac:picMk id="7" creationId="{D03A8E03-C120-437C-9518-04A5B44A07C6}"/>
          </ac:picMkLst>
        </pc:picChg>
        <pc:picChg chg="add del mod">
          <ac:chgData name="Gaurav" userId="cf3cfb45-d90b-4d10-b0a3-97e0956283ba" providerId="ADAL" clId="{262E7ADF-6978-427B-AAB0-09A477C77110}" dt="2021-03-23T20:25:49.597" v="1553" actId="478"/>
          <ac:picMkLst>
            <pc:docMk/>
            <pc:sldMk cId="1647079722" sldId="2146845993"/>
            <ac:picMk id="8" creationId="{48052E75-B599-4ED1-BD82-043E910D09E3}"/>
          </ac:picMkLst>
        </pc:picChg>
      </pc:sldChg>
      <pc:sldChg chg="addSp delSp modSp new mod setBg modClrScheme setClrOvrMap chgLayout">
        <pc:chgData name="Gaurav" userId="cf3cfb45-d90b-4d10-b0a3-97e0956283ba" providerId="ADAL" clId="{262E7ADF-6978-427B-AAB0-09A477C77110}" dt="2021-04-11T15:44:03.170" v="3749" actId="207"/>
        <pc:sldMkLst>
          <pc:docMk/>
          <pc:sldMk cId="3174375058" sldId="2146845993"/>
        </pc:sldMkLst>
        <pc:spChg chg="del mod ord">
          <ac:chgData name="Gaurav" userId="cf3cfb45-d90b-4d10-b0a3-97e0956283ba" providerId="ADAL" clId="{262E7ADF-6978-427B-AAB0-09A477C77110}" dt="2021-03-23T20:48:44.083" v="1649" actId="700"/>
          <ac:spMkLst>
            <pc:docMk/>
            <pc:sldMk cId="3174375058" sldId="2146845993"/>
            <ac:spMk id="2" creationId="{BA1E656C-075B-415E-A84E-EA779E197C6F}"/>
          </ac:spMkLst>
        </pc:spChg>
        <pc:spChg chg="del mod ord">
          <ac:chgData name="Gaurav" userId="cf3cfb45-d90b-4d10-b0a3-97e0956283ba" providerId="ADAL" clId="{262E7ADF-6978-427B-AAB0-09A477C77110}" dt="2021-03-23T20:48:44.083" v="1649" actId="700"/>
          <ac:spMkLst>
            <pc:docMk/>
            <pc:sldMk cId="3174375058" sldId="2146845993"/>
            <ac:spMk id="3" creationId="{8273F2DB-0B31-4B6C-B891-0FB298FF69E1}"/>
          </ac:spMkLst>
        </pc:spChg>
        <pc:spChg chg="del mod ord">
          <ac:chgData name="Gaurav" userId="cf3cfb45-d90b-4d10-b0a3-97e0956283ba" providerId="ADAL" clId="{262E7ADF-6978-427B-AAB0-09A477C77110}" dt="2021-03-23T20:50:53.813" v="1695" actId="478"/>
          <ac:spMkLst>
            <pc:docMk/>
            <pc:sldMk cId="3174375058" sldId="2146845993"/>
            <ac:spMk id="4" creationId="{65FC93A2-5DE8-4342-B02B-148B660287C9}"/>
          </ac:spMkLst>
        </pc:spChg>
        <pc:spChg chg="del mod ord">
          <ac:chgData name="Gaurav" userId="cf3cfb45-d90b-4d10-b0a3-97e0956283ba" providerId="ADAL" clId="{262E7ADF-6978-427B-AAB0-09A477C77110}" dt="2021-03-23T20:50:17.845" v="1689" actId="478"/>
          <ac:spMkLst>
            <pc:docMk/>
            <pc:sldMk cId="3174375058" sldId="2146845993"/>
            <ac:spMk id="5" creationId="{2DA4E9C9-5BB8-41EE-8C82-8483E7B964D5}"/>
          </ac:spMkLst>
        </pc:spChg>
        <pc:spChg chg="del mod ord">
          <ac:chgData name="Gaurav" userId="cf3cfb45-d90b-4d10-b0a3-97e0956283ba" providerId="ADAL" clId="{262E7ADF-6978-427B-AAB0-09A477C77110}" dt="2021-04-11T15:43:04.439" v="3699" actId="478"/>
          <ac:spMkLst>
            <pc:docMk/>
            <pc:sldMk cId="3174375058" sldId="2146845993"/>
            <ac:spMk id="6" creationId="{1E1AF092-714E-447A-9480-2561912CFD7C}"/>
          </ac:spMkLst>
        </pc:spChg>
        <pc:spChg chg="add mod ord">
          <ac:chgData name="Gaurav" userId="cf3cfb45-d90b-4d10-b0a3-97e0956283ba" providerId="ADAL" clId="{262E7ADF-6978-427B-AAB0-09A477C77110}" dt="2021-04-11T15:43:11.572" v="3705" actId="20577"/>
          <ac:spMkLst>
            <pc:docMk/>
            <pc:sldMk cId="3174375058" sldId="2146845993"/>
            <ac:spMk id="7" creationId="{4D5EBFA6-FE30-48EC-9D92-EBC84E0AFFB3}"/>
          </ac:spMkLst>
        </pc:spChg>
        <pc:spChg chg="add del mod ord">
          <ac:chgData name="Gaurav" userId="cf3cfb45-d90b-4d10-b0a3-97e0956283ba" providerId="ADAL" clId="{262E7ADF-6978-427B-AAB0-09A477C77110}" dt="2021-03-23T20:51:04.424" v="1697" actId="478"/>
          <ac:spMkLst>
            <pc:docMk/>
            <pc:sldMk cId="3174375058" sldId="2146845993"/>
            <ac:spMk id="8" creationId="{7389AB7D-48C7-4C8C-A20A-157E47437430}"/>
          </ac:spMkLst>
        </pc:spChg>
        <pc:spChg chg="add del">
          <ac:chgData name="Gaurav" userId="cf3cfb45-d90b-4d10-b0a3-97e0956283ba" providerId="ADAL" clId="{262E7ADF-6978-427B-AAB0-09A477C77110}" dt="2021-03-23T20:50:42.358" v="1694" actId="26606"/>
          <ac:spMkLst>
            <pc:docMk/>
            <pc:sldMk cId="3174375058" sldId="2146845993"/>
            <ac:spMk id="15" creationId="{E49CC64F-7275-4E33-961B-0C5CDC439875}"/>
          </ac:spMkLst>
        </pc:spChg>
        <pc:spChg chg="add del">
          <ac:chgData name="Gaurav" userId="cf3cfb45-d90b-4d10-b0a3-97e0956283ba" providerId="ADAL" clId="{262E7ADF-6978-427B-AAB0-09A477C77110}" dt="2021-03-23T20:50:38.832" v="1691" actId="26606"/>
          <ac:spMkLst>
            <pc:docMk/>
            <pc:sldMk cId="3174375058" sldId="2146845993"/>
            <ac:spMk id="20" creationId="{C1DD1A8A-57D5-4A81-AD04-532B043C5611}"/>
          </ac:spMkLst>
        </pc:spChg>
        <pc:spChg chg="add mod">
          <ac:chgData name="Gaurav" userId="cf3cfb45-d90b-4d10-b0a3-97e0956283ba" providerId="ADAL" clId="{262E7ADF-6978-427B-AAB0-09A477C77110}" dt="2021-04-11T15:44:03.170" v="3749" actId="207"/>
          <ac:spMkLst>
            <pc:docMk/>
            <pc:sldMk cId="3174375058" sldId="2146845993"/>
            <ac:spMk id="20" creationId="{D7600C1D-FE18-409B-A5EC-8F22555E5588}"/>
          </ac:spMkLst>
        </pc:spChg>
        <pc:spChg chg="add del">
          <ac:chgData name="Gaurav" userId="cf3cfb45-d90b-4d10-b0a3-97e0956283ba" providerId="ADAL" clId="{262E7ADF-6978-427B-AAB0-09A477C77110}" dt="2021-03-23T20:50:38.832" v="1691" actId="26606"/>
          <ac:spMkLst>
            <pc:docMk/>
            <pc:sldMk cId="3174375058" sldId="2146845993"/>
            <ac:spMk id="22" creationId="{007891EC-4501-44ED-A8C8-B11B6DB767AB}"/>
          </ac:spMkLst>
        </pc:spChg>
        <pc:spChg chg="add del">
          <ac:chgData name="Gaurav" userId="cf3cfb45-d90b-4d10-b0a3-97e0956283ba" providerId="ADAL" clId="{262E7ADF-6978-427B-AAB0-09A477C77110}" dt="2021-03-23T20:50:42.353" v="1693" actId="26606"/>
          <ac:spMkLst>
            <pc:docMk/>
            <pc:sldMk cId="3174375058" sldId="2146845993"/>
            <ac:spMk id="24" creationId="{F27E9F68-4C6B-44CF-905B-98EC49DD3A05}"/>
          </ac:spMkLst>
        </pc:spChg>
        <pc:spChg chg="add del">
          <ac:chgData name="Gaurav" userId="cf3cfb45-d90b-4d10-b0a3-97e0956283ba" providerId="ADAL" clId="{262E7ADF-6978-427B-AAB0-09A477C77110}" dt="2021-03-23T20:50:42.353" v="1693" actId="26606"/>
          <ac:spMkLst>
            <pc:docMk/>
            <pc:sldMk cId="3174375058" sldId="2146845993"/>
            <ac:spMk id="25" creationId="{963C26DC-8AFA-4023-B207-F7664781D5C4}"/>
          </ac:spMkLst>
        </pc:spChg>
        <pc:spChg chg="add del">
          <ac:chgData name="Gaurav" userId="cf3cfb45-d90b-4d10-b0a3-97e0956283ba" providerId="ADAL" clId="{262E7ADF-6978-427B-AAB0-09A477C77110}" dt="2021-03-23T20:50:58.769" v="1696" actId="26606"/>
          <ac:spMkLst>
            <pc:docMk/>
            <pc:sldMk cId="3174375058" sldId="2146845993"/>
            <ac:spMk id="27" creationId="{BCC55ACC-A2F6-403C-A3A4-D59B3734D45F}"/>
          </ac:spMkLst>
        </pc:spChg>
        <pc:spChg chg="add">
          <ac:chgData name="Gaurav" userId="cf3cfb45-d90b-4d10-b0a3-97e0956283ba" providerId="ADAL" clId="{262E7ADF-6978-427B-AAB0-09A477C77110}" dt="2021-03-23T20:50:58.769" v="1696" actId="26606"/>
          <ac:spMkLst>
            <pc:docMk/>
            <pc:sldMk cId="3174375058" sldId="2146845993"/>
            <ac:spMk id="32" creationId="{07322A9E-F1EC-405E-8971-BA906EFFCCB8}"/>
          </ac:spMkLst>
        </pc:spChg>
        <pc:spChg chg="add mod">
          <ac:chgData name="Gaurav" userId="cf3cfb45-d90b-4d10-b0a3-97e0956283ba" providerId="ADAL" clId="{262E7ADF-6978-427B-AAB0-09A477C77110}" dt="2021-03-23T20:53:14.529" v="1714" actId="1076"/>
          <ac:spMkLst>
            <pc:docMk/>
            <pc:sldMk cId="3174375058" sldId="2146845993"/>
            <ac:spMk id="33" creationId="{9EDDD0E6-ECD0-4F1F-8B7C-A22D3FF8F221}"/>
          </ac:spMkLst>
        </pc:spChg>
        <pc:spChg chg="add">
          <ac:chgData name="Gaurav" userId="cf3cfb45-d90b-4d10-b0a3-97e0956283ba" providerId="ADAL" clId="{262E7ADF-6978-427B-AAB0-09A477C77110}" dt="2021-03-23T20:50:58.769" v="1696" actId="26606"/>
          <ac:spMkLst>
            <pc:docMk/>
            <pc:sldMk cId="3174375058" sldId="2146845993"/>
            <ac:spMk id="34" creationId="{A5704422-1118-4FD1-95AD-29A064EB80D9}"/>
          </ac:spMkLst>
        </pc:spChg>
        <pc:spChg chg="add">
          <ac:chgData name="Gaurav" userId="cf3cfb45-d90b-4d10-b0a3-97e0956283ba" providerId="ADAL" clId="{262E7ADF-6978-427B-AAB0-09A477C77110}" dt="2021-03-23T20:50:58.769" v="1696" actId="26606"/>
          <ac:spMkLst>
            <pc:docMk/>
            <pc:sldMk cId="3174375058" sldId="2146845993"/>
            <ac:spMk id="36" creationId="{A88B2AAA-B805-498E-A9E6-98B885855498}"/>
          </ac:spMkLst>
        </pc:spChg>
        <pc:spChg chg="add">
          <ac:chgData name="Gaurav" userId="cf3cfb45-d90b-4d10-b0a3-97e0956283ba" providerId="ADAL" clId="{262E7ADF-6978-427B-AAB0-09A477C77110}" dt="2021-03-23T20:50:58.769" v="1696" actId="26606"/>
          <ac:spMkLst>
            <pc:docMk/>
            <pc:sldMk cId="3174375058" sldId="2146845993"/>
            <ac:spMk id="38" creationId="{9B8051E0-19D7-43E1-BFD9-E6DBFEB3A3F1}"/>
          </ac:spMkLst>
        </pc:spChg>
        <pc:spChg chg="add">
          <ac:chgData name="Gaurav" userId="cf3cfb45-d90b-4d10-b0a3-97e0956283ba" providerId="ADAL" clId="{262E7ADF-6978-427B-AAB0-09A477C77110}" dt="2021-03-23T20:50:58.769" v="1696" actId="26606"/>
          <ac:spMkLst>
            <pc:docMk/>
            <pc:sldMk cId="3174375058" sldId="2146845993"/>
            <ac:spMk id="40" creationId="{4EDB2B02-86A2-46F5-A4BE-B7D9B10411D6}"/>
          </ac:spMkLst>
        </pc:spChg>
        <pc:spChg chg="add">
          <ac:chgData name="Gaurav" userId="cf3cfb45-d90b-4d10-b0a3-97e0956283ba" providerId="ADAL" clId="{262E7ADF-6978-427B-AAB0-09A477C77110}" dt="2021-03-23T20:50:58.769" v="1696" actId="26606"/>
          <ac:spMkLst>
            <pc:docMk/>
            <pc:sldMk cId="3174375058" sldId="2146845993"/>
            <ac:spMk id="42" creationId="{43954639-FB5D-41F4-9560-6F6DFE778425}"/>
          </ac:spMkLst>
        </pc:spChg>
        <pc:spChg chg="add">
          <ac:chgData name="Gaurav" userId="cf3cfb45-d90b-4d10-b0a3-97e0956283ba" providerId="ADAL" clId="{262E7ADF-6978-427B-AAB0-09A477C77110}" dt="2021-03-23T20:50:58.769" v="1696" actId="26606"/>
          <ac:spMkLst>
            <pc:docMk/>
            <pc:sldMk cId="3174375058" sldId="2146845993"/>
            <ac:spMk id="44" creationId="{E898931C-0323-41FA-A036-20F818B1FF81}"/>
          </ac:spMkLst>
        </pc:spChg>
        <pc:spChg chg="add">
          <ac:chgData name="Gaurav" userId="cf3cfb45-d90b-4d10-b0a3-97e0956283ba" providerId="ADAL" clId="{262E7ADF-6978-427B-AAB0-09A477C77110}" dt="2021-03-23T20:50:58.769" v="1696" actId="26606"/>
          <ac:spMkLst>
            <pc:docMk/>
            <pc:sldMk cId="3174375058" sldId="2146845993"/>
            <ac:spMk id="46" creationId="{89AFE9DD-0792-4B98-B4EB-97ACA17E6AA8}"/>
          </ac:spMkLst>
        </pc:spChg>
        <pc:spChg chg="add">
          <ac:chgData name="Gaurav" userId="cf3cfb45-d90b-4d10-b0a3-97e0956283ba" providerId="ADAL" clId="{262E7ADF-6978-427B-AAB0-09A477C77110}" dt="2021-03-23T20:50:58.769" v="1696" actId="26606"/>
          <ac:spMkLst>
            <pc:docMk/>
            <pc:sldMk cId="3174375058" sldId="2146845993"/>
            <ac:spMk id="48" creationId="{3981F5C4-9AE1-404E-AF44-A4E6DB374F9D}"/>
          </ac:spMkLst>
        </pc:spChg>
        <pc:spChg chg="add">
          <ac:chgData name="Gaurav" userId="cf3cfb45-d90b-4d10-b0a3-97e0956283ba" providerId="ADAL" clId="{262E7ADF-6978-427B-AAB0-09A477C77110}" dt="2021-03-23T20:50:58.769" v="1696" actId="26606"/>
          <ac:spMkLst>
            <pc:docMk/>
            <pc:sldMk cId="3174375058" sldId="2146845993"/>
            <ac:spMk id="50" creationId="{763C1781-8726-4FAC-8C45-FF40376BE409}"/>
          </ac:spMkLst>
        </pc:spChg>
        <pc:spChg chg="add">
          <ac:chgData name="Gaurav" userId="cf3cfb45-d90b-4d10-b0a3-97e0956283ba" providerId="ADAL" clId="{262E7ADF-6978-427B-AAB0-09A477C77110}" dt="2021-03-23T20:50:58.769" v="1696" actId="26606"/>
          <ac:spMkLst>
            <pc:docMk/>
            <pc:sldMk cId="3174375058" sldId="2146845993"/>
            <ac:spMk id="52" creationId="{301491B5-56C7-43DC-A3D9-861EECCA056A}"/>
          </ac:spMkLst>
        </pc:spChg>
        <pc:spChg chg="add">
          <ac:chgData name="Gaurav" userId="cf3cfb45-d90b-4d10-b0a3-97e0956283ba" providerId="ADAL" clId="{262E7ADF-6978-427B-AAB0-09A477C77110}" dt="2021-03-23T20:50:58.769" v="1696" actId="26606"/>
          <ac:spMkLst>
            <pc:docMk/>
            <pc:sldMk cId="3174375058" sldId="2146845993"/>
            <ac:spMk id="54" creationId="{237E2353-22DF-46E0-A200-FB30F8F394E2}"/>
          </ac:spMkLst>
        </pc:spChg>
        <pc:spChg chg="add">
          <ac:chgData name="Gaurav" userId="cf3cfb45-d90b-4d10-b0a3-97e0956283ba" providerId="ADAL" clId="{262E7ADF-6978-427B-AAB0-09A477C77110}" dt="2021-03-23T20:50:58.769" v="1696" actId="26606"/>
          <ac:spMkLst>
            <pc:docMk/>
            <pc:sldMk cId="3174375058" sldId="2146845993"/>
            <ac:spMk id="56" creationId="{DD6138DB-057B-45F7-A5F4-E7BFDA20D02C}"/>
          </ac:spMkLst>
        </pc:spChg>
        <pc:spChg chg="add">
          <ac:chgData name="Gaurav" userId="cf3cfb45-d90b-4d10-b0a3-97e0956283ba" providerId="ADAL" clId="{262E7ADF-6978-427B-AAB0-09A477C77110}" dt="2021-03-23T20:50:58.769" v="1696" actId="26606"/>
          <ac:spMkLst>
            <pc:docMk/>
            <pc:sldMk cId="3174375058" sldId="2146845993"/>
            <ac:spMk id="58" creationId="{79A54AB1-B64F-4843-BFAB-81CB74E66B65}"/>
          </ac:spMkLst>
        </pc:spChg>
        <pc:picChg chg="add mod ord">
          <ac:chgData name="Gaurav" userId="cf3cfb45-d90b-4d10-b0a3-97e0956283ba" providerId="ADAL" clId="{262E7ADF-6978-427B-AAB0-09A477C77110}" dt="2021-03-23T20:50:58.769" v="1696" actId="26606"/>
          <ac:picMkLst>
            <pc:docMk/>
            <pc:sldMk cId="3174375058" sldId="2146845993"/>
            <ac:picMk id="10" creationId="{C1189A9E-C709-4E25-ABC2-05D23AFA0383}"/>
          </ac:picMkLst>
        </pc:picChg>
      </pc:sldChg>
      <pc:sldChg chg="modSp mod">
        <pc:chgData name="Gaurav" userId="cf3cfb45-d90b-4d10-b0a3-97e0956283ba" providerId="ADAL" clId="{262E7ADF-6978-427B-AAB0-09A477C77110}" dt="2021-04-12T03:43:07.961" v="4289" actId="313"/>
        <pc:sldMkLst>
          <pc:docMk/>
          <pc:sldMk cId="716058420" sldId="2146846000"/>
        </pc:sldMkLst>
        <pc:spChg chg="mod">
          <ac:chgData name="Gaurav" userId="cf3cfb45-d90b-4d10-b0a3-97e0956283ba" providerId="ADAL" clId="{262E7ADF-6978-427B-AAB0-09A477C77110}" dt="2021-04-12T01:43:02.237" v="4095" actId="207"/>
          <ac:spMkLst>
            <pc:docMk/>
            <pc:sldMk cId="716058420" sldId="2146846000"/>
            <ac:spMk id="3" creationId="{6F145C45-6E77-49A1-894F-6265A87234DF}"/>
          </ac:spMkLst>
        </pc:spChg>
        <pc:spChg chg="mod">
          <ac:chgData name="Gaurav" userId="cf3cfb45-d90b-4d10-b0a3-97e0956283ba" providerId="ADAL" clId="{262E7ADF-6978-427B-AAB0-09A477C77110}" dt="2021-04-12T03:43:07.961" v="4289" actId="313"/>
          <ac:spMkLst>
            <pc:docMk/>
            <pc:sldMk cId="716058420" sldId="2146846000"/>
            <ac:spMk id="4" creationId="{39AF3E02-E95F-4568-B781-2CA4ACE7FD52}"/>
          </ac:spMkLst>
        </pc:spChg>
        <pc:spChg chg="mod">
          <ac:chgData name="Gaurav" userId="cf3cfb45-d90b-4d10-b0a3-97e0956283ba" providerId="ADAL" clId="{262E7ADF-6978-427B-AAB0-09A477C77110}" dt="2021-04-12T03:42:45.813" v="4266" actId="20577"/>
          <ac:spMkLst>
            <pc:docMk/>
            <pc:sldMk cId="716058420" sldId="2146846000"/>
            <ac:spMk id="8" creationId="{F80F55B7-F6D5-4760-B39D-E78113A932E9}"/>
          </ac:spMkLst>
        </pc:spChg>
      </pc:sldChg>
      <pc:sldChg chg="addSp delSp modSp mod">
        <pc:chgData name="Gaurav" userId="cf3cfb45-d90b-4d10-b0a3-97e0956283ba" providerId="ADAL" clId="{262E7ADF-6978-427B-AAB0-09A477C77110}" dt="2021-04-09T23:00:26.269" v="3698" actId="20577"/>
        <pc:sldMkLst>
          <pc:docMk/>
          <pc:sldMk cId="2361233300" sldId="2146846004"/>
        </pc:sldMkLst>
        <pc:spChg chg="add mod">
          <ac:chgData name="Gaurav" userId="cf3cfb45-d90b-4d10-b0a3-97e0956283ba" providerId="ADAL" clId="{262E7ADF-6978-427B-AAB0-09A477C77110}" dt="2021-04-09T22:28:51.502" v="3076" actId="20577"/>
          <ac:spMkLst>
            <pc:docMk/>
            <pc:sldMk cId="2361233300" sldId="2146846004"/>
            <ac:spMk id="41" creationId="{AD4BE239-7A27-4312-8D4C-47BFA3A9A149}"/>
          </ac:spMkLst>
        </pc:spChg>
        <pc:spChg chg="add mod">
          <ac:chgData name="Gaurav" userId="cf3cfb45-d90b-4d10-b0a3-97e0956283ba" providerId="ADAL" clId="{262E7ADF-6978-427B-AAB0-09A477C77110}" dt="2021-04-09T22:56:19.724" v="3611" actId="1036"/>
          <ac:spMkLst>
            <pc:docMk/>
            <pc:sldMk cId="2361233300" sldId="2146846004"/>
            <ac:spMk id="42" creationId="{5E4C45D9-673E-48D1-8ABC-B8082E3F4A2B}"/>
          </ac:spMkLst>
        </pc:spChg>
        <pc:spChg chg="add del mod">
          <ac:chgData name="Gaurav" userId="cf3cfb45-d90b-4d10-b0a3-97e0956283ba" providerId="ADAL" clId="{262E7ADF-6978-427B-AAB0-09A477C77110}" dt="2021-04-09T22:37:26.339" v="3208" actId="478"/>
          <ac:spMkLst>
            <pc:docMk/>
            <pc:sldMk cId="2361233300" sldId="2146846004"/>
            <ac:spMk id="43" creationId="{1126E7E5-9B49-41DD-8AA3-25D54DA57225}"/>
          </ac:spMkLst>
        </pc:spChg>
        <pc:spChg chg="add mod">
          <ac:chgData name="Gaurav" userId="cf3cfb45-d90b-4d10-b0a3-97e0956283ba" providerId="ADAL" clId="{262E7ADF-6978-427B-AAB0-09A477C77110}" dt="2021-04-09T22:56:10.864" v="3595" actId="1035"/>
          <ac:spMkLst>
            <pc:docMk/>
            <pc:sldMk cId="2361233300" sldId="2146846004"/>
            <ac:spMk id="44" creationId="{51841285-9B1D-43A7-BDBE-CF0E851DAB32}"/>
          </ac:spMkLst>
        </pc:spChg>
        <pc:spChg chg="add mod">
          <ac:chgData name="Gaurav" userId="cf3cfb45-d90b-4d10-b0a3-97e0956283ba" providerId="ADAL" clId="{262E7ADF-6978-427B-AAB0-09A477C77110}" dt="2021-04-09T22:57:32.191" v="3613" actId="207"/>
          <ac:spMkLst>
            <pc:docMk/>
            <pc:sldMk cId="2361233300" sldId="2146846004"/>
            <ac:spMk id="45" creationId="{AA54F2EC-3127-489E-A881-A379E99161A9}"/>
          </ac:spMkLst>
        </pc:spChg>
        <pc:spChg chg="add mod">
          <ac:chgData name="Gaurav" userId="cf3cfb45-d90b-4d10-b0a3-97e0956283ba" providerId="ADAL" clId="{262E7ADF-6978-427B-AAB0-09A477C77110}" dt="2021-04-09T22:56:19.724" v="3611" actId="1036"/>
          <ac:spMkLst>
            <pc:docMk/>
            <pc:sldMk cId="2361233300" sldId="2146846004"/>
            <ac:spMk id="46" creationId="{99AC5358-C013-40CD-97C1-8616985CF5DD}"/>
          </ac:spMkLst>
        </pc:spChg>
        <pc:spChg chg="add mod">
          <ac:chgData name="Gaurav" userId="cf3cfb45-d90b-4d10-b0a3-97e0956283ba" providerId="ADAL" clId="{262E7ADF-6978-427B-AAB0-09A477C77110}" dt="2021-04-09T22:56:19.724" v="3611" actId="1036"/>
          <ac:spMkLst>
            <pc:docMk/>
            <pc:sldMk cId="2361233300" sldId="2146846004"/>
            <ac:spMk id="47" creationId="{AE31D8F5-96E9-4164-BA7A-0AE12C88222A}"/>
          </ac:spMkLst>
        </pc:spChg>
        <pc:spChg chg="add mod">
          <ac:chgData name="Gaurav" userId="cf3cfb45-d90b-4d10-b0a3-97e0956283ba" providerId="ADAL" clId="{262E7ADF-6978-427B-AAB0-09A477C77110}" dt="2021-04-09T22:56:19.724" v="3611" actId="1036"/>
          <ac:spMkLst>
            <pc:docMk/>
            <pc:sldMk cId="2361233300" sldId="2146846004"/>
            <ac:spMk id="48" creationId="{D13A0C76-F485-4A32-871F-8919D78351AA}"/>
          </ac:spMkLst>
        </pc:spChg>
        <pc:spChg chg="add mod">
          <ac:chgData name="Gaurav" userId="cf3cfb45-d90b-4d10-b0a3-97e0956283ba" providerId="ADAL" clId="{262E7ADF-6978-427B-AAB0-09A477C77110}" dt="2021-04-09T22:57:32.191" v="3613" actId="207"/>
          <ac:spMkLst>
            <pc:docMk/>
            <pc:sldMk cId="2361233300" sldId="2146846004"/>
            <ac:spMk id="49" creationId="{74E06AF4-F5CD-4926-8BBC-612F7526521B}"/>
          </ac:spMkLst>
        </pc:spChg>
        <pc:spChg chg="add del mod">
          <ac:chgData name="Gaurav" userId="cf3cfb45-d90b-4d10-b0a3-97e0956283ba" providerId="ADAL" clId="{262E7ADF-6978-427B-AAB0-09A477C77110}" dt="2021-04-09T22:37:26.339" v="3208" actId="478"/>
          <ac:spMkLst>
            <pc:docMk/>
            <pc:sldMk cId="2361233300" sldId="2146846004"/>
            <ac:spMk id="50" creationId="{462273B1-8E8F-4B22-9C9B-E6715B1A94FF}"/>
          </ac:spMkLst>
        </pc:spChg>
        <pc:spChg chg="add del mod">
          <ac:chgData name="Gaurav" userId="cf3cfb45-d90b-4d10-b0a3-97e0956283ba" providerId="ADAL" clId="{262E7ADF-6978-427B-AAB0-09A477C77110}" dt="2021-04-09T22:37:26.339" v="3208" actId="478"/>
          <ac:spMkLst>
            <pc:docMk/>
            <pc:sldMk cId="2361233300" sldId="2146846004"/>
            <ac:spMk id="53" creationId="{B2B48194-F014-4B58-9338-AF1E4E732824}"/>
          </ac:spMkLst>
        </pc:spChg>
        <pc:spChg chg="add mod">
          <ac:chgData name="Gaurav" userId="cf3cfb45-d90b-4d10-b0a3-97e0956283ba" providerId="ADAL" clId="{262E7ADF-6978-427B-AAB0-09A477C77110}" dt="2021-04-09T22:34:55.767" v="3198" actId="1076"/>
          <ac:spMkLst>
            <pc:docMk/>
            <pc:sldMk cId="2361233300" sldId="2146846004"/>
            <ac:spMk id="54" creationId="{B6127E4E-D310-4A56-B723-BE1CDB571072}"/>
          </ac:spMkLst>
        </pc:spChg>
        <pc:spChg chg="add del mod">
          <ac:chgData name="Gaurav" userId="cf3cfb45-d90b-4d10-b0a3-97e0956283ba" providerId="ADAL" clId="{262E7ADF-6978-427B-AAB0-09A477C77110}" dt="2021-04-09T22:34:41.588" v="3195" actId="478"/>
          <ac:spMkLst>
            <pc:docMk/>
            <pc:sldMk cId="2361233300" sldId="2146846004"/>
            <ac:spMk id="59" creationId="{D75F1FE5-60BD-4B99-964A-0EA8F98B6B82}"/>
          </ac:spMkLst>
        </pc:spChg>
        <pc:spChg chg="add mod">
          <ac:chgData name="Gaurav" userId="cf3cfb45-d90b-4d10-b0a3-97e0956283ba" providerId="ADAL" clId="{262E7ADF-6978-427B-AAB0-09A477C77110}" dt="2021-04-09T22:56:19.724" v="3611" actId="1036"/>
          <ac:spMkLst>
            <pc:docMk/>
            <pc:sldMk cId="2361233300" sldId="2146846004"/>
            <ac:spMk id="60" creationId="{710AD716-A44C-40D6-BCE8-C8BE76351046}"/>
          </ac:spMkLst>
        </pc:spChg>
        <pc:spChg chg="del mod">
          <ac:chgData name="Gaurav" userId="cf3cfb45-d90b-4d10-b0a3-97e0956283ba" providerId="ADAL" clId="{262E7ADF-6978-427B-AAB0-09A477C77110}" dt="2021-04-09T22:22:49.783" v="2933" actId="478"/>
          <ac:spMkLst>
            <pc:docMk/>
            <pc:sldMk cId="2361233300" sldId="2146846004"/>
            <ac:spMk id="61" creationId="{E637BB64-0695-4442-A847-9DD5F0F94170}"/>
          </ac:spMkLst>
        </pc:spChg>
        <pc:spChg chg="mod">
          <ac:chgData name="Gaurav" userId="cf3cfb45-d90b-4d10-b0a3-97e0956283ba" providerId="ADAL" clId="{262E7ADF-6978-427B-AAB0-09A477C77110}" dt="2021-04-09T22:55:52.646" v="3556" actId="14100"/>
          <ac:spMkLst>
            <pc:docMk/>
            <pc:sldMk cId="2361233300" sldId="2146846004"/>
            <ac:spMk id="62" creationId="{40792597-4A8D-4161-BE80-29930E72CCCD}"/>
          </ac:spMkLst>
        </pc:spChg>
        <pc:spChg chg="mod">
          <ac:chgData name="Gaurav" userId="cf3cfb45-d90b-4d10-b0a3-97e0956283ba" providerId="ADAL" clId="{262E7ADF-6978-427B-AAB0-09A477C77110}" dt="2021-04-09T22:56:10.864" v="3595" actId="1035"/>
          <ac:spMkLst>
            <pc:docMk/>
            <pc:sldMk cId="2361233300" sldId="2146846004"/>
            <ac:spMk id="63" creationId="{CB18DB49-674A-41F7-96D9-7EE751D6FE19}"/>
          </ac:spMkLst>
        </pc:spChg>
        <pc:spChg chg="mod">
          <ac:chgData name="Gaurav" userId="cf3cfb45-d90b-4d10-b0a3-97e0956283ba" providerId="ADAL" clId="{262E7ADF-6978-427B-AAB0-09A477C77110}" dt="2021-04-09T22:44:58.525" v="3335" actId="207"/>
          <ac:spMkLst>
            <pc:docMk/>
            <pc:sldMk cId="2361233300" sldId="2146846004"/>
            <ac:spMk id="64" creationId="{3E6FD0C0-697B-459C-86FC-DA6E9016494C}"/>
          </ac:spMkLst>
        </pc:spChg>
        <pc:spChg chg="del mod">
          <ac:chgData name="Gaurav" userId="cf3cfb45-d90b-4d10-b0a3-97e0956283ba" providerId="ADAL" clId="{262E7ADF-6978-427B-AAB0-09A477C77110}" dt="2021-04-09T22:24:07.414" v="2949" actId="478"/>
          <ac:spMkLst>
            <pc:docMk/>
            <pc:sldMk cId="2361233300" sldId="2146846004"/>
            <ac:spMk id="65" creationId="{5316FA51-5133-43FE-832E-26EB8FD16315}"/>
          </ac:spMkLst>
        </pc:spChg>
        <pc:spChg chg="del mod">
          <ac:chgData name="Gaurav" userId="cf3cfb45-d90b-4d10-b0a3-97e0956283ba" providerId="ADAL" clId="{262E7ADF-6978-427B-AAB0-09A477C77110}" dt="2021-04-09T22:31:04.413" v="3120" actId="478"/>
          <ac:spMkLst>
            <pc:docMk/>
            <pc:sldMk cId="2361233300" sldId="2146846004"/>
            <ac:spMk id="66" creationId="{06195E6F-AF39-47EB-A074-D2E698CA9EAF}"/>
          </ac:spMkLst>
        </pc:spChg>
        <pc:spChg chg="del mod">
          <ac:chgData name="Gaurav" userId="cf3cfb45-d90b-4d10-b0a3-97e0956283ba" providerId="ADAL" clId="{262E7ADF-6978-427B-AAB0-09A477C77110}" dt="2021-04-09T22:33:05.757" v="3138" actId="478"/>
          <ac:spMkLst>
            <pc:docMk/>
            <pc:sldMk cId="2361233300" sldId="2146846004"/>
            <ac:spMk id="67" creationId="{3857EAFB-8205-4D74-8A8E-9EE85388BC07}"/>
          </ac:spMkLst>
        </pc:spChg>
        <pc:spChg chg="del mod">
          <ac:chgData name="Gaurav" userId="cf3cfb45-d90b-4d10-b0a3-97e0956283ba" providerId="ADAL" clId="{262E7ADF-6978-427B-AAB0-09A477C77110}" dt="2021-04-09T22:28:21.036" v="3062" actId="478"/>
          <ac:spMkLst>
            <pc:docMk/>
            <pc:sldMk cId="2361233300" sldId="2146846004"/>
            <ac:spMk id="68" creationId="{51790807-24BD-4600-B0BF-45D00B8AF16F}"/>
          </ac:spMkLst>
        </pc:spChg>
        <pc:spChg chg="del mod">
          <ac:chgData name="Gaurav" userId="cf3cfb45-d90b-4d10-b0a3-97e0956283ba" providerId="ADAL" clId="{262E7ADF-6978-427B-AAB0-09A477C77110}" dt="2021-04-09T22:28:21.036" v="3062" actId="478"/>
          <ac:spMkLst>
            <pc:docMk/>
            <pc:sldMk cId="2361233300" sldId="2146846004"/>
            <ac:spMk id="69" creationId="{2DFDF791-DF6F-4815-81E1-5D3A4A54B807}"/>
          </ac:spMkLst>
        </pc:spChg>
        <pc:spChg chg="del mod">
          <ac:chgData name="Gaurav" userId="cf3cfb45-d90b-4d10-b0a3-97e0956283ba" providerId="ADAL" clId="{262E7ADF-6978-427B-AAB0-09A477C77110}" dt="2021-04-09T22:37:26.339" v="3208" actId="478"/>
          <ac:spMkLst>
            <pc:docMk/>
            <pc:sldMk cId="2361233300" sldId="2146846004"/>
            <ac:spMk id="70" creationId="{96F3843E-4881-41CA-BAFD-7855CFC2905D}"/>
          </ac:spMkLst>
        </pc:spChg>
        <pc:spChg chg="del mod">
          <ac:chgData name="Gaurav" userId="cf3cfb45-d90b-4d10-b0a3-97e0956283ba" providerId="ADAL" clId="{262E7ADF-6978-427B-AAB0-09A477C77110}" dt="2021-04-09T22:32:06.676" v="3130" actId="478"/>
          <ac:spMkLst>
            <pc:docMk/>
            <pc:sldMk cId="2361233300" sldId="2146846004"/>
            <ac:spMk id="71" creationId="{6642AD67-D502-495F-A15F-8264E7690D82}"/>
          </ac:spMkLst>
        </pc:spChg>
        <pc:spChg chg="del mod">
          <ac:chgData name="Gaurav" userId="cf3cfb45-d90b-4d10-b0a3-97e0956283ba" providerId="ADAL" clId="{262E7ADF-6978-427B-AAB0-09A477C77110}" dt="2021-04-09T22:33:08.836" v="3139" actId="478"/>
          <ac:spMkLst>
            <pc:docMk/>
            <pc:sldMk cId="2361233300" sldId="2146846004"/>
            <ac:spMk id="72" creationId="{6CB93E27-A49A-4627-A2DA-8757521C2F82}"/>
          </ac:spMkLst>
        </pc:spChg>
        <pc:spChg chg="del mod">
          <ac:chgData name="Gaurav" userId="cf3cfb45-d90b-4d10-b0a3-97e0956283ba" providerId="ADAL" clId="{262E7ADF-6978-427B-AAB0-09A477C77110}" dt="2021-04-09T22:33:11.508" v="3140" actId="478"/>
          <ac:spMkLst>
            <pc:docMk/>
            <pc:sldMk cId="2361233300" sldId="2146846004"/>
            <ac:spMk id="73" creationId="{97934A9B-A6C0-4249-A430-9D4691E22970}"/>
          </ac:spMkLst>
        </pc:spChg>
        <pc:spChg chg="add del mod">
          <ac:chgData name="Gaurav" userId="cf3cfb45-d90b-4d10-b0a3-97e0956283ba" providerId="ADAL" clId="{262E7ADF-6978-427B-AAB0-09A477C77110}" dt="2021-04-09T22:38:30.680" v="3213"/>
          <ac:spMkLst>
            <pc:docMk/>
            <pc:sldMk cId="2361233300" sldId="2146846004"/>
            <ac:spMk id="74" creationId="{8407AF4F-0DDE-4A11-AF50-554A45EAFB4A}"/>
          </ac:spMkLst>
        </pc:spChg>
        <pc:spChg chg="add del mod">
          <ac:chgData name="Gaurav" userId="cf3cfb45-d90b-4d10-b0a3-97e0956283ba" providerId="ADAL" clId="{262E7ADF-6978-427B-AAB0-09A477C77110}" dt="2021-04-09T22:38:30.680" v="3213"/>
          <ac:spMkLst>
            <pc:docMk/>
            <pc:sldMk cId="2361233300" sldId="2146846004"/>
            <ac:spMk id="76" creationId="{9C1792ED-59A0-421A-AE98-A8F81F75FFF4}"/>
          </ac:spMkLst>
        </pc:spChg>
        <pc:spChg chg="add del mod">
          <ac:chgData name="Gaurav" userId="cf3cfb45-d90b-4d10-b0a3-97e0956283ba" providerId="ADAL" clId="{262E7ADF-6978-427B-AAB0-09A477C77110}" dt="2021-04-09T22:38:30.680" v="3213"/>
          <ac:spMkLst>
            <pc:docMk/>
            <pc:sldMk cId="2361233300" sldId="2146846004"/>
            <ac:spMk id="77" creationId="{180190B4-3982-4BCA-8E42-CBDD039BD189}"/>
          </ac:spMkLst>
        </pc:spChg>
        <pc:spChg chg="add del mod">
          <ac:chgData name="Gaurav" userId="cf3cfb45-d90b-4d10-b0a3-97e0956283ba" providerId="ADAL" clId="{262E7ADF-6978-427B-AAB0-09A477C77110}" dt="2021-04-09T22:38:30.680" v="3213"/>
          <ac:spMkLst>
            <pc:docMk/>
            <pc:sldMk cId="2361233300" sldId="2146846004"/>
            <ac:spMk id="78" creationId="{1704611F-AB1E-4827-AC9F-705B8CFE5735}"/>
          </ac:spMkLst>
        </pc:spChg>
        <pc:spChg chg="add del mod">
          <ac:chgData name="Gaurav" userId="cf3cfb45-d90b-4d10-b0a3-97e0956283ba" providerId="ADAL" clId="{262E7ADF-6978-427B-AAB0-09A477C77110}" dt="2021-04-09T22:38:30.680" v="3213"/>
          <ac:spMkLst>
            <pc:docMk/>
            <pc:sldMk cId="2361233300" sldId="2146846004"/>
            <ac:spMk id="79" creationId="{356A9E4F-17FD-4E3E-95E4-F61C7ACFED42}"/>
          </ac:spMkLst>
        </pc:spChg>
        <pc:spChg chg="add del mod">
          <ac:chgData name="Gaurav" userId="cf3cfb45-d90b-4d10-b0a3-97e0956283ba" providerId="ADAL" clId="{262E7ADF-6978-427B-AAB0-09A477C77110}" dt="2021-04-09T22:38:30.680" v="3213"/>
          <ac:spMkLst>
            <pc:docMk/>
            <pc:sldMk cId="2361233300" sldId="2146846004"/>
            <ac:spMk id="80" creationId="{7F693787-AA60-40F6-A90A-C17F917F44DE}"/>
          </ac:spMkLst>
        </pc:spChg>
        <pc:spChg chg="add mod">
          <ac:chgData name="Gaurav" userId="cf3cfb45-d90b-4d10-b0a3-97e0956283ba" providerId="ADAL" clId="{262E7ADF-6978-427B-AAB0-09A477C77110}" dt="2021-04-09T22:56:03.124" v="3579" actId="1036"/>
          <ac:spMkLst>
            <pc:docMk/>
            <pc:sldMk cId="2361233300" sldId="2146846004"/>
            <ac:spMk id="81" creationId="{9D05F4A8-99D1-4166-A4E0-E03838F1A20F}"/>
          </ac:spMkLst>
        </pc:spChg>
        <pc:spChg chg="add mod">
          <ac:chgData name="Gaurav" userId="cf3cfb45-d90b-4d10-b0a3-97e0956283ba" providerId="ADAL" clId="{262E7ADF-6978-427B-AAB0-09A477C77110}" dt="2021-04-09T22:56:03.124" v="3579" actId="1036"/>
          <ac:spMkLst>
            <pc:docMk/>
            <pc:sldMk cId="2361233300" sldId="2146846004"/>
            <ac:spMk id="82" creationId="{9A6616EB-9B72-43D7-98AF-D95FCD143F71}"/>
          </ac:spMkLst>
        </pc:spChg>
        <pc:spChg chg="add mod">
          <ac:chgData name="Gaurav" userId="cf3cfb45-d90b-4d10-b0a3-97e0956283ba" providerId="ADAL" clId="{262E7ADF-6978-427B-AAB0-09A477C77110}" dt="2021-04-09T22:56:03.124" v="3579" actId="1036"/>
          <ac:spMkLst>
            <pc:docMk/>
            <pc:sldMk cId="2361233300" sldId="2146846004"/>
            <ac:spMk id="83" creationId="{B9531AE5-357C-4B3F-B08D-D73C0245D10E}"/>
          </ac:spMkLst>
        </pc:spChg>
        <pc:spChg chg="add mod">
          <ac:chgData name="Gaurav" userId="cf3cfb45-d90b-4d10-b0a3-97e0956283ba" providerId="ADAL" clId="{262E7ADF-6978-427B-AAB0-09A477C77110}" dt="2021-04-09T22:56:03.124" v="3579" actId="1036"/>
          <ac:spMkLst>
            <pc:docMk/>
            <pc:sldMk cId="2361233300" sldId="2146846004"/>
            <ac:spMk id="84" creationId="{F7B1FE9B-B315-45D3-B73E-6D62A305BE6F}"/>
          </ac:spMkLst>
        </pc:spChg>
        <pc:spChg chg="add mod">
          <ac:chgData name="Gaurav" userId="cf3cfb45-d90b-4d10-b0a3-97e0956283ba" providerId="ADAL" clId="{262E7ADF-6978-427B-AAB0-09A477C77110}" dt="2021-04-09T22:57:32.191" v="3613" actId="207"/>
          <ac:spMkLst>
            <pc:docMk/>
            <pc:sldMk cId="2361233300" sldId="2146846004"/>
            <ac:spMk id="85" creationId="{4BACEFFB-FF10-4E39-BBC2-475F1A742E98}"/>
          </ac:spMkLst>
        </pc:spChg>
        <pc:spChg chg="add mod">
          <ac:chgData name="Gaurav" userId="cf3cfb45-d90b-4d10-b0a3-97e0956283ba" providerId="ADAL" clId="{262E7ADF-6978-427B-AAB0-09A477C77110}" dt="2021-04-09T22:56:03.124" v="3579" actId="1036"/>
          <ac:spMkLst>
            <pc:docMk/>
            <pc:sldMk cId="2361233300" sldId="2146846004"/>
            <ac:spMk id="86" creationId="{33A37457-FB9A-409D-B479-03EEAC22F7E2}"/>
          </ac:spMkLst>
        </pc:spChg>
        <pc:spChg chg="add del mod">
          <ac:chgData name="Gaurav" userId="cf3cfb45-d90b-4d10-b0a3-97e0956283ba" providerId="ADAL" clId="{262E7ADF-6978-427B-AAB0-09A477C77110}" dt="2021-04-09T22:40:33.863" v="3222" actId="478"/>
          <ac:spMkLst>
            <pc:docMk/>
            <pc:sldMk cId="2361233300" sldId="2146846004"/>
            <ac:spMk id="87" creationId="{163C8E84-5060-4871-920A-51BD24ED9F38}"/>
          </ac:spMkLst>
        </pc:spChg>
        <pc:spChg chg="add del mod">
          <ac:chgData name="Gaurav" userId="cf3cfb45-d90b-4d10-b0a3-97e0956283ba" providerId="ADAL" clId="{262E7ADF-6978-427B-AAB0-09A477C77110}" dt="2021-04-09T22:40:33.863" v="3222" actId="478"/>
          <ac:spMkLst>
            <pc:docMk/>
            <pc:sldMk cId="2361233300" sldId="2146846004"/>
            <ac:spMk id="88" creationId="{E90C90D6-FA84-45D8-B32D-9641A3D0A1D2}"/>
          </ac:spMkLst>
        </pc:spChg>
        <pc:spChg chg="add mod">
          <ac:chgData name="Gaurav" userId="cf3cfb45-d90b-4d10-b0a3-97e0956283ba" providerId="ADAL" clId="{262E7ADF-6978-427B-AAB0-09A477C77110}" dt="2021-04-09T22:41:57.517" v="3260" actId="14100"/>
          <ac:spMkLst>
            <pc:docMk/>
            <pc:sldMk cId="2361233300" sldId="2146846004"/>
            <ac:spMk id="89" creationId="{37F5B3B9-6310-4CC8-95E6-B91CF21B5782}"/>
          </ac:spMkLst>
        </pc:spChg>
        <pc:spChg chg="add mod">
          <ac:chgData name="Gaurav" userId="cf3cfb45-d90b-4d10-b0a3-97e0956283ba" providerId="ADAL" clId="{262E7ADF-6978-427B-AAB0-09A477C77110}" dt="2021-04-09T22:41:06.442" v="3232" actId="20577"/>
          <ac:spMkLst>
            <pc:docMk/>
            <pc:sldMk cId="2361233300" sldId="2146846004"/>
            <ac:spMk id="90" creationId="{72F9B87F-5C0C-44D8-8C2F-1B239D7F2C8B}"/>
          </ac:spMkLst>
        </pc:spChg>
        <pc:spChg chg="add mod">
          <ac:chgData name="Gaurav" userId="cf3cfb45-d90b-4d10-b0a3-97e0956283ba" providerId="ADAL" clId="{262E7ADF-6978-427B-AAB0-09A477C77110}" dt="2021-04-09T22:42:01.635" v="3261" actId="1076"/>
          <ac:spMkLst>
            <pc:docMk/>
            <pc:sldMk cId="2361233300" sldId="2146846004"/>
            <ac:spMk id="91" creationId="{005AC9C1-77C9-472D-812B-2A665D20CB43}"/>
          </ac:spMkLst>
        </pc:spChg>
        <pc:spChg chg="add mod">
          <ac:chgData name="Gaurav" userId="cf3cfb45-d90b-4d10-b0a3-97e0956283ba" providerId="ADAL" clId="{262E7ADF-6978-427B-AAB0-09A477C77110}" dt="2021-04-09T22:44:50.973" v="3334" actId="207"/>
          <ac:spMkLst>
            <pc:docMk/>
            <pc:sldMk cId="2361233300" sldId="2146846004"/>
            <ac:spMk id="92" creationId="{C21A4D8A-28BA-4579-952F-17CC12B6B941}"/>
          </ac:spMkLst>
        </pc:spChg>
        <pc:spChg chg="add del mod">
          <ac:chgData name="Gaurav" userId="cf3cfb45-d90b-4d10-b0a3-97e0956283ba" providerId="ADAL" clId="{262E7ADF-6978-427B-AAB0-09A477C77110}" dt="2021-04-09T22:43:36.987" v="3266" actId="478"/>
          <ac:spMkLst>
            <pc:docMk/>
            <pc:sldMk cId="2361233300" sldId="2146846004"/>
            <ac:spMk id="93" creationId="{6C9A3DB1-43F6-4389-A226-DD17E7A8434B}"/>
          </ac:spMkLst>
        </pc:spChg>
        <pc:spChg chg="add mod">
          <ac:chgData name="Gaurav" userId="cf3cfb45-d90b-4d10-b0a3-97e0956283ba" providerId="ADAL" clId="{262E7ADF-6978-427B-AAB0-09A477C77110}" dt="2021-04-09T22:44:50.973" v="3334" actId="207"/>
          <ac:spMkLst>
            <pc:docMk/>
            <pc:sldMk cId="2361233300" sldId="2146846004"/>
            <ac:spMk id="94" creationId="{A9AC19A8-F5D8-436A-B158-0818A7B98D60}"/>
          </ac:spMkLst>
        </pc:spChg>
        <pc:spChg chg="add mod">
          <ac:chgData name="Gaurav" userId="cf3cfb45-d90b-4d10-b0a3-97e0956283ba" providerId="ADAL" clId="{262E7ADF-6978-427B-AAB0-09A477C77110}" dt="2021-04-09T22:45:33.472" v="3356" actId="14100"/>
          <ac:spMkLst>
            <pc:docMk/>
            <pc:sldMk cId="2361233300" sldId="2146846004"/>
            <ac:spMk id="95" creationId="{1CDD08CF-B617-46FE-94DB-5A66B64811AE}"/>
          </ac:spMkLst>
        </pc:spChg>
        <pc:spChg chg="add mod">
          <ac:chgData name="Gaurav" userId="cf3cfb45-d90b-4d10-b0a3-97e0956283ba" providerId="ADAL" clId="{262E7ADF-6978-427B-AAB0-09A477C77110}" dt="2021-04-09T23:00:26.269" v="3698" actId="20577"/>
          <ac:spMkLst>
            <pc:docMk/>
            <pc:sldMk cId="2361233300" sldId="2146846004"/>
            <ac:spMk id="96" creationId="{C425F798-9DAB-4D1F-A1BD-827CF024AFFC}"/>
          </ac:spMkLst>
        </pc:spChg>
        <pc:spChg chg="add mod">
          <ac:chgData name="Gaurav" userId="cf3cfb45-d90b-4d10-b0a3-97e0956283ba" providerId="ADAL" clId="{262E7ADF-6978-427B-AAB0-09A477C77110}" dt="2021-04-09T22:59:48.047" v="3696" actId="1076"/>
          <ac:spMkLst>
            <pc:docMk/>
            <pc:sldMk cId="2361233300" sldId="2146846004"/>
            <ac:spMk id="97" creationId="{3F67C63D-796B-4D6C-8D86-27B1416055AF}"/>
          </ac:spMkLst>
        </pc:spChg>
      </pc:sldChg>
      <pc:sldChg chg="addSp delSp modSp mod">
        <pc:chgData name="Gaurav" userId="cf3cfb45-d90b-4d10-b0a3-97e0956283ba" providerId="ADAL" clId="{262E7ADF-6978-427B-AAB0-09A477C77110}" dt="2021-04-15T13:02:09.460" v="4376" actId="6549"/>
        <pc:sldMkLst>
          <pc:docMk/>
          <pc:sldMk cId="1920503962" sldId="2146846005"/>
        </pc:sldMkLst>
        <pc:spChg chg="mod">
          <ac:chgData name="Gaurav" userId="cf3cfb45-d90b-4d10-b0a3-97e0956283ba" providerId="ADAL" clId="{262E7ADF-6978-427B-AAB0-09A477C77110}" dt="2021-04-09T22:53:47.187" v="3502" actId="14100"/>
          <ac:spMkLst>
            <pc:docMk/>
            <pc:sldMk cId="1920503962" sldId="2146846005"/>
            <ac:spMk id="26" creationId="{183A8ABC-0A51-4E7A-AA4B-8C409D5908CF}"/>
          </ac:spMkLst>
        </pc:spChg>
        <pc:spChg chg="mod">
          <ac:chgData name="Gaurav" userId="cf3cfb45-d90b-4d10-b0a3-97e0956283ba" providerId="ADAL" clId="{262E7ADF-6978-427B-AAB0-09A477C77110}" dt="2021-04-09T22:50:20.149" v="3457" actId="14100"/>
          <ac:spMkLst>
            <pc:docMk/>
            <pc:sldMk cId="1920503962" sldId="2146846005"/>
            <ac:spMk id="28" creationId="{5C7BE149-32B1-4054-91CF-216877DE3A41}"/>
          </ac:spMkLst>
        </pc:spChg>
        <pc:spChg chg="mod">
          <ac:chgData name="Gaurav" userId="cf3cfb45-d90b-4d10-b0a3-97e0956283ba" providerId="ADAL" clId="{262E7ADF-6978-427B-AAB0-09A477C77110}" dt="2021-04-09T22:50:06.594" v="3454" actId="14100"/>
          <ac:spMkLst>
            <pc:docMk/>
            <pc:sldMk cId="1920503962" sldId="2146846005"/>
            <ac:spMk id="29" creationId="{AF3183EC-13F0-41C9-B144-8871169580F4}"/>
          </ac:spMkLst>
        </pc:spChg>
        <pc:spChg chg="mod">
          <ac:chgData name="Gaurav" userId="cf3cfb45-d90b-4d10-b0a3-97e0956283ba" providerId="ADAL" clId="{262E7ADF-6978-427B-AAB0-09A477C77110}" dt="2021-04-09T22:50:02.515" v="3453" actId="14100"/>
          <ac:spMkLst>
            <pc:docMk/>
            <pc:sldMk cId="1920503962" sldId="2146846005"/>
            <ac:spMk id="30" creationId="{D875CA8B-CA28-4933-8D24-CBD78B81576B}"/>
          </ac:spMkLst>
        </pc:spChg>
        <pc:spChg chg="mod">
          <ac:chgData name="Gaurav" userId="cf3cfb45-d90b-4d10-b0a3-97e0956283ba" providerId="ADAL" clId="{262E7ADF-6978-427B-AAB0-09A477C77110}" dt="2021-04-09T22:49:56.858" v="3452" actId="14100"/>
          <ac:spMkLst>
            <pc:docMk/>
            <pc:sldMk cId="1920503962" sldId="2146846005"/>
            <ac:spMk id="31" creationId="{DC2B1B51-C59E-4432-AE92-B3A7E7E1C37E}"/>
          </ac:spMkLst>
        </pc:spChg>
        <pc:spChg chg="mod">
          <ac:chgData name="Gaurav" userId="cf3cfb45-d90b-4d10-b0a3-97e0956283ba" providerId="ADAL" clId="{262E7ADF-6978-427B-AAB0-09A477C77110}" dt="2021-04-09T22:50:17.083" v="3456" actId="14100"/>
          <ac:spMkLst>
            <pc:docMk/>
            <pc:sldMk cId="1920503962" sldId="2146846005"/>
            <ac:spMk id="32" creationId="{27F50EA0-26FA-4478-B196-427622D3420E}"/>
          </ac:spMkLst>
        </pc:spChg>
        <pc:spChg chg="mod">
          <ac:chgData name="Gaurav" userId="cf3cfb45-d90b-4d10-b0a3-97e0956283ba" providerId="ADAL" clId="{262E7ADF-6978-427B-AAB0-09A477C77110}" dt="2021-04-09T22:50:12.795" v="3455" actId="14100"/>
          <ac:spMkLst>
            <pc:docMk/>
            <pc:sldMk cId="1920503962" sldId="2146846005"/>
            <ac:spMk id="33" creationId="{D0FABDB6-679A-4A53-A966-EAAFB0404474}"/>
          </ac:spMkLst>
        </pc:spChg>
        <pc:spChg chg="mod">
          <ac:chgData name="Gaurav" userId="cf3cfb45-d90b-4d10-b0a3-97e0956283ba" providerId="ADAL" clId="{262E7ADF-6978-427B-AAB0-09A477C77110}" dt="2021-04-09T22:53:20.363" v="3495" actId="20577"/>
          <ac:spMkLst>
            <pc:docMk/>
            <pc:sldMk cId="1920503962" sldId="2146846005"/>
            <ac:spMk id="35" creationId="{D530226E-292E-4441-813E-E86676B8B431}"/>
          </ac:spMkLst>
        </pc:spChg>
        <pc:spChg chg="mod">
          <ac:chgData name="Gaurav" userId="cf3cfb45-d90b-4d10-b0a3-97e0956283ba" providerId="ADAL" clId="{262E7ADF-6978-427B-AAB0-09A477C77110}" dt="2021-04-09T22:53:37.643" v="3498" actId="20577"/>
          <ac:spMkLst>
            <pc:docMk/>
            <pc:sldMk cId="1920503962" sldId="2146846005"/>
            <ac:spMk id="36" creationId="{B2E7E7D2-9337-4737-9018-C8E12D85BCFD}"/>
          </ac:spMkLst>
        </pc:spChg>
        <pc:spChg chg="mod">
          <ac:chgData name="Gaurav" userId="cf3cfb45-d90b-4d10-b0a3-97e0956283ba" providerId="ADAL" clId="{262E7ADF-6978-427B-AAB0-09A477C77110}" dt="2021-04-09T22:55:04.732" v="3551" actId="1076"/>
          <ac:spMkLst>
            <pc:docMk/>
            <pc:sldMk cId="1920503962" sldId="2146846005"/>
            <ac:spMk id="37" creationId="{A8236CA9-FE0E-498B-98AE-106E8E45DA0F}"/>
          </ac:spMkLst>
        </pc:spChg>
        <pc:spChg chg="mod">
          <ac:chgData name="Gaurav" userId="cf3cfb45-d90b-4d10-b0a3-97e0956283ba" providerId="ADAL" clId="{262E7ADF-6978-427B-AAB0-09A477C77110}" dt="2021-04-09T22:54:06.110" v="3513" actId="20577"/>
          <ac:spMkLst>
            <pc:docMk/>
            <pc:sldMk cId="1920503962" sldId="2146846005"/>
            <ac:spMk id="38" creationId="{2C0E70E1-4067-4D83-AD90-7B220125D24D}"/>
          </ac:spMkLst>
        </pc:spChg>
        <pc:spChg chg="mod">
          <ac:chgData name="Gaurav" userId="cf3cfb45-d90b-4d10-b0a3-97e0956283ba" providerId="ADAL" clId="{262E7ADF-6978-427B-AAB0-09A477C77110}" dt="2021-04-09T22:55:15.206" v="3553" actId="1076"/>
          <ac:spMkLst>
            <pc:docMk/>
            <pc:sldMk cId="1920503962" sldId="2146846005"/>
            <ac:spMk id="39" creationId="{156BE232-6EEA-416C-9F93-AA6A01C093FD}"/>
          </ac:spMkLst>
        </pc:spChg>
        <pc:spChg chg="mod">
          <ac:chgData name="Gaurav" userId="cf3cfb45-d90b-4d10-b0a3-97e0956283ba" providerId="ADAL" clId="{262E7ADF-6978-427B-AAB0-09A477C77110}" dt="2021-04-09T22:55:20.585" v="3554" actId="1076"/>
          <ac:spMkLst>
            <pc:docMk/>
            <pc:sldMk cId="1920503962" sldId="2146846005"/>
            <ac:spMk id="40" creationId="{6F3A073C-5CA7-4226-9D18-D0B5CBF51DED}"/>
          </ac:spMkLst>
        </pc:spChg>
        <pc:spChg chg="mod">
          <ac:chgData name="Gaurav" userId="cf3cfb45-d90b-4d10-b0a3-97e0956283ba" providerId="ADAL" clId="{262E7ADF-6978-427B-AAB0-09A477C77110}" dt="2021-04-09T22:52:48.803" v="3492" actId="14100"/>
          <ac:spMkLst>
            <pc:docMk/>
            <pc:sldMk cId="1920503962" sldId="2146846005"/>
            <ac:spMk id="41" creationId="{BD8838D4-0D5C-4A2B-AF6E-D662798CE057}"/>
          </ac:spMkLst>
        </pc:spChg>
        <pc:spChg chg="mod">
          <ac:chgData name="Gaurav" userId="cf3cfb45-d90b-4d10-b0a3-97e0956283ba" providerId="ADAL" clId="{262E7ADF-6978-427B-AAB0-09A477C77110}" dt="2021-04-09T22:54:45.855" v="3550" actId="1076"/>
          <ac:spMkLst>
            <pc:docMk/>
            <pc:sldMk cId="1920503962" sldId="2146846005"/>
            <ac:spMk id="44" creationId="{DDF5535E-2949-443E-8DF0-23C7D912F988}"/>
          </ac:spMkLst>
        </pc:spChg>
        <pc:spChg chg="mod">
          <ac:chgData name="Gaurav" userId="cf3cfb45-d90b-4d10-b0a3-97e0956283ba" providerId="ADAL" clId="{262E7ADF-6978-427B-AAB0-09A477C77110}" dt="2021-04-09T22:49:06.638" v="3447" actId="1076"/>
          <ac:spMkLst>
            <pc:docMk/>
            <pc:sldMk cId="1920503962" sldId="2146846005"/>
            <ac:spMk id="49" creationId="{5D304AB9-2ECA-4C01-94A8-7B8608F370AF}"/>
          </ac:spMkLst>
        </pc:spChg>
        <pc:spChg chg="mod">
          <ac:chgData name="Gaurav" userId="cf3cfb45-d90b-4d10-b0a3-97e0956283ba" providerId="ADAL" clId="{262E7ADF-6978-427B-AAB0-09A477C77110}" dt="2021-04-09T22:49:06.638" v="3447" actId="1076"/>
          <ac:spMkLst>
            <pc:docMk/>
            <pc:sldMk cId="1920503962" sldId="2146846005"/>
            <ac:spMk id="52" creationId="{91ADD311-3EA9-4C97-A353-DE4A2E99D826}"/>
          </ac:spMkLst>
        </pc:spChg>
        <pc:spChg chg="mod">
          <ac:chgData name="Gaurav" userId="cf3cfb45-d90b-4d10-b0a3-97e0956283ba" providerId="ADAL" clId="{262E7ADF-6978-427B-AAB0-09A477C77110}" dt="2021-04-09T22:49:06.638" v="3447" actId="1076"/>
          <ac:spMkLst>
            <pc:docMk/>
            <pc:sldMk cId="1920503962" sldId="2146846005"/>
            <ac:spMk id="53" creationId="{A81C6292-D71F-4B20-9D59-354F9EC4C23F}"/>
          </ac:spMkLst>
        </pc:spChg>
        <pc:spChg chg="mod">
          <ac:chgData name="Gaurav" userId="cf3cfb45-d90b-4d10-b0a3-97e0956283ba" providerId="ADAL" clId="{262E7ADF-6978-427B-AAB0-09A477C77110}" dt="2021-04-09T22:49:06.638" v="3447" actId="1076"/>
          <ac:spMkLst>
            <pc:docMk/>
            <pc:sldMk cId="1920503962" sldId="2146846005"/>
            <ac:spMk id="54" creationId="{FB95092E-0FBB-4EA8-B01E-1F739A2B11E8}"/>
          </ac:spMkLst>
        </pc:spChg>
        <pc:spChg chg="mod">
          <ac:chgData name="Gaurav" userId="cf3cfb45-d90b-4d10-b0a3-97e0956283ba" providerId="ADAL" clId="{262E7ADF-6978-427B-AAB0-09A477C77110}" dt="2021-04-09T22:49:06.638" v="3447" actId="1076"/>
          <ac:spMkLst>
            <pc:docMk/>
            <pc:sldMk cId="1920503962" sldId="2146846005"/>
            <ac:spMk id="55" creationId="{1AD73698-4C92-4BDE-B9E4-D8515C0E7822}"/>
          </ac:spMkLst>
        </pc:spChg>
        <pc:spChg chg="mod">
          <ac:chgData name="Gaurav" userId="cf3cfb45-d90b-4d10-b0a3-97e0956283ba" providerId="ADAL" clId="{262E7ADF-6978-427B-AAB0-09A477C77110}" dt="2021-04-09T22:49:06.638" v="3447" actId="1076"/>
          <ac:spMkLst>
            <pc:docMk/>
            <pc:sldMk cId="1920503962" sldId="2146846005"/>
            <ac:spMk id="56" creationId="{198D4986-0CCA-4850-BD2E-A700C46BD8EE}"/>
          </ac:spMkLst>
        </pc:spChg>
        <pc:spChg chg="add mod">
          <ac:chgData name="Gaurav" userId="cf3cfb45-d90b-4d10-b0a3-97e0956283ba" providerId="ADAL" clId="{262E7ADF-6978-427B-AAB0-09A477C77110}" dt="2021-04-09T22:48:40.142" v="3445" actId="14100"/>
          <ac:spMkLst>
            <pc:docMk/>
            <pc:sldMk cId="1920503962" sldId="2146846005"/>
            <ac:spMk id="58" creationId="{C9933AF4-026D-46D2-910B-F02B7D82A709}"/>
          </ac:spMkLst>
        </pc:spChg>
        <pc:spChg chg="del">
          <ac:chgData name="Gaurav" userId="cf3cfb45-d90b-4d10-b0a3-97e0956283ba" providerId="ADAL" clId="{262E7ADF-6978-427B-AAB0-09A477C77110}" dt="2021-04-09T22:50:54.184" v="3458" actId="478"/>
          <ac:spMkLst>
            <pc:docMk/>
            <pc:sldMk cId="1920503962" sldId="2146846005"/>
            <ac:spMk id="61" creationId="{E637BB64-0695-4442-A847-9DD5F0F94170}"/>
          </ac:spMkLst>
        </pc:spChg>
        <pc:spChg chg="mod">
          <ac:chgData name="Gaurav" userId="cf3cfb45-d90b-4d10-b0a3-97e0956283ba" providerId="ADAL" clId="{262E7ADF-6978-427B-AAB0-09A477C77110}" dt="2021-04-09T22:55:09.107" v="3552" actId="14100"/>
          <ac:spMkLst>
            <pc:docMk/>
            <pc:sldMk cId="1920503962" sldId="2146846005"/>
            <ac:spMk id="63" creationId="{CB18DB49-674A-41F7-96D9-7EE751D6FE19}"/>
          </ac:spMkLst>
        </pc:spChg>
        <pc:spChg chg="mod">
          <ac:chgData name="Gaurav" userId="cf3cfb45-d90b-4d10-b0a3-97e0956283ba" providerId="ADAL" clId="{262E7ADF-6978-427B-AAB0-09A477C77110}" dt="2021-04-09T22:49:09.635" v="3449" actId="1076"/>
          <ac:spMkLst>
            <pc:docMk/>
            <pc:sldMk cId="1920503962" sldId="2146846005"/>
            <ac:spMk id="86" creationId="{6B553F13-6E4E-41B3-9B00-42CFE0D51923}"/>
          </ac:spMkLst>
        </pc:spChg>
        <pc:spChg chg="mod">
          <ac:chgData name="Gaurav" userId="cf3cfb45-d90b-4d10-b0a3-97e0956283ba" providerId="ADAL" clId="{262E7ADF-6978-427B-AAB0-09A477C77110}" dt="2021-04-09T22:49:09.635" v="3449" actId="1076"/>
          <ac:spMkLst>
            <pc:docMk/>
            <pc:sldMk cId="1920503962" sldId="2146846005"/>
            <ac:spMk id="88" creationId="{64717CE9-0D84-4BD4-BA8E-F135B0880B1D}"/>
          </ac:spMkLst>
        </pc:spChg>
        <pc:spChg chg="mod">
          <ac:chgData name="Gaurav" userId="cf3cfb45-d90b-4d10-b0a3-97e0956283ba" providerId="ADAL" clId="{262E7ADF-6978-427B-AAB0-09A477C77110}" dt="2021-04-09T22:49:09.635" v="3449" actId="1076"/>
          <ac:spMkLst>
            <pc:docMk/>
            <pc:sldMk cId="1920503962" sldId="2146846005"/>
            <ac:spMk id="89" creationId="{E4ED091B-61CC-43F2-A66C-2831D9028A00}"/>
          </ac:spMkLst>
        </pc:spChg>
        <pc:spChg chg="mod">
          <ac:chgData name="Gaurav" userId="cf3cfb45-d90b-4d10-b0a3-97e0956283ba" providerId="ADAL" clId="{262E7ADF-6978-427B-AAB0-09A477C77110}" dt="2021-04-09T22:49:09.635" v="3449" actId="1076"/>
          <ac:spMkLst>
            <pc:docMk/>
            <pc:sldMk cId="1920503962" sldId="2146846005"/>
            <ac:spMk id="90" creationId="{CBAA9E5D-F5EB-4C7E-96F9-6D6390F97292}"/>
          </ac:spMkLst>
        </pc:spChg>
        <pc:spChg chg="mod">
          <ac:chgData name="Gaurav" userId="cf3cfb45-d90b-4d10-b0a3-97e0956283ba" providerId="ADAL" clId="{262E7ADF-6978-427B-AAB0-09A477C77110}" dt="2021-04-09T22:49:09.635" v="3449" actId="1076"/>
          <ac:spMkLst>
            <pc:docMk/>
            <pc:sldMk cId="1920503962" sldId="2146846005"/>
            <ac:spMk id="91" creationId="{EBE4CE3F-4773-4A92-BA13-323BD342741C}"/>
          </ac:spMkLst>
        </pc:spChg>
        <pc:spChg chg="mod">
          <ac:chgData name="Gaurav" userId="cf3cfb45-d90b-4d10-b0a3-97e0956283ba" providerId="ADAL" clId="{262E7ADF-6978-427B-AAB0-09A477C77110}" dt="2021-04-09T22:49:09.635" v="3449" actId="1076"/>
          <ac:spMkLst>
            <pc:docMk/>
            <pc:sldMk cId="1920503962" sldId="2146846005"/>
            <ac:spMk id="92" creationId="{CF1846C2-7472-46D4-A3C4-DAC086F2CCD4}"/>
          </ac:spMkLst>
        </pc:spChg>
        <pc:grpChg chg="del mod">
          <ac:chgData name="Gaurav" userId="cf3cfb45-d90b-4d10-b0a3-97e0956283ba" providerId="ADAL" clId="{262E7ADF-6978-427B-AAB0-09A477C77110}" dt="2021-04-09T22:49:07.745" v="3448" actId="478"/>
          <ac:grpSpMkLst>
            <pc:docMk/>
            <pc:sldMk cId="1920503962" sldId="2146846005"/>
            <ac:grpSpMk id="48" creationId="{C8AECF86-8E1E-48E4-8049-C33ADEDE2A40}"/>
          </ac:grpSpMkLst>
        </pc:grpChg>
        <pc:grpChg chg="mod">
          <ac:chgData name="Gaurav" userId="cf3cfb45-d90b-4d10-b0a3-97e0956283ba" providerId="ADAL" clId="{262E7ADF-6978-427B-AAB0-09A477C77110}" dt="2021-04-09T22:49:06.638" v="3447" actId="1076"/>
          <ac:grpSpMkLst>
            <pc:docMk/>
            <pc:sldMk cId="1920503962" sldId="2146846005"/>
            <ac:grpSpMk id="50" creationId="{682C8F23-EEC0-443F-9899-DC045F507A05}"/>
          </ac:grpSpMkLst>
        </pc:grpChg>
        <pc:grpChg chg="del mod">
          <ac:chgData name="Gaurav" userId="cf3cfb45-d90b-4d10-b0a3-97e0956283ba" providerId="ADAL" clId="{262E7ADF-6978-427B-AAB0-09A477C77110}" dt="2021-04-09T22:49:10.391" v="3450" actId="478"/>
          <ac:grpSpMkLst>
            <pc:docMk/>
            <pc:sldMk cId="1920503962" sldId="2146846005"/>
            <ac:grpSpMk id="85" creationId="{B44A08A4-1B45-4BCD-9D54-EA7BF805E77A}"/>
          </ac:grpSpMkLst>
        </pc:grpChg>
        <pc:grpChg chg="mod">
          <ac:chgData name="Gaurav" userId="cf3cfb45-d90b-4d10-b0a3-97e0956283ba" providerId="ADAL" clId="{262E7ADF-6978-427B-AAB0-09A477C77110}" dt="2021-04-09T22:49:09.635" v="3449" actId="1076"/>
          <ac:grpSpMkLst>
            <pc:docMk/>
            <pc:sldMk cId="1920503962" sldId="2146846005"/>
            <ac:grpSpMk id="87" creationId="{AF6EF135-0AB6-4BF6-A2FB-296C2FC9C749}"/>
          </ac:grpSpMkLst>
        </pc:grpChg>
        <pc:graphicFrameChg chg="modGraphic">
          <ac:chgData name="Gaurav" userId="cf3cfb45-d90b-4d10-b0a3-97e0956283ba" providerId="ADAL" clId="{262E7ADF-6978-427B-AAB0-09A477C77110}" dt="2021-04-15T13:02:09.460" v="4376" actId="6549"/>
          <ac:graphicFrameMkLst>
            <pc:docMk/>
            <pc:sldMk cId="1920503962" sldId="2146846005"/>
            <ac:graphicFrameMk id="84" creationId="{76CC712C-41A9-45C5-9167-F1F1EAA56856}"/>
          </ac:graphicFrameMkLst>
        </pc:graphicFrameChg>
      </pc:sldChg>
    </pc:docChg>
  </pc:docChgLst>
  <pc:docChgLst>
    <pc:chgData name="Ken Popkin" userId="3c94c39e-c43b-4805-99ab-8da17777f1ac" providerId="ADAL" clId="{9B55D31E-4E96-4040-AF81-B6B894924DD9}"/>
    <pc:docChg chg="undo custSel addSld delSld modSld sldOrd addSection delSection modSection">
      <pc:chgData name="Ken Popkin" userId="3c94c39e-c43b-4805-99ab-8da17777f1ac" providerId="ADAL" clId="{9B55D31E-4E96-4040-AF81-B6B894924DD9}" dt="2021-04-28T00:54:57.487" v="4674" actId="47"/>
      <pc:docMkLst>
        <pc:docMk/>
      </pc:docMkLst>
      <pc:sldChg chg="add del">
        <pc:chgData name="Ken Popkin" userId="3c94c39e-c43b-4805-99ab-8da17777f1ac" providerId="ADAL" clId="{9B55D31E-4E96-4040-AF81-B6B894924DD9}" dt="2021-04-28T00:32:08.120" v="3668" actId="47"/>
        <pc:sldMkLst>
          <pc:docMk/>
          <pc:sldMk cId="266692390" sldId="263"/>
        </pc:sldMkLst>
      </pc:sldChg>
      <pc:sldChg chg="add del">
        <pc:chgData name="Ken Popkin" userId="3c94c39e-c43b-4805-99ab-8da17777f1ac" providerId="ADAL" clId="{9B55D31E-4E96-4040-AF81-B6B894924DD9}" dt="2021-04-28T00:32:05.387" v="3665" actId="47"/>
        <pc:sldMkLst>
          <pc:docMk/>
          <pc:sldMk cId="1310879795" sldId="264"/>
        </pc:sldMkLst>
      </pc:sldChg>
      <pc:sldChg chg="add del">
        <pc:chgData name="Ken Popkin" userId="3c94c39e-c43b-4805-99ab-8da17777f1ac" providerId="ADAL" clId="{9B55D31E-4E96-4040-AF81-B6B894924DD9}" dt="2021-04-28T00:32:04.403" v="3664" actId="47"/>
        <pc:sldMkLst>
          <pc:docMk/>
          <pc:sldMk cId="1449091" sldId="265"/>
        </pc:sldMkLst>
      </pc:sldChg>
      <pc:sldChg chg="add del">
        <pc:chgData name="Ken Popkin" userId="3c94c39e-c43b-4805-99ab-8da17777f1ac" providerId="ADAL" clId="{9B55D31E-4E96-4040-AF81-B6B894924DD9}" dt="2021-04-28T00:32:06.305" v="3666" actId="47"/>
        <pc:sldMkLst>
          <pc:docMk/>
          <pc:sldMk cId="676604077" sldId="266"/>
        </pc:sldMkLst>
      </pc:sldChg>
      <pc:sldChg chg="addSp delSp modSp mod">
        <pc:chgData name="Ken Popkin" userId="3c94c39e-c43b-4805-99ab-8da17777f1ac" providerId="ADAL" clId="{9B55D31E-4E96-4040-AF81-B6B894924DD9}" dt="2021-04-28T00:53:59.856" v="4669" actId="1037"/>
        <pc:sldMkLst>
          <pc:docMk/>
          <pc:sldMk cId="1353059238" sldId="5614"/>
        </pc:sldMkLst>
        <pc:spChg chg="del">
          <ac:chgData name="Ken Popkin" userId="3c94c39e-c43b-4805-99ab-8da17777f1ac" providerId="ADAL" clId="{9B55D31E-4E96-4040-AF81-B6B894924DD9}" dt="2021-04-27T22:15:45.172" v="258" actId="478"/>
          <ac:spMkLst>
            <pc:docMk/>
            <pc:sldMk cId="1353059238" sldId="5614"/>
            <ac:spMk id="2" creationId="{1B29515A-2667-4C67-81A0-7CB1D2C6FE3E}"/>
          </ac:spMkLst>
        </pc:spChg>
        <pc:spChg chg="add del mod">
          <ac:chgData name="Ken Popkin" userId="3c94c39e-c43b-4805-99ab-8da17777f1ac" providerId="ADAL" clId="{9B55D31E-4E96-4040-AF81-B6B894924DD9}" dt="2021-04-27T23:15:33.369" v="462" actId="478"/>
          <ac:spMkLst>
            <pc:docMk/>
            <pc:sldMk cId="1353059238" sldId="5614"/>
            <ac:spMk id="3" creationId="{90C8324B-4D37-4803-9417-2E4B0C58B0D3}"/>
          </ac:spMkLst>
        </pc:spChg>
        <pc:spChg chg="mod">
          <ac:chgData name="Ken Popkin" userId="3c94c39e-c43b-4805-99ab-8da17777f1ac" providerId="ADAL" clId="{9B55D31E-4E96-4040-AF81-B6B894924DD9}" dt="2021-04-27T22:59:39.677" v="330" actId="20577"/>
          <ac:spMkLst>
            <pc:docMk/>
            <pc:sldMk cId="1353059238" sldId="5614"/>
            <ac:spMk id="4" creationId="{FA8CCE2E-4E27-421F-B61B-BA79E1C45D4E}"/>
          </ac:spMkLst>
        </pc:spChg>
        <pc:spChg chg="add mod">
          <ac:chgData name="Ken Popkin" userId="3c94c39e-c43b-4805-99ab-8da17777f1ac" providerId="ADAL" clId="{9B55D31E-4E96-4040-AF81-B6B894924DD9}" dt="2021-04-28T00:53:27.815" v="4572" actId="164"/>
          <ac:spMkLst>
            <pc:docMk/>
            <pc:sldMk cId="1353059238" sldId="5614"/>
            <ac:spMk id="5" creationId="{1EC3ABA0-C5D3-4C47-A1D5-3FAE1CDE8FE8}"/>
          </ac:spMkLst>
        </pc:spChg>
        <pc:spChg chg="del">
          <ac:chgData name="Ken Popkin" userId="3c94c39e-c43b-4805-99ab-8da17777f1ac" providerId="ADAL" clId="{9B55D31E-4E96-4040-AF81-B6B894924DD9}" dt="2021-04-27T22:15:45.172" v="258" actId="478"/>
          <ac:spMkLst>
            <pc:docMk/>
            <pc:sldMk cId="1353059238" sldId="5614"/>
            <ac:spMk id="6" creationId="{CDD39DEB-5925-4BA9-8103-1B0E575C1ABC}"/>
          </ac:spMkLst>
        </pc:spChg>
        <pc:spChg chg="del">
          <ac:chgData name="Ken Popkin" userId="3c94c39e-c43b-4805-99ab-8da17777f1ac" providerId="ADAL" clId="{9B55D31E-4E96-4040-AF81-B6B894924DD9}" dt="2021-04-27T22:15:45.172" v="258" actId="478"/>
          <ac:spMkLst>
            <pc:docMk/>
            <pc:sldMk cId="1353059238" sldId="5614"/>
            <ac:spMk id="9" creationId="{048EA9D9-62CF-43E6-9F77-7B2A1DA05A55}"/>
          </ac:spMkLst>
        </pc:spChg>
        <pc:spChg chg="add del mod">
          <ac:chgData name="Ken Popkin" userId="3c94c39e-c43b-4805-99ab-8da17777f1ac" providerId="ADAL" clId="{9B55D31E-4E96-4040-AF81-B6B894924DD9}" dt="2021-04-27T23:06:08.414" v="361" actId="478"/>
          <ac:spMkLst>
            <pc:docMk/>
            <pc:sldMk cId="1353059238" sldId="5614"/>
            <ac:spMk id="11" creationId="{6EC96083-5C6D-48D8-87F9-86A44625F8A6}"/>
          </ac:spMkLst>
        </pc:spChg>
        <pc:spChg chg="add del mod">
          <ac:chgData name="Ken Popkin" userId="3c94c39e-c43b-4805-99ab-8da17777f1ac" providerId="ADAL" clId="{9B55D31E-4E96-4040-AF81-B6B894924DD9}" dt="2021-04-27T23:06:08.414" v="361" actId="478"/>
          <ac:spMkLst>
            <pc:docMk/>
            <pc:sldMk cId="1353059238" sldId="5614"/>
            <ac:spMk id="12" creationId="{AA83DA5A-AD0B-4287-B7B2-50B50C150BB6}"/>
          </ac:spMkLst>
        </pc:spChg>
        <pc:spChg chg="add del mod">
          <ac:chgData name="Ken Popkin" userId="3c94c39e-c43b-4805-99ab-8da17777f1ac" providerId="ADAL" clId="{9B55D31E-4E96-4040-AF81-B6B894924DD9}" dt="2021-04-27T23:06:08.414" v="361" actId="478"/>
          <ac:spMkLst>
            <pc:docMk/>
            <pc:sldMk cId="1353059238" sldId="5614"/>
            <ac:spMk id="13" creationId="{ECA5C873-7E61-449B-9C82-AF3B05F29F22}"/>
          </ac:spMkLst>
        </pc:spChg>
        <pc:spChg chg="add del mod">
          <ac:chgData name="Ken Popkin" userId="3c94c39e-c43b-4805-99ab-8da17777f1ac" providerId="ADAL" clId="{9B55D31E-4E96-4040-AF81-B6B894924DD9}" dt="2021-04-27T23:06:08.414" v="361" actId="478"/>
          <ac:spMkLst>
            <pc:docMk/>
            <pc:sldMk cId="1353059238" sldId="5614"/>
            <ac:spMk id="14" creationId="{3F0A23D8-7708-43A1-A497-4A51636B156B}"/>
          </ac:spMkLst>
        </pc:spChg>
        <pc:spChg chg="add del mod">
          <ac:chgData name="Ken Popkin" userId="3c94c39e-c43b-4805-99ab-8da17777f1ac" providerId="ADAL" clId="{9B55D31E-4E96-4040-AF81-B6B894924DD9}" dt="2021-04-27T23:06:08.414" v="361" actId="478"/>
          <ac:spMkLst>
            <pc:docMk/>
            <pc:sldMk cId="1353059238" sldId="5614"/>
            <ac:spMk id="15" creationId="{4C0C5A91-EC94-41E3-8B51-0D56E4978506}"/>
          </ac:spMkLst>
        </pc:spChg>
        <pc:spChg chg="add del mod">
          <ac:chgData name="Ken Popkin" userId="3c94c39e-c43b-4805-99ab-8da17777f1ac" providerId="ADAL" clId="{9B55D31E-4E96-4040-AF81-B6B894924DD9}" dt="2021-04-27T23:06:08.414" v="361" actId="478"/>
          <ac:spMkLst>
            <pc:docMk/>
            <pc:sldMk cId="1353059238" sldId="5614"/>
            <ac:spMk id="16" creationId="{E9ACE5B9-82D3-4187-9397-8620A7D36435}"/>
          </ac:spMkLst>
        </pc:spChg>
        <pc:spChg chg="add del mod">
          <ac:chgData name="Ken Popkin" userId="3c94c39e-c43b-4805-99ab-8da17777f1ac" providerId="ADAL" clId="{9B55D31E-4E96-4040-AF81-B6B894924DD9}" dt="2021-04-27T23:06:08.414" v="361" actId="478"/>
          <ac:spMkLst>
            <pc:docMk/>
            <pc:sldMk cId="1353059238" sldId="5614"/>
            <ac:spMk id="17" creationId="{70CA6EDC-CAA6-4B31-AECB-3D1041AFD780}"/>
          </ac:spMkLst>
        </pc:spChg>
        <pc:spChg chg="add del mod">
          <ac:chgData name="Ken Popkin" userId="3c94c39e-c43b-4805-99ab-8da17777f1ac" providerId="ADAL" clId="{9B55D31E-4E96-4040-AF81-B6B894924DD9}" dt="2021-04-27T23:06:08.414" v="361" actId="478"/>
          <ac:spMkLst>
            <pc:docMk/>
            <pc:sldMk cId="1353059238" sldId="5614"/>
            <ac:spMk id="18" creationId="{FA82771C-DD33-4D7B-863C-CEC28C9AF7C3}"/>
          </ac:spMkLst>
        </pc:spChg>
        <pc:spChg chg="add mod">
          <ac:chgData name="Ken Popkin" userId="3c94c39e-c43b-4805-99ab-8da17777f1ac" providerId="ADAL" clId="{9B55D31E-4E96-4040-AF81-B6B894924DD9}" dt="2021-04-28T00:53:27.815" v="4572" actId="164"/>
          <ac:spMkLst>
            <pc:docMk/>
            <pc:sldMk cId="1353059238" sldId="5614"/>
            <ac:spMk id="19" creationId="{1672C65B-8837-4F6E-9651-CAC4D54296AB}"/>
          </ac:spMkLst>
        </pc:spChg>
        <pc:spChg chg="add mod">
          <ac:chgData name="Ken Popkin" userId="3c94c39e-c43b-4805-99ab-8da17777f1ac" providerId="ADAL" clId="{9B55D31E-4E96-4040-AF81-B6B894924DD9}" dt="2021-04-28T00:53:27.815" v="4572" actId="164"/>
          <ac:spMkLst>
            <pc:docMk/>
            <pc:sldMk cId="1353059238" sldId="5614"/>
            <ac:spMk id="20" creationId="{910674F7-E00C-4A5D-BD23-D73144753854}"/>
          </ac:spMkLst>
        </pc:spChg>
        <pc:spChg chg="add mod">
          <ac:chgData name="Ken Popkin" userId="3c94c39e-c43b-4805-99ab-8da17777f1ac" providerId="ADAL" clId="{9B55D31E-4E96-4040-AF81-B6B894924DD9}" dt="2021-04-28T00:53:27.815" v="4572" actId="164"/>
          <ac:spMkLst>
            <pc:docMk/>
            <pc:sldMk cId="1353059238" sldId="5614"/>
            <ac:spMk id="21" creationId="{ED01954D-66FF-42E5-BB00-A36555E51650}"/>
          </ac:spMkLst>
        </pc:spChg>
        <pc:spChg chg="add mod">
          <ac:chgData name="Ken Popkin" userId="3c94c39e-c43b-4805-99ab-8da17777f1ac" providerId="ADAL" clId="{9B55D31E-4E96-4040-AF81-B6B894924DD9}" dt="2021-04-28T00:53:27.815" v="4572" actId="164"/>
          <ac:spMkLst>
            <pc:docMk/>
            <pc:sldMk cId="1353059238" sldId="5614"/>
            <ac:spMk id="22" creationId="{2D2FFC58-3DDB-4595-B490-5B99D9FBA643}"/>
          </ac:spMkLst>
        </pc:spChg>
        <pc:spChg chg="add mod">
          <ac:chgData name="Ken Popkin" userId="3c94c39e-c43b-4805-99ab-8da17777f1ac" providerId="ADAL" clId="{9B55D31E-4E96-4040-AF81-B6B894924DD9}" dt="2021-04-28T00:53:27.815" v="4572" actId="164"/>
          <ac:spMkLst>
            <pc:docMk/>
            <pc:sldMk cId="1353059238" sldId="5614"/>
            <ac:spMk id="23" creationId="{81B53148-3DDB-416B-91F6-2902EA6CB8ED}"/>
          </ac:spMkLst>
        </pc:spChg>
        <pc:spChg chg="add mod">
          <ac:chgData name="Ken Popkin" userId="3c94c39e-c43b-4805-99ab-8da17777f1ac" providerId="ADAL" clId="{9B55D31E-4E96-4040-AF81-B6B894924DD9}" dt="2021-04-28T00:53:27.815" v="4572" actId="164"/>
          <ac:spMkLst>
            <pc:docMk/>
            <pc:sldMk cId="1353059238" sldId="5614"/>
            <ac:spMk id="24" creationId="{6BAB99E3-6F4E-48F6-A55D-8A5B93AF5758}"/>
          </ac:spMkLst>
        </pc:spChg>
        <pc:spChg chg="add mod">
          <ac:chgData name="Ken Popkin" userId="3c94c39e-c43b-4805-99ab-8da17777f1ac" providerId="ADAL" clId="{9B55D31E-4E96-4040-AF81-B6B894924DD9}" dt="2021-04-28T00:53:27.815" v="4572" actId="164"/>
          <ac:spMkLst>
            <pc:docMk/>
            <pc:sldMk cId="1353059238" sldId="5614"/>
            <ac:spMk id="25" creationId="{5EF3AE1E-2D8C-4FA4-BB0E-84D1CA1CEEE3}"/>
          </ac:spMkLst>
        </pc:spChg>
        <pc:spChg chg="add mod">
          <ac:chgData name="Ken Popkin" userId="3c94c39e-c43b-4805-99ab-8da17777f1ac" providerId="ADAL" clId="{9B55D31E-4E96-4040-AF81-B6B894924DD9}" dt="2021-04-28T00:53:27.815" v="4572" actId="164"/>
          <ac:spMkLst>
            <pc:docMk/>
            <pc:sldMk cId="1353059238" sldId="5614"/>
            <ac:spMk id="26" creationId="{F0009671-0AF0-4B99-9216-2C0358DB3749}"/>
          </ac:spMkLst>
        </pc:spChg>
        <pc:spChg chg="add del mod">
          <ac:chgData name="Ken Popkin" userId="3c94c39e-c43b-4805-99ab-8da17777f1ac" providerId="ADAL" clId="{9B55D31E-4E96-4040-AF81-B6B894924DD9}" dt="2021-04-27T23:07:26.740" v="364" actId="478"/>
          <ac:spMkLst>
            <pc:docMk/>
            <pc:sldMk cId="1353059238" sldId="5614"/>
            <ac:spMk id="27" creationId="{3CDEAE1F-7FFA-492D-BB9B-15087C042F55}"/>
          </ac:spMkLst>
        </pc:spChg>
        <pc:spChg chg="add mod">
          <ac:chgData name="Ken Popkin" userId="3c94c39e-c43b-4805-99ab-8da17777f1ac" providerId="ADAL" clId="{9B55D31E-4E96-4040-AF81-B6B894924DD9}" dt="2021-04-28T00:53:27.815" v="4572" actId="164"/>
          <ac:spMkLst>
            <pc:docMk/>
            <pc:sldMk cId="1353059238" sldId="5614"/>
            <ac:spMk id="28" creationId="{FD09FB08-AC31-401C-A9FD-F636CAA73FDD}"/>
          </ac:spMkLst>
        </pc:spChg>
        <pc:spChg chg="add mod">
          <ac:chgData name="Ken Popkin" userId="3c94c39e-c43b-4805-99ab-8da17777f1ac" providerId="ADAL" clId="{9B55D31E-4E96-4040-AF81-B6B894924DD9}" dt="2021-04-28T00:53:27.815" v="4572" actId="164"/>
          <ac:spMkLst>
            <pc:docMk/>
            <pc:sldMk cId="1353059238" sldId="5614"/>
            <ac:spMk id="29" creationId="{2D94E9DC-F18E-460E-89FA-96B0353FA16E}"/>
          </ac:spMkLst>
        </pc:spChg>
        <pc:spChg chg="add mod">
          <ac:chgData name="Ken Popkin" userId="3c94c39e-c43b-4805-99ab-8da17777f1ac" providerId="ADAL" clId="{9B55D31E-4E96-4040-AF81-B6B894924DD9}" dt="2021-04-28T00:53:36.634" v="4573" actId="164"/>
          <ac:spMkLst>
            <pc:docMk/>
            <pc:sldMk cId="1353059238" sldId="5614"/>
            <ac:spMk id="30" creationId="{307B9794-BD8A-47B4-959F-5C50A76D45A4}"/>
          </ac:spMkLst>
        </pc:spChg>
        <pc:spChg chg="add mod">
          <ac:chgData name="Ken Popkin" userId="3c94c39e-c43b-4805-99ab-8da17777f1ac" providerId="ADAL" clId="{9B55D31E-4E96-4040-AF81-B6B894924DD9}" dt="2021-04-27T23:16:51.806" v="505" actId="255"/>
          <ac:spMkLst>
            <pc:docMk/>
            <pc:sldMk cId="1353059238" sldId="5614"/>
            <ac:spMk id="31" creationId="{DA9B2D1F-E967-4066-A1AC-55DD5FEF6174}"/>
          </ac:spMkLst>
        </pc:spChg>
        <pc:spChg chg="add mod">
          <ac:chgData name="Ken Popkin" userId="3c94c39e-c43b-4805-99ab-8da17777f1ac" providerId="ADAL" clId="{9B55D31E-4E96-4040-AF81-B6B894924DD9}" dt="2021-04-27T23:16:51.806" v="505" actId="255"/>
          <ac:spMkLst>
            <pc:docMk/>
            <pc:sldMk cId="1353059238" sldId="5614"/>
            <ac:spMk id="32" creationId="{F8A8A146-3AB9-40F0-A1FA-017EDC28C70F}"/>
          </ac:spMkLst>
        </pc:spChg>
        <pc:spChg chg="mod">
          <ac:chgData name="Ken Popkin" userId="3c94c39e-c43b-4805-99ab-8da17777f1ac" providerId="ADAL" clId="{9B55D31E-4E96-4040-AF81-B6B894924DD9}" dt="2021-04-27T23:19:15.073" v="542"/>
          <ac:spMkLst>
            <pc:docMk/>
            <pc:sldMk cId="1353059238" sldId="5614"/>
            <ac:spMk id="35" creationId="{7569951E-77FB-419C-9A9A-A5AF922EE642}"/>
          </ac:spMkLst>
        </pc:spChg>
        <pc:spChg chg="mod">
          <ac:chgData name="Ken Popkin" userId="3c94c39e-c43b-4805-99ab-8da17777f1ac" providerId="ADAL" clId="{9B55D31E-4E96-4040-AF81-B6B894924DD9}" dt="2021-04-27T23:19:51.770" v="567" actId="20577"/>
          <ac:spMkLst>
            <pc:docMk/>
            <pc:sldMk cId="1353059238" sldId="5614"/>
            <ac:spMk id="36" creationId="{5398CCCC-2770-47AD-8BEE-2A0FCDE54B81}"/>
          </ac:spMkLst>
        </pc:spChg>
        <pc:spChg chg="add mod">
          <ac:chgData name="Ken Popkin" userId="3c94c39e-c43b-4805-99ab-8da17777f1ac" providerId="ADAL" clId="{9B55D31E-4E96-4040-AF81-B6B894924DD9}" dt="2021-04-28T00:53:36.634" v="4573" actId="164"/>
          <ac:spMkLst>
            <pc:docMk/>
            <pc:sldMk cId="1353059238" sldId="5614"/>
            <ac:spMk id="37" creationId="{CBB8BA7A-39CA-4E5B-ABEC-C84C49AC7958}"/>
          </ac:spMkLst>
        </pc:spChg>
        <pc:spChg chg="add mod">
          <ac:chgData name="Ken Popkin" userId="3c94c39e-c43b-4805-99ab-8da17777f1ac" providerId="ADAL" clId="{9B55D31E-4E96-4040-AF81-B6B894924DD9}" dt="2021-04-28T00:53:36.634" v="4573" actId="164"/>
          <ac:spMkLst>
            <pc:docMk/>
            <pc:sldMk cId="1353059238" sldId="5614"/>
            <ac:spMk id="38" creationId="{5B639EA0-B7D4-4675-8740-B4394FDEEEEA}"/>
          </ac:spMkLst>
        </pc:spChg>
        <pc:spChg chg="mod">
          <ac:chgData name="Ken Popkin" userId="3c94c39e-c43b-4805-99ab-8da17777f1ac" providerId="ADAL" clId="{9B55D31E-4E96-4040-AF81-B6B894924DD9}" dt="2021-04-27T23:21:20.762" v="599" actId="207"/>
          <ac:spMkLst>
            <pc:docMk/>
            <pc:sldMk cId="1353059238" sldId="5614"/>
            <ac:spMk id="40" creationId="{5F2F39F5-33F8-4FA3-ADC5-5B42818B8168}"/>
          </ac:spMkLst>
        </pc:spChg>
        <pc:spChg chg="mod">
          <ac:chgData name="Ken Popkin" userId="3c94c39e-c43b-4805-99ab-8da17777f1ac" providerId="ADAL" clId="{9B55D31E-4E96-4040-AF81-B6B894924DD9}" dt="2021-04-27T23:21:29.788" v="632" actId="6549"/>
          <ac:spMkLst>
            <pc:docMk/>
            <pc:sldMk cId="1353059238" sldId="5614"/>
            <ac:spMk id="41" creationId="{1E5ECCF8-CC11-4F83-B629-B40186244050}"/>
          </ac:spMkLst>
        </pc:spChg>
        <pc:spChg chg="add mod">
          <ac:chgData name="Ken Popkin" userId="3c94c39e-c43b-4805-99ab-8da17777f1ac" providerId="ADAL" clId="{9B55D31E-4E96-4040-AF81-B6B894924DD9}" dt="2021-04-28T00:53:36.634" v="4573" actId="164"/>
          <ac:spMkLst>
            <pc:docMk/>
            <pc:sldMk cId="1353059238" sldId="5614"/>
            <ac:spMk id="42" creationId="{417138D5-5AA8-47F8-9E9D-88C6CCCAF5E9}"/>
          </ac:spMkLst>
        </pc:spChg>
        <pc:spChg chg="add mod">
          <ac:chgData name="Ken Popkin" userId="3c94c39e-c43b-4805-99ab-8da17777f1ac" providerId="ADAL" clId="{9B55D31E-4E96-4040-AF81-B6B894924DD9}" dt="2021-04-28T00:53:36.634" v="4573" actId="164"/>
          <ac:spMkLst>
            <pc:docMk/>
            <pc:sldMk cId="1353059238" sldId="5614"/>
            <ac:spMk id="43" creationId="{FD804BA2-2C14-4E34-852B-232FE340C384}"/>
          </ac:spMkLst>
        </pc:spChg>
        <pc:grpChg chg="add mod">
          <ac:chgData name="Ken Popkin" userId="3c94c39e-c43b-4805-99ab-8da17777f1ac" providerId="ADAL" clId="{9B55D31E-4E96-4040-AF81-B6B894924DD9}" dt="2021-04-28T00:53:27.815" v="4572" actId="164"/>
          <ac:grpSpMkLst>
            <pc:docMk/>
            <pc:sldMk cId="1353059238" sldId="5614"/>
            <ac:grpSpMk id="33" creationId="{D16F0360-D556-40CE-A08A-90F2C319F059}"/>
          </ac:grpSpMkLst>
        </pc:grpChg>
        <pc:grpChg chg="add mod">
          <ac:chgData name="Ken Popkin" userId="3c94c39e-c43b-4805-99ab-8da17777f1ac" providerId="ADAL" clId="{9B55D31E-4E96-4040-AF81-B6B894924DD9}" dt="2021-04-28T00:53:36.634" v="4573" actId="164"/>
          <ac:grpSpMkLst>
            <pc:docMk/>
            <pc:sldMk cId="1353059238" sldId="5614"/>
            <ac:grpSpMk id="34" creationId="{E313B6D4-2614-4F2D-AEA8-94168A71A609}"/>
          </ac:grpSpMkLst>
        </pc:grpChg>
        <pc:grpChg chg="add mod">
          <ac:chgData name="Ken Popkin" userId="3c94c39e-c43b-4805-99ab-8da17777f1ac" providerId="ADAL" clId="{9B55D31E-4E96-4040-AF81-B6B894924DD9}" dt="2021-04-28T00:53:36.634" v="4573" actId="164"/>
          <ac:grpSpMkLst>
            <pc:docMk/>
            <pc:sldMk cId="1353059238" sldId="5614"/>
            <ac:grpSpMk id="39" creationId="{5BBFF2AB-49EB-4255-9091-0D8B29B19BDA}"/>
          </ac:grpSpMkLst>
        </pc:grpChg>
        <pc:grpChg chg="add mod">
          <ac:chgData name="Ken Popkin" userId="3c94c39e-c43b-4805-99ab-8da17777f1ac" providerId="ADAL" clId="{9B55D31E-4E96-4040-AF81-B6B894924DD9}" dt="2021-04-28T00:53:59.856" v="4669" actId="1037"/>
          <ac:grpSpMkLst>
            <pc:docMk/>
            <pc:sldMk cId="1353059238" sldId="5614"/>
            <ac:grpSpMk id="44" creationId="{12ACBD7F-73DB-4593-AC6A-C50D1C7BF448}"/>
          </ac:grpSpMkLst>
        </pc:grpChg>
        <pc:grpChg chg="add mod">
          <ac:chgData name="Ken Popkin" userId="3c94c39e-c43b-4805-99ab-8da17777f1ac" providerId="ADAL" clId="{9B55D31E-4E96-4040-AF81-B6B894924DD9}" dt="2021-04-28T00:53:59.856" v="4669" actId="1037"/>
          <ac:grpSpMkLst>
            <pc:docMk/>
            <pc:sldMk cId="1353059238" sldId="5614"/>
            <ac:grpSpMk id="45" creationId="{9DAD515C-47C0-40CE-B5BD-9DED085EA48C}"/>
          </ac:grpSpMkLst>
        </pc:grpChg>
        <pc:graphicFrameChg chg="add del mod modGraphic">
          <ac:chgData name="Ken Popkin" userId="3c94c39e-c43b-4805-99ab-8da17777f1ac" providerId="ADAL" clId="{9B55D31E-4E96-4040-AF81-B6B894924DD9}" dt="2021-04-27T23:06:08.414" v="361" actId="478"/>
          <ac:graphicFrameMkLst>
            <pc:docMk/>
            <pc:sldMk cId="1353059238" sldId="5614"/>
            <ac:graphicFrameMk id="7" creationId="{76C1E29D-72D9-4743-8457-6F84A888BBDB}"/>
          </ac:graphicFrameMkLst>
        </pc:graphicFrameChg>
        <pc:graphicFrameChg chg="add del mod">
          <ac:chgData name="Ken Popkin" userId="3c94c39e-c43b-4805-99ab-8da17777f1ac" providerId="ADAL" clId="{9B55D31E-4E96-4040-AF81-B6B894924DD9}" dt="2021-04-27T22:18:37.453" v="263" actId="478"/>
          <ac:graphicFrameMkLst>
            <pc:docMk/>
            <pc:sldMk cId="1353059238" sldId="5614"/>
            <ac:graphicFrameMk id="8" creationId="{C79F0885-63E1-46C1-A8B2-490075F86B5B}"/>
          </ac:graphicFrameMkLst>
        </pc:graphicFrameChg>
        <pc:graphicFrameChg chg="add del mod modGraphic">
          <ac:chgData name="Ken Popkin" userId="3c94c39e-c43b-4805-99ab-8da17777f1ac" providerId="ADAL" clId="{9B55D31E-4E96-4040-AF81-B6B894924DD9}" dt="2021-04-27T23:06:08.414" v="361" actId="478"/>
          <ac:graphicFrameMkLst>
            <pc:docMk/>
            <pc:sldMk cId="1353059238" sldId="5614"/>
            <ac:graphicFrameMk id="10" creationId="{4E316EC5-737B-40D0-9970-E75A9C6222D0}"/>
          </ac:graphicFrameMkLst>
        </pc:graphicFrameChg>
      </pc:sldChg>
      <pc:sldChg chg="del ord">
        <pc:chgData name="Ken Popkin" userId="3c94c39e-c43b-4805-99ab-8da17777f1ac" providerId="ADAL" clId="{9B55D31E-4E96-4040-AF81-B6B894924DD9}" dt="2021-04-28T00:54:50.242" v="4671" actId="47"/>
        <pc:sldMkLst>
          <pc:docMk/>
          <pc:sldMk cId="2678786716" sldId="2142532606"/>
        </pc:sldMkLst>
      </pc:sldChg>
      <pc:sldChg chg="del">
        <pc:chgData name="Ken Popkin" userId="3c94c39e-c43b-4805-99ab-8da17777f1ac" providerId="ADAL" clId="{9B55D31E-4E96-4040-AF81-B6B894924DD9}" dt="2021-04-28T00:31:14.505" v="3653" actId="47"/>
        <pc:sldMkLst>
          <pc:docMk/>
          <pc:sldMk cId="400269162" sldId="2142532640"/>
        </pc:sldMkLst>
      </pc:sldChg>
      <pc:sldChg chg="del">
        <pc:chgData name="Ken Popkin" userId="3c94c39e-c43b-4805-99ab-8da17777f1ac" providerId="ADAL" clId="{9B55D31E-4E96-4040-AF81-B6B894924DD9}" dt="2021-04-28T00:31:11.221" v="3652" actId="47"/>
        <pc:sldMkLst>
          <pc:docMk/>
          <pc:sldMk cId="2130153696" sldId="2146845973"/>
        </pc:sldMkLst>
      </pc:sldChg>
      <pc:sldChg chg="add del">
        <pc:chgData name="Ken Popkin" userId="3c94c39e-c43b-4805-99ab-8da17777f1ac" providerId="ADAL" clId="{9B55D31E-4E96-4040-AF81-B6B894924DD9}" dt="2021-04-28T00:31:54.740" v="3656" actId="47"/>
        <pc:sldMkLst>
          <pc:docMk/>
          <pc:sldMk cId="3445609876" sldId="2146845976"/>
        </pc:sldMkLst>
      </pc:sldChg>
      <pc:sldChg chg="add del">
        <pc:chgData name="Ken Popkin" userId="3c94c39e-c43b-4805-99ab-8da17777f1ac" providerId="ADAL" clId="{9B55D31E-4E96-4040-AF81-B6B894924DD9}" dt="2021-04-28T00:54:54.148" v="4672" actId="47"/>
        <pc:sldMkLst>
          <pc:docMk/>
          <pc:sldMk cId="1161169406" sldId="2146845981"/>
        </pc:sldMkLst>
      </pc:sldChg>
      <pc:sldChg chg="add del">
        <pc:chgData name="Ken Popkin" userId="3c94c39e-c43b-4805-99ab-8da17777f1ac" providerId="ADAL" clId="{9B55D31E-4E96-4040-AF81-B6B894924DD9}" dt="2021-04-28T00:31:57.716" v="3657" actId="47"/>
        <pc:sldMkLst>
          <pc:docMk/>
          <pc:sldMk cId="207730898" sldId="2146845982"/>
        </pc:sldMkLst>
      </pc:sldChg>
      <pc:sldChg chg="add del">
        <pc:chgData name="Ken Popkin" userId="3c94c39e-c43b-4805-99ab-8da17777f1ac" providerId="ADAL" clId="{9B55D31E-4E96-4040-AF81-B6B894924DD9}" dt="2021-04-28T00:32:13.102" v="3670" actId="47"/>
        <pc:sldMkLst>
          <pc:docMk/>
          <pc:sldMk cId="1510712340" sldId="2146845983"/>
        </pc:sldMkLst>
      </pc:sldChg>
      <pc:sldChg chg="del ord">
        <pc:chgData name="Ken Popkin" userId="3c94c39e-c43b-4805-99ab-8da17777f1ac" providerId="ADAL" clId="{9B55D31E-4E96-4040-AF81-B6B894924DD9}" dt="2021-04-28T00:54:55.031" v="4673" actId="47"/>
        <pc:sldMkLst>
          <pc:docMk/>
          <pc:sldMk cId="1395122171" sldId="2146845984"/>
        </pc:sldMkLst>
      </pc:sldChg>
      <pc:sldChg chg="del">
        <pc:chgData name="Ken Popkin" userId="3c94c39e-c43b-4805-99ab-8da17777f1ac" providerId="ADAL" clId="{9B55D31E-4E96-4040-AF81-B6B894924DD9}" dt="2021-04-28T00:31:08.755" v="3649" actId="47"/>
        <pc:sldMkLst>
          <pc:docMk/>
          <pc:sldMk cId="52130966" sldId="2146845985"/>
        </pc:sldMkLst>
      </pc:sldChg>
      <pc:sldChg chg="del ord">
        <pc:chgData name="Ken Popkin" userId="3c94c39e-c43b-4805-99ab-8da17777f1ac" providerId="ADAL" clId="{9B55D31E-4E96-4040-AF81-B6B894924DD9}" dt="2021-04-28T00:54:49.191" v="4670" actId="47"/>
        <pc:sldMkLst>
          <pc:docMk/>
          <pc:sldMk cId="1690488660" sldId="2146845986"/>
        </pc:sldMkLst>
      </pc:sldChg>
      <pc:sldChg chg="del">
        <pc:chgData name="Ken Popkin" userId="3c94c39e-c43b-4805-99ab-8da17777f1ac" providerId="ADAL" clId="{9B55D31E-4E96-4040-AF81-B6B894924DD9}" dt="2021-04-28T00:31:09.587" v="3650" actId="47"/>
        <pc:sldMkLst>
          <pc:docMk/>
          <pc:sldMk cId="3812753414" sldId="2146845989"/>
        </pc:sldMkLst>
      </pc:sldChg>
      <pc:sldChg chg="del">
        <pc:chgData name="Ken Popkin" userId="3c94c39e-c43b-4805-99ab-8da17777f1ac" providerId="ADAL" clId="{9B55D31E-4E96-4040-AF81-B6B894924DD9}" dt="2021-04-28T00:31:10.521" v="3651" actId="47"/>
        <pc:sldMkLst>
          <pc:docMk/>
          <pc:sldMk cId="3787782999" sldId="2146845990"/>
        </pc:sldMkLst>
      </pc:sldChg>
      <pc:sldChg chg="add del">
        <pc:chgData name="Ken Popkin" userId="3c94c39e-c43b-4805-99ab-8da17777f1ac" providerId="ADAL" clId="{9B55D31E-4E96-4040-AF81-B6B894924DD9}" dt="2021-04-28T00:32:14.319" v="3671" actId="47"/>
        <pc:sldMkLst>
          <pc:docMk/>
          <pc:sldMk cId="2657179508" sldId="2146845992"/>
        </pc:sldMkLst>
      </pc:sldChg>
      <pc:sldChg chg="modSp mod">
        <pc:chgData name="Ken Popkin" userId="3c94c39e-c43b-4805-99ab-8da17777f1ac" providerId="ADAL" clId="{9B55D31E-4E96-4040-AF81-B6B894924DD9}" dt="2021-04-27T21:51:42.511" v="57" actId="20577"/>
        <pc:sldMkLst>
          <pc:docMk/>
          <pc:sldMk cId="3174375058" sldId="2146845993"/>
        </pc:sldMkLst>
        <pc:spChg chg="mod">
          <ac:chgData name="Ken Popkin" userId="3c94c39e-c43b-4805-99ab-8da17777f1ac" providerId="ADAL" clId="{9B55D31E-4E96-4040-AF81-B6B894924DD9}" dt="2021-04-27T21:51:42.511" v="57" actId="20577"/>
          <ac:spMkLst>
            <pc:docMk/>
            <pc:sldMk cId="3174375058" sldId="2146845993"/>
            <ac:spMk id="20" creationId="{D7600C1D-FE18-409B-A5EC-8F22555E5588}"/>
          </ac:spMkLst>
        </pc:spChg>
      </pc:sldChg>
      <pc:sldChg chg="del ord">
        <pc:chgData name="Ken Popkin" userId="3c94c39e-c43b-4805-99ab-8da17777f1ac" providerId="ADAL" clId="{9B55D31E-4E96-4040-AF81-B6B894924DD9}" dt="2021-04-28T00:54:57.487" v="4674" actId="47"/>
        <pc:sldMkLst>
          <pc:docMk/>
          <pc:sldMk cId="2117334497" sldId="2146845995"/>
        </pc:sldMkLst>
      </pc:sldChg>
      <pc:sldChg chg="add del">
        <pc:chgData name="Ken Popkin" userId="3c94c39e-c43b-4805-99ab-8da17777f1ac" providerId="ADAL" clId="{9B55D31E-4E96-4040-AF81-B6B894924DD9}" dt="2021-04-28T00:32:03.503" v="3663" actId="47"/>
        <pc:sldMkLst>
          <pc:docMk/>
          <pc:sldMk cId="4257869422" sldId="2146845997"/>
        </pc:sldMkLst>
      </pc:sldChg>
      <pc:sldChg chg="add del">
        <pc:chgData name="Ken Popkin" userId="3c94c39e-c43b-4805-99ab-8da17777f1ac" providerId="ADAL" clId="{9B55D31E-4E96-4040-AF81-B6B894924DD9}" dt="2021-04-28T00:32:07.187" v="3667" actId="47"/>
        <pc:sldMkLst>
          <pc:docMk/>
          <pc:sldMk cId="340949598" sldId="2146845998"/>
        </pc:sldMkLst>
      </pc:sldChg>
      <pc:sldChg chg="del">
        <pc:chgData name="Ken Popkin" userId="3c94c39e-c43b-4805-99ab-8da17777f1ac" providerId="ADAL" clId="{9B55D31E-4E96-4040-AF81-B6B894924DD9}" dt="2021-04-28T00:30:55.303" v="3646" actId="47"/>
        <pc:sldMkLst>
          <pc:docMk/>
          <pc:sldMk cId="716058420" sldId="2146846000"/>
        </pc:sldMkLst>
      </pc:sldChg>
      <pc:sldChg chg="add del">
        <pc:chgData name="Ken Popkin" userId="3c94c39e-c43b-4805-99ab-8da17777f1ac" providerId="ADAL" clId="{9B55D31E-4E96-4040-AF81-B6B894924DD9}" dt="2021-04-28T00:32:11.319" v="3669" actId="47"/>
        <pc:sldMkLst>
          <pc:docMk/>
          <pc:sldMk cId="1935880369" sldId="2146846002"/>
        </pc:sldMkLst>
      </pc:sldChg>
      <pc:sldChg chg="del">
        <pc:chgData name="Ken Popkin" userId="3c94c39e-c43b-4805-99ab-8da17777f1ac" providerId="ADAL" clId="{9B55D31E-4E96-4040-AF81-B6B894924DD9}" dt="2021-04-28T00:30:59.926" v="3647" actId="47"/>
        <pc:sldMkLst>
          <pc:docMk/>
          <pc:sldMk cId="2361233300" sldId="2146846004"/>
        </pc:sldMkLst>
      </pc:sldChg>
      <pc:sldChg chg="del">
        <pc:chgData name="Ken Popkin" userId="3c94c39e-c43b-4805-99ab-8da17777f1ac" providerId="ADAL" clId="{9B55D31E-4E96-4040-AF81-B6B894924DD9}" dt="2021-04-28T00:31:01.120" v="3648" actId="47"/>
        <pc:sldMkLst>
          <pc:docMk/>
          <pc:sldMk cId="1920503962" sldId="2146846005"/>
        </pc:sldMkLst>
      </pc:sldChg>
      <pc:sldChg chg="add del">
        <pc:chgData name="Ken Popkin" userId="3c94c39e-c43b-4805-99ab-8da17777f1ac" providerId="ADAL" clId="{9B55D31E-4E96-4040-AF81-B6B894924DD9}" dt="2021-04-28T00:32:18.109" v="3672" actId="47"/>
        <pc:sldMkLst>
          <pc:docMk/>
          <pc:sldMk cId="4290718314" sldId="2146846006"/>
        </pc:sldMkLst>
      </pc:sldChg>
      <pc:sldChg chg="add del">
        <pc:chgData name="Ken Popkin" userId="3c94c39e-c43b-4805-99ab-8da17777f1ac" providerId="ADAL" clId="{9B55D31E-4E96-4040-AF81-B6B894924DD9}" dt="2021-04-28T00:31:58.820" v="3658" actId="47"/>
        <pc:sldMkLst>
          <pc:docMk/>
          <pc:sldMk cId="1206519219" sldId="2146846007"/>
        </pc:sldMkLst>
      </pc:sldChg>
      <pc:sldChg chg="add del">
        <pc:chgData name="Ken Popkin" userId="3c94c39e-c43b-4805-99ab-8da17777f1ac" providerId="ADAL" clId="{9B55D31E-4E96-4040-AF81-B6B894924DD9}" dt="2021-04-28T00:31:59.800" v="3659" actId="47"/>
        <pc:sldMkLst>
          <pc:docMk/>
          <pc:sldMk cId="4259389883" sldId="2146846008"/>
        </pc:sldMkLst>
      </pc:sldChg>
      <pc:sldChg chg="add del">
        <pc:chgData name="Ken Popkin" userId="3c94c39e-c43b-4805-99ab-8da17777f1ac" providerId="ADAL" clId="{9B55D31E-4E96-4040-AF81-B6B894924DD9}" dt="2021-04-28T00:32:02.572" v="3662" actId="47"/>
        <pc:sldMkLst>
          <pc:docMk/>
          <pc:sldMk cId="2197517037" sldId="2146846009"/>
        </pc:sldMkLst>
      </pc:sldChg>
      <pc:sldChg chg="add del">
        <pc:chgData name="Ken Popkin" userId="3c94c39e-c43b-4805-99ab-8da17777f1ac" providerId="ADAL" clId="{9B55D31E-4E96-4040-AF81-B6B894924DD9}" dt="2021-04-28T00:32:01.744" v="3661" actId="47"/>
        <pc:sldMkLst>
          <pc:docMk/>
          <pc:sldMk cId="3966972729" sldId="2146846010"/>
        </pc:sldMkLst>
      </pc:sldChg>
      <pc:sldChg chg="add del">
        <pc:chgData name="Ken Popkin" userId="3c94c39e-c43b-4805-99ab-8da17777f1ac" providerId="ADAL" clId="{9B55D31E-4E96-4040-AF81-B6B894924DD9}" dt="2021-04-28T00:32:00.795" v="3660" actId="47"/>
        <pc:sldMkLst>
          <pc:docMk/>
          <pc:sldMk cId="3509810418" sldId="2146846011"/>
        </pc:sldMkLst>
      </pc:sldChg>
      <pc:sldChg chg="addSp delSp modSp add mod setBg delDesignElem">
        <pc:chgData name="Ken Popkin" userId="3c94c39e-c43b-4805-99ab-8da17777f1ac" providerId="ADAL" clId="{9B55D31E-4E96-4040-AF81-B6B894924DD9}" dt="2021-04-27T22:59:47.125" v="344" actId="20577"/>
        <pc:sldMkLst>
          <pc:docMk/>
          <pc:sldMk cId="2181594307" sldId="2146846012"/>
        </pc:sldMkLst>
        <pc:spChg chg="add del mod">
          <ac:chgData name="Ken Popkin" userId="3c94c39e-c43b-4805-99ab-8da17777f1ac" providerId="ADAL" clId="{9B55D31E-4E96-4040-AF81-B6B894924DD9}" dt="2021-04-27T22:05:04.206" v="81" actId="478"/>
          <ac:spMkLst>
            <pc:docMk/>
            <pc:sldMk cId="2181594307" sldId="2146846012"/>
            <ac:spMk id="4" creationId="{31B24C8C-7BE2-44C7-AFD5-504FD4E3259D}"/>
          </ac:spMkLst>
        </pc:spChg>
        <pc:spChg chg="del">
          <ac:chgData name="Ken Popkin" userId="3c94c39e-c43b-4805-99ab-8da17777f1ac" providerId="ADAL" clId="{9B55D31E-4E96-4040-AF81-B6B894924DD9}" dt="2021-04-27T22:04:50.665" v="76" actId="478"/>
          <ac:spMkLst>
            <pc:docMk/>
            <pc:sldMk cId="2181594307" sldId="2146846012"/>
            <ac:spMk id="7" creationId="{4D5EBFA6-FE30-48EC-9D92-EBC84E0AFFB3}"/>
          </ac:spMkLst>
        </pc:spChg>
        <pc:spChg chg="del">
          <ac:chgData name="Ken Popkin" userId="3c94c39e-c43b-4805-99ab-8da17777f1ac" providerId="ADAL" clId="{9B55D31E-4E96-4040-AF81-B6B894924DD9}" dt="2021-04-27T22:05:14.562" v="85" actId="478"/>
          <ac:spMkLst>
            <pc:docMk/>
            <pc:sldMk cId="2181594307" sldId="2146846012"/>
            <ac:spMk id="20" creationId="{D7600C1D-FE18-409B-A5EC-8F22555E5588}"/>
          </ac:spMkLst>
        </pc:spChg>
        <pc:spChg chg="add del mod">
          <ac:chgData name="Ken Popkin" userId="3c94c39e-c43b-4805-99ab-8da17777f1ac" providerId="ADAL" clId="{9B55D31E-4E96-4040-AF81-B6B894924DD9}" dt="2021-04-27T22:14:43.071" v="249" actId="115"/>
          <ac:spMkLst>
            <pc:docMk/>
            <pc:sldMk cId="2181594307" sldId="2146846012"/>
            <ac:spMk id="22" creationId="{9A8B1FB0-5FD7-4ED3-B4D2-D9B3CEC714EA}"/>
          </ac:spMkLst>
        </pc:spChg>
        <pc:spChg chg="add del mod">
          <ac:chgData name="Ken Popkin" userId="3c94c39e-c43b-4805-99ab-8da17777f1ac" providerId="ADAL" clId="{9B55D31E-4E96-4040-AF81-B6B894924DD9}" dt="2021-04-27T22:06:09.873" v="92" actId="478"/>
          <ac:spMkLst>
            <pc:docMk/>
            <pc:sldMk cId="2181594307" sldId="2146846012"/>
            <ac:spMk id="25" creationId="{D9FB875A-9FA7-4A98-AEEF-00FEBC8B4122}"/>
          </ac:spMkLst>
        </pc:spChg>
        <pc:spChg chg="add del mod">
          <ac:chgData name="Ken Popkin" userId="3c94c39e-c43b-4805-99ab-8da17777f1ac" providerId="ADAL" clId="{9B55D31E-4E96-4040-AF81-B6B894924DD9}" dt="2021-04-27T22:07:02.833" v="106" actId="478"/>
          <ac:spMkLst>
            <pc:docMk/>
            <pc:sldMk cId="2181594307" sldId="2146846012"/>
            <ac:spMk id="26" creationId="{16966280-3C56-48A4-B29C-88DAD8BFFEC3}"/>
          </ac:spMkLst>
        </pc:spChg>
        <pc:spChg chg="add del mod">
          <ac:chgData name="Ken Popkin" userId="3c94c39e-c43b-4805-99ab-8da17777f1ac" providerId="ADAL" clId="{9B55D31E-4E96-4040-AF81-B6B894924DD9}" dt="2021-04-27T22:59:47.125" v="344" actId="20577"/>
          <ac:spMkLst>
            <pc:docMk/>
            <pc:sldMk cId="2181594307" sldId="2146846012"/>
            <ac:spMk id="27" creationId="{4677ACB4-1CAA-4A1B-BA3B-8FBC864CD441}"/>
          </ac:spMkLst>
        </pc:spChg>
        <pc:spChg chg="del">
          <ac:chgData name="Ken Popkin" userId="3c94c39e-c43b-4805-99ab-8da17777f1ac" providerId="ADAL" clId="{9B55D31E-4E96-4040-AF81-B6B894924DD9}" dt="2021-04-27T22:03:26.644" v="59"/>
          <ac:spMkLst>
            <pc:docMk/>
            <pc:sldMk cId="2181594307" sldId="2146846012"/>
            <ac:spMk id="32" creationId="{07322A9E-F1EC-405E-8971-BA906EFFCCB8}"/>
          </ac:spMkLst>
        </pc:spChg>
        <pc:spChg chg="del">
          <ac:chgData name="Ken Popkin" userId="3c94c39e-c43b-4805-99ab-8da17777f1ac" providerId="ADAL" clId="{9B55D31E-4E96-4040-AF81-B6B894924DD9}" dt="2021-04-27T22:05:12.294" v="84" actId="478"/>
          <ac:spMkLst>
            <pc:docMk/>
            <pc:sldMk cId="2181594307" sldId="2146846012"/>
            <ac:spMk id="33" creationId="{9EDDD0E6-ECD0-4F1F-8B7C-A22D3FF8F221}"/>
          </ac:spMkLst>
        </pc:spChg>
        <pc:spChg chg="del">
          <ac:chgData name="Ken Popkin" userId="3c94c39e-c43b-4805-99ab-8da17777f1ac" providerId="ADAL" clId="{9B55D31E-4E96-4040-AF81-B6B894924DD9}" dt="2021-04-27T22:03:26.644" v="59"/>
          <ac:spMkLst>
            <pc:docMk/>
            <pc:sldMk cId="2181594307" sldId="2146846012"/>
            <ac:spMk id="34" creationId="{A5704422-1118-4FD1-95AD-29A064EB80D9}"/>
          </ac:spMkLst>
        </pc:spChg>
        <pc:spChg chg="del">
          <ac:chgData name="Ken Popkin" userId="3c94c39e-c43b-4805-99ab-8da17777f1ac" providerId="ADAL" clId="{9B55D31E-4E96-4040-AF81-B6B894924DD9}" dt="2021-04-27T22:03:26.644" v="59"/>
          <ac:spMkLst>
            <pc:docMk/>
            <pc:sldMk cId="2181594307" sldId="2146846012"/>
            <ac:spMk id="36" creationId="{A88B2AAA-B805-498E-A9E6-98B885855498}"/>
          </ac:spMkLst>
        </pc:spChg>
        <pc:spChg chg="del">
          <ac:chgData name="Ken Popkin" userId="3c94c39e-c43b-4805-99ab-8da17777f1ac" providerId="ADAL" clId="{9B55D31E-4E96-4040-AF81-B6B894924DD9}" dt="2021-04-27T22:03:26.644" v="59"/>
          <ac:spMkLst>
            <pc:docMk/>
            <pc:sldMk cId="2181594307" sldId="2146846012"/>
            <ac:spMk id="38" creationId="{9B8051E0-19D7-43E1-BFD9-E6DBFEB3A3F1}"/>
          </ac:spMkLst>
        </pc:spChg>
        <pc:spChg chg="del">
          <ac:chgData name="Ken Popkin" userId="3c94c39e-c43b-4805-99ab-8da17777f1ac" providerId="ADAL" clId="{9B55D31E-4E96-4040-AF81-B6B894924DD9}" dt="2021-04-27T22:03:26.644" v="59"/>
          <ac:spMkLst>
            <pc:docMk/>
            <pc:sldMk cId="2181594307" sldId="2146846012"/>
            <ac:spMk id="40" creationId="{4EDB2B02-86A2-46F5-A4BE-B7D9B10411D6}"/>
          </ac:spMkLst>
        </pc:spChg>
        <pc:spChg chg="del">
          <ac:chgData name="Ken Popkin" userId="3c94c39e-c43b-4805-99ab-8da17777f1ac" providerId="ADAL" clId="{9B55D31E-4E96-4040-AF81-B6B894924DD9}" dt="2021-04-27T22:03:26.644" v="59"/>
          <ac:spMkLst>
            <pc:docMk/>
            <pc:sldMk cId="2181594307" sldId="2146846012"/>
            <ac:spMk id="42" creationId="{43954639-FB5D-41F4-9560-6F6DFE778425}"/>
          </ac:spMkLst>
        </pc:spChg>
        <pc:spChg chg="del">
          <ac:chgData name="Ken Popkin" userId="3c94c39e-c43b-4805-99ab-8da17777f1ac" providerId="ADAL" clId="{9B55D31E-4E96-4040-AF81-B6B894924DD9}" dt="2021-04-27T22:03:26.644" v="59"/>
          <ac:spMkLst>
            <pc:docMk/>
            <pc:sldMk cId="2181594307" sldId="2146846012"/>
            <ac:spMk id="44" creationId="{E898931C-0323-41FA-A036-20F818B1FF81}"/>
          </ac:spMkLst>
        </pc:spChg>
        <pc:spChg chg="del">
          <ac:chgData name="Ken Popkin" userId="3c94c39e-c43b-4805-99ab-8da17777f1ac" providerId="ADAL" clId="{9B55D31E-4E96-4040-AF81-B6B894924DD9}" dt="2021-04-27T22:03:26.644" v="59"/>
          <ac:spMkLst>
            <pc:docMk/>
            <pc:sldMk cId="2181594307" sldId="2146846012"/>
            <ac:spMk id="46" creationId="{89AFE9DD-0792-4B98-B4EB-97ACA17E6AA8}"/>
          </ac:spMkLst>
        </pc:spChg>
        <pc:spChg chg="del">
          <ac:chgData name="Ken Popkin" userId="3c94c39e-c43b-4805-99ab-8da17777f1ac" providerId="ADAL" clId="{9B55D31E-4E96-4040-AF81-B6B894924DD9}" dt="2021-04-27T22:03:26.644" v="59"/>
          <ac:spMkLst>
            <pc:docMk/>
            <pc:sldMk cId="2181594307" sldId="2146846012"/>
            <ac:spMk id="48" creationId="{3981F5C4-9AE1-404E-AF44-A4E6DB374F9D}"/>
          </ac:spMkLst>
        </pc:spChg>
        <pc:spChg chg="del">
          <ac:chgData name="Ken Popkin" userId="3c94c39e-c43b-4805-99ab-8da17777f1ac" providerId="ADAL" clId="{9B55D31E-4E96-4040-AF81-B6B894924DD9}" dt="2021-04-27T22:03:26.644" v="59"/>
          <ac:spMkLst>
            <pc:docMk/>
            <pc:sldMk cId="2181594307" sldId="2146846012"/>
            <ac:spMk id="50" creationId="{763C1781-8726-4FAC-8C45-FF40376BE409}"/>
          </ac:spMkLst>
        </pc:spChg>
        <pc:spChg chg="del">
          <ac:chgData name="Ken Popkin" userId="3c94c39e-c43b-4805-99ab-8da17777f1ac" providerId="ADAL" clId="{9B55D31E-4E96-4040-AF81-B6B894924DD9}" dt="2021-04-27T22:03:26.644" v="59"/>
          <ac:spMkLst>
            <pc:docMk/>
            <pc:sldMk cId="2181594307" sldId="2146846012"/>
            <ac:spMk id="52" creationId="{301491B5-56C7-43DC-A3D9-861EECCA056A}"/>
          </ac:spMkLst>
        </pc:spChg>
        <pc:spChg chg="del">
          <ac:chgData name="Ken Popkin" userId="3c94c39e-c43b-4805-99ab-8da17777f1ac" providerId="ADAL" clId="{9B55D31E-4E96-4040-AF81-B6B894924DD9}" dt="2021-04-27T22:03:26.644" v="59"/>
          <ac:spMkLst>
            <pc:docMk/>
            <pc:sldMk cId="2181594307" sldId="2146846012"/>
            <ac:spMk id="54" creationId="{237E2353-22DF-46E0-A200-FB30F8F394E2}"/>
          </ac:spMkLst>
        </pc:spChg>
        <pc:spChg chg="del">
          <ac:chgData name="Ken Popkin" userId="3c94c39e-c43b-4805-99ab-8da17777f1ac" providerId="ADAL" clId="{9B55D31E-4E96-4040-AF81-B6B894924DD9}" dt="2021-04-27T22:03:26.644" v="59"/>
          <ac:spMkLst>
            <pc:docMk/>
            <pc:sldMk cId="2181594307" sldId="2146846012"/>
            <ac:spMk id="56" creationId="{DD6138DB-057B-45F7-A5F4-E7BFDA20D02C}"/>
          </ac:spMkLst>
        </pc:spChg>
        <pc:spChg chg="del">
          <ac:chgData name="Ken Popkin" userId="3c94c39e-c43b-4805-99ab-8da17777f1ac" providerId="ADAL" clId="{9B55D31E-4E96-4040-AF81-B6B894924DD9}" dt="2021-04-27T22:03:26.644" v="59"/>
          <ac:spMkLst>
            <pc:docMk/>
            <pc:sldMk cId="2181594307" sldId="2146846012"/>
            <ac:spMk id="58" creationId="{79A54AB1-B64F-4843-BFAB-81CB74E66B65}"/>
          </ac:spMkLst>
        </pc:spChg>
        <pc:grpChg chg="add mod">
          <ac:chgData name="Ken Popkin" userId="3c94c39e-c43b-4805-99ab-8da17777f1ac" providerId="ADAL" clId="{9B55D31E-4E96-4040-AF81-B6B894924DD9}" dt="2021-04-27T22:04:18.189" v="67" actId="1076"/>
          <ac:grpSpMkLst>
            <pc:docMk/>
            <pc:sldMk cId="2181594307" sldId="2146846012"/>
            <ac:grpSpMk id="2" creationId="{02F54182-7610-4C70-AAB1-DFD362509148}"/>
          </ac:grpSpMkLst>
        </pc:grpChg>
        <pc:picChg chg="mod">
          <ac:chgData name="Ken Popkin" userId="3c94c39e-c43b-4805-99ab-8da17777f1ac" providerId="ADAL" clId="{9B55D31E-4E96-4040-AF81-B6B894924DD9}" dt="2021-04-27T22:04:13.326" v="66" actId="164"/>
          <ac:picMkLst>
            <pc:docMk/>
            <pc:sldMk cId="2181594307" sldId="2146846012"/>
            <ac:picMk id="10" creationId="{C1189A9E-C709-4E25-ABC2-05D23AFA0383}"/>
          </ac:picMkLst>
        </pc:picChg>
        <pc:picChg chg="add mod">
          <ac:chgData name="Ken Popkin" userId="3c94c39e-c43b-4805-99ab-8da17777f1ac" providerId="ADAL" clId="{9B55D31E-4E96-4040-AF81-B6B894924DD9}" dt="2021-04-27T22:04:13.326" v="66" actId="164"/>
          <ac:picMkLst>
            <pc:docMk/>
            <pc:sldMk cId="2181594307" sldId="2146846012"/>
            <ac:picMk id="21" creationId="{CE7FE122-6D52-4E3E-A5AE-94A3EA02367C}"/>
          </ac:picMkLst>
        </pc:picChg>
      </pc:sldChg>
      <pc:sldChg chg="addSp delSp modSp add mod">
        <pc:chgData name="Ken Popkin" userId="3c94c39e-c43b-4805-99ab-8da17777f1ac" providerId="ADAL" clId="{9B55D31E-4E96-4040-AF81-B6B894924DD9}" dt="2021-04-28T00:13:26.167" v="2931" actId="20577"/>
        <pc:sldMkLst>
          <pc:docMk/>
          <pc:sldMk cId="511034043" sldId="2146846013"/>
        </pc:sldMkLst>
        <pc:spChg chg="mod">
          <ac:chgData name="Ken Popkin" userId="3c94c39e-c43b-4805-99ab-8da17777f1ac" providerId="ADAL" clId="{9B55D31E-4E96-4040-AF81-B6B894924DD9}" dt="2021-04-28T00:08:20.109" v="2710" actId="121"/>
          <ac:spMkLst>
            <pc:docMk/>
            <pc:sldMk cId="511034043" sldId="2146846013"/>
            <ac:spMk id="4" creationId="{FA8CCE2E-4E27-421F-B61B-BA79E1C45D4E}"/>
          </ac:spMkLst>
        </pc:spChg>
        <pc:spChg chg="del">
          <ac:chgData name="Ken Popkin" userId="3c94c39e-c43b-4805-99ab-8da17777f1ac" providerId="ADAL" clId="{9B55D31E-4E96-4040-AF81-B6B894924DD9}" dt="2021-04-27T23:26:02.495" v="717" actId="478"/>
          <ac:spMkLst>
            <pc:docMk/>
            <pc:sldMk cId="511034043" sldId="2146846013"/>
            <ac:spMk id="5" creationId="{1EC3ABA0-C5D3-4C47-A1D5-3FAE1CDE8FE8}"/>
          </ac:spMkLst>
        </pc:spChg>
        <pc:spChg chg="del">
          <ac:chgData name="Ken Popkin" userId="3c94c39e-c43b-4805-99ab-8da17777f1ac" providerId="ADAL" clId="{9B55D31E-4E96-4040-AF81-B6B894924DD9}" dt="2021-04-27T23:26:02.495" v="717" actId="478"/>
          <ac:spMkLst>
            <pc:docMk/>
            <pc:sldMk cId="511034043" sldId="2146846013"/>
            <ac:spMk id="19" creationId="{1672C65B-8837-4F6E-9651-CAC4D54296AB}"/>
          </ac:spMkLst>
        </pc:spChg>
        <pc:spChg chg="del">
          <ac:chgData name="Ken Popkin" userId="3c94c39e-c43b-4805-99ab-8da17777f1ac" providerId="ADAL" clId="{9B55D31E-4E96-4040-AF81-B6B894924DD9}" dt="2021-04-27T23:26:02.495" v="717" actId="478"/>
          <ac:spMkLst>
            <pc:docMk/>
            <pc:sldMk cId="511034043" sldId="2146846013"/>
            <ac:spMk id="20" creationId="{910674F7-E00C-4A5D-BD23-D73144753854}"/>
          </ac:spMkLst>
        </pc:spChg>
        <pc:spChg chg="del">
          <ac:chgData name="Ken Popkin" userId="3c94c39e-c43b-4805-99ab-8da17777f1ac" providerId="ADAL" clId="{9B55D31E-4E96-4040-AF81-B6B894924DD9}" dt="2021-04-27T23:26:02.495" v="717" actId="478"/>
          <ac:spMkLst>
            <pc:docMk/>
            <pc:sldMk cId="511034043" sldId="2146846013"/>
            <ac:spMk id="21" creationId="{ED01954D-66FF-42E5-BB00-A36555E51650}"/>
          </ac:spMkLst>
        </pc:spChg>
        <pc:spChg chg="del">
          <ac:chgData name="Ken Popkin" userId="3c94c39e-c43b-4805-99ab-8da17777f1ac" providerId="ADAL" clId="{9B55D31E-4E96-4040-AF81-B6B894924DD9}" dt="2021-04-27T23:26:02.495" v="717" actId="478"/>
          <ac:spMkLst>
            <pc:docMk/>
            <pc:sldMk cId="511034043" sldId="2146846013"/>
            <ac:spMk id="22" creationId="{2D2FFC58-3DDB-4595-B490-5B99D9FBA643}"/>
          </ac:spMkLst>
        </pc:spChg>
        <pc:spChg chg="del">
          <ac:chgData name="Ken Popkin" userId="3c94c39e-c43b-4805-99ab-8da17777f1ac" providerId="ADAL" clId="{9B55D31E-4E96-4040-AF81-B6B894924DD9}" dt="2021-04-27T23:26:02.495" v="717" actId="478"/>
          <ac:spMkLst>
            <pc:docMk/>
            <pc:sldMk cId="511034043" sldId="2146846013"/>
            <ac:spMk id="23" creationId="{81B53148-3DDB-416B-91F6-2902EA6CB8ED}"/>
          </ac:spMkLst>
        </pc:spChg>
        <pc:spChg chg="del">
          <ac:chgData name="Ken Popkin" userId="3c94c39e-c43b-4805-99ab-8da17777f1ac" providerId="ADAL" clId="{9B55D31E-4E96-4040-AF81-B6B894924DD9}" dt="2021-04-27T23:26:02.495" v="717" actId="478"/>
          <ac:spMkLst>
            <pc:docMk/>
            <pc:sldMk cId="511034043" sldId="2146846013"/>
            <ac:spMk id="24" creationId="{6BAB99E3-6F4E-48F6-A55D-8A5B93AF5758}"/>
          </ac:spMkLst>
        </pc:spChg>
        <pc:spChg chg="del">
          <ac:chgData name="Ken Popkin" userId="3c94c39e-c43b-4805-99ab-8da17777f1ac" providerId="ADAL" clId="{9B55D31E-4E96-4040-AF81-B6B894924DD9}" dt="2021-04-27T23:26:02.495" v="717" actId="478"/>
          <ac:spMkLst>
            <pc:docMk/>
            <pc:sldMk cId="511034043" sldId="2146846013"/>
            <ac:spMk id="25" creationId="{5EF3AE1E-2D8C-4FA4-BB0E-84D1CA1CEEE3}"/>
          </ac:spMkLst>
        </pc:spChg>
        <pc:spChg chg="del">
          <ac:chgData name="Ken Popkin" userId="3c94c39e-c43b-4805-99ab-8da17777f1ac" providerId="ADAL" clId="{9B55D31E-4E96-4040-AF81-B6B894924DD9}" dt="2021-04-27T23:26:02.495" v="717" actId="478"/>
          <ac:spMkLst>
            <pc:docMk/>
            <pc:sldMk cId="511034043" sldId="2146846013"/>
            <ac:spMk id="26" creationId="{F0009671-0AF0-4B99-9216-2C0358DB3749}"/>
          </ac:spMkLst>
        </pc:spChg>
        <pc:spChg chg="del">
          <ac:chgData name="Ken Popkin" userId="3c94c39e-c43b-4805-99ab-8da17777f1ac" providerId="ADAL" clId="{9B55D31E-4E96-4040-AF81-B6B894924DD9}" dt="2021-04-27T23:26:02.495" v="717" actId="478"/>
          <ac:spMkLst>
            <pc:docMk/>
            <pc:sldMk cId="511034043" sldId="2146846013"/>
            <ac:spMk id="28" creationId="{FD09FB08-AC31-401C-A9FD-F636CAA73FDD}"/>
          </ac:spMkLst>
        </pc:spChg>
        <pc:spChg chg="del">
          <ac:chgData name="Ken Popkin" userId="3c94c39e-c43b-4805-99ab-8da17777f1ac" providerId="ADAL" clId="{9B55D31E-4E96-4040-AF81-B6B894924DD9}" dt="2021-04-27T23:26:02.495" v="717" actId="478"/>
          <ac:spMkLst>
            <pc:docMk/>
            <pc:sldMk cId="511034043" sldId="2146846013"/>
            <ac:spMk id="29" creationId="{2D94E9DC-F18E-460E-89FA-96B0353FA16E}"/>
          </ac:spMkLst>
        </pc:spChg>
        <pc:spChg chg="del">
          <ac:chgData name="Ken Popkin" userId="3c94c39e-c43b-4805-99ab-8da17777f1ac" providerId="ADAL" clId="{9B55D31E-4E96-4040-AF81-B6B894924DD9}" dt="2021-04-27T23:26:02.495" v="717" actId="478"/>
          <ac:spMkLst>
            <pc:docMk/>
            <pc:sldMk cId="511034043" sldId="2146846013"/>
            <ac:spMk id="30" creationId="{307B9794-BD8A-47B4-959F-5C50A76D45A4}"/>
          </ac:spMkLst>
        </pc:spChg>
        <pc:spChg chg="del">
          <ac:chgData name="Ken Popkin" userId="3c94c39e-c43b-4805-99ab-8da17777f1ac" providerId="ADAL" clId="{9B55D31E-4E96-4040-AF81-B6B894924DD9}" dt="2021-04-27T23:26:02.495" v="717" actId="478"/>
          <ac:spMkLst>
            <pc:docMk/>
            <pc:sldMk cId="511034043" sldId="2146846013"/>
            <ac:spMk id="37" creationId="{CBB8BA7A-39CA-4E5B-ABEC-C84C49AC7958}"/>
          </ac:spMkLst>
        </pc:spChg>
        <pc:spChg chg="del">
          <ac:chgData name="Ken Popkin" userId="3c94c39e-c43b-4805-99ab-8da17777f1ac" providerId="ADAL" clId="{9B55D31E-4E96-4040-AF81-B6B894924DD9}" dt="2021-04-27T23:26:02.495" v="717" actId="478"/>
          <ac:spMkLst>
            <pc:docMk/>
            <pc:sldMk cId="511034043" sldId="2146846013"/>
            <ac:spMk id="38" creationId="{5B639EA0-B7D4-4675-8740-B4394FDEEEEA}"/>
          </ac:spMkLst>
        </pc:spChg>
        <pc:spChg chg="del">
          <ac:chgData name="Ken Popkin" userId="3c94c39e-c43b-4805-99ab-8da17777f1ac" providerId="ADAL" clId="{9B55D31E-4E96-4040-AF81-B6B894924DD9}" dt="2021-04-27T23:26:02.495" v="717" actId="478"/>
          <ac:spMkLst>
            <pc:docMk/>
            <pc:sldMk cId="511034043" sldId="2146846013"/>
            <ac:spMk id="42" creationId="{417138D5-5AA8-47F8-9E9D-88C6CCCAF5E9}"/>
          </ac:spMkLst>
        </pc:spChg>
        <pc:spChg chg="del">
          <ac:chgData name="Ken Popkin" userId="3c94c39e-c43b-4805-99ab-8da17777f1ac" providerId="ADAL" clId="{9B55D31E-4E96-4040-AF81-B6B894924DD9}" dt="2021-04-27T23:26:02.495" v="717" actId="478"/>
          <ac:spMkLst>
            <pc:docMk/>
            <pc:sldMk cId="511034043" sldId="2146846013"/>
            <ac:spMk id="43" creationId="{FD804BA2-2C14-4E34-852B-232FE340C384}"/>
          </ac:spMkLst>
        </pc:spChg>
        <pc:spChg chg="add mod">
          <ac:chgData name="Ken Popkin" userId="3c94c39e-c43b-4805-99ab-8da17777f1ac" providerId="ADAL" clId="{9B55D31E-4E96-4040-AF81-B6B894924DD9}" dt="2021-04-27T23:44:21.794" v="1210" actId="164"/>
          <ac:spMkLst>
            <pc:docMk/>
            <pc:sldMk cId="511034043" sldId="2146846013"/>
            <ac:spMk id="55" creationId="{4C5039F1-1EA6-4316-A7BC-5CAD5C5E5870}"/>
          </ac:spMkLst>
        </pc:spChg>
        <pc:spChg chg="add mod">
          <ac:chgData name="Ken Popkin" userId="3c94c39e-c43b-4805-99ab-8da17777f1ac" providerId="ADAL" clId="{9B55D31E-4E96-4040-AF81-B6B894924DD9}" dt="2021-04-27T23:44:21.794" v="1210" actId="164"/>
          <ac:spMkLst>
            <pc:docMk/>
            <pc:sldMk cId="511034043" sldId="2146846013"/>
            <ac:spMk id="56" creationId="{2FCF11FC-8381-4E12-8208-37DC953586E9}"/>
          </ac:spMkLst>
        </pc:spChg>
        <pc:spChg chg="add mod">
          <ac:chgData name="Ken Popkin" userId="3c94c39e-c43b-4805-99ab-8da17777f1ac" providerId="ADAL" clId="{9B55D31E-4E96-4040-AF81-B6B894924DD9}" dt="2021-04-27T23:44:21.794" v="1210" actId="164"/>
          <ac:spMkLst>
            <pc:docMk/>
            <pc:sldMk cId="511034043" sldId="2146846013"/>
            <ac:spMk id="57" creationId="{0559C183-398B-493C-8ABA-5F46A0D17A3A}"/>
          </ac:spMkLst>
        </pc:spChg>
        <pc:spChg chg="add del mod">
          <ac:chgData name="Ken Popkin" userId="3c94c39e-c43b-4805-99ab-8da17777f1ac" providerId="ADAL" clId="{9B55D31E-4E96-4040-AF81-B6B894924DD9}" dt="2021-04-27T23:35:06.031" v="763" actId="478"/>
          <ac:spMkLst>
            <pc:docMk/>
            <pc:sldMk cId="511034043" sldId="2146846013"/>
            <ac:spMk id="58" creationId="{0467867C-99C2-405B-BE42-89A34989DA8E}"/>
          </ac:spMkLst>
        </pc:spChg>
        <pc:spChg chg="add mod">
          <ac:chgData name="Ken Popkin" userId="3c94c39e-c43b-4805-99ab-8da17777f1ac" providerId="ADAL" clId="{9B55D31E-4E96-4040-AF81-B6B894924DD9}" dt="2021-04-27T23:44:21.794" v="1210" actId="164"/>
          <ac:spMkLst>
            <pc:docMk/>
            <pc:sldMk cId="511034043" sldId="2146846013"/>
            <ac:spMk id="59" creationId="{9B297407-5453-4737-B893-EC87BE5A6C91}"/>
          </ac:spMkLst>
        </pc:spChg>
        <pc:spChg chg="add mod">
          <ac:chgData name="Ken Popkin" userId="3c94c39e-c43b-4805-99ab-8da17777f1ac" providerId="ADAL" clId="{9B55D31E-4E96-4040-AF81-B6B894924DD9}" dt="2021-04-27T23:44:21.794" v="1210" actId="164"/>
          <ac:spMkLst>
            <pc:docMk/>
            <pc:sldMk cId="511034043" sldId="2146846013"/>
            <ac:spMk id="60" creationId="{5075F22B-75CF-4995-AFB8-143F51A564C9}"/>
          </ac:spMkLst>
        </pc:spChg>
        <pc:spChg chg="add del mod">
          <ac:chgData name="Ken Popkin" userId="3c94c39e-c43b-4805-99ab-8da17777f1ac" providerId="ADAL" clId="{9B55D31E-4E96-4040-AF81-B6B894924DD9}" dt="2021-04-27T23:35:06.031" v="763" actId="478"/>
          <ac:spMkLst>
            <pc:docMk/>
            <pc:sldMk cId="511034043" sldId="2146846013"/>
            <ac:spMk id="61" creationId="{D41FCC38-57A3-42FC-904A-54CD404BB25D}"/>
          </ac:spMkLst>
        </pc:spChg>
        <pc:spChg chg="add del mod">
          <ac:chgData name="Ken Popkin" userId="3c94c39e-c43b-4805-99ab-8da17777f1ac" providerId="ADAL" clId="{9B55D31E-4E96-4040-AF81-B6B894924DD9}" dt="2021-04-27T23:35:06.031" v="763" actId="478"/>
          <ac:spMkLst>
            <pc:docMk/>
            <pc:sldMk cId="511034043" sldId="2146846013"/>
            <ac:spMk id="62" creationId="{24C6E4C5-4759-4451-B16F-A68C4BC0AB79}"/>
          </ac:spMkLst>
        </pc:spChg>
        <pc:spChg chg="add del mod">
          <ac:chgData name="Ken Popkin" userId="3c94c39e-c43b-4805-99ab-8da17777f1ac" providerId="ADAL" clId="{9B55D31E-4E96-4040-AF81-B6B894924DD9}" dt="2021-04-27T23:35:06.031" v="763" actId="478"/>
          <ac:spMkLst>
            <pc:docMk/>
            <pc:sldMk cId="511034043" sldId="2146846013"/>
            <ac:spMk id="63" creationId="{82A883AB-EF95-4BD4-B653-D59F158389C6}"/>
          </ac:spMkLst>
        </pc:spChg>
        <pc:spChg chg="add del mod">
          <ac:chgData name="Ken Popkin" userId="3c94c39e-c43b-4805-99ab-8da17777f1ac" providerId="ADAL" clId="{9B55D31E-4E96-4040-AF81-B6B894924DD9}" dt="2021-04-27T23:35:06.031" v="763" actId="478"/>
          <ac:spMkLst>
            <pc:docMk/>
            <pc:sldMk cId="511034043" sldId="2146846013"/>
            <ac:spMk id="64" creationId="{78142287-E67C-4CF0-B9AE-4C38CA158A13}"/>
          </ac:spMkLst>
        </pc:spChg>
        <pc:spChg chg="add mod">
          <ac:chgData name="Ken Popkin" userId="3c94c39e-c43b-4805-99ab-8da17777f1ac" providerId="ADAL" clId="{9B55D31E-4E96-4040-AF81-B6B894924DD9}" dt="2021-04-27T23:44:21.794" v="1210" actId="164"/>
          <ac:spMkLst>
            <pc:docMk/>
            <pc:sldMk cId="511034043" sldId="2146846013"/>
            <ac:spMk id="65" creationId="{72722F28-8416-4C17-A271-AA31A7B32272}"/>
          </ac:spMkLst>
        </pc:spChg>
        <pc:spChg chg="add del mod">
          <ac:chgData name="Ken Popkin" userId="3c94c39e-c43b-4805-99ab-8da17777f1ac" providerId="ADAL" clId="{9B55D31E-4E96-4040-AF81-B6B894924DD9}" dt="2021-04-27T23:35:06.031" v="763" actId="478"/>
          <ac:spMkLst>
            <pc:docMk/>
            <pc:sldMk cId="511034043" sldId="2146846013"/>
            <ac:spMk id="66" creationId="{46338155-DD51-45C4-8D76-C8AB2EB61333}"/>
          </ac:spMkLst>
        </pc:spChg>
        <pc:spChg chg="add mod">
          <ac:chgData name="Ken Popkin" userId="3c94c39e-c43b-4805-99ab-8da17777f1ac" providerId="ADAL" clId="{9B55D31E-4E96-4040-AF81-B6B894924DD9}" dt="2021-04-27T23:44:21.794" v="1210" actId="164"/>
          <ac:spMkLst>
            <pc:docMk/>
            <pc:sldMk cId="511034043" sldId="2146846013"/>
            <ac:spMk id="67" creationId="{59D20AF3-3156-4818-91E4-796CDB853ABC}"/>
          </ac:spMkLst>
        </pc:spChg>
        <pc:spChg chg="add mod">
          <ac:chgData name="Ken Popkin" userId="3c94c39e-c43b-4805-99ab-8da17777f1ac" providerId="ADAL" clId="{9B55D31E-4E96-4040-AF81-B6B894924DD9}" dt="2021-04-27T23:44:21.794" v="1210" actId="164"/>
          <ac:spMkLst>
            <pc:docMk/>
            <pc:sldMk cId="511034043" sldId="2146846013"/>
            <ac:spMk id="68" creationId="{2EF66A26-286F-40CE-8176-98C08B32740B}"/>
          </ac:spMkLst>
        </pc:spChg>
        <pc:spChg chg="add mod">
          <ac:chgData name="Ken Popkin" userId="3c94c39e-c43b-4805-99ab-8da17777f1ac" providerId="ADAL" clId="{9B55D31E-4E96-4040-AF81-B6B894924DD9}" dt="2021-04-27T23:44:21.794" v="1210" actId="164"/>
          <ac:spMkLst>
            <pc:docMk/>
            <pc:sldMk cId="511034043" sldId="2146846013"/>
            <ac:spMk id="69" creationId="{B2EEF8B5-6A70-47A0-A9C7-7F97753E9708}"/>
          </ac:spMkLst>
        </pc:spChg>
        <pc:spChg chg="add del mod">
          <ac:chgData name="Ken Popkin" userId="3c94c39e-c43b-4805-99ab-8da17777f1ac" providerId="ADAL" clId="{9B55D31E-4E96-4040-AF81-B6B894924DD9}" dt="2021-04-27T23:35:06.031" v="763" actId="478"/>
          <ac:spMkLst>
            <pc:docMk/>
            <pc:sldMk cId="511034043" sldId="2146846013"/>
            <ac:spMk id="70" creationId="{F6D8A3D6-9212-4A01-8699-ABE76F7D14E1}"/>
          </ac:spMkLst>
        </pc:spChg>
        <pc:spChg chg="mod topLvl">
          <ac:chgData name="Ken Popkin" userId="3c94c39e-c43b-4805-99ab-8da17777f1ac" providerId="ADAL" clId="{9B55D31E-4E96-4040-AF81-B6B894924DD9}" dt="2021-04-27T23:44:21.794" v="1210" actId="164"/>
          <ac:spMkLst>
            <pc:docMk/>
            <pc:sldMk cId="511034043" sldId="2146846013"/>
            <ac:spMk id="72" creationId="{32585524-29BA-4290-8F3B-F21076B474D8}"/>
          </ac:spMkLst>
        </pc:spChg>
        <pc:spChg chg="mod topLvl">
          <ac:chgData name="Ken Popkin" userId="3c94c39e-c43b-4805-99ab-8da17777f1ac" providerId="ADAL" clId="{9B55D31E-4E96-4040-AF81-B6B894924DD9}" dt="2021-04-27T23:44:21.794" v="1210" actId="164"/>
          <ac:spMkLst>
            <pc:docMk/>
            <pc:sldMk cId="511034043" sldId="2146846013"/>
            <ac:spMk id="73" creationId="{822A893B-A75A-41DC-A597-52142EFEF959}"/>
          </ac:spMkLst>
        </pc:spChg>
        <pc:spChg chg="mod topLvl">
          <ac:chgData name="Ken Popkin" userId="3c94c39e-c43b-4805-99ab-8da17777f1ac" providerId="ADAL" clId="{9B55D31E-4E96-4040-AF81-B6B894924DD9}" dt="2021-04-27T23:44:21.794" v="1210" actId="164"/>
          <ac:spMkLst>
            <pc:docMk/>
            <pc:sldMk cId="511034043" sldId="2146846013"/>
            <ac:spMk id="74" creationId="{27F8EB21-DA56-47D9-9C9C-C59C9A31C3F2}"/>
          </ac:spMkLst>
        </pc:spChg>
        <pc:spChg chg="del mod topLvl">
          <ac:chgData name="Ken Popkin" userId="3c94c39e-c43b-4805-99ab-8da17777f1ac" providerId="ADAL" clId="{9B55D31E-4E96-4040-AF81-B6B894924DD9}" dt="2021-04-27T23:35:31.354" v="785" actId="478"/>
          <ac:spMkLst>
            <pc:docMk/>
            <pc:sldMk cId="511034043" sldId="2146846013"/>
            <ac:spMk id="75" creationId="{867268C6-0243-4FDA-A368-86508DCC397A}"/>
          </ac:spMkLst>
        </pc:spChg>
        <pc:spChg chg="add mod">
          <ac:chgData name="Ken Popkin" userId="3c94c39e-c43b-4805-99ab-8da17777f1ac" providerId="ADAL" clId="{9B55D31E-4E96-4040-AF81-B6B894924DD9}" dt="2021-04-27T23:44:21.794" v="1210" actId="164"/>
          <ac:spMkLst>
            <pc:docMk/>
            <pc:sldMk cId="511034043" sldId="2146846013"/>
            <ac:spMk id="76" creationId="{F7C6D098-770E-4887-8ABC-C04D001108C2}"/>
          </ac:spMkLst>
        </pc:spChg>
        <pc:spChg chg="add del mod">
          <ac:chgData name="Ken Popkin" userId="3c94c39e-c43b-4805-99ab-8da17777f1ac" providerId="ADAL" clId="{9B55D31E-4E96-4040-AF81-B6B894924DD9}" dt="2021-04-27T23:35:42.556" v="786" actId="478"/>
          <ac:spMkLst>
            <pc:docMk/>
            <pc:sldMk cId="511034043" sldId="2146846013"/>
            <ac:spMk id="77" creationId="{96427D81-F36F-412B-831D-CDB3B877789C}"/>
          </ac:spMkLst>
        </pc:spChg>
        <pc:grpChg chg="add mod">
          <ac:chgData name="Ken Popkin" userId="3c94c39e-c43b-4805-99ab-8da17777f1ac" providerId="ADAL" clId="{9B55D31E-4E96-4040-AF81-B6B894924DD9}" dt="2021-04-28T00:08:46.622" v="2712" actId="1076"/>
          <ac:grpSpMkLst>
            <pc:docMk/>
            <pc:sldMk cId="511034043" sldId="2146846013"/>
            <ac:grpSpMk id="9" creationId="{D57FBFB0-5693-4CCC-9CFC-E3F0D8AAC308}"/>
          </ac:grpSpMkLst>
        </pc:grpChg>
        <pc:grpChg chg="del">
          <ac:chgData name="Ken Popkin" userId="3c94c39e-c43b-4805-99ab-8da17777f1ac" providerId="ADAL" clId="{9B55D31E-4E96-4040-AF81-B6B894924DD9}" dt="2021-04-27T23:26:02.495" v="717" actId="478"/>
          <ac:grpSpMkLst>
            <pc:docMk/>
            <pc:sldMk cId="511034043" sldId="2146846013"/>
            <ac:grpSpMk id="33" creationId="{D16F0360-D556-40CE-A08A-90F2C319F059}"/>
          </ac:grpSpMkLst>
        </pc:grpChg>
        <pc:grpChg chg="del">
          <ac:chgData name="Ken Popkin" userId="3c94c39e-c43b-4805-99ab-8da17777f1ac" providerId="ADAL" clId="{9B55D31E-4E96-4040-AF81-B6B894924DD9}" dt="2021-04-27T23:26:02.495" v="717" actId="478"/>
          <ac:grpSpMkLst>
            <pc:docMk/>
            <pc:sldMk cId="511034043" sldId="2146846013"/>
            <ac:grpSpMk id="34" creationId="{E313B6D4-2614-4F2D-AEA8-94168A71A609}"/>
          </ac:grpSpMkLst>
        </pc:grpChg>
        <pc:grpChg chg="del">
          <ac:chgData name="Ken Popkin" userId="3c94c39e-c43b-4805-99ab-8da17777f1ac" providerId="ADAL" clId="{9B55D31E-4E96-4040-AF81-B6B894924DD9}" dt="2021-04-27T23:26:02.495" v="717" actId="478"/>
          <ac:grpSpMkLst>
            <pc:docMk/>
            <pc:sldMk cId="511034043" sldId="2146846013"/>
            <ac:grpSpMk id="39" creationId="{5BBFF2AB-49EB-4255-9091-0D8B29B19BDA}"/>
          </ac:grpSpMkLst>
        </pc:grpChg>
        <pc:grpChg chg="add del mod">
          <ac:chgData name="Ken Popkin" userId="3c94c39e-c43b-4805-99ab-8da17777f1ac" providerId="ADAL" clId="{9B55D31E-4E96-4040-AF81-B6B894924DD9}" dt="2021-04-27T23:35:29.421" v="784" actId="165"/>
          <ac:grpSpMkLst>
            <pc:docMk/>
            <pc:sldMk cId="511034043" sldId="2146846013"/>
            <ac:grpSpMk id="71" creationId="{F898ADF1-ECE2-49E3-B872-F7D54EDC8209}"/>
          </ac:grpSpMkLst>
        </pc:grpChg>
        <pc:graphicFrameChg chg="add del">
          <ac:chgData name="Ken Popkin" userId="3c94c39e-c43b-4805-99ab-8da17777f1ac" providerId="ADAL" clId="{9B55D31E-4E96-4040-AF81-B6B894924DD9}" dt="2021-04-27T23:37:46.146" v="850" actId="3680"/>
          <ac:graphicFrameMkLst>
            <pc:docMk/>
            <pc:sldMk cId="511034043" sldId="2146846013"/>
            <ac:graphicFrameMk id="7" creationId="{1BF85CEC-140D-4579-B64E-57B4F1DE2BBB}"/>
          </ac:graphicFrameMkLst>
        </pc:graphicFrameChg>
        <pc:graphicFrameChg chg="add mod modGraphic">
          <ac:chgData name="Ken Popkin" userId="3c94c39e-c43b-4805-99ab-8da17777f1ac" providerId="ADAL" clId="{9B55D31E-4E96-4040-AF81-B6B894924DD9}" dt="2021-04-28T00:13:26.167" v="2931" actId="20577"/>
          <ac:graphicFrameMkLst>
            <pc:docMk/>
            <pc:sldMk cId="511034043" sldId="2146846013"/>
            <ac:graphicFrameMk id="8" creationId="{E349BB4F-B453-4141-9DE7-6F206519CE0B}"/>
          </ac:graphicFrameMkLst>
        </pc:graphicFrameChg>
        <pc:cxnChg chg="add del mod">
          <ac:chgData name="Ken Popkin" userId="3c94c39e-c43b-4805-99ab-8da17777f1ac" providerId="ADAL" clId="{9B55D31E-4E96-4040-AF81-B6B894924DD9}" dt="2021-04-27T23:44:39.145" v="1212" actId="478"/>
          <ac:cxnSpMkLst>
            <pc:docMk/>
            <pc:sldMk cId="511034043" sldId="2146846013"/>
            <ac:cxnSpMk id="6" creationId="{6FDCFE67-516C-49E7-9D2B-4E87E94CFFA9}"/>
          </ac:cxnSpMkLst>
        </pc:cxnChg>
        <pc:cxnChg chg="add mod">
          <ac:chgData name="Ken Popkin" userId="3c94c39e-c43b-4805-99ab-8da17777f1ac" providerId="ADAL" clId="{9B55D31E-4E96-4040-AF81-B6B894924DD9}" dt="2021-04-27T23:44:21.794" v="1210" actId="164"/>
          <ac:cxnSpMkLst>
            <pc:docMk/>
            <pc:sldMk cId="511034043" sldId="2146846013"/>
            <ac:cxnSpMk id="44" creationId="{8758662A-AA8B-4CBB-A429-A49B3B91A67E}"/>
          </ac:cxnSpMkLst>
        </pc:cxnChg>
        <pc:cxnChg chg="add mod">
          <ac:chgData name="Ken Popkin" userId="3c94c39e-c43b-4805-99ab-8da17777f1ac" providerId="ADAL" clId="{9B55D31E-4E96-4040-AF81-B6B894924DD9}" dt="2021-04-27T23:44:21.794" v="1210" actId="164"/>
          <ac:cxnSpMkLst>
            <pc:docMk/>
            <pc:sldMk cId="511034043" sldId="2146846013"/>
            <ac:cxnSpMk id="45" creationId="{B971EA8A-4C75-4DC2-A2F3-FC2FC7B0B54D}"/>
          </ac:cxnSpMkLst>
        </pc:cxnChg>
        <pc:cxnChg chg="add mod">
          <ac:chgData name="Ken Popkin" userId="3c94c39e-c43b-4805-99ab-8da17777f1ac" providerId="ADAL" clId="{9B55D31E-4E96-4040-AF81-B6B894924DD9}" dt="2021-04-27T23:44:21.794" v="1210" actId="164"/>
          <ac:cxnSpMkLst>
            <pc:docMk/>
            <pc:sldMk cId="511034043" sldId="2146846013"/>
            <ac:cxnSpMk id="46" creationId="{58F2FC45-BA5A-4C5D-B149-FE1B762D3DEB}"/>
          </ac:cxnSpMkLst>
        </pc:cxnChg>
        <pc:cxnChg chg="add mod">
          <ac:chgData name="Ken Popkin" userId="3c94c39e-c43b-4805-99ab-8da17777f1ac" providerId="ADAL" clId="{9B55D31E-4E96-4040-AF81-B6B894924DD9}" dt="2021-04-27T23:44:21.794" v="1210" actId="164"/>
          <ac:cxnSpMkLst>
            <pc:docMk/>
            <pc:sldMk cId="511034043" sldId="2146846013"/>
            <ac:cxnSpMk id="47" creationId="{564829DD-BEB5-4453-A0DD-E53FC5522703}"/>
          </ac:cxnSpMkLst>
        </pc:cxnChg>
        <pc:cxnChg chg="add mod">
          <ac:chgData name="Ken Popkin" userId="3c94c39e-c43b-4805-99ab-8da17777f1ac" providerId="ADAL" clId="{9B55D31E-4E96-4040-AF81-B6B894924DD9}" dt="2021-04-27T23:44:21.794" v="1210" actId="164"/>
          <ac:cxnSpMkLst>
            <pc:docMk/>
            <pc:sldMk cId="511034043" sldId="2146846013"/>
            <ac:cxnSpMk id="48" creationId="{0DF169E1-8492-40FA-B754-ADB2450732CA}"/>
          </ac:cxnSpMkLst>
        </pc:cxnChg>
        <pc:cxnChg chg="add del mod">
          <ac:chgData name="Ken Popkin" userId="3c94c39e-c43b-4805-99ab-8da17777f1ac" providerId="ADAL" clId="{9B55D31E-4E96-4040-AF81-B6B894924DD9}" dt="2021-04-27T23:35:06.031" v="763" actId="478"/>
          <ac:cxnSpMkLst>
            <pc:docMk/>
            <pc:sldMk cId="511034043" sldId="2146846013"/>
            <ac:cxnSpMk id="49" creationId="{8D368D94-20ED-48E2-B4D1-E6892ED0DB65}"/>
          </ac:cxnSpMkLst>
        </pc:cxnChg>
        <pc:cxnChg chg="add del mod">
          <ac:chgData name="Ken Popkin" userId="3c94c39e-c43b-4805-99ab-8da17777f1ac" providerId="ADAL" clId="{9B55D31E-4E96-4040-AF81-B6B894924DD9}" dt="2021-04-27T23:35:06.031" v="763" actId="478"/>
          <ac:cxnSpMkLst>
            <pc:docMk/>
            <pc:sldMk cId="511034043" sldId="2146846013"/>
            <ac:cxnSpMk id="50" creationId="{745D9717-2D2B-4AE1-9A66-43B8D0ADA022}"/>
          </ac:cxnSpMkLst>
        </pc:cxnChg>
        <pc:cxnChg chg="add del mod">
          <ac:chgData name="Ken Popkin" userId="3c94c39e-c43b-4805-99ab-8da17777f1ac" providerId="ADAL" clId="{9B55D31E-4E96-4040-AF81-B6B894924DD9}" dt="2021-04-27T23:35:06.031" v="763" actId="478"/>
          <ac:cxnSpMkLst>
            <pc:docMk/>
            <pc:sldMk cId="511034043" sldId="2146846013"/>
            <ac:cxnSpMk id="51" creationId="{33A2B7A6-9A5B-4C94-9BBE-81503309B909}"/>
          </ac:cxnSpMkLst>
        </pc:cxnChg>
        <pc:cxnChg chg="add del mod">
          <ac:chgData name="Ken Popkin" userId="3c94c39e-c43b-4805-99ab-8da17777f1ac" providerId="ADAL" clId="{9B55D31E-4E96-4040-AF81-B6B894924DD9}" dt="2021-04-27T23:35:06.031" v="763" actId="478"/>
          <ac:cxnSpMkLst>
            <pc:docMk/>
            <pc:sldMk cId="511034043" sldId="2146846013"/>
            <ac:cxnSpMk id="52" creationId="{7A829FD5-0AB6-4BCE-A1F8-90CF9E1EF034}"/>
          </ac:cxnSpMkLst>
        </pc:cxnChg>
        <pc:cxnChg chg="add del mod">
          <ac:chgData name="Ken Popkin" userId="3c94c39e-c43b-4805-99ab-8da17777f1ac" providerId="ADAL" clId="{9B55D31E-4E96-4040-AF81-B6B894924DD9}" dt="2021-04-27T23:35:06.031" v="763" actId="478"/>
          <ac:cxnSpMkLst>
            <pc:docMk/>
            <pc:sldMk cId="511034043" sldId="2146846013"/>
            <ac:cxnSpMk id="53" creationId="{52529552-60DD-4444-BC9E-3B8E1763AF6A}"/>
          </ac:cxnSpMkLst>
        </pc:cxnChg>
        <pc:cxnChg chg="add del mod">
          <ac:chgData name="Ken Popkin" userId="3c94c39e-c43b-4805-99ab-8da17777f1ac" providerId="ADAL" clId="{9B55D31E-4E96-4040-AF81-B6B894924DD9}" dt="2021-04-27T23:35:06.031" v="763" actId="478"/>
          <ac:cxnSpMkLst>
            <pc:docMk/>
            <pc:sldMk cId="511034043" sldId="2146846013"/>
            <ac:cxnSpMk id="54" creationId="{828BA6F6-46B9-417D-809C-E5647FECF6A6}"/>
          </ac:cxnSpMkLst>
        </pc:cxnChg>
      </pc:sldChg>
      <pc:sldChg chg="modSp add del mod">
        <pc:chgData name="Ken Popkin" userId="3c94c39e-c43b-4805-99ab-8da17777f1ac" providerId="ADAL" clId="{9B55D31E-4E96-4040-AF81-B6B894924DD9}" dt="2021-04-27T23:25:40.622" v="698" actId="47"/>
        <pc:sldMkLst>
          <pc:docMk/>
          <pc:sldMk cId="3574901878" sldId="2146846013"/>
        </pc:sldMkLst>
        <pc:spChg chg="mod">
          <ac:chgData name="Ken Popkin" userId="3c94c39e-c43b-4805-99ab-8da17777f1ac" providerId="ADAL" clId="{9B55D31E-4E96-4040-AF81-B6B894924DD9}" dt="2021-04-27T23:17:53.857" v="520" actId="1076"/>
          <ac:spMkLst>
            <pc:docMk/>
            <pc:sldMk cId="3574901878" sldId="2146846013"/>
            <ac:spMk id="12" creationId="{AA83DA5A-AD0B-4287-B7B2-50B50C150BB6}"/>
          </ac:spMkLst>
        </pc:spChg>
        <pc:spChg chg="mod">
          <ac:chgData name="Ken Popkin" userId="3c94c39e-c43b-4805-99ab-8da17777f1ac" providerId="ADAL" clId="{9B55D31E-4E96-4040-AF81-B6B894924DD9}" dt="2021-04-27T23:17:59.079" v="521" actId="1076"/>
          <ac:spMkLst>
            <pc:docMk/>
            <pc:sldMk cId="3574901878" sldId="2146846013"/>
            <ac:spMk id="14" creationId="{3F0A23D8-7708-43A1-A497-4A51636B156B}"/>
          </ac:spMkLst>
        </pc:spChg>
        <pc:spChg chg="mod">
          <ac:chgData name="Ken Popkin" userId="3c94c39e-c43b-4805-99ab-8da17777f1ac" providerId="ADAL" clId="{9B55D31E-4E96-4040-AF81-B6B894924DD9}" dt="2021-04-27T23:17:53.857" v="520" actId="1076"/>
          <ac:spMkLst>
            <pc:docMk/>
            <pc:sldMk cId="3574901878" sldId="2146846013"/>
            <ac:spMk id="15" creationId="{4C0C5A91-EC94-41E3-8B51-0D56E4978506}"/>
          </ac:spMkLst>
        </pc:spChg>
        <pc:spChg chg="mod">
          <ac:chgData name="Ken Popkin" userId="3c94c39e-c43b-4805-99ab-8da17777f1ac" providerId="ADAL" clId="{9B55D31E-4E96-4040-AF81-B6B894924DD9}" dt="2021-04-27T23:17:59.079" v="521" actId="1076"/>
          <ac:spMkLst>
            <pc:docMk/>
            <pc:sldMk cId="3574901878" sldId="2146846013"/>
            <ac:spMk id="16" creationId="{E9ACE5B9-82D3-4187-9397-8620A7D36435}"/>
          </ac:spMkLst>
        </pc:spChg>
        <pc:graphicFrameChg chg="modGraphic">
          <ac:chgData name="Ken Popkin" userId="3c94c39e-c43b-4805-99ab-8da17777f1ac" providerId="ADAL" clId="{9B55D31E-4E96-4040-AF81-B6B894924DD9}" dt="2021-04-27T23:18:22.261" v="539" actId="20577"/>
          <ac:graphicFrameMkLst>
            <pc:docMk/>
            <pc:sldMk cId="3574901878" sldId="2146846013"/>
            <ac:graphicFrameMk id="7" creationId="{76C1E29D-72D9-4743-8457-6F84A888BBDB}"/>
          </ac:graphicFrameMkLst>
        </pc:graphicFrameChg>
      </pc:sldChg>
      <pc:sldChg chg="delSp modSp add del mod">
        <pc:chgData name="Ken Popkin" userId="3c94c39e-c43b-4805-99ab-8da17777f1ac" providerId="ADAL" clId="{9B55D31E-4E96-4040-AF81-B6B894924DD9}" dt="2021-04-28T00:14:29.876" v="2990" actId="47"/>
        <pc:sldMkLst>
          <pc:docMk/>
          <pc:sldMk cId="2406336914" sldId="2146846014"/>
        </pc:sldMkLst>
        <pc:spChg chg="mod">
          <ac:chgData name="Ken Popkin" userId="3c94c39e-c43b-4805-99ab-8da17777f1ac" providerId="ADAL" clId="{9B55D31E-4E96-4040-AF81-B6B894924DD9}" dt="2021-04-28T00:10:23.259" v="2778" actId="20577"/>
          <ac:spMkLst>
            <pc:docMk/>
            <pc:sldMk cId="2406336914" sldId="2146846014"/>
            <ac:spMk id="4" creationId="{FA8CCE2E-4E27-421F-B61B-BA79E1C45D4E}"/>
          </ac:spMkLst>
        </pc:spChg>
        <pc:grpChg chg="del">
          <ac:chgData name="Ken Popkin" userId="3c94c39e-c43b-4805-99ab-8da17777f1ac" providerId="ADAL" clId="{9B55D31E-4E96-4040-AF81-B6B894924DD9}" dt="2021-04-28T00:10:28.134" v="2779" actId="478"/>
          <ac:grpSpMkLst>
            <pc:docMk/>
            <pc:sldMk cId="2406336914" sldId="2146846014"/>
            <ac:grpSpMk id="9" creationId="{D57FBFB0-5693-4CCC-9CFC-E3F0D8AAC308}"/>
          </ac:grpSpMkLst>
        </pc:grpChg>
        <pc:graphicFrameChg chg="del">
          <ac:chgData name="Ken Popkin" userId="3c94c39e-c43b-4805-99ab-8da17777f1ac" providerId="ADAL" clId="{9B55D31E-4E96-4040-AF81-B6B894924DD9}" dt="2021-04-28T00:10:31.700" v="2780" actId="478"/>
          <ac:graphicFrameMkLst>
            <pc:docMk/>
            <pc:sldMk cId="2406336914" sldId="2146846014"/>
            <ac:graphicFrameMk id="8" creationId="{E349BB4F-B453-4141-9DE7-6F206519CE0B}"/>
          </ac:graphicFrameMkLst>
        </pc:graphicFrameChg>
      </pc:sldChg>
      <pc:sldChg chg="addSp delSp modSp add mod">
        <pc:chgData name="Ken Popkin" userId="3c94c39e-c43b-4805-99ab-8da17777f1ac" providerId="ADAL" clId="{9B55D31E-4E96-4040-AF81-B6B894924DD9}" dt="2021-04-28T00:22:40.839" v="3620" actId="20577"/>
        <pc:sldMkLst>
          <pc:docMk/>
          <pc:sldMk cId="1225417376" sldId="2146846015"/>
        </pc:sldMkLst>
        <pc:spChg chg="del">
          <ac:chgData name="Ken Popkin" userId="3c94c39e-c43b-4805-99ab-8da17777f1ac" providerId="ADAL" clId="{9B55D31E-4E96-4040-AF81-B6B894924DD9}" dt="2021-04-28T00:13:43.934" v="2933" actId="478"/>
          <ac:spMkLst>
            <pc:docMk/>
            <pc:sldMk cId="1225417376" sldId="2146846015"/>
            <ac:spMk id="2" creationId="{A8D06523-FFC3-46AC-ADCE-51B587A2C0DA}"/>
          </ac:spMkLst>
        </pc:spChg>
        <pc:spChg chg="del">
          <ac:chgData name="Ken Popkin" userId="3c94c39e-c43b-4805-99ab-8da17777f1ac" providerId="ADAL" clId="{9B55D31E-4E96-4040-AF81-B6B894924DD9}" dt="2021-04-28T00:14:35.041" v="2991" actId="478"/>
          <ac:spMkLst>
            <pc:docMk/>
            <pc:sldMk cId="1225417376" sldId="2146846015"/>
            <ac:spMk id="19" creationId="{431FF642-D80E-4148-B518-F4E87EA10B69}"/>
          </ac:spMkLst>
        </pc:spChg>
        <pc:spChg chg="mod">
          <ac:chgData name="Ken Popkin" userId="3c94c39e-c43b-4805-99ab-8da17777f1ac" providerId="ADAL" clId="{9B55D31E-4E96-4040-AF81-B6B894924DD9}" dt="2021-04-28T00:15:42.503" v="3011" actId="164"/>
          <ac:spMkLst>
            <pc:docMk/>
            <pc:sldMk cId="1225417376" sldId="2146846015"/>
            <ac:spMk id="34" creationId="{BB682AE4-F130-4A77-9286-28C73BD6A617}"/>
          </ac:spMkLst>
        </pc:spChg>
        <pc:spChg chg="mod">
          <ac:chgData name="Ken Popkin" userId="3c94c39e-c43b-4805-99ab-8da17777f1ac" providerId="ADAL" clId="{9B55D31E-4E96-4040-AF81-B6B894924DD9}" dt="2021-04-28T00:15:42.503" v="3011" actId="164"/>
          <ac:spMkLst>
            <pc:docMk/>
            <pc:sldMk cId="1225417376" sldId="2146846015"/>
            <ac:spMk id="37" creationId="{C101CC53-8430-4763-B2A3-CE9CF8B25F21}"/>
          </ac:spMkLst>
        </pc:spChg>
        <pc:spChg chg="mod">
          <ac:chgData name="Ken Popkin" userId="3c94c39e-c43b-4805-99ab-8da17777f1ac" providerId="ADAL" clId="{9B55D31E-4E96-4040-AF81-B6B894924DD9}" dt="2021-04-28T00:15:42.503" v="3011" actId="164"/>
          <ac:spMkLst>
            <pc:docMk/>
            <pc:sldMk cId="1225417376" sldId="2146846015"/>
            <ac:spMk id="38" creationId="{245727DB-7E04-406E-9D3F-129B1893FA96}"/>
          </ac:spMkLst>
        </pc:spChg>
        <pc:spChg chg="mod">
          <ac:chgData name="Ken Popkin" userId="3c94c39e-c43b-4805-99ab-8da17777f1ac" providerId="ADAL" clId="{9B55D31E-4E96-4040-AF81-B6B894924DD9}" dt="2021-04-28T00:15:42.503" v="3011" actId="164"/>
          <ac:spMkLst>
            <pc:docMk/>
            <pc:sldMk cId="1225417376" sldId="2146846015"/>
            <ac:spMk id="39" creationId="{44A58765-E97B-4597-8100-5794808C0D4A}"/>
          </ac:spMkLst>
        </pc:spChg>
        <pc:spChg chg="mod">
          <ac:chgData name="Ken Popkin" userId="3c94c39e-c43b-4805-99ab-8da17777f1ac" providerId="ADAL" clId="{9B55D31E-4E96-4040-AF81-B6B894924DD9}" dt="2021-04-28T00:15:42.503" v="3011" actId="164"/>
          <ac:spMkLst>
            <pc:docMk/>
            <pc:sldMk cId="1225417376" sldId="2146846015"/>
            <ac:spMk id="43" creationId="{A2CC0A82-312A-44E1-92C4-25D1864E9AE6}"/>
          </ac:spMkLst>
        </pc:spChg>
        <pc:spChg chg="mod">
          <ac:chgData name="Ken Popkin" userId="3c94c39e-c43b-4805-99ab-8da17777f1ac" providerId="ADAL" clId="{9B55D31E-4E96-4040-AF81-B6B894924DD9}" dt="2021-04-28T00:15:42.503" v="3011" actId="164"/>
          <ac:spMkLst>
            <pc:docMk/>
            <pc:sldMk cId="1225417376" sldId="2146846015"/>
            <ac:spMk id="44" creationId="{6AE4B8C1-8032-4284-96AC-0270D2BC07F4}"/>
          </ac:spMkLst>
        </pc:spChg>
        <pc:spChg chg="mod">
          <ac:chgData name="Ken Popkin" userId="3c94c39e-c43b-4805-99ab-8da17777f1ac" providerId="ADAL" clId="{9B55D31E-4E96-4040-AF81-B6B894924DD9}" dt="2021-04-28T00:15:42.503" v="3011" actId="164"/>
          <ac:spMkLst>
            <pc:docMk/>
            <pc:sldMk cId="1225417376" sldId="2146846015"/>
            <ac:spMk id="45" creationId="{E37B442F-C545-4365-A872-3145498EA462}"/>
          </ac:spMkLst>
        </pc:spChg>
        <pc:spChg chg="mod">
          <ac:chgData name="Ken Popkin" userId="3c94c39e-c43b-4805-99ab-8da17777f1ac" providerId="ADAL" clId="{9B55D31E-4E96-4040-AF81-B6B894924DD9}" dt="2021-04-28T00:15:42.503" v="3011" actId="164"/>
          <ac:spMkLst>
            <pc:docMk/>
            <pc:sldMk cId="1225417376" sldId="2146846015"/>
            <ac:spMk id="46" creationId="{1DD395A3-E8ED-476B-901B-01AB66D85848}"/>
          </ac:spMkLst>
        </pc:spChg>
        <pc:spChg chg="mod">
          <ac:chgData name="Ken Popkin" userId="3c94c39e-c43b-4805-99ab-8da17777f1ac" providerId="ADAL" clId="{9B55D31E-4E96-4040-AF81-B6B894924DD9}" dt="2021-04-28T00:15:42.503" v="3011" actId="164"/>
          <ac:spMkLst>
            <pc:docMk/>
            <pc:sldMk cId="1225417376" sldId="2146846015"/>
            <ac:spMk id="47" creationId="{D2B9A5E8-B617-48C7-ADD9-18A979F13BC4}"/>
          </ac:spMkLst>
        </pc:spChg>
        <pc:spChg chg="mod">
          <ac:chgData name="Ken Popkin" userId="3c94c39e-c43b-4805-99ab-8da17777f1ac" providerId="ADAL" clId="{9B55D31E-4E96-4040-AF81-B6B894924DD9}" dt="2021-04-28T00:15:42.503" v="3011" actId="164"/>
          <ac:spMkLst>
            <pc:docMk/>
            <pc:sldMk cId="1225417376" sldId="2146846015"/>
            <ac:spMk id="48" creationId="{E01163AE-AC9E-4666-ADC6-AFE4F0B3C4A5}"/>
          </ac:spMkLst>
        </pc:spChg>
        <pc:spChg chg="add mod">
          <ac:chgData name="Ken Popkin" userId="3c94c39e-c43b-4805-99ab-8da17777f1ac" providerId="ADAL" clId="{9B55D31E-4E96-4040-AF81-B6B894924DD9}" dt="2021-04-28T00:14:44.358" v="3005" actId="20577"/>
          <ac:spMkLst>
            <pc:docMk/>
            <pc:sldMk cId="1225417376" sldId="2146846015"/>
            <ac:spMk id="50" creationId="{534BAB4C-ABB7-4455-88E6-37D7C90F9E01}"/>
          </ac:spMkLst>
        </pc:spChg>
        <pc:spChg chg="mod">
          <ac:chgData name="Ken Popkin" userId="3c94c39e-c43b-4805-99ab-8da17777f1ac" providerId="ADAL" clId="{9B55D31E-4E96-4040-AF81-B6B894924DD9}" dt="2021-04-28T00:15:42.503" v="3011" actId="164"/>
          <ac:spMkLst>
            <pc:docMk/>
            <pc:sldMk cId="1225417376" sldId="2146846015"/>
            <ac:spMk id="51" creationId="{66593A58-4D45-4B8D-B976-F3691E6C212E}"/>
          </ac:spMkLst>
        </pc:spChg>
        <pc:spChg chg="mod">
          <ac:chgData name="Ken Popkin" userId="3c94c39e-c43b-4805-99ab-8da17777f1ac" providerId="ADAL" clId="{9B55D31E-4E96-4040-AF81-B6B894924DD9}" dt="2021-04-28T00:15:42.503" v="3011" actId="164"/>
          <ac:spMkLst>
            <pc:docMk/>
            <pc:sldMk cId="1225417376" sldId="2146846015"/>
            <ac:spMk id="52" creationId="{22FEA46B-9099-4319-BC1A-76AEED133A33}"/>
          </ac:spMkLst>
        </pc:spChg>
        <pc:spChg chg="del">
          <ac:chgData name="Ken Popkin" userId="3c94c39e-c43b-4805-99ab-8da17777f1ac" providerId="ADAL" clId="{9B55D31E-4E96-4040-AF81-B6B894924DD9}" dt="2021-04-28T00:14:57.156" v="3006" actId="478"/>
          <ac:spMkLst>
            <pc:docMk/>
            <pc:sldMk cId="1225417376" sldId="2146846015"/>
            <ac:spMk id="55" creationId="{D32F2F90-0E87-4405-ABEF-364A5E76439A}"/>
          </ac:spMkLst>
        </pc:spChg>
        <pc:spChg chg="del">
          <ac:chgData name="Ken Popkin" userId="3c94c39e-c43b-4805-99ab-8da17777f1ac" providerId="ADAL" clId="{9B55D31E-4E96-4040-AF81-B6B894924DD9}" dt="2021-04-28T00:14:57.156" v="3006" actId="478"/>
          <ac:spMkLst>
            <pc:docMk/>
            <pc:sldMk cId="1225417376" sldId="2146846015"/>
            <ac:spMk id="56" creationId="{5297826C-8269-4B37-A093-BC09EF6D146B}"/>
          </ac:spMkLst>
        </pc:spChg>
        <pc:spChg chg="del">
          <ac:chgData name="Ken Popkin" userId="3c94c39e-c43b-4805-99ab-8da17777f1ac" providerId="ADAL" clId="{9B55D31E-4E96-4040-AF81-B6B894924DD9}" dt="2021-04-28T00:14:57.156" v="3006" actId="478"/>
          <ac:spMkLst>
            <pc:docMk/>
            <pc:sldMk cId="1225417376" sldId="2146846015"/>
            <ac:spMk id="57" creationId="{629B0CDD-9A1B-49AA-843B-674141EFCD8A}"/>
          </ac:spMkLst>
        </pc:spChg>
        <pc:spChg chg="del">
          <ac:chgData name="Ken Popkin" userId="3c94c39e-c43b-4805-99ab-8da17777f1ac" providerId="ADAL" clId="{9B55D31E-4E96-4040-AF81-B6B894924DD9}" dt="2021-04-28T00:14:57.156" v="3006" actId="478"/>
          <ac:spMkLst>
            <pc:docMk/>
            <pc:sldMk cId="1225417376" sldId="2146846015"/>
            <ac:spMk id="58" creationId="{03C77808-EF0C-4C54-B114-37686CE8719A}"/>
          </ac:spMkLst>
        </pc:spChg>
        <pc:spChg chg="mod">
          <ac:chgData name="Ken Popkin" userId="3c94c39e-c43b-4805-99ab-8da17777f1ac" providerId="ADAL" clId="{9B55D31E-4E96-4040-AF81-B6B894924DD9}" dt="2021-04-28T00:15:42.503" v="3011" actId="164"/>
          <ac:spMkLst>
            <pc:docMk/>
            <pc:sldMk cId="1225417376" sldId="2146846015"/>
            <ac:spMk id="59" creationId="{C92108C4-FB16-46B6-BB83-8926126FCC0A}"/>
          </ac:spMkLst>
        </pc:spChg>
        <pc:spChg chg="del">
          <ac:chgData name="Ken Popkin" userId="3c94c39e-c43b-4805-99ab-8da17777f1ac" providerId="ADAL" clId="{9B55D31E-4E96-4040-AF81-B6B894924DD9}" dt="2021-04-28T00:14:57.156" v="3006" actId="478"/>
          <ac:spMkLst>
            <pc:docMk/>
            <pc:sldMk cId="1225417376" sldId="2146846015"/>
            <ac:spMk id="61" creationId="{D1A2FC9E-47DD-4C97-A378-5474B5A7F2CE}"/>
          </ac:spMkLst>
        </pc:spChg>
        <pc:spChg chg="del">
          <ac:chgData name="Ken Popkin" userId="3c94c39e-c43b-4805-99ab-8da17777f1ac" providerId="ADAL" clId="{9B55D31E-4E96-4040-AF81-B6B894924DD9}" dt="2021-04-28T00:13:55.070" v="2934" actId="478"/>
          <ac:spMkLst>
            <pc:docMk/>
            <pc:sldMk cId="1225417376" sldId="2146846015"/>
            <ac:spMk id="67" creationId="{B7FF1D91-F404-4483-A6C6-A003D2C00C30}"/>
          </ac:spMkLst>
        </pc:spChg>
        <pc:spChg chg="del">
          <ac:chgData name="Ken Popkin" userId="3c94c39e-c43b-4805-99ab-8da17777f1ac" providerId="ADAL" clId="{9B55D31E-4E96-4040-AF81-B6B894924DD9}" dt="2021-04-28T00:13:55.070" v="2934" actId="478"/>
          <ac:spMkLst>
            <pc:docMk/>
            <pc:sldMk cId="1225417376" sldId="2146846015"/>
            <ac:spMk id="68" creationId="{A5F57F72-1AD1-4387-A931-728E9AD5ACC1}"/>
          </ac:spMkLst>
        </pc:spChg>
        <pc:spChg chg="del">
          <ac:chgData name="Ken Popkin" userId="3c94c39e-c43b-4805-99ab-8da17777f1ac" providerId="ADAL" clId="{9B55D31E-4E96-4040-AF81-B6B894924DD9}" dt="2021-04-28T00:13:55.070" v="2934" actId="478"/>
          <ac:spMkLst>
            <pc:docMk/>
            <pc:sldMk cId="1225417376" sldId="2146846015"/>
            <ac:spMk id="69" creationId="{1B47D609-7917-4693-BC3C-AD3C527D5870}"/>
          </ac:spMkLst>
        </pc:spChg>
        <pc:spChg chg="del">
          <ac:chgData name="Ken Popkin" userId="3c94c39e-c43b-4805-99ab-8da17777f1ac" providerId="ADAL" clId="{9B55D31E-4E96-4040-AF81-B6B894924DD9}" dt="2021-04-28T00:14:57.156" v="3006" actId="478"/>
          <ac:spMkLst>
            <pc:docMk/>
            <pc:sldMk cId="1225417376" sldId="2146846015"/>
            <ac:spMk id="73" creationId="{F940F554-85CA-421F-B6B5-81D154C29DEC}"/>
          </ac:spMkLst>
        </pc:spChg>
        <pc:spChg chg="del">
          <ac:chgData name="Ken Popkin" userId="3c94c39e-c43b-4805-99ab-8da17777f1ac" providerId="ADAL" clId="{9B55D31E-4E96-4040-AF81-B6B894924DD9}" dt="2021-04-28T00:13:55.070" v="2934" actId="478"/>
          <ac:spMkLst>
            <pc:docMk/>
            <pc:sldMk cId="1225417376" sldId="2146846015"/>
            <ac:spMk id="88" creationId="{2AD61C59-2C1F-4809-918A-12F12154FA6D}"/>
          </ac:spMkLst>
        </pc:spChg>
        <pc:spChg chg="del">
          <ac:chgData name="Ken Popkin" userId="3c94c39e-c43b-4805-99ab-8da17777f1ac" providerId="ADAL" clId="{9B55D31E-4E96-4040-AF81-B6B894924DD9}" dt="2021-04-28T00:13:55.070" v="2934" actId="478"/>
          <ac:spMkLst>
            <pc:docMk/>
            <pc:sldMk cId="1225417376" sldId="2146846015"/>
            <ac:spMk id="93" creationId="{C09E2C9E-3F42-42BD-A437-B1219D869229}"/>
          </ac:spMkLst>
        </pc:spChg>
        <pc:grpChg chg="del">
          <ac:chgData name="Ken Popkin" userId="3c94c39e-c43b-4805-99ab-8da17777f1ac" providerId="ADAL" clId="{9B55D31E-4E96-4040-AF81-B6B894924DD9}" dt="2021-04-28T00:13:55.070" v="2934" actId="478"/>
          <ac:grpSpMkLst>
            <pc:docMk/>
            <pc:sldMk cId="1225417376" sldId="2146846015"/>
            <ac:grpSpMk id="3" creationId="{2398F528-2493-4106-A4FA-711F840F7A57}"/>
          </ac:grpSpMkLst>
        </pc:grpChg>
        <pc:grpChg chg="add mod">
          <ac:chgData name="Ken Popkin" userId="3c94c39e-c43b-4805-99ab-8da17777f1ac" providerId="ADAL" clId="{9B55D31E-4E96-4040-AF81-B6B894924DD9}" dt="2021-04-28T00:15:47.441" v="3012" actId="1076"/>
          <ac:grpSpMkLst>
            <pc:docMk/>
            <pc:sldMk cId="1225417376" sldId="2146846015"/>
            <ac:grpSpMk id="7" creationId="{D324A199-CBB4-4F74-8210-DD46B952E5F0}"/>
          </ac:grpSpMkLst>
        </pc:grpChg>
        <pc:graphicFrameChg chg="add mod modGraphic">
          <ac:chgData name="Ken Popkin" userId="3c94c39e-c43b-4805-99ab-8da17777f1ac" providerId="ADAL" clId="{9B55D31E-4E96-4040-AF81-B6B894924DD9}" dt="2021-04-28T00:22:40.839" v="3620" actId="20577"/>
          <ac:graphicFrameMkLst>
            <pc:docMk/>
            <pc:sldMk cId="1225417376" sldId="2146846015"/>
            <ac:graphicFrameMk id="53" creationId="{D95635EB-7620-4878-80ED-E1EA0ABF1791}"/>
          </ac:graphicFrameMkLst>
        </pc:graphicFrameChg>
        <pc:cxnChg chg="mod">
          <ac:chgData name="Ken Popkin" userId="3c94c39e-c43b-4805-99ab-8da17777f1ac" providerId="ADAL" clId="{9B55D31E-4E96-4040-AF81-B6B894924DD9}" dt="2021-04-28T00:15:42.503" v="3011" actId="164"/>
          <ac:cxnSpMkLst>
            <pc:docMk/>
            <pc:sldMk cId="1225417376" sldId="2146846015"/>
            <ac:cxnSpMk id="4" creationId="{F55061A4-70AB-4CEF-B0D1-A43DDD07D067}"/>
          </ac:cxnSpMkLst>
        </pc:cxnChg>
        <pc:cxnChg chg="del mod">
          <ac:chgData name="Ken Popkin" userId="3c94c39e-c43b-4805-99ab-8da17777f1ac" providerId="ADAL" clId="{9B55D31E-4E96-4040-AF81-B6B894924DD9}" dt="2021-04-28T00:15:16.725" v="3009" actId="478"/>
          <ac:cxnSpMkLst>
            <pc:docMk/>
            <pc:sldMk cId="1225417376" sldId="2146846015"/>
            <ac:cxnSpMk id="6" creationId="{068C0DAE-7348-475B-B1FB-E3C55AA48747}"/>
          </ac:cxnSpMkLst>
        </pc:cxnChg>
        <pc:cxnChg chg="mod">
          <ac:chgData name="Ken Popkin" userId="3c94c39e-c43b-4805-99ab-8da17777f1ac" providerId="ADAL" clId="{9B55D31E-4E96-4040-AF81-B6B894924DD9}" dt="2021-04-28T00:15:42.503" v="3011" actId="164"/>
          <ac:cxnSpMkLst>
            <pc:docMk/>
            <pc:sldMk cId="1225417376" sldId="2146846015"/>
            <ac:cxnSpMk id="23" creationId="{7841B8DF-1450-4C7B-8D95-54A7ABCA5371}"/>
          </ac:cxnSpMkLst>
        </pc:cxnChg>
        <pc:cxnChg chg="del">
          <ac:chgData name="Ken Popkin" userId="3c94c39e-c43b-4805-99ab-8da17777f1ac" providerId="ADAL" clId="{9B55D31E-4E96-4040-AF81-B6B894924DD9}" dt="2021-04-28T00:14:57.156" v="3006" actId="478"/>
          <ac:cxnSpMkLst>
            <pc:docMk/>
            <pc:sldMk cId="1225417376" sldId="2146846015"/>
            <ac:cxnSpMk id="24" creationId="{206A602B-890D-4E45-A531-9AF310011136}"/>
          </ac:cxnSpMkLst>
        </pc:cxnChg>
        <pc:cxnChg chg="mod">
          <ac:chgData name="Ken Popkin" userId="3c94c39e-c43b-4805-99ab-8da17777f1ac" providerId="ADAL" clId="{9B55D31E-4E96-4040-AF81-B6B894924DD9}" dt="2021-04-28T00:15:42.503" v="3011" actId="164"/>
          <ac:cxnSpMkLst>
            <pc:docMk/>
            <pc:sldMk cId="1225417376" sldId="2146846015"/>
            <ac:cxnSpMk id="25" creationId="{B9F0A33D-6D9A-40E9-9553-FD41A8B8B706}"/>
          </ac:cxnSpMkLst>
        </pc:cxnChg>
        <pc:cxnChg chg="del">
          <ac:chgData name="Ken Popkin" userId="3c94c39e-c43b-4805-99ab-8da17777f1ac" providerId="ADAL" clId="{9B55D31E-4E96-4040-AF81-B6B894924DD9}" dt="2021-04-28T00:14:57.156" v="3006" actId="478"/>
          <ac:cxnSpMkLst>
            <pc:docMk/>
            <pc:sldMk cId="1225417376" sldId="2146846015"/>
            <ac:cxnSpMk id="26" creationId="{1776DEBE-E166-4295-84A1-4834C38E3187}"/>
          </ac:cxnSpMkLst>
        </pc:cxnChg>
        <pc:cxnChg chg="mod">
          <ac:chgData name="Ken Popkin" userId="3c94c39e-c43b-4805-99ab-8da17777f1ac" providerId="ADAL" clId="{9B55D31E-4E96-4040-AF81-B6B894924DD9}" dt="2021-04-28T00:15:42.503" v="3011" actId="164"/>
          <ac:cxnSpMkLst>
            <pc:docMk/>
            <pc:sldMk cId="1225417376" sldId="2146846015"/>
            <ac:cxnSpMk id="27" creationId="{0DE028B3-650A-4968-8D68-1C3C8D5D681A}"/>
          </ac:cxnSpMkLst>
        </pc:cxnChg>
        <pc:cxnChg chg="del">
          <ac:chgData name="Ken Popkin" userId="3c94c39e-c43b-4805-99ab-8da17777f1ac" providerId="ADAL" clId="{9B55D31E-4E96-4040-AF81-B6B894924DD9}" dt="2021-04-28T00:14:57.156" v="3006" actId="478"/>
          <ac:cxnSpMkLst>
            <pc:docMk/>
            <pc:sldMk cId="1225417376" sldId="2146846015"/>
            <ac:cxnSpMk id="28" creationId="{88A90348-9759-4C47-BB7A-ED545982554C}"/>
          </ac:cxnSpMkLst>
        </pc:cxnChg>
        <pc:cxnChg chg="mod">
          <ac:chgData name="Ken Popkin" userId="3c94c39e-c43b-4805-99ab-8da17777f1ac" providerId="ADAL" clId="{9B55D31E-4E96-4040-AF81-B6B894924DD9}" dt="2021-04-28T00:15:42.503" v="3011" actId="164"/>
          <ac:cxnSpMkLst>
            <pc:docMk/>
            <pc:sldMk cId="1225417376" sldId="2146846015"/>
            <ac:cxnSpMk id="29" creationId="{5F83E959-CDD9-409E-A91C-A55AE0F2AE05}"/>
          </ac:cxnSpMkLst>
        </pc:cxnChg>
        <pc:cxnChg chg="del">
          <ac:chgData name="Ken Popkin" userId="3c94c39e-c43b-4805-99ab-8da17777f1ac" providerId="ADAL" clId="{9B55D31E-4E96-4040-AF81-B6B894924DD9}" dt="2021-04-28T00:14:57.156" v="3006" actId="478"/>
          <ac:cxnSpMkLst>
            <pc:docMk/>
            <pc:sldMk cId="1225417376" sldId="2146846015"/>
            <ac:cxnSpMk id="30" creationId="{9B4AF37E-D9B6-4CD8-91E0-6BCC6B63031A}"/>
          </ac:cxnSpMkLst>
        </pc:cxnChg>
        <pc:cxnChg chg="del">
          <ac:chgData name="Ken Popkin" userId="3c94c39e-c43b-4805-99ab-8da17777f1ac" providerId="ADAL" clId="{9B55D31E-4E96-4040-AF81-B6B894924DD9}" dt="2021-04-28T00:14:57.156" v="3006" actId="478"/>
          <ac:cxnSpMkLst>
            <pc:docMk/>
            <pc:sldMk cId="1225417376" sldId="2146846015"/>
            <ac:cxnSpMk id="31" creationId="{64711D1A-E63E-4A98-B1D8-7F82D32F54CB}"/>
          </ac:cxnSpMkLst>
        </pc:cxnChg>
        <pc:cxnChg chg="del">
          <ac:chgData name="Ken Popkin" userId="3c94c39e-c43b-4805-99ab-8da17777f1ac" providerId="ADAL" clId="{9B55D31E-4E96-4040-AF81-B6B894924DD9}" dt="2021-04-28T00:14:57.156" v="3006" actId="478"/>
          <ac:cxnSpMkLst>
            <pc:docMk/>
            <pc:sldMk cId="1225417376" sldId="2146846015"/>
            <ac:cxnSpMk id="33" creationId="{B4BFB4F8-C76B-4A3A-B558-56B99EE9EE8D}"/>
          </ac:cxnSpMkLst>
        </pc:cxnChg>
        <pc:cxnChg chg="del">
          <ac:chgData name="Ken Popkin" userId="3c94c39e-c43b-4805-99ab-8da17777f1ac" providerId="ADAL" clId="{9B55D31E-4E96-4040-AF81-B6B894924DD9}" dt="2021-04-28T00:15:19.460" v="3010" actId="478"/>
          <ac:cxnSpMkLst>
            <pc:docMk/>
            <pc:sldMk cId="1225417376" sldId="2146846015"/>
            <ac:cxnSpMk id="49" creationId="{D2C49311-6FFF-451B-BA3F-784DC6A5E846}"/>
          </ac:cxnSpMkLst>
        </pc:cxnChg>
      </pc:sldChg>
      <pc:sldChg chg="modSp add mod ord">
        <pc:chgData name="Ken Popkin" userId="3c94c39e-c43b-4805-99ab-8da17777f1ac" providerId="ADAL" clId="{9B55D31E-4E96-4040-AF81-B6B894924DD9}" dt="2021-04-28T00:29:50.538" v="3634" actId="20577"/>
        <pc:sldMkLst>
          <pc:docMk/>
          <pc:sldMk cId="3667708167" sldId="2146846016"/>
        </pc:sldMkLst>
        <pc:spChg chg="mod">
          <ac:chgData name="Ken Popkin" userId="3c94c39e-c43b-4805-99ab-8da17777f1ac" providerId="ADAL" clId="{9B55D31E-4E96-4040-AF81-B6B894924DD9}" dt="2021-04-28T00:29:50.538" v="3634" actId="20577"/>
          <ac:spMkLst>
            <pc:docMk/>
            <pc:sldMk cId="3667708167" sldId="2146846016"/>
            <ac:spMk id="19" creationId="{431FF642-D80E-4148-B518-F4E87EA10B69}"/>
          </ac:spMkLst>
        </pc:spChg>
      </pc:sldChg>
      <pc:sldChg chg="modSp add mod">
        <pc:chgData name="Ken Popkin" userId="3c94c39e-c43b-4805-99ab-8da17777f1ac" providerId="ADAL" clId="{9B55D31E-4E96-4040-AF81-B6B894924DD9}" dt="2021-04-28T00:30:33.443" v="3645" actId="207"/>
        <pc:sldMkLst>
          <pc:docMk/>
          <pc:sldMk cId="3588134817" sldId="2146846017"/>
        </pc:sldMkLst>
        <pc:spChg chg="mod">
          <ac:chgData name="Ken Popkin" userId="3c94c39e-c43b-4805-99ab-8da17777f1ac" providerId="ADAL" clId="{9B55D31E-4E96-4040-AF81-B6B894924DD9}" dt="2021-04-28T00:30:33.443" v="3645" actId="207"/>
          <ac:spMkLst>
            <pc:docMk/>
            <pc:sldMk cId="3588134817" sldId="2146846017"/>
            <ac:spMk id="19" creationId="{431FF642-D80E-4148-B518-F4E87EA10B69}"/>
          </ac:spMkLst>
        </pc:spChg>
      </pc:sldChg>
      <pc:sldChg chg="addSp delSp modSp add mod">
        <pc:chgData name="Ken Popkin" userId="3c94c39e-c43b-4805-99ab-8da17777f1ac" providerId="ADAL" clId="{9B55D31E-4E96-4040-AF81-B6B894924DD9}" dt="2021-04-28T00:53:04.191" v="4571" actId="1035"/>
        <pc:sldMkLst>
          <pc:docMk/>
          <pc:sldMk cId="1076860686" sldId="2146846018"/>
        </pc:sldMkLst>
        <pc:spChg chg="add del mod">
          <ac:chgData name="Ken Popkin" userId="3c94c39e-c43b-4805-99ab-8da17777f1ac" providerId="ADAL" clId="{9B55D31E-4E96-4040-AF81-B6B894924DD9}" dt="2021-04-28T00:40:06.095" v="3729" actId="478"/>
          <ac:spMkLst>
            <pc:docMk/>
            <pc:sldMk cId="1076860686" sldId="2146846018"/>
            <ac:spMk id="24" creationId="{BA8E4EF1-415C-4CC8-A81C-10337CD65CAB}"/>
          </ac:spMkLst>
        </pc:spChg>
        <pc:spChg chg="add del mod">
          <ac:chgData name="Ken Popkin" userId="3c94c39e-c43b-4805-99ab-8da17777f1ac" providerId="ADAL" clId="{9B55D31E-4E96-4040-AF81-B6B894924DD9}" dt="2021-04-28T00:40:06.095" v="3729" actId="478"/>
          <ac:spMkLst>
            <pc:docMk/>
            <pc:sldMk cId="1076860686" sldId="2146846018"/>
            <ac:spMk id="30" creationId="{FD3030D1-9A1D-44C9-A424-6DE5AC33E262}"/>
          </ac:spMkLst>
        </pc:spChg>
        <pc:spChg chg="add mod">
          <ac:chgData name="Ken Popkin" userId="3c94c39e-c43b-4805-99ab-8da17777f1ac" providerId="ADAL" clId="{9B55D31E-4E96-4040-AF81-B6B894924DD9}" dt="2021-04-28T00:35:13.522" v="3687"/>
          <ac:spMkLst>
            <pc:docMk/>
            <pc:sldMk cId="1076860686" sldId="2146846018"/>
            <ac:spMk id="32" creationId="{3AA2739F-73B7-46CE-9D32-CD7E6D6C1852}"/>
          </ac:spMkLst>
        </pc:spChg>
        <pc:spChg chg="mod">
          <ac:chgData name="Ken Popkin" userId="3c94c39e-c43b-4805-99ab-8da17777f1ac" providerId="ADAL" clId="{9B55D31E-4E96-4040-AF81-B6B894924DD9}" dt="2021-04-28T00:33:02.229" v="3685" actId="20577"/>
          <ac:spMkLst>
            <pc:docMk/>
            <pc:sldMk cId="1076860686" sldId="2146846018"/>
            <ac:spMk id="50" creationId="{534BAB4C-ABB7-4455-88E6-37D7C90F9E01}"/>
          </ac:spMkLst>
        </pc:spChg>
        <pc:grpChg chg="del">
          <ac:chgData name="Ken Popkin" userId="3c94c39e-c43b-4805-99ab-8da17777f1ac" providerId="ADAL" clId="{9B55D31E-4E96-4040-AF81-B6B894924DD9}" dt="2021-04-28T00:33:07.363" v="3686" actId="478"/>
          <ac:grpSpMkLst>
            <pc:docMk/>
            <pc:sldMk cId="1076860686" sldId="2146846018"/>
            <ac:grpSpMk id="7" creationId="{D324A199-CBB4-4F74-8210-DD46B952E5F0}"/>
          </ac:grpSpMkLst>
        </pc:grpChg>
        <pc:graphicFrameChg chg="add del mod modGraphic">
          <ac:chgData name="Ken Popkin" userId="3c94c39e-c43b-4805-99ab-8da17777f1ac" providerId="ADAL" clId="{9B55D31E-4E96-4040-AF81-B6B894924DD9}" dt="2021-04-28T00:40:34.548" v="3747" actId="478"/>
          <ac:graphicFrameMkLst>
            <pc:docMk/>
            <pc:sldMk cId="1076860686" sldId="2146846018"/>
            <ac:graphicFrameMk id="10" creationId="{74D37A3A-3E4C-4304-A537-03EE3BAFA217}"/>
          </ac:graphicFrameMkLst>
        </pc:graphicFrameChg>
        <pc:graphicFrameChg chg="add del mod">
          <ac:chgData name="Ken Popkin" userId="3c94c39e-c43b-4805-99ab-8da17777f1ac" providerId="ADAL" clId="{9B55D31E-4E96-4040-AF81-B6B894924DD9}" dt="2021-04-28T00:40:06.095" v="3729" actId="478"/>
          <ac:graphicFrameMkLst>
            <pc:docMk/>
            <pc:sldMk cId="1076860686" sldId="2146846018"/>
            <ac:graphicFrameMk id="26" creationId="{85186429-290B-4C4C-9126-A789E461EB9E}"/>
          </ac:graphicFrameMkLst>
        </pc:graphicFrameChg>
        <pc:graphicFrameChg chg="add del mod">
          <ac:chgData name="Ken Popkin" userId="3c94c39e-c43b-4805-99ab-8da17777f1ac" providerId="ADAL" clId="{9B55D31E-4E96-4040-AF81-B6B894924DD9}" dt="2021-04-28T00:40:06.095" v="3729" actId="478"/>
          <ac:graphicFrameMkLst>
            <pc:docMk/>
            <pc:sldMk cId="1076860686" sldId="2146846018"/>
            <ac:graphicFrameMk id="28" creationId="{03AFAEF7-BFFF-4833-9150-8836FE0F7929}"/>
          </ac:graphicFrameMkLst>
        </pc:graphicFrameChg>
        <pc:graphicFrameChg chg="add del mod">
          <ac:chgData name="Ken Popkin" userId="3c94c39e-c43b-4805-99ab-8da17777f1ac" providerId="ADAL" clId="{9B55D31E-4E96-4040-AF81-B6B894924DD9}" dt="2021-04-28T00:40:06.095" v="3729" actId="478"/>
          <ac:graphicFrameMkLst>
            <pc:docMk/>
            <pc:sldMk cId="1076860686" sldId="2146846018"/>
            <ac:graphicFrameMk id="31" creationId="{BC6BF6B2-84D1-4E3F-93DB-050834BFE9AA}"/>
          </ac:graphicFrameMkLst>
        </pc:graphicFrameChg>
        <pc:graphicFrameChg chg="add mod modGraphic">
          <ac:chgData name="Ken Popkin" userId="3c94c39e-c43b-4805-99ab-8da17777f1ac" providerId="ADAL" clId="{9B55D31E-4E96-4040-AF81-B6B894924DD9}" dt="2021-04-28T00:53:04.191" v="4571" actId="1035"/>
          <ac:graphicFrameMkLst>
            <pc:docMk/>
            <pc:sldMk cId="1076860686" sldId="2146846018"/>
            <ac:graphicFrameMk id="40" creationId="{B15AD606-A505-4274-AF4F-3A8AFD7437FB}"/>
          </ac:graphicFrameMkLst>
        </pc:graphicFrameChg>
        <pc:graphicFrameChg chg="del">
          <ac:chgData name="Ken Popkin" userId="3c94c39e-c43b-4805-99ab-8da17777f1ac" providerId="ADAL" clId="{9B55D31E-4E96-4040-AF81-B6B894924DD9}" dt="2021-04-28T00:33:07.363" v="3686" actId="478"/>
          <ac:graphicFrameMkLst>
            <pc:docMk/>
            <pc:sldMk cId="1076860686" sldId="2146846018"/>
            <ac:graphicFrameMk id="53" creationId="{D95635EB-7620-4878-80ED-E1EA0ABF1791}"/>
          </ac:graphicFrameMkLst>
        </pc:graphicFrameChg>
        <pc:picChg chg="add del mod">
          <ac:chgData name="Ken Popkin" userId="3c94c39e-c43b-4805-99ab-8da17777f1ac" providerId="ADAL" clId="{9B55D31E-4E96-4040-AF81-B6B894924DD9}" dt="2021-04-28T00:38:00.494" v="3724" actId="478"/>
          <ac:picMkLst>
            <pc:docMk/>
            <pc:sldMk cId="1076860686" sldId="2146846018"/>
            <ac:picMk id="3" creationId="{D733E236-6A3D-4D58-AF49-9C750774F7E8}"/>
          </ac:picMkLst>
        </pc:picChg>
        <pc:picChg chg="add del">
          <ac:chgData name="Ken Popkin" userId="3c94c39e-c43b-4805-99ab-8da17777f1ac" providerId="ADAL" clId="{9B55D31E-4E96-4040-AF81-B6B894924DD9}" dt="2021-04-28T00:38:28.589" v="3727" actId="478"/>
          <ac:picMkLst>
            <pc:docMk/>
            <pc:sldMk cId="1076860686" sldId="2146846018"/>
            <ac:picMk id="9" creationId="{7E926E8F-F1B8-4BE8-942A-3771B9535E42}"/>
          </ac:picMkLst>
        </pc:picChg>
        <pc:cxnChg chg="add del">
          <ac:chgData name="Ken Popkin" userId="3c94c39e-c43b-4805-99ab-8da17777f1ac" providerId="ADAL" clId="{9B55D31E-4E96-4040-AF81-B6B894924DD9}" dt="2021-04-28T00:38:02.387" v="3725" actId="478"/>
          <ac:cxnSpMkLst>
            <pc:docMk/>
            <pc:sldMk cId="1076860686" sldId="2146846018"/>
            <ac:cxnSpMk id="6" creationId="{FF497096-9BA2-4CEE-8360-5E4121D94CA1}"/>
          </ac:cxnSpMkLst>
        </pc:cxnChg>
        <pc:cxnChg chg="del">
          <ac:chgData name="Ken Popkin" userId="3c94c39e-c43b-4805-99ab-8da17777f1ac" providerId="ADAL" clId="{9B55D31E-4E96-4040-AF81-B6B894924DD9}" dt="2021-04-28T00:33:07.363" v="3686" actId="478"/>
          <ac:cxnSpMkLst>
            <pc:docMk/>
            <pc:sldMk cId="1076860686" sldId="2146846018"/>
            <ac:cxnSpMk id="75" creationId="{0B0290BE-79B4-4156-A78A-FF9E064CB585}"/>
          </ac:cxnSpMkLst>
        </pc:cxnChg>
      </pc:sldChg>
      <pc:sldMasterChg chg="delSldLayout">
        <pc:chgData name="Ken Popkin" userId="3c94c39e-c43b-4805-99ab-8da17777f1ac" providerId="ADAL" clId="{9B55D31E-4E96-4040-AF81-B6B894924DD9}" dt="2021-04-28T00:54:50.242" v="4671" actId="47"/>
        <pc:sldMasterMkLst>
          <pc:docMk/>
          <pc:sldMasterMk cId="4258334832" sldId="2147483661"/>
        </pc:sldMasterMkLst>
        <pc:sldLayoutChg chg="del">
          <pc:chgData name="Ken Popkin" userId="3c94c39e-c43b-4805-99ab-8da17777f1ac" providerId="ADAL" clId="{9B55D31E-4E96-4040-AF81-B6B894924DD9}" dt="2021-04-28T00:54:50.242" v="4671" actId="47"/>
          <pc:sldLayoutMkLst>
            <pc:docMk/>
            <pc:sldMasterMk cId="4258334832" sldId="2147483661"/>
            <pc:sldLayoutMk cId="3873286259" sldId="2147483663"/>
          </pc:sldLayoutMkLst>
        </pc:sldLayoutChg>
      </pc:sldMasterChg>
    </pc:docChg>
  </pc:docChgLst>
  <pc:docChgLst>
    <pc:chgData name="Gaurav" userId="cf3cfb45-d90b-4d10-b0a3-97e0956283ba" providerId="ADAL" clId="{4F666FCF-AF3E-4982-BB9A-C4B58C1FEFCC}"/>
    <pc:docChg chg="undo custSel addSld delSld modSld sldOrd modSection">
      <pc:chgData name="Gaurav" userId="cf3cfb45-d90b-4d10-b0a3-97e0956283ba" providerId="ADAL" clId="{4F666FCF-AF3E-4982-BB9A-C4B58C1FEFCC}" dt="2021-03-08T15:40:23.637" v="3810" actId="20577"/>
      <pc:docMkLst>
        <pc:docMk/>
      </pc:docMkLst>
      <pc:sldChg chg="addSp delSp modSp mod">
        <pc:chgData name="Gaurav" userId="cf3cfb45-d90b-4d10-b0a3-97e0956283ba" providerId="ADAL" clId="{4F666FCF-AF3E-4982-BB9A-C4B58C1FEFCC}" dt="2021-03-05T20:49:39.981" v="2845" actId="14100"/>
        <pc:sldMkLst>
          <pc:docMk/>
          <pc:sldMk cId="495401053" sldId="256"/>
        </pc:sldMkLst>
        <pc:spChg chg="del mod">
          <ac:chgData name="Gaurav" userId="cf3cfb45-d90b-4d10-b0a3-97e0956283ba" providerId="ADAL" clId="{4F666FCF-AF3E-4982-BB9A-C4B58C1FEFCC}" dt="2021-03-05T20:49:01.123" v="2813" actId="478"/>
          <ac:spMkLst>
            <pc:docMk/>
            <pc:sldMk cId="495401053" sldId="256"/>
            <ac:spMk id="2" creationId="{F2598F06-42EC-4E35-9898-84FE2645A10C}"/>
          </ac:spMkLst>
        </pc:spChg>
        <pc:spChg chg="add mod">
          <ac:chgData name="Gaurav" userId="cf3cfb45-d90b-4d10-b0a3-97e0956283ba" providerId="ADAL" clId="{4F666FCF-AF3E-4982-BB9A-C4B58C1FEFCC}" dt="2021-03-05T20:48:35.987" v="2806"/>
          <ac:spMkLst>
            <pc:docMk/>
            <pc:sldMk cId="495401053" sldId="256"/>
            <ac:spMk id="107" creationId="{FDF7C591-4823-480E-814C-14D1C69FBC5F}"/>
          </ac:spMkLst>
        </pc:spChg>
        <pc:spChg chg="add mod">
          <ac:chgData name="Gaurav" userId="cf3cfb45-d90b-4d10-b0a3-97e0956283ba" providerId="ADAL" clId="{4F666FCF-AF3E-4982-BB9A-C4B58C1FEFCC}" dt="2021-03-05T20:49:39.981" v="2845" actId="14100"/>
          <ac:spMkLst>
            <pc:docMk/>
            <pc:sldMk cId="495401053" sldId="256"/>
            <ac:spMk id="108" creationId="{F5D278D6-18FC-4492-A8DF-F9DC57626BAE}"/>
          </ac:spMkLst>
        </pc:spChg>
      </pc:sldChg>
      <pc:sldChg chg="addSp modSp mod">
        <pc:chgData name="Gaurav" userId="cf3cfb45-d90b-4d10-b0a3-97e0956283ba" providerId="ADAL" clId="{4F666FCF-AF3E-4982-BB9A-C4B58C1FEFCC}" dt="2021-03-03T18:43:05.308" v="8" actId="2711"/>
        <pc:sldMkLst>
          <pc:docMk/>
          <pc:sldMk cId="486790856" sldId="257"/>
        </pc:sldMkLst>
        <pc:spChg chg="mod">
          <ac:chgData name="Gaurav" userId="cf3cfb45-d90b-4d10-b0a3-97e0956283ba" providerId="ADAL" clId="{4F666FCF-AF3E-4982-BB9A-C4B58C1FEFCC}" dt="2021-03-03T18:42:38.665" v="5" actId="20577"/>
          <ac:spMkLst>
            <pc:docMk/>
            <pc:sldMk cId="486790856" sldId="257"/>
            <ac:spMk id="2" creationId="{68742525-957B-45EB-A5FD-EDE9AF299EDD}"/>
          </ac:spMkLst>
        </pc:spChg>
        <pc:spChg chg="add mod">
          <ac:chgData name="Gaurav" userId="cf3cfb45-d90b-4d10-b0a3-97e0956283ba" providerId="ADAL" clId="{4F666FCF-AF3E-4982-BB9A-C4B58C1FEFCC}" dt="2021-03-03T18:43:05.308" v="8" actId="2711"/>
          <ac:spMkLst>
            <pc:docMk/>
            <pc:sldMk cId="486790856" sldId="257"/>
            <ac:spMk id="76" creationId="{779F0859-7FED-432A-AA1F-E554EC24B32D}"/>
          </ac:spMkLst>
        </pc:spChg>
      </pc:sldChg>
      <pc:sldChg chg="add ord">
        <pc:chgData name="Gaurav" userId="cf3cfb45-d90b-4d10-b0a3-97e0956283ba" providerId="ADAL" clId="{4F666FCF-AF3E-4982-BB9A-C4B58C1FEFCC}" dt="2021-03-05T20:42:40.593" v="2595"/>
        <pc:sldMkLst>
          <pc:docMk/>
          <pc:sldMk cId="934694612" sldId="379"/>
        </pc:sldMkLst>
      </pc:sldChg>
      <pc:sldChg chg="addSp modSp add mod">
        <pc:chgData name="Gaurav" userId="cf3cfb45-d90b-4d10-b0a3-97e0956283ba" providerId="ADAL" clId="{4F666FCF-AF3E-4982-BB9A-C4B58C1FEFCC}" dt="2021-03-08T15:40:23.637" v="3810" actId="20577"/>
        <pc:sldMkLst>
          <pc:docMk/>
          <pc:sldMk cId="93243010" sldId="7428"/>
        </pc:sldMkLst>
        <pc:spChg chg="add mod">
          <ac:chgData name="Gaurav" userId="cf3cfb45-d90b-4d10-b0a3-97e0956283ba" providerId="ADAL" clId="{4F666FCF-AF3E-4982-BB9A-C4B58C1FEFCC}" dt="2021-03-05T23:19:11.528" v="3799" actId="20577"/>
          <ac:spMkLst>
            <pc:docMk/>
            <pc:sldMk cId="93243010" sldId="7428"/>
            <ac:spMk id="9" creationId="{11361281-1B1E-43F8-AA43-B00647707B7F}"/>
          </ac:spMkLst>
        </pc:spChg>
        <pc:spChg chg="mod">
          <ac:chgData name="Gaurav" userId="cf3cfb45-d90b-4d10-b0a3-97e0956283ba" providerId="ADAL" clId="{4F666FCF-AF3E-4982-BB9A-C4B58C1FEFCC}" dt="2021-03-05T22:39:46.875" v="3468" actId="20577"/>
          <ac:spMkLst>
            <pc:docMk/>
            <pc:sldMk cId="93243010" sldId="7428"/>
            <ac:spMk id="10" creationId="{A78988CF-C0D9-4564-A18C-624985AA8302}"/>
          </ac:spMkLst>
        </pc:spChg>
        <pc:graphicFrameChg chg="mod modGraphic">
          <ac:chgData name="Gaurav" userId="cf3cfb45-d90b-4d10-b0a3-97e0956283ba" providerId="ADAL" clId="{4F666FCF-AF3E-4982-BB9A-C4B58C1FEFCC}" dt="2021-03-08T15:40:23.637" v="3810" actId="20577"/>
          <ac:graphicFrameMkLst>
            <pc:docMk/>
            <pc:sldMk cId="93243010" sldId="7428"/>
            <ac:graphicFrameMk id="8" creationId="{11C6AFA9-D17F-472D-97FC-23D5883BB9C0}"/>
          </ac:graphicFrameMkLst>
        </pc:graphicFrameChg>
      </pc:sldChg>
      <pc:sldChg chg="addSp modSp">
        <pc:chgData name="Gaurav" userId="cf3cfb45-d90b-4d10-b0a3-97e0956283ba" providerId="ADAL" clId="{4F666FCF-AF3E-4982-BB9A-C4B58C1FEFCC}" dt="2021-03-05T20:47:52.991" v="2805"/>
        <pc:sldMkLst>
          <pc:docMk/>
          <pc:sldMk cId="2678786716" sldId="2142532606"/>
        </pc:sldMkLst>
        <pc:spChg chg="add mod">
          <ac:chgData name="Gaurav" userId="cf3cfb45-d90b-4d10-b0a3-97e0956283ba" providerId="ADAL" clId="{4F666FCF-AF3E-4982-BB9A-C4B58C1FEFCC}" dt="2021-03-05T20:47:52.991" v="2805"/>
          <ac:spMkLst>
            <pc:docMk/>
            <pc:sldMk cId="2678786716" sldId="2142532606"/>
            <ac:spMk id="7" creationId="{DBC50519-B749-4B4D-9907-6E4EBC01BCD5}"/>
          </ac:spMkLst>
        </pc:spChg>
      </pc:sldChg>
      <pc:sldChg chg="modSp add mod ord">
        <pc:chgData name="Gaurav" userId="cf3cfb45-d90b-4d10-b0a3-97e0956283ba" providerId="ADAL" clId="{4F666FCF-AF3E-4982-BB9A-C4B58C1FEFCC}" dt="2021-03-05T22:26:04.204" v="3256" actId="6549"/>
        <pc:sldMkLst>
          <pc:docMk/>
          <pc:sldMk cId="400269162" sldId="2142532640"/>
        </pc:sldMkLst>
        <pc:spChg chg="mod">
          <ac:chgData name="Gaurav" userId="cf3cfb45-d90b-4d10-b0a3-97e0956283ba" providerId="ADAL" clId="{4F666FCF-AF3E-4982-BB9A-C4B58C1FEFCC}" dt="2021-03-03T22:51:51.849" v="2166" actId="6549"/>
          <ac:spMkLst>
            <pc:docMk/>
            <pc:sldMk cId="400269162" sldId="2142532640"/>
            <ac:spMk id="3" creationId="{D73774F1-932B-4974-9CE8-09B029C61858}"/>
          </ac:spMkLst>
        </pc:spChg>
        <pc:spChg chg="mod">
          <ac:chgData name="Gaurav" userId="cf3cfb45-d90b-4d10-b0a3-97e0956283ba" providerId="ADAL" clId="{4F666FCF-AF3E-4982-BB9A-C4B58C1FEFCC}" dt="2021-03-03T22:41:32.256" v="1339" actId="20577"/>
          <ac:spMkLst>
            <pc:docMk/>
            <pc:sldMk cId="400269162" sldId="2142532640"/>
            <ac:spMk id="9" creationId="{3C3A0B57-29A1-4D03-B6E0-4997F7FA6E9C}"/>
          </ac:spMkLst>
        </pc:spChg>
        <pc:spChg chg="mod">
          <ac:chgData name="Gaurav" userId="cf3cfb45-d90b-4d10-b0a3-97e0956283ba" providerId="ADAL" clId="{4F666FCF-AF3E-4982-BB9A-C4B58C1FEFCC}" dt="2021-03-05T22:26:04.204" v="3256" actId="6549"/>
          <ac:spMkLst>
            <pc:docMk/>
            <pc:sldMk cId="400269162" sldId="2142532640"/>
            <ac:spMk id="16" creationId="{344E7F2A-759E-4996-9248-CADB73335B2B}"/>
          </ac:spMkLst>
        </pc:spChg>
        <pc:spChg chg="mod">
          <ac:chgData name="Gaurav" userId="cf3cfb45-d90b-4d10-b0a3-97e0956283ba" providerId="ADAL" clId="{4F666FCF-AF3E-4982-BB9A-C4B58C1FEFCC}" dt="2021-03-03T22:40:39.101" v="1318" actId="6549"/>
          <ac:spMkLst>
            <pc:docMk/>
            <pc:sldMk cId="400269162" sldId="2142532640"/>
            <ac:spMk id="18" creationId="{4A93D7EC-8782-4C89-96A4-F012B0554B8D}"/>
          </ac:spMkLst>
        </pc:spChg>
      </pc:sldChg>
      <pc:sldChg chg="addSp delSp modSp mod">
        <pc:chgData name="Gaurav" userId="cf3cfb45-d90b-4d10-b0a3-97e0956283ba" providerId="ADAL" clId="{4F666FCF-AF3E-4982-BB9A-C4B58C1FEFCC}" dt="2021-03-05T20:51:04.183" v="2870" actId="478"/>
        <pc:sldMkLst>
          <pc:docMk/>
          <pc:sldMk cId="3362209346" sldId="2146845939"/>
        </pc:sldMkLst>
        <pc:spChg chg="del">
          <ac:chgData name="Gaurav" userId="cf3cfb45-d90b-4d10-b0a3-97e0956283ba" providerId="ADAL" clId="{4F666FCF-AF3E-4982-BB9A-C4B58C1FEFCC}" dt="2021-03-05T20:50:21.305" v="2846" actId="478"/>
          <ac:spMkLst>
            <pc:docMk/>
            <pc:sldMk cId="3362209346" sldId="2146845939"/>
            <ac:spMk id="39" creationId="{5CC59D93-4B3A-498C-955D-0374756E01CC}"/>
          </ac:spMkLst>
        </pc:spChg>
        <pc:spChg chg="del">
          <ac:chgData name="Gaurav" userId="cf3cfb45-d90b-4d10-b0a3-97e0956283ba" providerId="ADAL" clId="{4F666FCF-AF3E-4982-BB9A-C4B58C1FEFCC}" dt="2021-03-05T20:51:04.183" v="2870" actId="478"/>
          <ac:spMkLst>
            <pc:docMk/>
            <pc:sldMk cId="3362209346" sldId="2146845939"/>
            <ac:spMk id="60" creationId="{7BC372B8-9B80-429A-8EC9-8FBD255D5DDC}"/>
          </ac:spMkLst>
        </pc:spChg>
        <pc:spChg chg="add mod">
          <ac:chgData name="Gaurav" userId="cf3cfb45-d90b-4d10-b0a3-97e0956283ba" providerId="ADAL" clId="{4F666FCF-AF3E-4982-BB9A-C4B58C1FEFCC}" dt="2021-03-05T20:50:46.070" v="2866" actId="20577"/>
          <ac:spMkLst>
            <pc:docMk/>
            <pc:sldMk cId="3362209346" sldId="2146845939"/>
            <ac:spMk id="61" creationId="{C3221A0B-1AA3-4A42-ABCF-6E81601C20FE}"/>
          </ac:spMkLst>
        </pc:spChg>
        <pc:spChg chg="add del mod">
          <ac:chgData name="Gaurav" userId="cf3cfb45-d90b-4d10-b0a3-97e0956283ba" providerId="ADAL" clId="{4F666FCF-AF3E-4982-BB9A-C4B58C1FEFCC}" dt="2021-03-05T20:50:54.127" v="2868"/>
          <ac:spMkLst>
            <pc:docMk/>
            <pc:sldMk cId="3362209346" sldId="2146845939"/>
            <ac:spMk id="62" creationId="{911B7EBA-FAD3-49AD-B244-D3FA82767722}"/>
          </ac:spMkLst>
        </pc:spChg>
        <pc:spChg chg="add mod">
          <ac:chgData name="Gaurav" userId="cf3cfb45-d90b-4d10-b0a3-97e0956283ba" providerId="ADAL" clId="{4F666FCF-AF3E-4982-BB9A-C4B58C1FEFCC}" dt="2021-03-05T20:51:00.734" v="2869"/>
          <ac:spMkLst>
            <pc:docMk/>
            <pc:sldMk cId="3362209346" sldId="2146845939"/>
            <ac:spMk id="63" creationId="{A6F7B0A1-2415-433F-B0A4-771620216211}"/>
          </ac:spMkLst>
        </pc:spChg>
      </pc:sldChg>
      <pc:sldChg chg="addSp delSp modSp mod">
        <pc:chgData name="Gaurav" userId="cf3cfb45-d90b-4d10-b0a3-97e0956283ba" providerId="ADAL" clId="{4F666FCF-AF3E-4982-BB9A-C4B58C1FEFCC}" dt="2021-03-05T22:13:55.761" v="3031" actId="14734"/>
        <pc:sldMkLst>
          <pc:docMk/>
          <pc:sldMk cId="2174113185" sldId="2146845945"/>
        </pc:sldMkLst>
        <pc:spChg chg="del mod">
          <ac:chgData name="Gaurav" userId="cf3cfb45-d90b-4d10-b0a3-97e0956283ba" providerId="ADAL" clId="{4F666FCF-AF3E-4982-BB9A-C4B58C1FEFCC}" dt="2021-03-05T20:41:30.522" v="2561" actId="478"/>
          <ac:spMkLst>
            <pc:docMk/>
            <pc:sldMk cId="2174113185" sldId="2146845945"/>
            <ac:spMk id="2" creationId="{09881806-26FA-4FEE-95C5-D3CCFAEAD601}"/>
          </ac:spMkLst>
        </pc:spChg>
        <pc:spChg chg="add mod">
          <ac:chgData name="Gaurav" userId="cf3cfb45-d90b-4d10-b0a3-97e0956283ba" providerId="ADAL" clId="{4F666FCF-AF3E-4982-BB9A-C4B58C1FEFCC}" dt="2021-03-03T18:49:27.182" v="72" actId="207"/>
          <ac:spMkLst>
            <pc:docMk/>
            <pc:sldMk cId="2174113185" sldId="2146845945"/>
            <ac:spMk id="3" creationId="{094BCE51-8E68-440D-A895-DB173EC79003}"/>
          </ac:spMkLst>
        </pc:spChg>
        <pc:spChg chg="mod">
          <ac:chgData name="Gaurav" userId="cf3cfb45-d90b-4d10-b0a3-97e0956283ba" providerId="ADAL" clId="{4F666FCF-AF3E-4982-BB9A-C4B58C1FEFCC}" dt="2021-03-03T18:43:24.924" v="10" actId="2711"/>
          <ac:spMkLst>
            <pc:docMk/>
            <pc:sldMk cId="2174113185" sldId="2146845945"/>
            <ac:spMk id="4" creationId="{C0CEA278-8EA6-4F8A-A1B6-09A52E5939EE}"/>
          </ac:spMkLst>
        </pc:spChg>
        <pc:spChg chg="mod">
          <ac:chgData name="Gaurav" userId="cf3cfb45-d90b-4d10-b0a3-97e0956283ba" providerId="ADAL" clId="{4F666FCF-AF3E-4982-BB9A-C4B58C1FEFCC}" dt="2021-03-03T18:43:24.924" v="10" actId="2711"/>
          <ac:spMkLst>
            <pc:docMk/>
            <pc:sldMk cId="2174113185" sldId="2146845945"/>
            <ac:spMk id="5" creationId="{CA32B1CF-F03E-4677-8C05-EBD91DE3FA2E}"/>
          </ac:spMkLst>
        </pc:spChg>
        <pc:spChg chg="mod">
          <ac:chgData name="Gaurav" userId="cf3cfb45-d90b-4d10-b0a3-97e0956283ba" providerId="ADAL" clId="{4F666FCF-AF3E-4982-BB9A-C4B58C1FEFCC}" dt="2021-03-03T18:43:24.924" v="10" actId="2711"/>
          <ac:spMkLst>
            <pc:docMk/>
            <pc:sldMk cId="2174113185" sldId="2146845945"/>
            <ac:spMk id="6" creationId="{38B5E4B6-931A-47C7-A145-7ED5DE6A1B62}"/>
          </ac:spMkLst>
        </pc:spChg>
        <pc:spChg chg="add del mod">
          <ac:chgData name="Gaurav" userId="cf3cfb45-d90b-4d10-b0a3-97e0956283ba" providerId="ADAL" clId="{4F666FCF-AF3E-4982-BB9A-C4B58C1FEFCC}" dt="2021-03-05T20:41:52.346" v="2567" actId="478"/>
          <ac:spMkLst>
            <pc:docMk/>
            <pc:sldMk cId="2174113185" sldId="2146845945"/>
            <ac:spMk id="9" creationId="{F6B8A9CF-E779-4BD4-A071-E3BF8A1ABE2A}"/>
          </ac:spMkLst>
        </pc:spChg>
        <pc:spChg chg="del mod">
          <ac:chgData name="Gaurav" userId="cf3cfb45-d90b-4d10-b0a3-97e0956283ba" providerId="ADAL" clId="{4F666FCF-AF3E-4982-BB9A-C4B58C1FEFCC}" dt="2021-03-05T20:41:55.900" v="2568" actId="478"/>
          <ac:spMkLst>
            <pc:docMk/>
            <pc:sldMk cId="2174113185" sldId="2146845945"/>
            <ac:spMk id="10" creationId="{14343C34-27C3-4137-B17F-5E8A53744555}"/>
          </ac:spMkLst>
        </pc:spChg>
        <pc:spChg chg="del mod">
          <ac:chgData name="Gaurav" userId="cf3cfb45-d90b-4d10-b0a3-97e0956283ba" providerId="ADAL" clId="{4F666FCF-AF3E-4982-BB9A-C4B58C1FEFCC}" dt="2021-03-05T20:41:55.900" v="2568" actId="478"/>
          <ac:spMkLst>
            <pc:docMk/>
            <pc:sldMk cId="2174113185" sldId="2146845945"/>
            <ac:spMk id="11" creationId="{F1E7C6A9-632F-41B7-B9D5-1F99EB95A141}"/>
          </ac:spMkLst>
        </pc:spChg>
        <pc:spChg chg="mod">
          <ac:chgData name="Gaurav" userId="cf3cfb45-d90b-4d10-b0a3-97e0956283ba" providerId="ADAL" clId="{4F666FCF-AF3E-4982-BB9A-C4B58C1FEFCC}" dt="2021-03-03T18:44:44.480" v="14" actId="1582"/>
          <ac:spMkLst>
            <pc:docMk/>
            <pc:sldMk cId="2174113185" sldId="2146845945"/>
            <ac:spMk id="17" creationId="{76F03020-2C93-45BD-8ECF-390D4E4C40C0}"/>
          </ac:spMkLst>
        </pc:spChg>
        <pc:spChg chg="mod">
          <ac:chgData name="Gaurav" userId="cf3cfb45-d90b-4d10-b0a3-97e0956283ba" providerId="ADAL" clId="{4F666FCF-AF3E-4982-BB9A-C4B58C1FEFCC}" dt="2021-03-03T18:44:44.480" v="14" actId="1582"/>
          <ac:spMkLst>
            <pc:docMk/>
            <pc:sldMk cId="2174113185" sldId="2146845945"/>
            <ac:spMk id="18" creationId="{BA4770BF-160C-4F77-B53C-92839D3024A2}"/>
          </ac:spMkLst>
        </pc:spChg>
        <pc:spChg chg="mod">
          <ac:chgData name="Gaurav" userId="cf3cfb45-d90b-4d10-b0a3-97e0956283ba" providerId="ADAL" clId="{4F666FCF-AF3E-4982-BB9A-C4B58C1FEFCC}" dt="2021-03-03T18:44:44.480" v="14" actId="1582"/>
          <ac:spMkLst>
            <pc:docMk/>
            <pc:sldMk cId="2174113185" sldId="2146845945"/>
            <ac:spMk id="27" creationId="{BDD96024-7C3E-461A-BCD4-FC965538A68D}"/>
          </ac:spMkLst>
        </pc:spChg>
        <pc:spChg chg="mod">
          <ac:chgData name="Gaurav" userId="cf3cfb45-d90b-4d10-b0a3-97e0956283ba" providerId="ADAL" clId="{4F666FCF-AF3E-4982-BB9A-C4B58C1FEFCC}" dt="2021-03-03T18:44:44.480" v="14" actId="1582"/>
          <ac:spMkLst>
            <pc:docMk/>
            <pc:sldMk cId="2174113185" sldId="2146845945"/>
            <ac:spMk id="28" creationId="{786BA8E4-2293-426C-AF7A-BD3CE947DBCF}"/>
          </ac:spMkLst>
        </pc:spChg>
        <pc:spChg chg="mod">
          <ac:chgData name="Gaurav" userId="cf3cfb45-d90b-4d10-b0a3-97e0956283ba" providerId="ADAL" clId="{4F666FCF-AF3E-4982-BB9A-C4B58C1FEFCC}" dt="2021-03-03T18:44:44.480" v="14" actId="1582"/>
          <ac:spMkLst>
            <pc:docMk/>
            <pc:sldMk cId="2174113185" sldId="2146845945"/>
            <ac:spMk id="30" creationId="{310B3AC6-98B0-4096-B2E0-08925228B0CB}"/>
          </ac:spMkLst>
        </pc:spChg>
        <pc:spChg chg="mod">
          <ac:chgData name="Gaurav" userId="cf3cfb45-d90b-4d10-b0a3-97e0956283ba" providerId="ADAL" clId="{4F666FCF-AF3E-4982-BB9A-C4B58C1FEFCC}" dt="2021-03-03T18:44:44.480" v="14" actId="1582"/>
          <ac:spMkLst>
            <pc:docMk/>
            <pc:sldMk cId="2174113185" sldId="2146845945"/>
            <ac:spMk id="31" creationId="{D16189F7-06DF-43A5-8EE2-D7987266BED2}"/>
          </ac:spMkLst>
        </pc:spChg>
        <pc:spChg chg="mod">
          <ac:chgData name="Gaurav" userId="cf3cfb45-d90b-4d10-b0a3-97e0956283ba" providerId="ADAL" clId="{4F666FCF-AF3E-4982-BB9A-C4B58C1FEFCC}" dt="2021-03-03T18:44:44.480" v="14" actId="1582"/>
          <ac:spMkLst>
            <pc:docMk/>
            <pc:sldMk cId="2174113185" sldId="2146845945"/>
            <ac:spMk id="33" creationId="{93F090F8-18D8-4B87-8F57-67F750550C96}"/>
          </ac:spMkLst>
        </pc:spChg>
        <pc:spChg chg="mod">
          <ac:chgData name="Gaurav" userId="cf3cfb45-d90b-4d10-b0a3-97e0956283ba" providerId="ADAL" clId="{4F666FCF-AF3E-4982-BB9A-C4B58C1FEFCC}" dt="2021-03-03T18:44:44.480" v="14" actId="1582"/>
          <ac:spMkLst>
            <pc:docMk/>
            <pc:sldMk cId="2174113185" sldId="2146845945"/>
            <ac:spMk id="34" creationId="{DF3C5C59-984A-4986-B4C3-EDE44B205EEA}"/>
          </ac:spMkLst>
        </pc:spChg>
        <pc:spChg chg="mod">
          <ac:chgData name="Gaurav" userId="cf3cfb45-d90b-4d10-b0a3-97e0956283ba" providerId="ADAL" clId="{4F666FCF-AF3E-4982-BB9A-C4B58C1FEFCC}" dt="2021-03-03T18:43:24.924" v="10" actId="2711"/>
          <ac:spMkLst>
            <pc:docMk/>
            <pc:sldMk cId="2174113185" sldId="2146845945"/>
            <ac:spMk id="43" creationId="{6880DEC2-890A-4584-83DA-B3F626B83162}"/>
          </ac:spMkLst>
        </pc:spChg>
        <pc:spChg chg="mod">
          <ac:chgData name="Gaurav" userId="cf3cfb45-d90b-4d10-b0a3-97e0956283ba" providerId="ADAL" clId="{4F666FCF-AF3E-4982-BB9A-C4B58C1FEFCC}" dt="2021-03-03T18:43:24.924" v="10" actId="2711"/>
          <ac:spMkLst>
            <pc:docMk/>
            <pc:sldMk cId="2174113185" sldId="2146845945"/>
            <ac:spMk id="44" creationId="{9B2E1027-BDDE-41D9-B207-5A970025D683}"/>
          </ac:spMkLst>
        </pc:spChg>
        <pc:spChg chg="mod">
          <ac:chgData name="Gaurav" userId="cf3cfb45-d90b-4d10-b0a3-97e0956283ba" providerId="ADAL" clId="{4F666FCF-AF3E-4982-BB9A-C4B58C1FEFCC}" dt="2021-03-03T18:43:24.924" v="10" actId="2711"/>
          <ac:spMkLst>
            <pc:docMk/>
            <pc:sldMk cId="2174113185" sldId="2146845945"/>
            <ac:spMk id="49" creationId="{6FBC706B-18DC-40FA-BB8D-D69DEB520DA2}"/>
          </ac:spMkLst>
        </pc:spChg>
        <pc:spChg chg="mod">
          <ac:chgData name="Gaurav" userId="cf3cfb45-d90b-4d10-b0a3-97e0956283ba" providerId="ADAL" clId="{4F666FCF-AF3E-4982-BB9A-C4B58C1FEFCC}" dt="2021-03-03T18:43:24.924" v="10" actId="2711"/>
          <ac:spMkLst>
            <pc:docMk/>
            <pc:sldMk cId="2174113185" sldId="2146845945"/>
            <ac:spMk id="50" creationId="{F536C0F1-2560-41A0-BA27-E3BCBCC1F512}"/>
          </ac:spMkLst>
        </pc:spChg>
        <pc:spChg chg="mod">
          <ac:chgData name="Gaurav" userId="cf3cfb45-d90b-4d10-b0a3-97e0956283ba" providerId="ADAL" clId="{4F666FCF-AF3E-4982-BB9A-C4B58C1FEFCC}" dt="2021-03-03T18:43:24.924" v="10" actId="2711"/>
          <ac:spMkLst>
            <pc:docMk/>
            <pc:sldMk cId="2174113185" sldId="2146845945"/>
            <ac:spMk id="55" creationId="{34A18626-A9C3-4E41-A55A-C048B476227A}"/>
          </ac:spMkLst>
        </pc:spChg>
        <pc:spChg chg="mod">
          <ac:chgData name="Gaurav" userId="cf3cfb45-d90b-4d10-b0a3-97e0956283ba" providerId="ADAL" clId="{4F666FCF-AF3E-4982-BB9A-C4B58C1FEFCC}" dt="2021-03-03T18:43:24.924" v="10" actId="2711"/>
          <ac:spMkLst>
            <pc:docMk/>
            <pc:sldMk cId="2174113185" sldId="2146845945"/>
            <ac:spMk id="56" creationId="{6BED757D-BE9E-45C3-B706-449123FE1857}"/>
          </ac:spMkLst>
        </pc:spChg>
        <pc:spChg chg="add del mod">
          <ac:chgData name="Gaurav" userId="cf3cfb45-d90b-4d10-b0a3-97e0956283ba" providerId="ADAL" clId="{4F666FCF-AF3E-4982-BB9A-C4B58C1FEFCC}" dt="2021-03-05T20:41:49.345" v="2566" actId="478"/>
          <ac:spMkLst>
            <pc:docMk/>
            <pc:sldMk cId="2174113185" sldId="2146845945"/>
            <ac:spMk id="57" creationId="{E46548A7-58C6-44D4-8DB4-A5D772A81F2E}"/>
          </ac:spMkLst>
        </pc:spChg>
        <pc:spChg chg="add mod">
          <ac:chgData name="Gaurav" userId="cf3cfb45-d90b-4d10-b0a3-97e0956283ba" providerId="ADAL" clId="{4F666FCF-AF3E-4982-BB9A-C4B58C1FEFCC}" dt="2021-03-05T20:44:37.159" v="2607" actId="20577"/>
          <ac:spMkLst>
            <pc:docMk/>
            <pc:sldMk cId="2174113185" sldId="2146845945"/>
            <ac:spMk id="58" creationId="{8A182EFB-D032-45FB-B155-4A81071B119F}"/>
          </ac:spMkLst>
        </pc:spChg>
        <pc:spChg chg="mod">
          <ac:chgData name="Gaurav" userId="cf3cfb45-d90b-4d10-b0a3-97e0956283ba" providerId="ADAL" clId="{4F666FCF-AF3E-4982-BB9A-C4B58C1FEFCC}" dt="2021-03-03T18:48:48.886" v="64" actId="207"/>
          <ac:spMkLst>
            <pc:docMk/>
            <pc:sldMk cId="2174113185" sldId="2146845945"/>
            <ac:spMk id="58" creationId="{F925F0CF-1071-4B51-A19B-C8E58ACBE52A}"/>
          </ac:spMkLst>
        </pc:spChg>
        <pc:spChg chg="add mod">
          <ac:chgData name="Gaurav" userId="cf3cfb45-d90b-4d10-b0a3-97e0956283ba" providerId="ADAL" clId="{4F666FCF-AF3E-4982-BB9A-C4B58C1FEFCC}" dt="2021-03-05T20:44:04.097" v="2597"/>
          <ac:spMkLst>
            <pc:docMk/>
            <pc:sldMk cId="2174113185" sldId="2146845945"/>
            <ac:spMk id="59" creationId="{825925F5-1D3E-486D-A857-8BB700F6C5A3}"/>
          </ac:spMkLst>
        </pc:spChg>
        <pc:spChg chg="mod">
          <ac:chgData name="Gaurav" userId="cf3cfb45-d90b-4d10-b0a3-97e0956283ba" providerId="ADAL" clId="{4F666FCF-AF3E-4982-BB9A-C4B58C1FEFCC}" dt="2021-03-03T18:48:48.886" v="64" actId="207"/>
          <ac:spMkLst>
            <pc:docMk/>
            <pc:sldMk cId="2174113185" sldId="2146845945"/>
            <ac:spMk id="59" creationId="{ADDFC831-871B-4B39-A1EC-C462F22A4050}"/>
          </ac:spMkLst>
        </pc:spChg>
        <pc:spChg chg="mod">
          <ac:chgData name="Gaurav" userId="cf3cfb45-d90b-4d10-b0a3-97e0956283ba" providerId="ADAL" clId="{4F666FCF-AF3E-4982-BB9A-C4B58C1FEFCC}" dt="2021-03-03T18:44:44.480" v="14" actId="1582"/>
          <ac:spMkLst>
            <pc:docMk/>
            <pc:sldMk cId="2174113185" sldId="2146845945"/>
            <ac:spMk id="61" creationId="{B9F50829-82AE-44A3-ABA0-20E7E7590B58}"/>
          </ac:spMkLst>
        </pc:spChg>
        <pc:spChg chg="mod">
          <ac:chgData name="Gaurav" userId="cf3cfb45-d90b-4d10-b0a3-97e0956283ba" providerId="ADAL" clId="{4F666FCF-AF3E-4982-BB9A-C4B58C1FEFCC}" dt="2021-03-03T18:44:44.480" v="14" actId="1582"/>
          <ac:spMkLst>
            <pc:docMk/>
            <pc:sldMk cId="2174113185" sldId="2146845945"/>
            <ac:spMk id="62" creationId="{9C6216D4-E80F-451C-AF10-E1B86D8D6B5F}"/>
          </ac:spMkLst>
        </pc:spChg>
        <pc:spChg chg="mod">
          <ac:chgData name="Gaurav" userId="cf3cfb45-d90b-4d10-b0a3-97e0956283ba" providerId="ADAL" clId="{4F666FCF-AF3E-4982-BB9A-C4B58C1FEFCC}" dt="2021-03-03T18:44:44.480" v="14" actId="1582"/>
          <ac:spMkLst>
            <pc:docMk/>
            <pc:sldMk cId="2174113185" sldId="2146845945"/>
            <ac:spMk id="64" creationId="{05FD404F-4F4B-4226-B561-3BB04A5DF1C1}"/>
          </ac:spMkLst>
        </pc:spChg>
        <pc:spChg chg="mod">
          <ac:chgData name="Gaurav" userId="cf3cfb45-d90b-4d10-b0a3-97e0956283ba" providerId="ADAL" clId="{4F666FCF-AF3E-4982-BB9A-C4B58C1FEFCC}" dt="2021-03-03T18:44:44.480" v="14" actId="1582"/>
          <ac:spMkLst>
            <pc:docMk/>
            <pc:sldMk cId="2174113185" sldId="2146845945"/>
            <ac:spMk id="65" creationId="{F269407C-355E-42C0-8FB4-B9F98818285B}"/>
          </ac:spMkLst>
        </pc:spChg>
        <pc:spChg chg="mod">
          <ac:chgData name="Gaurav" userId="cf3cfb45-d90b-4d10-b0a3-97e0956283ba" providerId="ADAL" clId="{4F666FCF-AF3E-4982-BB9A-C4B58C1FEFCC}" dt="2021-03-03T18:44:44.480" v="14" actId="1582"/>
          <ac:spMkLst>
            <pc:docMk/>
            <pc:sldMk cId="2174113185" sldId="2146845945"/>
            <ac:spMk id="67" creationId="{2D0454A6-B257-46CA-8FDA-AB36CBE5420E}"/>
          </ac:spMkLst>
        </pc:spChg>
        <pc:spChg chg="mod">
          <ac:chgData name="Gaurav" userId="cf3cfb45-d90b-4d10-b0a3-97e0956283ba" providerId="ADAL" clId="{4F666FCF-AF3E-4982-BB9A-C4B58C1FEFCC}" dt="2021-03-03T18:44:44.480" v="14" actId="1582"/>
          <ac:spMkLst>
            <pc:docMk/>
            <pc:sldMk cId="2174113185" sldId="2146845945"/>
            <ac:spMk id="68" creationId="{73FAD814-4F77-421F-9831-555736264B89}"/>
          </ac:spMkLst>
        </pc:spChg>
        <pc:spChg chg="mod">
          <ac:chgData name="Gaurav" userId="cf3cfb45-d90b-4d10-b0a3-97e0956283ba" providerId="ADAL" clId="{4F666FCF-AF3E-4982-BB9A-C4B58C1FEFCC}" dt="2021-03-03T18:44:44.480" v="14" actId="1582"/>
          <ac:spMkLst>
            <pc:docMk/>
            <pc:sldMk cId="2174113185" sldId="2146845945"/>
            <ac:spMk id="70" creationId="{81B25D3D-48C6-4044-ABAB-61E145221055}"/>
          </ac:spMkLst>
        </pc:spChg>
        <pc:spChg chg="mod">
          <ac:chgData name="Gaurav" userId="cf3cfb45-d90b-4d10-b0a3-97e0956283ba" providerId="ADAL" clId="{4F666FCF-AF3E-4982-BB9A-C4B58C1FEFCC}" dt="2021-03-03T18:44:44.480" v="14" actId="1582"/>
          <ac:spMkLst>
            <pc:docMk/>
            <pc:sldMk cId="2174113185" sldId="2146845945"/>
            <ac:spMk id="71" creationId="{44285CEF-84F7-4C29-A70C-29A4500457A3}"/>
          </ac:spMkLst>
        </pc:spChg>
        <pc:spChg chg="mod">
          <ac:chgData name="Gaurav" userId="cf3cfb45-d90b-4d10-b0a3-97e0956283ba" providerId="ADAL" clId="{4F666FCF-AF3E-4982-BB9A-C4B58C1FEFCC}" dt="2021-03-03T18:44:44.480" v="14" actId="1582"/>
          <ac:spMkLst>
            <pc:docMk/>
            <pc:sldMk cId="2174113185" sldId="2146845945"/>
            <ac:spMk id="73" creationId="{87397B54-21CF-4BE3-93CA-E78C712D4704}"/>
          </ac:spMkLst>
        </pc:spChg>
        <pc:spChg chg="mod">
          <ac:chgData name="Gaurav" userId="cf3cfb45-d90b-4d10-b0a3-97e0956283ba" providerId="ADAL" clId="{4F666FCF-AF3E-4982-BB9A-C4B58C1FEFCC}" dt="2021-03-03T18:44:44.480" v="14" actId="1582"/>
          <ac:spMkLst>
            <pc:docMk/>
            <pc:sldMk cId="2174113185" sldId="2146845945"/>
            <ac:spMk id="74" creationId="{125EB685-E41E-4A8C-8583-9FD47C7E5311}"/>
          </ac:spMkLst>
        </pc:spChg>
        <pc:spChg chg="mod">
          <ac:chgData name="Gaurav" userId="cf3cfb45-d90b-4d10-b0a3-97e0956283ba" providerId="ADAL" clId="{4F666FCF-AF3E-4982-BB9A-C4B58C1FEFCC}" dt="2021-03-03T18:44:44.480" v="14" actId="1582"/>
          <ac:spMkLst>
            <pc:docMk/>
            <pc:sldMk cId="2174113185" sldId="2146845945"/>
            <ac:spMk id="76" creationId="{49A26D32-CCAA-4E9E-A7BC-AAD7FCC3C1CE}"/>
          </ac:spMkLst>
        </pc:spChg>
        <pc:spChg chg="mod">
          <ac:chgData name="Gaurav" userId="cf3cfb45-d90b-4d10-b0a3-97e0956283ba" providerId="ADAL" clId="{4F666FCF-AF3E-4982-BB9A-C4B58C1FEFCC}" dt="2021-03-03T18:44:44.480" v="14" actId="1582"/>
          <ac:spMkLst>
            <pc:docMk/>
            <pc:sldMk cId="2174113185" sldId="2146845945"/>
            <ac:spMk id="77" creationId="{C177747B-DABC-4E6D-820A-BD4C77B320F0}"/>
          </ac:spMkLst>
        </pc:spChg>
        <pc:spChg chg="mod">
          <ac:chgData name="Gaurav" userId="cf3cfb45-d90b-4d10-b0a3-97e0956283ba" providerId="ADAL" clId="{4F666FCF-AF3E-4982-BB9A-C4B58C1FEFCC}" dt="2021-03-03T18:44:44.480" v="14" actId="1582"/>
          <ac:spMkLst>
            <pc:docMk/>
            <pc:sldMk cId="2174113185" sldId="2146845945"/>
            <ac:spMk id="79" creationId="{7C614521-65D0-4CC7-A504-A059882C766D}"/>
          </ac:spMkLst>
        </pc:spChg>
        <pc:spChg chg="mod">
          <ac:chgData name="Gaurav" userId="cf3cfb45-d90b-4d10-b0a3-97e0956283ba" providerId="ADAL" clId="{4F666FCF-AF3E-4982-BB9A-C4B58C1FEFCC}" dt="2021-03-03T18:44:44.480" v="14" actId="1582"/>
          <ac:spMkLst>
            <pc:docMk/>
            <pc:sldMk cId="2174113185" sldId="2146845945"/>
            <ac:spMk id="80" creationId="{94084178-E88D-4271-AD19-52875345D023}"/>
          </ac:spMkLst>
        </pc:spChg>
        <pc:spChg chg="mod">
          <ac:chgData name="Gaurav" userId="cf3cfb45-d90b-4d10-b0a3-97e0956283ba" providerId="ADAL" clId="{4F666FCF-AF3E-4982-BB9A-C4B58C1FEFCC}" dt="2021-03-03T18:44:44.480" v="14" actId="1582"/>
          <ac:spMkLst>
            <pc:docMk/>
            <pc:sldMk cId="2174113185" sldId="2146845945"/>
            <ac:spMk id="82" creationId="{7498D421-878E-4E47-80B4-DDC6D49A600D}"/>
          </ac:spMkLst>
        </pc:spChg>
        <pc:spChg chg="mod">
          <ac:chgData name="Gaurav" userId="cf3cfb45-d90b-4d10-b0a3-97e0956283ba" providerId="ADAL" clId="{4F666FCF-AF3E-4982-BB9A-C4B58C1FEFCC}" dt="2021-03-03T18:44:44.480" v="14" actId="1582"/>
          <ac:spMkLst>
            <pc:docMk/>
            <pc:sldMk cId="2174113185" sldId="2146845945"/>
            <ac:spMk id="83" creationId="{08B8FFF5-2EE4-4429-8146-3EE5FF723E57}"/>
          </ac:spMkLst>
        </pc:spChg>
        <pc:spChg chg="mod">
          <ac:chgData name="Gaurav" userId="cf3cfb45-d90b-4d10-b0a3-97e0956283ba" providerId="ADAL" clId="{4F666FCF-AF3E-4982-BB9A-C4B58C1FEFCC}" dt="2021-03-03T18:43:24.924" v="10" actId="2711"/>
          <ac:spMkLst>
            <pc:docMk/>
            <pc:sldMk cId="2174113185" sldId="2146845945"/>
            <ac:spMk id="85" creationId="{6266E821-64E5-4B6D-98B4-C16D76E57B0D}"/>
          </ac:spMkLst>
        </pc:spChg>
        <pc:spChg chg="mod">
          <ac:chgData name="Gaurav" userId="cf3cfb45-d90b-4d10-b0a3-97e0956283ba" providerId="ADAL" clId="{4F666FCF-AF3E-4982-BB9A-C4B58C1FEFCC}" dt="2021-03-03T18:43:24.924" v="10" actId="2711"/>
          <ac:spMkLst>
            <pc:docMk/>
            <pc:sldMk cId="2174113185" sldId="2146845945"/>
            <ac:spMk id="86" creationId="{DA2979E5-9F3B-42E0-82EE-A826EDD251A3}"/>
          </ac:spMkLst>
        </pc:spChg>
        <pc:spChg chg="mod">
          <ac:chgData name="Gaurav" userId="cf3cfb45-d90b-4d10-b0a3-97e0956283ba" providerId="ADAL" clId="{4F666FCF-AF3E-4982-BB9A-C4B58C1FEFCC}" dt="2021-03-03T18:48:13.708" v="62"/>
          <ac:spMkLst>
            <pc:docMk/>
            <pc:sldMk cId="2174113185" sldId="2146845945"/>
            <ac:spMk id="88" creationId="{DE5B1CF2-B325-4845-9315-317E63950290}"/>
          </ac:spMkLst>
        </pc:spChg>
        <pc:spChg chg="mod">
          <ac:chgData name="Gaurav" userId="cf3cfb45-d90b-4d10-b0a3-97e0956283ba" providerId="ADAL" clId="{4F666FCF-AF3E-4982-BB9A-C4B58C1FEFCC}" dt="2021-03-03T18:48:13.708" v="62"/>
          <ac:spMkLst>
            <pc:docMk/>
            <pc:sldMk cId="2174113185" sldId="2146845945"/>
            <ac:spMk id="89" creationId="{AC4014BA-BF03-4C6A-8F75-070FA0996F3A}"/>
          </ac:spMkLst>
        </pc:spChg>
        <pc:spChg chg="mod">
          <ac:chgData name="Gaurav" userId="cf3cfb45-d90b-4d10-b0a3-97e0956283ba" providerId="ADAL" clId="{4F666FCF-AF3E-4982-BB9A-C4B58C1FEFCC}" dt="2021-03-03T18:48:13.708" v="62"/>
          <ac:spMkLst>
            <pc:docMk/>
            <pc:sldMk cId="2174113185" sldId="2146845945"/>
            <ac:spMk id="91" creationId="{69E687FB-B6E6-4F10-BAE6-99E47BA44DFB}"/>
          </ac:spMkLst>
        </pc:spChg>
        <pc:spChg chg="mod">
          <ac:chgData name="Gaurav" userId="cf3cfb45-d90b-4d10-b0a3-97e0956283ba" providerId="ADAL" clId="{4F666FCF-AF3E-4982-BB9A-C4B58C1FEFCC}" dt="2021-03-03T18:48:13.708" v="62"/>
          <ac:spMkLst>
            <pc:docMk/>
            <pc:sldMk cId="2174113185" sldId="2146845945"/>
            <ac:spMk id="92" creationId="{847F34A4-51C0-453A-82BB-3F909792D047}"/>
          </ac:spMkLst>
        </pc:spChg>
        <pc:spChg chg="mod">
          <ac:chgData name="Gaurav" userId="cf3cfb45-d90b-4d10-b0a3-97e0956283ba" providerId="ADAL" clId="{4F666FCF-AF3E-4982-BB9A-C4B58C1FEFCC}" dt="2021-03-03T18:48:13.708" v="62"/>
          <ac:spMkLst>
            <pc:docMk/>
            <pc:sldMk cId="2174113185" sldId="2146845945"/>
            <ac:spMk id="94" creationId="{35CAE1DF-C65E-45B6-BEFF-E47D1FDAF698}"/>
          </ac:spMkLst>
        </pc:spChg>
        <pc:spChg chg="mod">
          <ac:chgData name="Gaurav" userId="cf3cfb45-d90b-4d10-b0a3-97e0956283ba" providerId="ADAL" clId="{4F666FCF-AF3E-4982-BB9A-C4B58C1FEFCC}" dt="2021-03-03T18:48:13.708" v="62"/>
          <ac:spMkLst>
            <pc:docMk/>
            <pc:sldMk cId="2174113185" sldId="2146845945"/>
            <ac:spMk id="95" creationId="{40B67D89-93A9-403B-8900-5C33BD5C6E63}"/>
          </ac:spMkLst>
        </pc:spChg>
        <pc:spChg chg="mod">
          <ac:chgData name="Gaurav" userId="cf3cfb45-d90b-4d10-b0a3-97e0956283ba" providerId="ADAL" clId="{4F666FCF-AF3E-4982-BB9A-C4B58C1FEFCC}" dt="2021-03-03T18:49:40.167" v="74"/>
          <ac:spMkLst>
            <pc:docMk/>
            <pc:sldMk cId="2174113185" sldId="2146845945"/>
            <ac:spMk id="97" creationId="{DE41895A-3CDD-410D-8A7A-9EEBF525D382}"/>
          </ac:spMkLst>
        </pc:spChg>
        <pc:spChg chg="mod">
          <ac:chgData name="Gaurav" userId="cf3cfb45-d90b-4d10-b0a3-97e0956283ba" providerId="ADAL" clId="{4F666FCF-AF3E-4982-BB9A-C4B58C1FEFCC}" dt="2021-03-03T18:49:40.167" v="74"/>
          <ac:spMkLst>
            <pc:docMk/>
            <pc:sldMk cId="2174113185" sldId="2146845945"/>
            <ac:spMk id="98" creationId="{1B056D64-FC1C-4BCB-9CFE-4BBF9079B911}"/>
          </ac:spMkLst>
        </pc:spChg>
        <pc:grpChg chg="mod">
          <ac:chgData name="Gaurav" userId="cf3cfb45-d90b-4d10-b0a3-97e0956283ba" providerId="ADAL" clId="{4F666FCF-AF3E-4982-BB9A-C4B58C1FEFCC}" dt="2021-03-03T18:47:29.597" v="55" actId="1076"/>
          <ac:grpSpMkLst>
            <pc:docMk/>
            <pc:sldMk cId="2174113185" sldId="2146845945"/>
            <ac:grpSpMk id="19" creationId="{B2457CAE-7513-4B05-A9F8-8C96E320F7B3}"/>
          </ac:grpSpMkLst>
        </pc:grpChg>
        <pc:grpChg chg="mod">
          <ac:chgData name="Gaurav" userId="cf3cfb45-d90b-4d10-b0a3-97e0956283ba" providerId="ADAL" clId="{4F666FCF-AF3E-4982-BB9A-C4B58C1FEFCC}" dt="2021-03-03T18:47:29.597" v="55" actId="1076"/>
          <ac:grpSpMkLst>
            <pc:docMk/>
            <pc:sldMk cId="2174113185" sldId="2146845945"/>
            <ac:grpSpMk id="26" creationId="{A965531D-D13F-419C-B3F6-78A6EDC7AFCE}"/>
          </ac:grpSpMkLst>
        </pc:grpChg>
        <pc:grpChg chg="add del mod">
          <ac:chgData name="Gaurav" userId="cf3cfb45-d90b-4d10-b0a3-97e0956283ba" providerId="ADAL" clId="{4F666FCF-AF3E-4982-BB9A-C4B58C1FEFCC}" dt="2021-03-03T18:49:15.224" v="69" actId="478"/>
          <ac:grpSpMkLst>
            <pc:docMk/>
            <pc:sldMk cId="2174113185" sldId="2146845945"/>
            <ac:grpSpMk id="57" creationId="{170782C7-D484-4C58-A79C-4295AF794E79}"/>
          </ac:grpSpMkLst>
        </pc:grpChg>
        <pc:grpChg chg="mod">
          <ac:chgData name="Gaurav" userId="cf3cfb45-d90b-4d10-b0a3-97e0956283ba" providerId="ADAL" clId="{4F666FCF-AF3E-4982-BB9A-C4B58C1FEFCC}" dt="2021-03-03T18:47:29.597" v="55" actId="1076"/>
          <ac:grpSpMkLst>
            <pc:docMk/>
            <pc:sldMk cId="2174113185" sldId="2146845945"/>
            <ac:grpSpMk id="60" creationId="{23B2D15F-D695-4543-A1AC-3B01BE37468F}"/>
          </ac:grpSpMkLst>
        </pc:grpChg>
        <pc:grpChg chg="mod">
          <ac:chgData name="Gaurav" userId="cf3cfb45-d90b-4d10-b0a3-97e0956283ba" providerId="ADAL" clId="{4F666FCF-AF3E-4982-BB9A-C4B58C1FEFCC}" dt="2021-03-03T18:48:10.695" v="61" actId="1076"/>
          <ac:grpSpMkLst>
            <pc:docMk/>
            <pc:sldMk cId="2174113185" sldId="2146845945"/>
            <ac:grpSpMk id="63" creationId="{F20F51EF-C5E4-4A51-9C92-179738363CCD}"/>
          </ac:grpSpMkLst>
        </pc:grpChg>
        <pc:grpChg chg="mod">
          <ac:chgData name="Gaurav" userId="cf3cfb45-d90b-4d10-b0a3-97e0956283ba" providerId="ADAL" clId="{4F666FCF-AF3E-4982-BB9A-C4B58C1FEFCC}" dt="2021-03-03T18:48:10.695" v="61" actId="1076"/>
          <ac:grpSpMkLst>
            <pc:docMk/>
            <pc:sldMk cId="2174113185" sldId="2146845945"/>
            <ac:grpSpMk id="66" creationId="{99585D84-0867-4712-9ED4-7D5A63DDDB4D}"/>
          </ac:grpSpMkLst>
        </pc:grpChg>
        <pc:grpChg chg="mod">
          <ac:chgData name="Gaurav" userId="cf3cfb45-d90b-4d10-b0a3-97e0956283ba" providerId="ADAL" clId="{4F666FCF-AF3E-4982-BB9A-C4B58C1FEFCC}" dt="2021-03-03T18:47:29.597" v="55" actId="1076"/>
          <ac:grpSpMkLst>
            <pc:docMk/>
            <pc:sldMk cId="2174113185" sldId="2146845945"/>
            <ac:grpSpMk id="72" creationId="{6E376BA4-6508-42FE-9F43-69EE54791F90}"/>
          </ac:grpSpMkLst>
        </pc:grpChg>
        <pc:grpChg chg="mod">
          <ac:chgData name="Gaurav" userId="cf3cfb45-d90b-4d10-b0a3-97e0956283ba" providerId="ADAL" clId="{4F666FCF-AF3E-4982-BB9A-C4B58C1FEFCC}" dt="2021-03-03T18:48:10.695" v="61" actId="1076"/>
          <ac:grpSpMkLst>
            <pc:docMk/>
            <pc:sldMk cId="2174113185" sldId="2146845945"/>
            <ac:grpSpMk id="78" creationId="{AD7D75D1-ABAF-40F1-B762-99CC1B1148EE}"/>
          </ac:grpSpMkLst>
        </pc:grpChg>
        <pc:grpChg chg="mod">
          <ac:chgData name="Gaurav" userId="cf3cfb45-d90b-4d10-b0a3-97e0956283ba" providerId="ADAL" clId="{4F666FCF-AF3E-4982-BB9A-C4B58C1FEFCC}" dt="2021-03-03T18:48:10.695" v="61" actId="1076"/>
          <ac:grpSpMkLst>
            <pc:docMk/>
            <pc:sldMk cId="2174113185" sldId="2146845945"/>
            <ac:grpSpMk id="81" creationId="{07F3102D-764D-4CC9-B9D4-4D70C3B255B1}"/>
          </ac:grpSpMkLst>
        </pc:grpChg>
        <pc:grpChg chg="add mod">
          <ac:chgData name="Gaurav" userId="cf3cfb45-d90b-4d10-b0a3-97e0956283ba" providerId="ADAL" clId="{4F666FCF-AF3E-4982-BB9A-C4B58C1FEFCC}" dt="2021-03-03T18:48:21.577" v="63" actId="1076"/>
          <ac:grpSpMkLst>
            <pc:docMk/>
            <pc:sldMk cId="2174113185" sldId="2146845945"/>
            <ac:grpSpMk id="87" creationId="{AAB04F2C-757F-492F-AD5B-FA53B1162007}"/>
          </ac:grpSpMkLst>
        </pc:grpChg>
        <pc:grpChg chg="add del mod">
          <ac:chgData name="Gaurav" userId="cf3cfb45-d90b-4d10-b0a3-97e0956283ba" providerId="ADAL" clId="{4F666FCF-AF3E-4982-BB9A-C4B58C1FEFCC}" dt="2021-03-03T18:49:39.560" v="73" actId="478"/>
          <ac:grpSpMkLst>
            <pc:docMk/>
            <pc:sldMk cId="2174113185" sldId="2146845945"/>
            <ac:grpSpMk id="90" creationId="{F1DD66B7-C503-40CE-BF4B-49549AF6B44B}"/>
          </ac:grpSpMkLst>
        </pc:grpChg>
        <pc:grpChg chg="add mod">
          <ac:chgData name="Gaurav" userId="cf3cfb45-d90b-4d10-b0a3-97e0956283ba" providerId="ADAL" clId="{4F666FCF-AF3E-4982-BB9A-C4B58C1FEFCC}" dt="2021-03-03T18:48:21.577" v="63" actId="1076"/>
          <ac:grpSpMkLst>
            <pc:docMk/>
            <pc:sldMk cId="2174113185" sldId="2146845945"/>
            <ac:grpSpMk id="93" creationId="{EDB8E35C-5C38-4A91-AB2D-3C1757F51A16}"/>
          </ac:grpSpMkLst>
        </pc:grpChg>
        <pc:grpChg chg="add mod">
          <ac:chgData name="Gaurav" userId="cf3cfb45-d90b-4d10-b0a3-97e0956283ba" providerId="ADAL" clId="{4F666FCF-AF3E-4982-BB9A-C4B58C1FEFCC}" dt="2021-03-03T18:49:54.809" v="75" actId="1076"/>
          <ac:grpSpMkLst>
            <pc:docMk/>
            <pc:sldMk cId="2174113185" sldId="2146845945"/>
            <ac:grpSpMk id="96" creationId="{1B1CDFC8-53F4-48A0-831C-4DA8906FDB81}"/>
          </ac:grpSpMkLst>
        </pc:grpChg>
        <pc:graphicFrameChg chg="mod modGraphic">
          <ac:chgData name="Gaurav" userId="cf3cfb45-d90b-4d10-b0a3-97e0956283ba" providerId="ADAL" clId="{4F666FCF-AF3E-4982-BB9A-C4B58C1FEFCC}" dt="2021-03-05T22:13:55.761" v="3031" actId="14734"/>
          <ac:graphicFrameMkLst>
            <pc:docMk/>
            <pc:sldMk cId="2174113185" sldId="2146845945"/>
            <ac:graphicFrameMk id="7" creationId="{AFD94C55-32D7-4B85-8095-C027521931A9}"/>
          </ac:graphicFrameMkLst>
        </pc:graphicFrameChg>
      </pc:sldChg>
      <pc:sldChg chg="add">
        <pc:chgData name="Gaurav" userId="cf3cfb45-d90b-4d10-b0a3-97e0956283ba" providerId="ADAL" clId="{4F666FCF-AF3E-4982-BB9A-C4B58C1FEFCC}" dt="2021-03-05T20:51:37.664" v="2873"/>
        <pc:sldMkLst>
          <pc:docMk/>
          <pc:sldMk cId="371343483" sldId="2146845951"/>
        </pc:sldMkLst>
      </pc:sldChg>
      <pc:sldChg chg="addSp delSp modSp mod">
        <pc:chgData name="Gaurav" userId="cf3cfb45-d90b-4d10-b0a3-97e0956283ba" providerId="ADAL" clId="{4F666FCF-AF3E-4982-BB9A-C4B58C1FEFCC}" dt="2021-03-05T20:47:32.282" v="2804" actId="20577"/>
        <pc:sldMkLst>
          <pc:docMk/>
          <pc:sldMk cId="3995845475" sldId="2146845953"/>
        </pc:sldMkLst>
        <pc:spChg chg="mod">
          <ac:chgData name="Gaurav" userId="cf3cfb45-d90b-4d10-b0a3-97e0956283ba" providerId="ADAL" clId="{4F666FCF-AF3E-4982-BB9A-C4B58C1FEFCC}" dt="2021-03-05T20:47:32.282" v="2804" actId="20577"/>
          <ac:spMkLst>
            <pc:docMk/>
            <pc:sldMk cId="3995845475" sldId="2146845953"/>
            <ac:spMk id="4" creationId="{657E8816-9928-4668-96F4-8156A7DE74CA}"/>
          </ac:spMkLst>
        </pc:spChg>
        <pc:spChg chg="add mod">
          <ac:chgData name="Gaurav" userId="cf3cfb45-d90b-4d10-b0a3-97e0956283ba" providerId="ADAL" clId="{4F666FCF-AF3E-4982-BB9A-C4B58C1FEFCC}" dt="2021-03-05T20:45:28.886" v="2664" actId="20577"/>
          <ac:spMkLst>
            <pc:docMk/>
            <pc:sldMk cId="3995845475" sldId="2146845953"/>
            <ac:spMk id="5" creationId="{3F1F0FB8-9D5A-4004-A483-63872093F29B}"/>
          </ac:spMkLst>
        </pc:spChg>
        <pc:spChg chg="del">
          <ac:chgData name="Gaurav" userId="cf3cfb45-d90b-4d10-b0a3-97e0956283ba" providerId="ADAL" clId="{4F666FCF-AF3E-4982-BB9A-C4B58C1FEFCC}" dt="2021-03-05T20:45:05.558" v="2631" actId="478"/>
          <ac:spMkLst>
            <pc:docMk/>
            <pc:sldMk cId="3995845475" sldId="2146845953"/>
            <ac:spMk id="10" creationId="{A78988CF-C0D9-4564-A18C-624985AA8302}"/>
          </ac:spMkLst>
        </pc:spChg>
      </pc:sldChg>
      <pc:sldChg chg="new del">
        <pc:chgData name="Gaurav" userId="cf3cfb45-d90b-4d10-b0a3-97e0956283ba" providerId="ADAL" clId="{4F666FCF-AF3E-4982-BB9A-C4B58C1FEFCC}" dt="2021-03-03T18:51:23.830" v="117" actId="47"/>
        <pc:sldMkLst>
          <pc:docMk/>
          <pc:sldMk cId="3494692811" sldId="2146845970"/>
        </pc:sldMkLst>
      </pc:sldChg>
      <pc:sldChg chg="addSp delSp modSp add mod">
        <pc:chgData name="Gaurav" userId="cf3cfb45-d90b-4d10-b0a3-97e0956283ba" providerId="ADAL" clId="{4F666FCF-AF3E-4982-BB9A-C4B58C1FEFCC}" dt="2021-03-08T15:37:24.849" v="3804" actId="6549"/>
        <pc:sldMkLst>
          <pc:docMk/>
          <pc:sldMk cId="859232145" sldId="2146845971"/>
        </pc:sldMkLst>
        <pc:spChg chg="mod">
          <ac:chgData name="Gaurav" userId="cf3cfb45-d90b-4d10-b0a3-97e0956283ba" providerId="ADAL" clId="{4F666FCF-AF3E-4982-BB9A-C4B58C1FEFCC}" dt="2021-03-05T20:44:56.954" v="2630" actId="207"/>
          <ac:spMkLst>
            <pc:docMk/>
            <pc:sldMk cId="859232145" sldId="2146845971"/>
            <ac:spMk id="2" creationId="{09881806-26FA-4FEE-95C5-D3CCFAEAD601}"/>
          </ac:spMkLst>
        </pc:spChg>
        <pc:spChg chg="del">
          <ac:chgData name="Gaurav" userId="cf3cfb45-d90b-4d10-b0a3-97e0956283ba" providerId="ADAL" clId="{4F666FCF-AF3E-4982-BB9A-C4B58C1FEFCC}" dt="2021-03-03T18:51:51.695" v="138" actId="478"/>
          <ac:spMkLst>
            <pc:docMk/>
            <pc:sldMk cId="859232145" sldId="2146845971"/>
            <ac:spMk id="3" creationId="{094BCE51-8E68-440D-A895-DB173EC79003}"/>
          </ac:spMkLst>
        </pc:spChg>
        <pc:spChg chg="add mod">
          <ac:chgData name="Gaurav" userId="cf3cfb45-d90b-4d10-b0a3-97e0956283ba" providerId="ADAL" clId="{4F666FCF-AF3E-4982-BB9A-C4B58C1FEFCC}" dt="2021-03-05T22:18:40.669" v="3070" actId="1076"/>
          <ac:spMkLst>
            <pc:docMk/>
            <pc:sldMk cId="859232145" sldId="2146845971"/>
            <ac:spMk id="3" creationId="{36B7A1A3-ADBE-4786-BD7A-915DD7E68E8E}"/>
          </ac:spMkLst>
        </pc:spChg>
        <pc:spChg chg="add del mod">
          <ac:chgData name="Gaurav" userId="cf3cfb45-d90b-4d10-b0a3-97e0956283ba" providerId="ADAL" clId="{4F666FCF-AF3E-4982-BB9A-C4B58C1FEFCC}" dt="2021-03-03T18:51:48.121" v="137" actId="478"/>
          <ac:spMkLst>
            <pc:docMk/>
            <pc:sldMk cId="859232145" sldId="2146845971"/>
            <ac:spMk id="9" creationId="{5FB17CD5-BD74-4333-97E4-3A7E7903F6E6}"/>
          </ac:spMkLst>
        </pc:spChg>
        <pc:spChg chg="mod">
          <ac:chgData name="Gaurav" userId="cf3cfb45-d90b-4d10-b0a3-97e0956283ba" providerId="ADAL" clId="{4F666FCF-AF3E-4982-BB9A-C4B58C1FEFCC}" dt="2021-03-08T15:37:24.849" v="3804" actId="6549"/>
          <ac:spMkLst>
            <pc:docMk/>
            <pc:sldMk cId="859232145" sldId="2146845971"/>
            <ac:spMk id="10" creationId="{14343C34-27C3-4137-B17F-5E8A53744555}"/>
          </ac:spMkLst>
        </pc:spChg>
        <pc:spChg chg="del">
          <ac:chgData name="Gaurav" userId="cf3cfb45-d90b-4d10-b0a3-97e0956283ba" providerId="ADAL" clId="{4F666FCF-AF3E-4982-BB9A-C4B58C1FEFCC}" dt="2021-03-03T18:51:55.137" v="139" actId="478"/>
          <ac:spMkLst>
            <pc:docMk/>
            <pc:sldMk cId="859232145" sldId="2146845971"/>
            <ac:spMk id="11" creationId="{F1E7C6A9-632F-41B7-B9D5-1F99EB95A141}"/>
          </ac:spMkLst>
        </pc:spChg>
        <pc:spChg chg="add mod">
          <ac:chgData name="Gaurav" userId="cf3cfb45-d90b-4d10-b0a3-97e0956283ba" providerId="ADAL" clId="{4F666FCF-AF3E-4982-BB9A-C4B58C1FEFCC}" dt="2021-03-05T20:44:23.081" v="2598"/>
          <ac:spMkLst>
            <pc:docMk/>
            <pc:sldMk cId="859232145" sldId="2146845971"/>
            <ac:spMk id="22" creationId="{93B6C7F0-3967-4A39-A878-CE368947C20D}"/>
          </ac:spMkLst>
        </pc:spChg>
        <pc:spChg chg="add mod">
          <ac:chgData name="Gaurav" userId="cf3cfb45-d90b-4d10-b0a3-97e0956283ba" providerId="ADAL" clId="{4F666FCF-AF3E-4982-BB9A-C4B58C1FEFCC}" dt="2021-03-03T18:56:38.049" v="617" actId="21"/>
          <ac:spMkLst>
            <pc:docMk/>
            <pc:sldMk cId="859232145" sldId="2146845971"/>
            <ac:spMk id="90" creationId="{F108E085-3509-4B5D-8F00-E406CDC8D27B}"/>
          </ac:spMkLst>
        </pc:spChg>
        <pc:grpChg chg="del">
          <ac:chgData name="Gaurav" userId="cf3cfb45-d90b-4d10-b0a3-97e0956283ba" providerId="ADAL" clId="{4F666FCF-AF3E-4982-BB9A-C4B58C1FEFCC}" dt="2021-03-03T18:51:51.695" v="138" actId="478"/>
          <ac:grpSpMkLst>
            <pc:docMk/>
            <pc:sldMk cId="859232145" sldId="2146845971"/>
            <ac:grpSpMk id="19" creationId="{B2457CAE-7513-4B05-A9F8-8C96E320F7B3}"/>
          </ac:grpSpMkLst>
        </pc:grpChg>
        <pc:grpChg chg="del">
          <ac:chgData name="Gaurav" userId="cf3cfb45-d90b-4d10-b0a3-97e0956283ba" providerId="ADAL" clId="{4F666FCF-AF3E-4982-BB9A-C4B58C1FEFCC}" dt="2021-03-03T18:51:51.695" v="138" actId="478"/>
          <ac:grpSpMkLst>
            <pc:docMk/>
            <pc:sldMk cId="859232145" sldId="2146845971"/>
            <ac:grpSpMk id="26" creationId="{A965531D-D13F-419C-B3F6-78A6EDC7AFCE}"/>
          </ac:grpSpMkLst>
        </pc:grpChg>
        <pc:grpChg chg="del">
          <ac:chgData name="Gaurav" userId="cf3cfb45-d90b-4d10-b0a3-97e0956283ba" providerId="ADAL" clId="{4F666FCF-AF3E-4982-BB9A-C4B58C1FEFCC}" dt="2021-03-03T18:51:51.695" v="138" actId="478"/>
          <ac:grpSpMkLst>
            <pc:docMk/>
            <pc:sldMk cId="859232145" sldId="2146845971"/>
            <ac:grpSpMk id="29" creationId="{DB025DAA-ECB1-4705-97D6-7CA1ECAE3912}"/>
          </ac:grpSpMkLst>
        </pc:grpChg>
        <pc:grpChg chg="del">
          <ac:chgData name="Gaurav" userId="cf3cfb45-d90b-4d10-b0a3-97e0956283ba" providerId="ADAL" clId="{4F666FCF-AF3E-4982-BB9A-C4B58C1FEFCC}" dt="2021-03-03T18:51:51.695" v="138" actId="478"/>
          <ac:grpSpMkLst>
            <pc:docMk/>
            <pc:sldMk cId="859232145" sldId="2146845971"/>
            <ac:grpSpMk id="32" creationId="{943DD7C6-7C31-40FE-8D10-9DA5B1FD75BB}"/>
          </ac:grpSpMkLst>
        </pc:grpChg>
        <pc:grpChg chg="del">
          <ac:chgData name="Gaurav" userId="cf3cfb45-d90b-4d10-b0a3-97e0956283ba" providerId="ADAL" clId="{4F666FCF-AF3E-4982-BB9A-C4B58C1FEFCC}" dt="2021-03-03T18:51:51.695" v="138" actId="478"/>
          <ac:grpSpMkLst>
            <pc:docMk/>
            <pc:sldMk cId="859232145" sldId="2146845971"/>
            <ac:grpSpMk id="60" creationId="{23B2D15F-D695-4543-A1AC-3B01BE37468F}"/>
          </ac:grpSpMkLst>
        </pc:grpChg>
        <pc:grpChg chg="del">
          <ac:chgData name="Gaurav" userId="cf3cfb45-d90b-4d10-b0a3-97e0956283ba" providerId="ADAL" clId="{4F666FCF-AF3E-4982-BB9A-C4B58C1FEFCC}" dt="2021-03-03T18:51:51.695" v="138" actId="478"/>
          <ac:grpSpMkLst>
            <pc:docMk/>
            <pc:sldMk cId="859232145" sldId="2146845971"/>
            <ac:grpSpMk id="63" creationId="{F20F51EF-C5E4-4A51-9C92-179738363CCD}"/>
          </ac:grpSpMkLst>
        </pc:grpChg>
        <pc:grpChg chg="del">
          <ac:chgData name="Gaurav" userId="cf3cfb45-d90b-4d10-b0a3-97e0956283ba" providerId="ADAL" clId="{4F666FCF-AF3E-4982-BB9A-C4B58C1FEFCC}" dt="2021-03-03T18:51:51.695" v="138" actId="478"/>
          <ac:grpSpMkLst>
            <pc:docMk/>
            <pc:sldMk cId="859232145" sldId="2146845971"/>
            <ac:grpSpMk id="66" creationId="{99585D84-0867-4712-9ED4-7D5A63DDDB4D}"/>
          </ac:grpSpMkLst>
        </pc:grpChg>
        <pc:grpChg chg="del">
          <ac:chgData name="Gaurav" userId="cf3cfb45-d90b-4d10-b0a3-97e0956283ba" providerId="ADAL" clId="{4F666FCF-AF3E-4982-BB9A-C4B58C1FEFCC}" dt="2021-03-03T18:51:51.695" v="138" actId="478"/>
          <ac:grpSpMkLst>
            <pc:docMk/>
            <pc:sldMk cId="859232145" sldId="2146845971"/>
            <ac:grpSpMk id="69" creationId="{F7D533BE-DDEB-4599-B566-BAAF3993A58A}"/>
          </ac:grpSpMkLst>
        </pc:grpChg>
        <pc:grpChg chg="del">
          <ac:chgData name="Gaurav" userId="cf3cfb45-d90b-4d10-b0a3-97e0956283ba" providerId="ADAL" clId="{4F666FCF-AF3E-4982-BB9A-C4B58C1FEFCC}" dt="2021-03-03T18:51:51.695" v="138" actId="478"/>
          <ac:grpSpMkLst>
            <pc:docMk/>
            <pc:sldMk cId="859232145" sldId="2146845971"/>
            <ac:grpSpMk id="72" creationId="{6E376BA4-6508-42FE-9F43-69EE54791F90}"/>
          </ac:grpSpMkLst>
        </pc:grpChg>
        <pc:grpChg chg="del">
          <ac:chgData name="Gaurav" userId="cf3cfb45-d90b-4d10-b0a3-97e0956283ba" providerId="ADAL" clId="{4F666FCF-AF3E-4982-BB9A-C4B58C1FEFCC}" dt="2021-03-03T18:51:51.695" v="138" actId="478"/>
          <ac:grpSpMkLst>
            <pc:docMk/>
            <pc:sldMk cId="859232145" sldId="2146845971"/>
            <ac:grpSpMk id="75" creationId="{FA14FB52-9DBD-4E0E-8A51-7BB2A0EADC16}"/>
          </ac:grpSpMkLst>
        </pc:grpChg>
        <pc:grpChg chg="del">
          <ac:chgData name="Gaurav" userId="cf3cfb45-d90b-4d10-b0a3-97e0956283ba" providerId="ADAL" clId="{4F666FCF-AF3E-4982-BB9A-C4B58C1FEFCC}" dt="2021-03-03T18:51:51.695" v="138" actId="478"/>
          <ac:grpSpMkLst>
            <pc:docMk/>
            <pc:sldMk cId="859232145" sldId="2146845971"/>
            <ac:grpSpMk id="78" creationId="{AD7D75D1-ABAF-40F1-B762-99CC1B1148EE}"/>
          </ac:grpSpMkLst>
        </pc:grpChg>
        <pc:grpChg chg="del">
          <ac:chgData name="Gaurav" userId="cf3cfb45-d90b-4d10-b0a3-97e0956283ba" providerId="ADAL" clId="{4F666FCF-AF3E-4982-BB9A-C4B58C1FEFCC}" dt="2021-03-03T18:51:51.695" v="138" actId="478"/>
          <ac:grpSpMkLst>
            <pc:docMk/>
            <pc:sldMk cId="859232145" sldId="2146845971"/>
            <ac:grpSpMk id="81" creationId="{07F3102D-764D-4CC9-B9D4-4D70C3B255B1}"/>
          </ac:grpSpMkLst>
        </pc:grpChg>
        <pc:grpChg chg="del">
          <ac:chgData name="Gaurav" userId="cf3cfb45-d90b-4d10-b0a3-97e0956283ba" providerId="ADAL" clId="{4F666FCF-AF3E-4982-BB9A-C4B58C1FEFCC}" dt="2021-03-03T18:51:51.695" v="138" actId="478"/>
          <ac:grpSpMkLst>
            <pc:docMk/>
            <pc:sldMk cId="859232145" sldId="2146845971"/>
            <ac:grpSpMk id="87" creationId="{AAB04F2C-757F-492F-AD5B-FA53B1162007}"/>
          </ac:grpSpMkLst>
        </pc:grpChg>
        <pc:grpChg chg="del">
          <ac:chgData name="Gaurav" userId="cf3cfb45-d90b-4d10-b0a3-97e0956283ba" providerId="ADAL" clId="{4F666FCF-AF3E-4982-BB9A-C4B58C1FEFCC}" dt="2021-03-03T18:51:51.695" v="138" actId="478"/>
          <ac:grpSpMkLst>
            <pc:docMk/>
            <pc:sldMk cId="859232145" sldId="2146845971"/>
            <ac:grpSpMk id="93" creationId="{EDB8E35C-5C38-4A91-AB2D-3C1757F51A16}"/>
          </ac:grpSpMkLst>
        </pc:grpChg>
        <pc:grpChg chg="del">
          <ac:chgData name="Gaurav" userId="cf3cfb45-d90b-4d10-b0a3-97e0956283ba" providerId="ADAL" clId="{4F666FCF-AF3E-4982-BB9A-C4B58C1FEFCC}" dt="2021-03-03T18:51:51.695" v="138" actId="478"/>
          <ac:grpSpMkLst>
            <pc:docMk/>
            <pc:sldMk cId="859232145" sldId="2146845971"/>
            <ac:grpSpMk id="96" creationId="{1B1CDFC8-53F4-48A0-831C-4DA8906FDB81}"/>
          </ac:grpSpMkLst>
        </pc:grpChg>
        <pc:graphicFrameChg chg="del">
          <ac:chgData name="Gaurav" userId="cf3cfb45-d90b-4d10-b0a3-97e0956283ba" providerId="ADAL" clId="{4F666FCF-AF3E-4982-BB9A-C4B58C1FEFCC}" dt="2021-03-03T18:51:39.174" v="134" actId="478"/>
          <ac:graphicFrameMkLst>
            <pc:docMk/>
            <pc:sldMk cId="859232145" sldId="2146845971"/>
            <ac:graphicFrameMk id="7" creationId="{AFD94C55-32D7-4B85-8095-C027521931A9}"/>
          </ac:graphicFrameMkLst>
        </pc:graphicFrameChg>
        <pc:graphicFrameChg chg="add mod modGraphic">
          <ac:chgData name="Gaurav" userId="cf3cfb45-d90b-4d10-b0a3-97e0956283ba" providerId="ADAL" clId="{4F666FCF-AF3E-4982-BB9A-C4B58C1FEFCC}" dt="2021-03-05T22:41:48.309" v="3518" actId="14100"/>
          <ac:graphicFrameMkLst>
            <pc:docMk/>
            <pc:sldMk cId="859232145" sldId="2146845971"/>
            <ac:graphicFrameMk id="12" creationId="{96EC332B-23F2-4F6E-9044-3712989A4222}"/>
          </ac:graphicFrameMkLst>
        </pc:graphicFrameChg>
      </pc:sldChg>
      <pc:sldChg chg="new del">
        <pc:chgData name="Gaurav" userId="cf3cfb45-d90b-4d10-b0a3-97e0956283ba" providerId="ADAL" clId="{4F666FCF-AF3E-4982-BB9A-C4B58C1FEFCC}" dt="2021-03-03T22:41:16.621" v="1320" actId="47"/>
        <pc:sldMkLst>
          <pc:docMk/>
          <pc:sldMk cId="554316770" sldId="2146845973"/>
        </pc:sldMkLst>
      </pc:sldChg>
      <pc:sldChg chg="modSp add mod ord">
        <pc:chgData name="Gaurav" userId="cf3cfb45-d90b-4d10-b0a3-97e0956283ba" providerId="ADAL" clId="{4F666FCF-AF3E-4982-BB9A-C4B58C1FEFCC}" dt="2021-03-05T22:13:23.224" v="3030" actId="20577"/>
        <pc:sldMkLst>
          <pc:docMk/>
          <pc:sldMk cId="2130153696" sldId="2146845973"/>
        </pc:sldMkLst>
        <pc:spChg chg="mod">
          <ac:chgData name="Gaurav" userId="cf3cfb45-d90b-4d10-b0a3-97e0956283ba" providerId="ADAL" clId="{4F666FCF-AF3E-4982-BB9A-C4B58C1FEFCC}" dt="2021-03-05T22:13:23.224" v="3030" actId="20577"/>
          <ac:spMkLst>
            <pc:docMk/>
            <pc:sldMk cId="2130153696" sldId="2146845973"/>
            <ac:spMk id="3" creationId="{D73774F1-932B-4974-9CE8-09B029C61858}"/>
          </ac:spMkLst>
        </pc:spChg>
        <pc:spChg chg="mod">
          <ac:chgData name="Gaurav" userId="cf3cfb45-d90b-4d10-b0a3-97e0956283ba" providerId="ADAL" clId="{4F666FCF-AF3E-4982-BB9A-C4B58C1FEFCC}" dt="2021-03-05T22:04:22.658" v="2931" actId="20577"/>
          <ac:spMkLst>
            <pc:docMk/>
            <pc:sldMk cId="2130153696" sldId="2146845973"/>
            <ac:spMk id="16" creationId="{344E7F2A-759E-4996-9248-CADB73335B2B}"/>
          </ac:spMkLst>
        </pc:spChg>
        <pc:spChg chg="mod">
          <ac:chgData name="Gaurav" userId="cf3cfb45-d90b-4d10-b0a3-97e0956283ba" providerId="ADAL" clId="{4F666FCF-AF3E-4982-BB9A-C4B58C1FEFCC}" dt="2021-03-05T22:05:19.567" v="2932" actId="1076"/>
          <ac:spMkLst>
            <pc:docMk/>
            <pc:sldMk cId="2130153696" sldId="2146845973"/>
            <ac:spMk id="18" creationId="{4A93D7EC-8782-4C89-96A4-F012B0554B8D}"/>
          </ac:spMkLst>
        </pc:spChg>
        <pc:cxnChg chg="mod">
          <ac:chgData name="Gaurav" userId="cf3cfb45-d90b-4d10-b0a3-97e0956283ba" providerId="ADAL" clId="{4F666FCF-AF3E-4982-BB9A-C4B58C1FEFCC}" dt="2021-03-03T22:59:46.607" v="2559" actId="14100"/>
          <ac:cxnSpMkLst>
            <pc:docMk/>
            <pc:sldMk cId="2130153696" sldId="2146845973"/>
            <ac:cxnSpMk id="5" creationId="{E7D8F235-3C92-45C7-B55D-19AA96D743B7}"/>
          </ac:cxnSpMkLst>
        </pc:cxnChg>
      </pc:sldChg>
    </pc:docChg>
  </pc:docChgLst>
  <pc:docChgLst>
    <pc:chgData name="Imran Zaman" userId="9b1bea10-283a-4849-b151-8f56ff55c5a4" providerId="ADAL" clId="{DFE68A64-F07B-429E-BF62-9698B4AC52A5}"/>
    <pc:docChg chg="custSel modSld">
      <pc:chgData name="Imran Zaman" userId="9b1bea10-283a-4849-b151-8f56ff55c5a4" providerId="ADAL" clId="{DFE68A64-F07B-429E-BF62-9698B4AC52A5}" dt="2021-03-23T07:45:51.905" v="110" actId="12"/>
      <pc:docMkLst>
        <pc:docMk/>
      </pc:docMkLst>
      <pc:sldChg chg="modSp mod">
        <pc:chgData name="Imran Zaman" userId="9b1bea10-283a-4849-b151-8f56ff55c5a4" providerId="ADAL" clId="{DFE68A64-F07B-429E-BF62-9698B4AC52A5}" dt="2021-03-23T07:39:05.107" v="5" actId="20577"/>
        <pc:sldMkLst>
          <pc:docMk/>
          <pc:sldMk cId="2765825036" sldId="2146845944"/>
        </pc:sldMkLst>
        <pc:spChg chg="mod">
          <ac:chgData name="Imran Zaman" userId="9b1bea10-283a-4849-b151-8f56ff55c5a4" providerId="ADAL" clId="{DFE68A64-F07B-429E-BF62-9698B4AC52A5}" dt="2021-03-23T07:39:05.107" v="5" actId="20577"/>
          <ac:spMkLst>
            <pc:docMk/>
            <pc:sldMk cId="2765825036" sldId="2146845944"/>
            <ac:spMk id="21" creationId="{833C9A8E-1405-4283-A70B-5FB4EF50591D}"/>
          </ac:spMkLst>
        </pc:spChg>
      </pc:sldChg>
      <pc:sldChg chg="modSp mod">
        <pc:chgData name="Imran Zaman" userId="9b1bea10-283a-4849-b151-8f56ff55c5a4" providerId="ADAL" clId="{DFE68A64-F07B-429E-BF62-9698B4AC52A5}" dt="2021-03-23T07:45:51.905" v="110" actId="12"/>
        <pc:sldMkLst>
          <pc:docMk/>
          <pc:sldMk cId="859232145" sldId="2146845971"/>
        </pc:sldMkLst>
        <pc:spChg chg="mod">
          <ac:chgData name="Imran Zaman" userId="9b1bea10-283a-4849-b151-8f56ff55c5a4" providerId="ADAL" clId="{DFE68A64-F07B-429E-BF62-9698B4AC52A5}" dt="2021-03-23T07:45:51.905" v="110" actId="12"/>
          <ac:spMkLst>
            <pc:docMk/>
            <pc:sldMk cId="859232145" sldId="2146845971"/>
            <ac:spMk id="10" creationId="{14343C34-27C3-4137-B17F-5E8A53744555}"/>
          </ac:spMkLst>
        </pc:spChg>
      </pc:sldChg>
      <pc:sldChg chg="modSp mod">
        <pc:chgData name="Imran Zaman" userId="9b1bea10-283a-4849-b151-8f56ff55c5a4" providerId="ADAL" clId="{DFE68A64-F07B-429E-BF62-9698B4AC52A5}" dt="2021-03-23T07:44:09.110" v="109" actId="20577"/>
        <pc:sldMkLst>
          <pc:docMk/>
          <pc:sldMk cId="2130153696" sldId="2146845973"/>
        </pc:sldMkLst>
        <pc:spChg chg="mod">
          <ac:chgData name="Imran Zaman" userId="9b1bea10-283a-4849-b151-8f56ff55c5a4" providerId="ADAL" clId="{DFE68A64-F07B-429E-BF62-9698B4AC52A5}" dt="2021-03-23T07:43:00.188" v="75" actId="20577"/>
          <ac:spMkLst>
            <pc:docMk/>
            <pc:sldMk cId="2130153696" sldId="2146845973"/>
            <ac:spMk id="3" creationId="{D73774F1-932B-4974-9CE8-09B029C61858}"/>
          </ac:spMkLst>
        </pc:spChg>
        <pc:spChg chg="mod">
          <ac:chgData name="Imran Zaman" userId="9b1bea10-283a-4849-b151-8f56ff55c5a4" providerId="ADAL" clId="{DFE68A64-F07B-429E-BF62-9698B4AC52A5}" dt="2021-03-23T07:44:09.110" v="109" actId="20577"/>
          <ac:spMkLst>
            <pc:docMk/>
            <pc:sldMk cId="2130153696" sldId="2146845973"/>
            <ac:spMk id="16" creationId="{344E7F2A-759E-4996-9248-CADB73335B2B}"/>
          </ac:spMkLst>
        </pc:spChg>
      </pc:sldChg>
      <pc:sldChg chg="modSp mod">
        <pc:chgData name="Imran Zaman" userId="9b1bea10-283a-4849-b151-8f56ff55c5a4" providerId="ADAL" clId="{DFE68A64-F07B-429E-BF62-9698B4AC52A5}" dt="2021-03-23T07:41:14.236" v="39" actId="20577"/>
        <pc:sldMkLst>
          <pc:docMk/>
          <pc:sldMk cId="3812753414" sldId="2146845989"/>
        </pc:sldMkLst>
        <pc:spChg chg="mod">
          <ac:chgData name="Imran Zaman" userId="9b1bea10-283a-4849-b151-8f56ff55c5a4" providerId="ADAL" clId="{DFE68A64-F07B-429E-BF62-9698B4AC52A5}" dt="2021-03-23T07:40:48.140" v="26" actId="20577"/>
          <ac:spMkLst>
            <pc:docMk/>
            <pc:sldMk cId="3812753414" sldId="2146845989"/>
            <ac:spMk id="8" creationId="{458F1105-4A83-485D-A8B1-94DCCD80A736}"/>
          </ac:spMkLst>
        </pc:spChg>
        <pc:spChg chg="mod">
          <ac:chgData name="Imran Zaman" userId="9b1bea10-283a-4849-b151-8f56ff55c5a4" providerId="ADAL" clId="{DFE68A64-F07B-429E-BF62-9698B4AC52A5}" dt="2021-03-23T07:40:54.238" v="33" actId="20577"/>
          <ac:spMkLst>
            <pc:docMk/>
            <pc:sldMk cId="3812753414" sldId="2146845989"/>
            <ac:spMk id="11" creationId="{E64F3535-9B02-4076-A739-1415D6B8BA97}"/>
          </ac:spMkLst>
        </pc:spChg>
        <pc:spChg chg="mod">
          <ac:chgData name="Imran Zaman" userId="9b1bea10-283a-4849-b151-8f56ff55c5a4" providerId="ADAL" clId="{DFE68A64-F07B-429E-BF62-9698B4AC52A5}" dt="2021-03-23T07:41:14.236" v="39" actId="20577"/>
          <ac:spMkLst>
            <pc:docMk/>
            <pc:sldMk cId="3812753414" sldId="2146845989"/>
            <ac:spMk id="14" creationId="{C60CC365-0C32-4FEB-9EE0-432080A89CCA}"/>
          </ac:spMkLst>
        </pc:spChg>
        <pc:spChg chg="mod">
          <ac:chgData name="Imran Zaman" userId="9b1bea10-283a-4849-b151-8f56ff55c5a4" providerId="ADAL" clId="{DFE68A64-F07B-429E-BF62-9698B4AC52A5}" dt="2021-03-23T07:40:28.450" v="11" actId="20577"/>
          <ac:spMkLst>
            <pc:docMk/>
            <pc:sldMk cId="3812753414" sldId="2146845989"/>
            <ac:spMk id="19" creationId="{431FF642-D80E-4148-B518-F4E87EA10B69}"/>
          </ac:spMkLst>
        </pc:spChg>
      </pc:sldChg>
      <pc:sldChg chg="modSp mod">
        <pc:chgData name="Imran Zaman" userId="9b1bea10-283a-4849-b151-8f56ff55c5a4" providerId="ADAL" clId="{DFE68A64-F07B-429E-BF62-9698B4AC52A5}" dt="2021-03-23T07:42:32.928" v="71" actId="20577"/>
        <pc:sldMkLst>
          <pc:docMk/>
          <pc:sldMk cId="3787782999" sldId="2146845990"/>
        </pc:sldMkLst>
        <pc:spChg chg="mod">
          <ac:chgData name="Imran Zaman" userId="9b1bea10-283a-4849-b151-8f56ff55c5a4" providerId="ADAL" clId="{DFE68A64-F07B-429E-BF62-9698B4AC52A5}" dt="2021-03-23T07:41:37.091" v="51" actId="20577"/>
          <ac:spMkLst>
            <pc:docMk/>
            <pc:sldMk cId="3787782999" sldId="2146845990"/>
            <ac:spMk id="11" creationId="{458F1105-4A83-485D-A8B1-94DCCD80A736}"/>
          </ac:spMkLst>
        </pc:spChg>
        <pc:spChg chg="mod">
          <ac:chgData name="Imran Zaman" userId="9b1bea10-283a-4849-b151-8f56ff55c5a4" providerId="ADAL" clId="{DFE68A64-F07B-429E-BF62-9698B4AC52A5}" dt="2021-03-23T07:42:15.099" v="70" actId="20577"/>
          <ac:spMkLst>
            <pc:docMk/>
            <pc:sldMk cId="3787782999" sldId="2146845990"/>
            <ac:spMk id="12" creationId="{E64F3535-9B02-4076-A739-1415D6B8BA97}"/>
          </ac:spMkLst>
        </pc:spChg>
        <pc:spChg chg="mod">
          <ac:chgData name="Imran Zaman" userId="9b1bea10-283a-4849-b151-8f56ff55c5a4" providerId="ADAL" clId="{DFE68A64-F07B-429E-BF62-9698B4AC52A5}" dt="2021-03-23T07:42:32.928" v="71" actId="20577"/>
          <ac:spMkLst>
            <pc:docMk/>
            <pc:sldMk cId="3787782999" sldId="2146845990"/>
            <ac:spMk id="19" creationId="{1587069F-E4D3-4F94-A216-3E9D53B9D96D}"/>
          </ac:spMkLst>
        </pc:spChg>
      </pc:sldChg>
    </pc:docChg>
  </pc:docChgLst>
  <pc:docChgLst>
    <pc:chgData name="Ken Popkin" userId="3c94c39e-c43b-4805-99ab-8da17777f1ac" providerId="ADAL" clId="{E440F346-DC68-4DD4-BA80-8DE6476F8949}"/>
    <pc:docChg chg="undo custSel addSld delSld modSld sldOrd delMainMaster modSection">
      <pc:chgData name="Ken Popkin" userId="3c94c39e-c43b-4805-99ab-8da17777f1ac" providerId="ADAL" clId="{E440F346-DC68-4DD4-BA80-8DE6476F8949}" dt="2021-06-02T15:08:32.837" v="114287" actId="20577"/>
      <pc:docMkLst>
        <pc:docMk/>
      </pc:docMkLst>
      <pc:sldChg chg="modSp mod">
        <pc:chgData name="Ken Popkin" userId="3c94c39e-c43b-4805-99ab-8da17777f1ac" providerId="ADAL" clId="{E440F346-DC68-4DD4-BA80-8DE6476F8949}" dt="2021-05-29T17:52:00.489" v="5" actId="6549"/>
        <pc:sldMkLst>
          <pc:docMk/>
          <pc:sldMk cId="3174375058" sldId="2146845993"/>
        </pc:sldMkLst>
        <pc:spChg chg="mod">
          <ac:chgData name="Ken Popkin" userId="3c94c39e-c43b-4805-99ab-8da17777f1ac" providerId="ADAL" clId="{E440F346-DC68-4DD4-BA80-8DE6476F8949}" dt="2021-05-29T17:52:00.489" v="5" actId="6549"/>
          <ac:spMkLst>
            <pc:docMk/>
            <pc:sldMk cId="3174375058" sldId="2146845993"/>
            <ac:spMk id="20" creationId="{D7600C1D-FE18-409B-A5EC-8F22555E5588}"/>
          </ac:spMkLst>
        </pc:spChg>
      </pc:sldChg>
      <pc:sldChg chg="delSp modSp del mod">
        <pc:chgData name="Ken Popkin" userId="3c94c39e-c43b-4805-99ab-8da17777f1ac" providerId="ADAL" clId="{E440F346-DC68-4DD4-BA80-8DE6476F8949}" dt="2021-05-29T18:15:14.082" v="19155" actId="47"/>
        <pc:sldMkLst>
          <pc:docMk/>
          <pc:sldMk cId="2361233300" sldId="2146846004"/>
        </pc:sldMkLst>
        <pc:spChg chg="mod">
          <ac:chgData name="Ken Popkin" userId="3c94c39e-c43b-4805-99ab-8da17777f1ac" providerId="ADAL" clId="{E440F346-DC68-4DD4-BA80-8DE6476F8949}" dt="2021-05-29T17:57:13.841" v="85" actId="20577"/>
          <ac:spMkLst>
            <pc:docMk/>
            <pc:sldMk cId="2361233300" sldId="2146846004"/>
            <ac:spMk id="3" creationId="{68BEFF73-3B4F-4293-B8D3-E19A7E07DF0D}"/>
          </ac:spMkLst>
        </pc:spChg>
        <pc:spChg chg="mod">
          <ac:chgData name="Ken Popkin" userId="3c94c39e-c43b-4805-99ab-8da17777f1ac" providerId="ADAL" clId="{E440F346-DC68-4DD4-BA80-8DE6476F8949}" dt="2021-05-29T17:55:42.645" v="21" actId="20577"/>
          <ac:spMkLst>
            <pc:docMk/>
            <pc:sldMk cId="2361233300" sldId="2146846004"/>
            <ac:spMk id="19" creationId="{431FF642-D80E-4148-B518-F4E87EA10B69}"/>
          </ac:spMkLst>
        </pc:spChg>
        <pc:spChg chg="del">
          <ac:chgData name="Ken Popkin" userId="3c94c39e-c43b-4805-99ab-8da17777f1ac" providerId="ADAL" clId="{E440F346-DC68-4DD4-BA80-8DE6476F8949}" dt="2021-05-29T17:56:32.837" v="25" actId="478"/>
          <ac:spMkLst>
            <pc:docMk/>
            <pc:sldMk cId="2361233300" sldId="2146846004"/>
            <ac:spMk id="34" creationId="{BB682AE4-F130-4A77-9286-28C73BD6A617}"/>
          </ac:spMkLst>
        </pc:spChg>
        <pc:spChg chg="del">
          <ac:chgData name="Ken Popkin" userId="3c94c39e-c43b-4805-99ab-8da17777f1ac" providerId="ADAL" clId="{E440F346-DC68-4DD4-BA80-8DE6476F8949}" dt="2021-05-29T17:56:32.837" v="25" actId="478"/>
          <ac:spMkLst>
            <pc:docMk/>
            <pc:sldMk cId="2361233300" sldId="2146846004"/>
            <ac:spMk id="35" creationId="{D530226E-292E-4441-813E-E86676B8B431}"/>
          </ac:spMkLst>
        </pc:spChg>
        <pc:spChg chg="del">
          <ac:chgData name="Ken Popkin" userId="3c94c39e-c43b-4805-99ab-8da17777f1ac" providerId="ADAL" clId="{E440F346-DC68-4DD4-BA80-8DE6476F8949}" dt="2021-05-29T17:56:32.837" v="25" actId="478"/>
          <ac:spMkLst>
            <pc:docMk/>
            <pc:sldMk cId="2361233300" sldId="2146846004"/>
            <ac:spMk id="36" creationId="{B2E7E7D2-9337-4737-9018-C8E12D85BCFD}"/>
          </ac:spMkLst>
        </pc:spChg>
        <pc:spChg chg="del">
          <ac:chgData name="Ken Popkin" userId="3c94c39e-c43b-4805-99ab-8da17777f1ac" providerId="ADAL" clId="{E440F346-DC68-4DD4-BA80-8DE6476F8949}" dt="2021-05-29T17:56:32.837" v="25" actId="478"/>
          <ac:spMkLst>
            <pc:docMk/>
            <pc:sldMk cId="2361233300" sldId="2146846004"/>
            <ac:spMk id="37" creationId="{C101CC53-8430-4763-B2A3-CE9CF8B25F21}"/>
          </ac:spMkLst>
        </pc:spChg>
        <pc:spChg chg="del">
          <ac:chgData name="Ken Popkin" userId="3c94c39e-c43b-4805-99ab-8da17777f1ac" providerId="ADAL" clId="{E440F346-DC68-4DD4-BA80-8DE6476F8949}" dt="2021-05-29T17:56:32.837" v="25" actId="478"/>
          <ac:spMkLst>
            <pc:docMk/>
            <pc:sldMk cId="2361233300" sldId="2146846004"/>
            <ac:spMk id="38" creationId="{245727DB-7E04-406E-9D3F-129B1893FA96}"/>
          </ac:spMkLst>
        </pc:spChg>
        <pc:spChg chg="del">
          <ac:chgData name="Ken Popkin" userId="3c94c39e-c43b-4805-99ab-8da17777f1ac" providerId="ADAL" clId="{E440F346-DC68-4DD4-BA80-8DE6476F8949}" dt="2021-05-29T17:56:32.837" v="25" actId="478"/>
          <ac:spMkLst>
            <pc:docMk/>
            <pc:sldMk cId="2361233300" sldId="2146846004"/>
            <ac:spMk id="39" creationId="{44A58765-E97B-4597-8100-5794808C0D4A}"/>
          </ac:spMkLst>
        </pc:spChg>
        <pc:spChg chg="del">
          <ac:chgData name="Ken Popkin" userId="3c94c39e-c43b-4805-99ab-8da17777f1ac" providerId="ADAL" clId="{E440F346-DC68-4DD4-BA80-8DE6476F8949}" dt="2021-05-29T17:56:32.837" v="25" actId="478"/>
          <ac:spMkLst>
            <pc:docMk/>
            <pc:sldMk cId="2361233300" sldId="2146846004"/>
            <ac:spMk id="41" creationId="{AD4BE239-7A27-4312-8D4C-47BFA3A9A149}"/>
          </ac:spMkLst>
        </pc:spChg>
        <pc:spChg chg="del">
          <ac:chgData name="Ken Popkin" userId="3c94c39e-c43b-4805-99ab-8da17777f1ac" providerId="ADAL" clId="{E440F346-DC68-4DD4-BA80-8DE6476F8949}" dt="2021-05-29T17:56:32.837" v="25" actId="478"/>
          <ac:spMkLst>
            <pc:docMk/>
            <pc:sldMk cId="2361233300" sldId="2146846004"/>
            <ac:spMk id="44" creationId="{51841285-9B1D-43A7-BDBE-CF0E851DAB32}"/>
          </ac:spMkLst>
        </pc:spChg>
        <pc:spChg chg="del">
          <ac:chgData name="Ken Popkin" userId="3c94c39e-c43b-4805-99ab-8da17777f1ac" providerId="ADAL" clId="{E440F346-DC68-4DD4-BA80-8DE6476F8949}" dt="2021-05-29T17:56:32.837" v="25" actId="478"/>
          <ac:spMkLst>
            <pc:docMk/>
            <pc:sldMk cId="2361233300" sldId="2146846004"/>
            <ac:spMk id="45" creationId="{AA54F2EC-3127-489E-A881-A379E99161A9}"/>
          </ac:spMkLst>
        </pc:spChg>
        <pc:spChg chg="del">
          <ac:chgData name="Ken Popkin" userId="3c94c39e-c43b-4805-99ab-8da17777f1ac" providerId="ADAL" clId="{E440F346-DC68-4DD4-BA80-8DE6476F8949}" dt="2021-05-29T17:56:32.837" v="25" actId="478"/>
          <ac:spMkLst>
            <pc:docMk/>
            <pc:sldMk cId="2361233300" sldId="2146846004"/>
            <ac:spMk id="51" creationId="{66593A58-4D45-4B8D-B976-F3691E6C212E}"/>
          </ac:spMkLst>
        </pc:spChg>
        <pc:spChg chg="del">
          <ac:chgData name="Ken Popkin" userId="3c94c39e-c43b-4805-99ab-8da17777f1ac" providerId="ADAL" clId="{E440F346-DC68-4DD4-BA80-8DE6476F8949}" dt="2021-05-29T17:56:32.837" v="25" actId="478"/>
          <ac:spMkLst>
            <pc:docMk/>
            <pc:sldMk cId="2361233300" sldId="2146846004"/>
            <ac:spMk id="52" creationId="{22FEA46B-9099-4319-BC1A-76AEED133A33}"/>
          </ac:spMkLst>
        </pc:spChg>
        <pc:spChg chg="del">
          <ac:chgData name="Ken Popkin" userId="3c94c39e-c43b-4805-99ab-8da17777f1ac" providerId="ADAL" clId="{E440F346-DC68-4DD4-BA80-8DE6476F8949}" dt="2021-05-29T17:56:32.837" v="25" actId="478"/>
          <ac:spMkLst>
            <pc:docMk/>
            <pc:sldMk cId="2361233300" sldId="2146846004"/>
            <ac:spMk id="54" creationId="{B6127E4E-D310-4A56-B723-BE1CDB571072}"/>
          </ac:spMkLst>
        </pc:spChg>
        <pc:spChg chg="del">
          <ac:chgData name="Ken Popkin" userId="3c94c39e-c43b-4805-99ab-8da17777f1ac" providerId="ADAL" clId="{E440F346-DC68-4DD4-BA80-8DE6476F8949}" dt="2021-05-29T17:56:32.837" v="25" actId="478"/>
          <ac:spMkLst>
            <pc:docMk/>
            <pc:sldMk cId="2361233300" sldId="2146846004"/>
            <ac:spMk id="55" creationId="{D32F2F90-0E87-4405-ABEF-364A5E76439A}"/>
          </ac:spMkLst>
        </pc:spChg>
        <pc:spChg chg="del">
          <ac:chgData name="Ken Popkin" userId="3c94c39e-c43b-4805-99ab-8da17777f1ac" providerId="ADAL" clId="{E440F346-DC68-4DD4-BA80-8DE6476F8949}" dt="2021-05-29T17:56:32.837" v="25" actId="478"/>
          <ac:spMkLst>
            <pc:docMk/>
            <pc:sldMk cId="2361233300" sldId="2146846004"/>
            <ac:spMk id="56" creationId="{5297826C-8269-4B37-A093-BC09EF6D146B}"/>
          </ac:spMkLst>
        </pc:spChg>
        <pc:spChg chg="del">
          <ac:chgData name="Ken Popkin" userId="3c94c39e-c43b-4805-99ab-8da17777f1ac" providerId="ADAL" clId="{E440F346-DC68-4DD4-BA80-8DE6476F8949}" dt="2021-05-29T17:56:32.837" v="25" actId="478"/>
          <ac:spMkLst>
            <pc:docMk/>
            <pc:sldMk cId="2361233300" sldId="2146846004"/>
            <ac:spMk id="57" creationId="{629B0CDD-9A1B-49AA-843B-674141EFCD8A}"/>
          </ac:spMkLst>
        </pc:spChg>
        <pc:spChg chg="del">
          <ac:chgData name="Ken Popkin" userId="3c94c39e-c43b-4805-99ab-8da17777f1ac" providerId="ADAL" clId="{E440F346-DC68-4DD4-BA80-8DE6476F8949}" dt="2021-05-29T17:56:32.837" v="25" actId="478"/>
          <ac:spMkLst>
            <pc:docMk/>
            <pc:sldMk cId="2361233300" sldId="2146846004"/>
            <ac:spMk id="58" creationId="{03C77808-EF0C-4C54-B114-37686CE8719A}"/>
          </ac:spMkLst>
        </pc:spChg>
        <pc:spChg chg="del">
          <ac:chgData name="Ken Popkin" userId="3c94c39e-c43b-4805-99ab-8da17777f1ac" providerId="ADAL" clId="{E440F346-DC68-4DD4-BA80-8DE6476F8949}" dt="2021-05-29T17:56:32.837" v="25" actId="478"/>
          <ac:spMkLst>
            <pc:docMk/>
            <pc:sldMk cId="2361233300" sldId="2146846004"/>
            <ac:spMk id="59" creationId="{40A83ADB-4DCF-436D-8695-A683C3C4A448}"/>
          </ac:spMkLst>
        </pc:spChg>
        <pc:spChg chg="del">
          <ac:chgData name="Ken Popkin" userId="3c94c39e-c43b-4805-99ab-8da17777f1ac" providerId="ADAL" clId="{E440F346-DC68-4DD4-BA80-8DE6476F8949}" dt="2021-05-29T17:56:32.837" v="25" actId="478"/>
          <ac:spMkLst>
            <pc:docMk/>
            <pc:sldMk cId="2361233300" sldId="2146846004"/>
            <ac:spMk id="62" creationId="{40792597-4A8D-4161-BE80-29930E72CCCD}"/>
          </ac:spMkLst>
        </pc:spChg>
        <pc:spChg chg="del">
          <ac:chgData name="Ken Popkin" userId="3c94c39e-c43b-4805-99ab-8da17777f1ac" providerId="ADAL" clId="{E440F346-DC68-4DD4-BA80-8DE6476F8949}" dt="2021-05-29T17:56:32.837" v="25" actId="478"/>
          <ac:spMkLst>
            <pc:docMk/>
            <pc:sldMk cId="2361233300" sldId="2146846004"/>
            <ac:spMk id="63" creationId="{CB18DB49-674A-41F7-96D9-7EE751D6FE19}"/>
          </ac:spMkLst>
        </pc:spChg>
        <pc:spChg chg="del">
          <ac:chgData name="Ken Popkin" userId="3c94c39e-c43b-4805-99ab-8da17777f1ac" providerId="ADAL" clId="{E440F346-DC68-4DD4-BA80-8DE6476F8949}" dt="2021-05-29T17:56:32.837" v="25" actId="478"/>
          <ac:spMkLst>
            <pc:docMk/>
            <pc:sldMk cId="2361233300" sldId="2146846004"/>
            <ac:spMk id="64" creationId="{3E6FD0C0-697B-459C-86FC-DA6E9016494C}"/>
          </ac:spMkLst>
        </pc:spChg>
        <pc:spChg chg="del">
          <ac:chgData name="Ken Popkin" userId="3c94c39e-c43b-4805-99ab-8da17777f1ac" providerId="ADAL" clId="{E440F346-DC68-4DD4-BA80-8DE6476F8949}" dt="2021-05-29T17:56:32.837" v="25" actId="478"/>
          <ac:spMkLst>
            <pc:docMk/>
            <pc:sldMk cId="2361233300" sldId="2146846004"/>
            <ac:spMk id="89" creationId="{37F5B3B9-6310-4CC8-95E6-B91CF21B5782}"/>
          </ac:spMkLst>
        </pc:spChg>
        <pc:spChg chg="del">
          <ac:chgData name="Ken Popkin" userId="3c94c39e-c43b-4805-99ab-8da17777f1ac" providerId="ADAL" clId="{E440F346-DC68-4DD4-BA80-8DE6476F8949}" dt="2021-05-29T17:56:32.837" v="25" actId="478"/>
          <ac:spMkLst>
            <pc:docMk/>
            <pc:sldMk cId="2361233300" sldId="2146846004"/>
            <ac:spMk id="90" creationId="{72F9B87F-5C0C-44D8-8C2F-1B239D7F2C8B}"/>
          </ac:spMkLst>
        </pc:spChg>
        <pc:spChg chg="del">
          <ac:chgData name="Ken Popkin" userId="3c94c39e-c43b-4805-99ab-8da17777f1ac" providerId="ADAL" clId="{E440F346-DC68-4DD4-BA80-8DE6476F8949}" dt="2021-05-29T17:56:32.837" v="25" actId="478"/>
          <ac:spMkLst>
            <pc:docMk/>
            <pc:sldMk cId="2361233300" sldId="2146846004"/>
            <ac:spMk id="91" creationId="{005AC9C1-77C9-472D-812B-2A665D20CB43}"/>
          </ac:spMkLst>
        </pc:spChg>
        <pc:spChg chg="del">
          <ac:chgData name="Ken Popkin" userId="3c94c39e-c43b-4805-99ab-8da17777f1ac" providerId="ADAL" clId="{E440F346-DC68-4DD4-BA80-8DE6476F8949}" dt="2021-05-29T17:56:32.837" v="25" actId="478"/>
          <ac:spMkLst>
            <pc:docMk/>
            <pc:sldMk cId="2361233300" sldId="2146846004"/>
            <ac:spMk id="92" creationId="{C21A4D8A-28BA-4579-952F-17CC12B6B941}"/>
          </ac:spMkLst>
        </pc:spChg>
        <pc:spChg chg="del">
          <ac:chgData name="Ken Popkin" userId="3c94c39e-c43b-4805-99ab-8da17777f1ac" providerId="ADAL" clId="{E440F346-DC68-4DD4-BA80-8DE6476F8949}" dt="2021-05-29T17:56:32.837" v="25" actId="478"/>
          <ac:spMkLst>
            <pc:docMk/>
            <pc:sldMk cId="2361233300" sldId="2146846004"/>
            <ac:spMk id="94" creationId="{A9AC19A8-F5D8-436A-B158-0818A7B98D60}"/>
          </ac:spMkLst>
        </pc:spChg>
        <pc:spChg chg="del">
          <ac:chgData name="Ken Popkin" userId="3c94c39e-c43b-4805-99ab-8da17777f1ac" providerId="ADAL" clId="{E440F346-DC68-4DD4-BA80-8DE6476F8949}" dt="2021-05-29T17:56:32.837" v="25" actId="478"/>
          <ac:spMkLst>
            <pc:docMk/>
            <pc:sldMk cId="2361233300" sldId="2146846004"/>
            <ac:spMk id="95" creationId="{1CDD08CF-B617-46FE-94DB-5A66B64811AE}"/>
          </ac:spMkLst>
        </pc:spChg>
        <pc:spChg chg="del">
          <ac:chgData name="Ken Popkin" userId="3c94c39e-c43b-4805-99ab-8da17777f1ac" providerId="ADAL" clId="{E440F346-DC68-4DD4-BA80-8DE6476F8949}" dt="2021-05-29T17:56:32.837" v="25" actId="478"/>
          <ac:spMkLst>
            <pc:docMk/>
            <pc:sldMk cId="2361233300" sldId="2146846004"/>
            <ac:spMk id="96" creationId="{C425F798-9DAB-4D1F-A1BD-827CF024AFFC}"/>
          </ac:spMkLst>
        </pc:spChg>
        <pc:grpChg chg="del">
          <ac:chgData name="Ken Popkin" userId="3c94c39e-c43b-4805-99ab-8da17777f1ac" providerId="ADAL" clId="{E440F346-DC68-4DD4-BA80-8DE6476F8949}" dt="2021-05-29T17:56:32.837" v="25" actId="478"/>
          <ac:grpSpMkLst>
            <pc:docMk/>
            <pc:sldMk cId="2361233300" sldId="2146846004"/>
            <ac:grpSpMk id="5" creationId="{85968E3B-F45E-4EF0-BA35-639D67BD87D8}"/>
          </ac:grpSpMkLst>
        </pc:grpChg>
        <pc:grpChg chg="del">
          <ac:chgData name="Ken Popkin" userId="3c94c39e-c43b-4805-99ab-8da17777f1ac" providerId="ADAL" clId="{E440F346-DC68-4DD4-BA80-8DE6476F8949}" dt="2021-05-29T17:56:32.837" v="25" actId="478"/>
          <ac:grpSpMkLst>
            <pc:docMk/>
            <pc:sldMk cId="2361233300" sldId="2146846004"/>
            <ac:grpSpMk id="6" creationId="{F647B573-EE64-4509-B6B6-88A9F0A6C387}"/>
          </ac:grpSpMkLst>
        </pc:grpChg>
        <pc:grpChg chg="del">
          <ac:chgData name="Ken Popkin" userId="3c94c39e-c43b-4805-99ab-8da17777f1ac" providerId="ADAL" clId="{E440F346-DC68-4DD4-BA80-8DE6476F8949}" dt="2021-05-29T17:56:32.837" v="25" actId="478"/>
          <ac:grpSpMkLst>
            <pc:docMk/>
            <pc:sldMk cId="2361233300" sldId="2146846004"/>
            <ac:grpSpMk id="70" creationId="{0552C808-3758-4B7E-9C73-CB1FB6BB92BF}"/>
          </ac:grpSpMkLst>
        </pc:grpChg>
        <pc:cxnChg chg="del">
          <ac:chgData name="Ken Popkin" userId="3c94c39e-c43b-4805-99ab-8da17777f1ac" providerId="ADAL" clId="{E440F346-DC68-4DD4-BA80-8DE6476F8949}" dt="2021-05-29T17:56:32.837" v="25" actId="478"/>
          <ac:cxnSpMkLst>
            <pc:docMk/>
            <pc:sldMk cId="2361233300" sldId="2146846004"/>
            <ac:cxnSpMk id="4" creationId="{F55061A4-70AB-4CEF-B0D1-A43DDD07D067}"/>
          </ac:cxnSpMkLst>
        </pc:cxnChg>
        <pc:cxnChg chg="del">
          <ac:chgData name="Ken Popkin" userId="3c94c39e-c43b-4805-99ab-8da17777f1ac" providerId="ADAL" clId="{E440F346-DC68-4DD4-BA80-8DE6476F8949}" dt="2021-05-29T17:56:32.837" v="25" actId="478"/>
          <ac:cxnSpMkLst>
            <pc:docMk/>
            <pc:sldMk cId="2361233300" sldId="2146846004"/>
            <ac:cxnSpMk id="23" creationId="{7841B8DF-1450-4C7B-8D95-54A7ABCA5371}"/>
          </ac:cxnSpMkLst>
        </pc:cxnChg>
        <pc:cxnChg chg="del">
          <ac:chgData name="Ken Popkin" userId="3c94c39e-c43b-4805-99ab-8da17777f1ac" providerId="ADAL" clId="{E440F346-DC68-4DD4-BA80-8DE6476F8949}" dt="2021-05-29T17:56:32.837" v="25" actId="478"/>
          <ac:cxnSpMkLst>
            <pc:docMk/>
            <pc:sldMk cId="2361233300" sldId="2146846004"/>
            <ac:cxnSpMk id="24" creationId="{206A602B-890D-4E45-A531-9AF310011136}"/>
          </ac:cxnSpMkLst>
        </pc:cxnChg>
        <pc:cxnChg chg="del">
          <ac:chgData name="Ken Popkin" userId="3c94c39e-c43b-4805-99ab-8da17777f1ac" providerId="ADAL" clId="{E440F346-DC68-4DD4-BA80-8DE6476F8949}" dt="2021-05-29T17:56:32.837" v="25" actId="478"/>
          <ac:cxnSpMkLst>
            <pc:docMk/>
            <pc:sldMk cId="2361233300" sldId="2146846004"/>
            <ac:cxnSpMk id="25" creationId="{B9F0A33D-6D9A-40E9-9553-FD41A8B8B706}"/>
          </ac:cxnSpMkLst>
        </pc:cxnChg>
        <pc:cxnChg chg="del">
          <ac:chgData name="Ken Popkin" userId="3c94c39e-c43b-4805-99ab-8da17777f1ac" providerId="ADAL" clId="{E440F346-DC68-4DD4-BA80-8DE6476F8949}" dt="2021-05-29T17:56:32.837" v="25" actId="478"/>
          <ac:cxnSpMkLst>
            <pc:docMk/>
            <pc:sldMk cId="2361233300" sldId="2146846004"/>
            <ac:cxnSpMk id="26" creationId="{1776DEBE-E166-4295-84A1-4834C38E3187}"/>
          </ac:cxnSpMkLst>
        </pc:cxnChg>
        <pc:cxnChg chg="del">
          <ac:chgData name="Ken Popkin" userId="3c94c39e-c43b-4805-99ab-8da17777f1ac" providerId="ADAL" clId="{E440F346-DC68-4DD4-BA80-8DE6476F8949}" dt="2021-05-29T17:56:32.837" v="25" actId="478"/>
          <ac:cxnSpMkLst>
            <pc:docMk/>
            <pc:sldMk cId="2361233300" sldId="2146846004"/>
            <ac:cxnSpMk id="27" creationId="{0DE028B3-650A-4968-8D68-1C3C8D5D681A}"/>
          </ac:cxnSpMkLst>
        </pc:cxnChg>
        <pc:cxnChg chg="del">
          <ac:chgData name="Ken Popkin" userId="3c94c39e-c43b-4805-99ab-8da17777f1ac" providerId="ADAL" clId="{E440F346-DC68-4DD4-BA80-8DE6476F8949}" dt="2021-05-29T17:56:32.837" v="25" actId="478"/>
          <ac:cxnSpMkLst>
            <pc:docMk/>
            <pc:sldMk cId="2361233300" sldId="2146846004"/>
            <ac:cxnSpMk id="28" creationId="{88A90348-9759-4C47-BB7A-ED545982554C}"/>
          </ac:cxnSpMkLst>
        </pc:cxnChg>
        <pc:cxnChg chg="del">
          <ac:chgData name="Ken Popkin" userId="3c94c39e-c43b-4805-99ab-8da17777f1ac" providerId="ADAL" clId="{E440F346-DC68-4DD4-BA80-8DE6476F8949}" dt="2021-05-29T17:56:32.837" v="25" actId="478"/>
          <ac:cxnSpMkLst>
            <pc:docMk/>
            <pc:sldMk cId="2361233300" sldId="2146846004"/>
            <ac:cxnSpMk id="29" creationId="{5F83E959-CDD9-409E-A91C-A55AE0F2AE05}"/>
          </ac:cxnSpMkLst>
        </pc:cxnChg>
        <pc:cxnChg chg="del">
          <ac:chgData name="Ken Popkin" userId="3c94c39e-c43b-4805-99ab-8da17777f1ac" providerId="ADAL" clId="{E440F346-DC68-4DD4-BA80-8DE6476F8949}" dt="2021-05-29T17:56:32.837" v="25" actId="478"/>
          <ac:cxnSpMkLst>
            <pc:docMk/>
            <pc:sldMk cId="2361233300" sldId="2146846004"/>
            <ac:cxnSpMk id="30" creationId="{9B4AF37E-D9B6-4CD8-91E0-6BCC6B63031A}"/>
          </ac:cxnSpMkLst>
        </pc:cxnChg>
        <pc:cxnChg chg="del">
          <ac:chgData name="Ken Popkin" userId="3c94c39e-c43b-4805-99ab-8da17777f1ac" providerId="ADAL" clId="{E440F346-DC68-4DD4-BA80-8DE6476F8949}" dt="2021-05-29T17:56:32.837" v="25" actId="478"/>
          <ac:cxnSpMkLst>
            <pc:docMk/>
            <pc:sldMk cId="2361233300" sldId="2146846004"/>
            <ac:cxnSpMk id="31" creationId="{64711D1A-E63E-4A98-B1D8-7F82D32F54CB}"/>
          </ac:cxnSpMkLst>
        </pc:cxnChg>
        <pc:cxnChg chg="del">
          <ac:chgData name="Ken Popkin" userId="3c94c39e-c43b-4805-99ab-8da17777f1ac" providerId="ADAL" clId="{E440F346-DC68-4DD4-BA80-8DE6476F8949}" dt="2021-05-29T17:56:32.837" v="25" actId="478"/>
          <ac:cxnSpMkLst>
            <pc:docMk/>
            <pc:sldMk cId="2361233300" sldId="2146846004"/>
            <ac:cxnSpMk id="33" creationId="{B4BFB4F8-C76B-4A3A-B558-56B99EE9EE8D}"/>
          </ac:cxnSpMkLst>
        </pc:cxnChg>
        <pc:cxnChg chg="del">
          <ac:chgData name="Ken Popkin" userId="3c94c39e-c43b-4805-99ab-8da17777f1ac" providerId="ADAL" clId="{E440F346-DC68-4DD4-BA80-8DE6476F8949}" dt="2021-05-29T17:56:32.837" v="25" actId="478"/>
          <ac:cxnSpMkLst>
            <pc:docMk/>
            <pc:sldMk cId="2361233300" sldId="2146846004"/>
            <ac:cxnSpMk id="75" creationId="{0B0290BE-79B4-4156-A78A-FF9E064CB585}"/>
          </ac:cxnSpMkLst>
        </pc:cxnChg>
      </pc:sldChg>
      <pc:sldChg chg="addSp delSp modSp add del mod ord">
        <pc:chgData name="Ken Popkin" userId="3c94c39e-c43b-4805-99ab-8da17777f1ac" providerId="ADAL" clId="{E440F346-DC68-4DD4-BA80-8DE6476F8949}" dt="2021-05-29T19:50:20.918" v="58655" actId="47"/>
        <pc:sldMkLst>
          <pc:docMk/>
          <pc:sldMk cId="544242911" sldId="2146846005"/>
        </pc:sldMkLst>
        <pc:spChg chg="mod ord">
          <ac:chgData name="Ken Popkin" userId="3c94c39e-c43b-4805-99ab-8da17777f1ac" providerId="ADAL" clId="{E440F346-DC68-4DD4-BA80-8DE6476F8949}" dt="2021-05-29T19:08:05.868" v="49565"/>
          <ac:spMkLst>
            <pc:docMk/>
            <pc:sldMk cId="544242911" sldId="2146846005"/>
            <ac:spMk id="2" creationId="{489E8A7E-3C2C-41DA-BB1A-E9AEB09BDBF7}"/>
          </ac:spMkLst>
        </pc:spChg>
        <pc:spChg chg="mod ord topLvl">
          <ac:chgData name="Ken Popkin" userId="3c94c39e-c43b-4805-99ab-8da17777f1ac" providerId="ADAL" clId="{E440F346-DC68-4DD4-BA80-8DE6476F8949}" dt="2021-05-29T19:08:05.868" v="49567"/>
          <ac:spMkLst>
            <pc:docMk/>
            <pc:sldMk cId="544242911" sldId="2146846005"/>
            <ac:spMk id="3" creationId="{060D70DE-DD9F-49B9-94BE-4660FDB72332}"/>
          </ac:spMkLst>
        </pc:spChg>
        <pc:spChg chg="add del mod topLvl">
          <ac:chgData name="Ken Popkin" userId="3c94c39e-c43b-4805-99ab-8da17777f1ac" providerId="ADAL" clId="{E440F346-DC68-4DD4-BA80-8DE6476F8949}" dt="2021-05-29T18:03:29.125" v="700"/>
          <ac:spMkLst>
            <pc:docMk/>
            <pc:sldMk cId="544242911" sldId="2146846005"/>
            <ac:spMk id="4" creationId="{B698992A-A8B0-436F-9C14-73EF688AD597}"/>
          </ac:spMkLst>
        </pc:spChg>
        <pc:spChg chg="mod topLvl">
          <ac:chgData name="Ken Popkin" userId="3c94c39e-c43b-4805-99ab-8da17777f1ac" providerId="ADAL" clId="{E440F346-DC68-4DD4-BA80-8DE6476F8949}" dt="2021-05-29T19:08:05.869" v="49571"/>
          <ac:spMkLst>
            <pc:docMk/>
            <pc:sldMk cId="544242911" sldId="2146846005"/>
            <ac:spMk id="6" creationId="{062DEEAD-4D78-4758-A791-EA8FFAA3CDA3}"/>
          </ac:spMkLst>
        </pc:spChg>
        <pc:spChg chg="mod ord topLvl">
          <ac:chgData name="Ken Popkin" userId="3c94c39e-c43b-4805-99ab-8da17777f1ac" providerId="ADAL" clId="{E440F346-DC68-4DD4-BA80-8DE6476F8949}" dt="2021-05-29T19:08:05.869" v="49573"/>
          <ac:spMkLst>
            <pc:docMk/>
            <pc:sldMk cId="544242911" sldId="2146846005"/>
            <ac:spMk id="7" creationId="{7B6E7C03-9B70-4283-8B4A-DC34B0BBC18A}"/>
          </ac:spMkLst>
        </pc:spChg>
        <pc:spChg chg="mod ord topLvl">
          <ac:chgData name="Ken Popkin" userId="3c94c39e-c43b-4805-99ab-8da17777f1ac" providerId="ADAL" clId="{E440F346-DC68-4DD4-BA80-8DE6476F8949}" dt="2021-05-29T19:08:05.870" v="49575"/>
          <ac:spMkLst>
            <pc:docMk/>
            <pc:sldMk cId="544242911" sldId="2146846005"/>
            <ac:spMk id="8" creationId="{166F07A4-86DB-46F1-A783-79E4040F979D}"/>
          </ac:spMkLst>
        </pc:spChg>
        <pc:spChg chg="mod ord topLvl">
          <ac:chgData name="Ken Popkin" userId="3c94c39e-c43b-4805-99ab-8da17777f1ac" providerId="ADAL" clId="{E440F346-DC68-4DD4-BA80-8DE6476F8949}" dt="2021-05-29T19:08:05.870" v="49577"/>
          <ac:spMkLst>
            <pc:docMk/>
            <pc:sldMk cId="544242911" sldId="2146846005"/>
            <ac:spMk id="9" creationId="{C889CCB2-DB03-488C-AD83-54C98ECF83B2}"/>
          </ac:spMkLst>
        </pc:spChg>
        <pc:spChg chg="mod ord topLvl">
          <ac:chgData name="Ken Popkin" userId="3c94c39e-c43b-4805-99ab-8da17777f1ac" providerId="ADAL" clId="{E440F346-DC68-4DD4-BA80-8DE6476F8949}" dt="2021-05-29T19:08:05.870" v="49579"/>
          <ac:spMkLst>
            <pc:docMk/>
            <pc:sldMk cId="544242911" sldId="2146846005"/>
            <ac:spMk id="10" creationId="{CF9FC465-CEBF-4AE3-80DE-326EB944B472}"/>
          </ac:spMkLst>
        </pc:spChg>
        <pc:spChg chg="mod ord topLvl">
          <ac:chgData name="Ken Popkin" userId="3c94c39e-c43b-4805-99ab-8da17777f1ac" providerId="ADAL" clId="{E440F346-DC68-4DD4-BA80-8DE6476F8949}" dt="2021-05-29T19:08:05.870" v="49581"/>
          <ac:spMkLst>
            <pc:docMk/>
            <pc:sldMk cId="544242911" sldId="2146846005"/>
            <ac:spMk id="11" creationId="{EC89F422-B6EC-4DFD-9EBD-B41F8F85AF2D}"/>
          </ac:spMkLst>
        </pc:spChg>
        <pc:spChg chg="mod ord topLvl">
          <ac:chgData name="Ken Popkin" userId="3c94c39e-c43b-4805-99ab-8da17777f1ac" providerId="ADAL" clId="{E440F346-DC68-4DD4-BA80-8DE6476F8949}" dt="2021-05-29T19:08:05.871" v="49583"/>
          <ac:spMkLst>
            <pc:docMk/>
            <pc:sldMk cId="544242911" sldId="2146846005"/>
            <ac:spMk id="12" creationId="{3014BC81-0AB8-4283-94F0-50F3B2FD3695}"/>
          </ac:spMkLst>
        </pc:spChg>
        <pc:spChg chg="mod ord topLvl">
          <ac:chgData name="Ken Popkin" userId="3c94c39e-c43b-4805-99ab-8da17777f1ac" providerId="ADAL" clId="{E440F346-DC68-4DD4-BA80-8DE6476F8949}" dt="2021-05-29T19:08:05.871" v="49585"/>
          <ac:spMkLst>
            <pc:docMk/>
            <pc:sldMk cId="544242911" sldId="2146846005"/>
            <ac:spMk id="13" creationId="{56F72608-B78C-40C6-BB00-4F94F1153454}"/>
          </ac:spMkLst>
        </pc:spChg>
        <pc:spChg chg="mod ord topLvl">
          <ac:chgData name="Ken Popkin" userId="3c94c39e-c43b-4805-99ab-8da17777f1ac" providerId="ADAL" clId="{E440F346-DC68-4DD4-BA80-8DE6476F8949}" dt="2021-05-29T19:08:05.871" v="49587"/>
          <ac:spMkLst>
            <pc:docMk/>
            <pc:sldMk cId="544242911" sldId="2146846005"/>
            <ac:spMk id="14" creationId="{750B9CE8-3E02-465C-BAB2-1FD80F6D80B0}"/>
          </ac:spMkLst>
        </pc:spChg>
        <pc:spChg chg="mod ord topLvl">
          <ac:chgData name="Ken Popkin" userId="3c94c39e-c43b-4805-99ab-8da17777f1ac" providerId="ADAL" clId="{E440F346-DC68-4DD4-BA80-8DE6476F8949}" dt="2021-05-29T19:08:05.886" v="49675"/>
          <ac:spMkLst>
            <pc:docMk/>
            <pc:sldMk cId="544242911" sldId="2146846005"/>
            <ac:spMk id="25" creationId="{CB3220E6-4732-459E-8FC4-4C85806884C6}"/>
          </ac:spMkLst>
        </pc:spChg>
        <pc:spChg chg="mod ord topLvl">
          <ac:chgData name="Ken Popkin" userId="3c94c39e-c43b-4805-99ab-8da17777f1ac" providerId="ADAL" clId="{E440F346-DC68-4DD4-BA80-8DE6476F8949}" dt="2021-05-29T19:08:05.886" v="49677"/>
          <ac:spMkLst>
            <pc:docMk/>
            <pc:sldMk cId="544242911" sldId="2146846005"/>
            <ac:spMk id="26" creationId="{5507C7FE-CB9E-49E7-AE2E-55C70A24DE02}"/>
          </ac:spMkLst>
        </pc:spChg>
        <pc:spChg chg="mod ord topLvl">
          <ac:chgData name="Ken Popkin" userId="3c94c39e-c43b-4805-99ab-8da17777f1ac" providerId="ADAL" clId="{E440F346-DC68-4DD4-BA80-8DE6476F8949}" dt="2021-05-29T19:08:05.886" v="49679"/>
          <ac:spMkLst>
            <pc:docMk/>
            <pc:sldMk cId="544242911" sldId="2146846005"/>
            <ac:spMk id="28" creationId="{D07A400B-1BC9-4D02-B5A4-E2E2F8B7FC9B}"/>
          </ac:spMkLst>
        </pc:spChg>
        <pc:spChg chg="mod ord topLvl">
          <ac:chgData name="Ken Popkin" userId="3c94c39e-c43b-4805-99ab-8da17777f1ac" providerId="ADAL" clId="{E440F346-DC68-4DD4-BA80-8DE6476F8949}" dt="2021-05-29T19:08:05.887" v="49681"/>
          <ac:spMkLst>
            <pc:docMk/>
            <pc:sldMk cId="544242911" sldId="2146846005"/>
            <ac:spMk id="29" creationId="{B8647535-E4FF-401E-A310-9DFBAD42F009}"/>
          </ac:spMkLst>
        </pc:spChg>
        <pc:spChg chg="mod ord topLvl">
          <ac:chgData name="Ken Popkin" userId="3c94c39e-c43b-4805-99ab-8da17777f1ac" providerId="ADAL" clId="{E440F346-DC68-4DD4-BA80-8DE6476F8949}" dt="2021-05-29T19:08:05.887" v="49683"/>
          <ac:spMkLst>
            <pc:docMk/>
            <pc:sldMk cId="544242911" sldId="2146846005"/>
            <ac:spMk id="31" creationId="{C04237A9-950B-4DA2-A645-01AD644B86CE}"/>
          </ac:spMkLst>
        </pc:spChg>
        <pc:spChg chg="mod ord topLvl">
          <ac:chgData name="Ken Popkin" userId="3c94c39e-c43b-4805-99ab-8da17777f1ac" providerId="ADAL" clId="{E440F346-DC68-4DD4-BA80-8DE6476F8949}" dt="2021-05-29T19:08:05.887" v="49685"/>
          <ac:spMkLst>
            <pc:docMk/>
            <pc:sldMk cId="544242911" sldId="2146846005"/>
            <ac:spMk id="32" creationId="{31E3ABEA-C3D6-4ECB-98D1-F76E7A68A11B}"/>
          </ac:spMkLst>
        </pc:spChg>
        <pc:spChg chg="mod ord topLvl">
          <ac:chgData name="Ken Popkin" userId="3c94c39e-c43b-4805-99ab-8da17777f1ac" providerId="ADAL" clId="{E440F346-DC68-4DD4-BA80-8DE6476F8949}" dt="2021-05-29T19:08:05.887" v="49687"/>
          <ac:spMkLst>
            <pc:docMk/>
            <pc:sldMk cId="544242911" sldId="2146846005"/>
            <ac:spMk id="34" creationId="{0F2D725E-7856-4B59-97ED-531C1F557D9B}"/>
          </ac:spMkLst>
        </pc:spChg>
        <pc:spChg chg="mod ord topLvl">
          <ac:chgData name="Ken Popkin" userId="3c94c39e-c43b-4805-99ab-8da17777f1ac" providerId="ADAL" clId="{E440F346-DC68-4DD4-BA80-8DE6476F8949}" dt="2021-05-29T19:08:05.888" v="49689"/>
          <ac:spMkLst>
            <pc:docMk/>
            <pc:sldMk cId="544242911" sldId="2146846005"/>
            <ac:spMk id="35" creationId="{80DB2E5F-D91E-4DA4-8EFA-F656D1E8E18A}"/>
          </ac:spMkLst>
        </pc:spChg>
        <pc:spChg chg="mod ord">
          <ac:chgData name="Ken Popkin" userId="3c94c39e-c43b-4805-99ab-8da17777f1ac" providerId="ADAL" clId="{E440F346-DC68-4DD4-BA80-8DE6476F8949}" dt="2021-05-29T19:08:05.876" v="49611"/>
          <ac:spMkLst>
            <pc:docMk/>
            <pc:sldMk cId="544242911" sldId="2146846005"/>
            <ac:spMk id="39" creationId="{A6F3B16F-4825-4289-89C4-6492C5157D24}"/>
          </ac:spMkLst>
        </pc:spChg>
        <pc:spChg chg="mod ord topLvl modVis">
          <ac:chgData name="Ken Popkin" userId="3c94c39e-c43b-4805-99ab-8da17777f1ac" providerId="ADAL" clId="{E440F346-DC68-4DD4-BA80-8DE6476F8949}" dt="2021-05-29T19:08:05.880" v="49643"/>
          <ac:spMkLst>
            <pc:docMk/>
            <pc:sldMk cId="544242911" sldId="2146846005"/>
            <ac:spMk id="40" creationId="{E28E8F5D-3A2A-427A-AF27-FF156DC7C612}"/>
          </ac:spMkLst>
        </pc:spChg>
        <pc:spChg chg="mod ord modVis">
          <ac:chgData name="Ken Popkin" userId="3c94c39e-c43b-4805-99ab-8da17777f1ac" providerId="ADAL" clId="{E440F346-DC68-4DD4-BA80-8DE6476F8949}" dt="2021-05-29T19:08:05.877" v="49613"/>
          <ac:spMkLst>
            <pc:docMk/>
            <pc:sldMk cId="544242911" sldId="2146846005"/>
            <ac:spMk id="41" creationId="{374F02D8-938F-490B-99CF-B8F9A3A69EDC}"/>
          </ac:spMkLst>
        </pc:spChg>
        <pc:spChg chg="mod ord modVis">
          <ac:chgData name="Ken Popkin" userId="3c94c39e-c43b-4805-99ab-8da17777f1ac" providerId="ADAL" clId="{E440F346-DC68-4DD4-BA80-8DE6476F8949}" dt="2021-05-29T19:08:05.877" v="49615"/>
          <ac:spMkLst>
            <pc:docMk/>
            <pc:sldMk cId="544242911" sldId="2146846005"/>
            <ac:spMk id="42" creationId="{FFA94B8F-1986-402E-B70B-D05DAD80091E}"/>
          </ac:spMkLst>
        </pc:spChg>
        <pc:spChg chg="mod ord topLvl modVis">
          <ac:chgData name="Ken Popkin" userId="3c94c39e-c43b-4805-99ab-8da17777f1ac" providerId="ADAL" clId="{E440F346-DC68-4DD4-BA80-8DE6476F8949}" dt="2021-05-29T19:08:05.881" v="49645"/>
          <ac:spMkLst>
            <pc:docMk/>
            <pc:sldMk cId="544242911" sldId="2146846005"/>
            <ac:spMk id="43" creationId="{4CC67DCD-288C-40CC-8D6D-238FC1D99920}"/>
          </ac:spMkLst>
        </pc:spChg>
        <pc:spChg chg="mod ord topLvl">
          <ac:chgData name="Ken Popkin" userId="3c94c39e-c43b-4805-99ab-8da17777f1ac" providerId="ADAL" clId="{E440F346-DC68-4DD4-BA80-8DE6476F8949}" dt="2021-05-29T19:08:05.881" v="49647"/>
          <ac:spMkLst>
            <pc:docMk/>
            <pc:sldMk cId="544242911" sldId="2146846005"/>
            <ac:spMk id="44" creationId="{E81F5D9E-EBC4-49A2-A051-FD743BBFED0D}"/>
          </ac:spMkLst>
        </pc:spChg>
        <pc:spChg chg="mod ord">
          <ac:chgData name="Ken Popkin" userId="3c94c39e-c43b-4805-99ab-8da17777f1ac" providerId="ADAL" clId="{E440F346-DC68-4DD4-BA80-8DE6476F8949}" dt="2021-05-29T19:08:05.877" v="49617"/>
          <ac:spMkLst>
            <pc:docMk/>
            <pc:sldMk cId="544242911" sldId="2146846005"/>
            <ac:spMk id="47" creationId="{733108D0-5A21-4F47-957C-7909E7E7A375}"/>
          </ac:spMkLst>
        </pc:spChg>
        <pc:spChg chg="mod ord topLvl modVis">
          <ac:chgData name="Ken Popkin" userId="3c94c39e-c43b-4805-99ab-8da17777f1ac" providerId="ADAL" clId="{E440F346-DC68-4DD4-BA80-8DE6476F8949}" dt="2021-05-29T19:08:05.881" v="49649"/>
          <ac:spMkLst>
            <pc:docMk/>
            <pc:sldMk cId="544242911" sldId="2146846005"/>
            <ac:spMk id="48" creationId="{A9AA91EA-51AE-464B-94CF-42F154FE1410}"/>
          </ac:spMkLst>
        </pc:spChg>
        <pc:spChg chg="mod ord modVis">
          <ac:chgData name="Ken Popkin" userId="3c94c39e-c43b-4805-99ab-8da17777f1ac" providerId="ADAL" clId="{E440F346-DC68-4DD4-BA80-8DE6476F8949}" dt="2021-05-29T19:08:05.877" v="49619"/>
          <ac:spMkLst>
            <pc:docMk/>
            <pc:sldMk cId="544242911" sldId="2146846005"/>
            <ac:spMk id="49" creationId="{13D176A8-A94D-4BA6-9876-3557E69990BD}"/>
          </ac:spMkLst>
        </pc:spChg>
        <pc:spChg chg="mod ord modVis">
          <ac:chgData name="Ken Popkin" userId="3c94c39e-c43b-4805-99ab-8da17777f1ac" providerId="ADAL" clId="{E440F346-DC68-4DD4-BA80-8DE6476F8949}" dt="2021-05-29T19:08:05.878" v="49621"/>
          <ac:spMkLst>
            <pc:docMk/>
            <pc:sldMk cId="544242911" sldId="2146846005"/>
            <ac:spMk id="50" creationId="{737F1ABC-2D09-4A5E-A23C-2FDB99334B95}"/>
          </ac:spMkLst>
        </pc:spChg>
        <pc:spChg chg="mod ord topLvl modVis">
          <ac:chgData name="Ken Popkin" userId="3c94c39e-c43b-4805-99ab-8da17777f1ac" providerId="ADAL" clId="{E440F346-DC68-4DD4-BA80-8DE6476F8949}" dt="2021-05-29T19:08:05.881" v="49651"/>
          <ac:spMkLst>
            <pc:docMk/>
            <pc:sldMk cId="544242911" sldId="2146846005"/>
            <ac:spMk id="51" creationId="{46EFB44B-7EEE-4C47-BE3C-D4306067FB34}"/>
          </ac:spMkLst>
        </pc:spChg>
        <pc:spChg chg="mod ord topLvl">
          <ac:chgData name="Ken Popkin" userId="3c94c39e-c43b-4805-99ab-8da17777f1ac" providerId="ADAL" clId="{E440F346-DC68-4DD4-BA80-8DE6476F8949}" dt="2021-05-29T19:08:05.882" v="49653"/>
          <ac:spMkLst>
            <pc:docMk/>
            <pc:sldMk cId="544242911" sldId="2146846005"/>
            <ac:spMk id="52" creationId="{94D06AB9-8F70-446B-9976-F77814ABEB62}"/>
          </ac:spMkLst>
        </pc:spChg>
        <pc:spChg chg="add del mod">
          <ac:chgData name="Ken Popkin" userId="3c94c39e-c43b-4805-99ab-8da17777f1ac" providerId="ADAL" clId="{E440F346-DC68-4DD4-BA80-8DE6476F8949}" dt="2021-05-29T18:06:53.585" v="1672"/>
          <ac:spMkLst>
            <pc:docMk/>
            <pc:sldMk cId="544242911" sldId="2146846005"/>
            <ac:spMk id="54" creationId="{1EE2EDA8-9E71-4BD3-B0DD-34CDAA1A7BC9}"/>
          </ac:spMkLst>
        </pc:spChg>
        <pc:spChg chg="mod ord">
          <ac:chgData name="Ken Popkin" userId="3c94c39e-c43b-4805-99ab-8da17777f1ac" providerId="ADAL" clId="{E440F346-DC68-4DD4-BA80-8DE6476F8949}" dt="2021-05-29T19:08:05.878" v="49623"/>
          <ac:spMkLst>
            <pc:docMk/>
            <pc:sldMk cId="544242911" sldId="2146846005"/>
            <ac:spMk id="55" creationId="{2E639ED2-1186-46B1-BAE8-9F52954548CF}"/>
          </ac:spMkLst>
        </pc:spChg>
        <pc:spChg chg="mod ord topLvl modVis">
          <ac:chgData name="Ken Popkin" userId="3c94c39e-c43b-4805-99ab-8da17777f1ac" providerId="ADAL" clId="{E440F346-DC68-4DD4-BA80-8DE6476F8949}" dt="2021-05-29T19:08:05.883" v="49655"/>
          <ac:spMkLst>
            <pc:docMk/>
            <pc:sldMk cId="544242911" sldId="2146846005"/>
            <ac:spMk id="56" creationId="{7CB1F8C2-C588-420D-B4D6-1782C26B59F1}"/>
          </ac:spMkLst>
        </pc:spChg>
        <pc:spChg chg="mod ord modVis">
          <ac:chgData name="Ken Popkin" userId="3c94c39e-c43b-4805-99ab-8da17777f1ac" providerId="ADAL" clId="{E440F346-DC68-4DD4-BA80-8DE6476F8949}" dt="2021-05-29T19:08:05.878" v="49625"/>
          <ac:spMkLst>
            <pc:docMk/>
            <pc:sldMk cId="544242911" sldId="2146846005"/>
            <ac:spMk id="57" creationId="{3921F8D3-C0B6-4A22-920B-4865AFF7B34C}"/>
          </ac:spMkLst>
        </pc:spChg>
        <pc:spChg chg="mod ord modVis">
          <ac:chgData name="Ken Popkin" userId="3c94c39e-c43b-4805-99ab-8da17777f1ac" providerId="ADAL" clId="{E440F346-DC68-4DD4-BA80-8DE6476F8949}" dt="2021-05-29T19:08:05.878" v="49627"/>
          <ac:spMkLst>
            <pc:docMk/>
            <pc:sldMk cId="544242911" sldId="2146846005"/>
            <ac:spMk id="58" creationId="{C67F0471-6A0D-481A-83E4-7075D68471C3}"/>
          </ac:spMkLst>
        </pc:spChg>
        <pc:spChg chg="mod ord modVis">
          <ac:chgData name="Ken Popkin" userId="3c94c39e-c43b-4805-99ab-8da17777f1ac" providerId="ADAL" clId="{E440F346-DC68-4DD4-BA80-8DE6476F8949}" dt="2021-05-29T19:08:05.879" v="49629"/>
          <ac:spMkLst>
            <pc:docMk/>
            <pc:sldMk cId="544242911" sldId="2146846005"/>
            <ac:spMk id="59" creationId="{18C69716-7228-4917-B75B-3F7CAAD8DB2E}"/>
          </ac:spMkLst>
        </pc:spChg>
        <pc:spChg chg="mod ord topLvl">
          <ac:chgData name="Ken Popkin" userId="3c94c39e-c43b-4805-99ab-8da17777f1ac" providerId="ADAL" clId="{E440F346-DC68-4DD4-BA80-8DE6476F8949}" dt="2021-05-29T19:08:05.883" v="49657"/>
          <ac:spMkLst>
            <pc:docMk/>
            <pc:sldMk cId="544242911" sldId="2146846005"/>
            <ac:spMk id="60" creationId="{6ED3CA85-FE98-4A35-88E0-E8392AD7FC04}"/>
          </ac:spMkLst>
        </pc:spChg>
        <pc:spChg chg="add del mod">
          <ac:chgData name="Ken Popkin" userId="3c94c39e-c43b-4805-99ab-8da17777f1ac" providerId="ADAL" clId="{E440F346-DC68-4DD4-BA80-8DE6476F8949}" dt="2021-05-29T19:06:53.798" v="46633"/>
          <ac:spMkLst>
            <pc:docMk/>
            <pc:sldMk cId="544242911" sldId="2146846005"/>
            <ac:spMk id="61" creationId="{EF1F3993-C795-42F5-8464-FE01C2AF8B3C}"/>
          </ac:spMkLst>
        </pc:spChg>
        <pc:spChg chg="add del mod">
          <ac:chgData name="Ken Popkin" userId="3c94c39e-c43b-4805-99ab-8da17777f1ac" providerId="ADAL" clId="{E440F346-DC68-4DD4-BA80-8DE6476F8949}" dt="2021-05-29T19:07:11.789" v="47255"/>
          <ac:spMkLst>
            <pc:docMk/>
            <pc:sldMk cId="544242911" sldId="2146846005"/>
            <ac:spMk id="62" creationId="{3E869EAA-4E2F-48E2-8B0D-F05E25F6E218}"/>
          </ac:spMkLst>
        </pc:spChg>
        <pc:spChg chg="mod ord">
          <ac:chgData name="Ken Popkin" userId="3c94c39e-c43b-4805-99ab-8da17777f1ac" providerId="ADAL" clId="{E440F346-DC68-4DD4-BA80-8DE6476F8949}" dt="2021-05-29T19:08:05.879" v="49631"/>
          <ac:spMkLst>
            <pc:docMk/>
            <pc:sldMk cId="544242911" sldId="2146846005"/>
            <ac:spMk id="63" creationId="{E721BFFD-9195-4945-8A38-5737A47FE97D}"/>
          </ac:spMkLst>
        </pc:spChg>
        <pc:spChg chg="mod ord topLvl modVis">
          <ac:chgData name="Ken Popkin" userId="3c94c39e-c43b-4805-99ab-8da17777f1ac" providerId="ADAL" clId="{E440F346-DC68-4DD4-BA80-8DE6476F8949}" dt="2021-05-29T19:08:05.883" v="49659"/>
          <ac:spMkLst>
            <pc:docMk/>
            <pc:sldMk cId="544242911" sldId="2146846005"/>
            <ac:spMk id="64" creationId="{205E7A4F-9FB8-4BFE-8939-DCAC54E09C09}"/>
          </ac:spMkLst>
        </pc:spChg>
        <pc:spChg chg="mod ord modVis">
          <ac:chgData name="Ken Popkin" userId="3c94c39e-c43b-4805-99ab-8da17777f1ac" providerId="ADAL" clId="{E440F346-DC68-4DD4-BA80-8DE6476F8949}" dt="2021-05-29T19:08:05.879" v="49633"/>
          <ac:spMkLst>
            <pc:docMk/>
            <pc:sldMk cId="544242911" sldId="2146846005"/>
            <ac:spMk id="65" creationId="{2288BDE6-2B64-42A4-9598-BD278D2D2DE0}"/>
          </ac:spMkLst>
        </pc:spChg>
        <pc:spChg chg="mod ord modVis">
          <ac:chgData name="Ken Popkin" userId="3c94c39e-c43b-4805-99ab-8da17777f1ac" providerId="ADAL" clId="{E440F346-DC68-4DD4-BA80-8DE6476F8949}" dt="2021-05-29T19:08:05.879" v="49635"/>
          <ac:spMkLst>
            <pc:docMk/>
            <pc:sldMk cId="544242911" sldId="2146846005"/>
            <ac:spMk id="66" creationId="{A4D603DF-0875-4DEE-A721-3833D3D3B1C0}"/>
          </ac:spMkLst>
        </pc:spChg>
        <pc:spChg chg="mod ord topLvl modVis">
          <ac:chgData name="Ken Popkin" userId="3c94c39e-c43b-4805-99ab-8da17777f1ac" providerId="ADAL" clId="{E440F346-DC68-4DD4-BA80-8DE6476F8949}" dt="2021-05-29T19:08:05.884" v="49661"/>
          <ac:spMkLst>
            <pc:docMk/>
            <pc:sldMk cId="544242911" sldId="2146846005"/>
            <ac:spMk id="67" creationId="{DACD42DE-5A90-450E-8DE7-A48DCB3E9050}"/>
          </ac:spMkLst>
        </pc:spChg>
        <pc:spChg chg="mod ord topLvl">
          <ac:chgData name="Ken Popkin" userId="3c94c39e-c43b-4805-99ab-8da17777f1ac" providerId="ADAL" clId="{E440F346-DC68-4DD4-BA80-8DE6476F8949}" dt="2021-05-29T19:08:05.884" v="49663"/>
          <ac:spMkLst>
            <pc:docMk/>
            <pc:sldMk cId="544242911" sldId="2146846005"/>
            <ac:spMk id="68" creationId="{0EE229FB-CAFB-4E09-BC67-B878DBB01E0A}"/>
          </ac:spMkLst>
        </pc:spChg>
        <pc:spChg chg="add del mod">
          <ac:chgData name="Ken Popkin" userId="3c94c39e-c43b-4805-99ab-8da17777f1ac" providerId="ADAL" clId="{E440F346-DC68-4DD4-BA80-8DE6476F8949}" dt="2021-05-29T19:07:11.801" v="47282"/>
          <ac:spMkLst>
            <pc:docMk/>
            <pc:sldMk cId="544242911" sldId="2146846005"/>
            <ac:spMk id="69" creationId="{A722806A-1B14-4CA4-A3D5-7B680B124E30}"/>
          </ac:spMkLst>
        </pc:spChg>
        <pc:spChg chg="mod ord">
          <ac:chgData name="Ken Popkin" userId="3c94c39e-c43b-4805-99ab-8da17777f1ac" providerId="ADAL" clId="{E440F346-DC68-4DD4-BA80-8DE6476F8949}" dt="2021-05-29T19:08:05.880" v="49637"/>
          <ac:spMkLst>
            <pc:docMk/>
            <pc:sldMk cId="544242911" sldId="2146846005"/>
            <ac:spMk id="71" creationId="{BAF3A888-9593-4E45-827E-64B636BD928C}"/>
          </ac:spMkLst>
        </pc:spChg>
        <pc:spChg chg="mod ord topLvl modVis">
          <ac:chgData name="Ken Popkin" userId="3c94c39e-c43b-4805-99ab-8da17777f1ac" providerId="ADAL" clId="{E440F346-DC68-4DD4-BA80-8DE6476F8949}" dt="2021-05-29T19:08:05.884" v="49665"/>
          <ac:spMkLst>
            <pc:docMk/>
            <pc:sldMk cId="544242911" sldId="2146846005"/>
            <ac:spMk id="72" creationId="{E27C6F55-ABA9-4BDD-85E3-62B312709092}"/>
          </ac:spMkLst>
        </pc:spChg>
        <pc:spChg chg="mod ord modVis">
          <ac:chgData name="Ken Popkin" userId="3c94c39e-c43b-4805-99ab-8da17777f1ac" providerId="ADAL" clId="{E440F346-DC68-4DD4-BA80-8DE6476F8949}" dt="2021-05-29T19:08:05.880" v="49639"/>
          <ac:spMkLst>
            <pc:docMk/>
            <pc:sldMk cId="544242911" sldId="2146846005"/>
            <ac:spMk id="73" creationId="{90B29A43-6DCF-4F28-A9AD-EC9F2BEDAE01}"/>
          </ac:spMkLst>
        </pc:spChg>
        <pc:spChg chg="mod ord modVis">
          <ac:chgData name="Ken Popkin" userId="3c94c39e-c43b-4805-99ab-8da17777f1ac" providerId="ADAL" clId="{E440F346-DC68-4DD4-BA80-8DE6476F8949}" dt="2021-05-29T19:08:05.880" v="49641"/>
          <ac:spMkLst>
            <pc:docMk/>
            <pc:sldMk cId="544242911" sldId="2146846005"/>
            <ac:spMk id="74" creationId="{30330596-BA6D-48C7-A741-F6ACC63681B5}"/>
          </ac:spMkLst>
        </pc:spChg>
        <pc:spChg chg="mod ord topLvl modVis">
          <ac:chgData name="Ken Popkin" userId="3c94c39e-c43b-4805-99ab-8da17777f1ac" providerId="ADAL" clId="{E440F346-DC68-4DD4-BA80-8DE6476F8949}" dt="2021-05-29T19:08:05.884" v="49667"/>
          <ac:spMkLst>
            <pc:docMk/>
            <pc:sldMk cId="544242911" sldId="2146846005"/>
            <ac:spMk id="75" creationId="{FDCF0D6D-EEA7-43D6-93B2-D255A3AA385B}"/>
          </ac:spMkLst>
        </pc:spChg>
        <pc:spChg chg="mod ord topLvl">
          <ac:chgData name="Ken Popkin" userId="3c94c39e-c43b-4805-99ab-8da17777f1ac" providerId="ADAL" clId="{E440F346-DC68-4DD4-BA80-8DE6476F8949}" dt="2021-05-29T19:08:05.885" v="49669"/>
          <ac:spMkLst>
            <pc:docMk/>
            <pc:sldMk cId="544242911" sldId="2146846005"/>
            <ac:spMk id="76" creationId="{5FB381B8-C136-4C40-9999-129EBA703075}"/>
          </ac:spMkLst>
        </pc:spChg>
        <pc:spChg chg="del mod topLvl">
          <ac:chgData name="Ken Popkin" userId="3c94c39e-c43b-4805-99ab-8da17777f1ac" providerId="ADAL" clId="{E440F346-DC68-4DD4-BA80-8DE6476F8949}" dt="2021-05-29T19:06:53.676" v="46410"/>
          <ac:spMkLst>
            <pc:docMk/>
            <pc:sldMk cId="544242911" sldId="2146846005"/>
            <ac:spMk id="77" creationId="{4A954C12-F818-4D94-BDAF-B732F9B84033}"/>
          </ac:spMkLst>
        </pc:spChg>
        <pc:spChg chg="del mod topLvl">
          <ac:chgData name="Ken Popkin" userId="3c94c39e-c43b-4805-99ab-8da17777f1ac" providerId="ADAL" clId="{E440F346-DC68-4DD4-BA80-8DE6476F8949}" dt="2021-05-29T19:06:53.702" v="46436"/>
          <ac:spMkLst>
            <pc:docMk/>
            <pc:sldMk cId="544242911" sldId="2146846005"/>
            <ac:spMk id="78" creationId="{5DA1B5CC-370B-4D91-9D6A-E461EB51759A}"/>
          </ac:spMkLst>
        </pc:spChg>
        <pc:spChg chg="del mod topLvl">
          <ac:chgData name="Ken Popkin" userId="3c94c39e-c43b-4805-99ab-8da17777f1ac" providerId="ADAL" clId="{E440F346-DC68-4DD4-BA80-8DE6476F8949}" dt="2021-05-29T19:06:54.003" v="47250"/>
          <ac:spMkLst>
            <pc:docMk/>
            <pc:sldMk cId="544242911" sldId="2146846005"/>
            <ac:spMk id="79" creationId="{93BCF3CE-15D2-4489-A122-D39DB647788D}"/>
          </ac:spMkLst>
        </pc:spChg>
        <pc:spChg chg="add del mod">
          <ac:chgData name="Ken Popkin" userId="3c94c39e-c43b-4805-99ab-8da17777f1ac" providerId="ADAL" clId="{E440F346-DC68-4DD4-BA80-8DE6476F8949}" dt="2021-05-29T19:07:11.823" v="47362"/>
          <ac:spMkLst>
            <pc:docMk/>
            <pc:sldMk cId="544242911" sldId="2146846005"/>
            <ac:spMk id="85" creationId="{79A2A8C2-8912-42B2-B06B-A1D3E2AEA286}"/>
          </ac:spMkLst>
        </pc:spChg>
        <pc:spChg chg="add del mod">
          <ac:chgData name="Ken Popkin" userId="3c94c39e-c43b-4805-99ab-8da17777f1ac" providerId="ADAL" clId="{E440F346-DC68-4DD4-BA80-8DE6476F8949}" dt="2021-05-29T19:07:11.832" v="47391"/>
          <ac:spMkLst>
            <pc:docMk/>
            <pc:sldMk cId="544242911" sldId="2146846005"/>
            <ac:spMk id="86" creationId="{43A1DEE7-85D5-4402-9AFC-D32E987A3085}"/>
          </ac:spMkLst>
        </pc:spChg>
        <pc:spChg chg="add del mod">
          <ac:chgData name="Ken Popkin" userId="3c94c39e-c43b-4805-99ab-8da17777f1ac" providerId="ADAL" clId="{E440F346-DC68-4DD4-BA80-8DE6476F8949}" dt="2021-05-29T19:07:11.841" v="47421"/>
          <ac:spMkLst>
            <pc:docMk/>
            <pc:sldMk cId="544242911" sldId="2146846005"/>
            <ac:spMk id="87" creationId="{E024F1D3-87F6-4F23-ACA8-6070140A972A}"/>
          </ac:spMkLst>
        </pc:spChg>
        <pc:spChg chg="add del mod">
          <ac:chgData name="Ken Popkin" userId="3c94c39e-c43b-4805-99ab-8da17777f1ac" providerId="ADAL" clId="{E440F346-DC68-4DD4-BA80-8DE6476F8949}" dt="2021-05-29T19:07:11.851" v="47450"/>
          <ac:spMkLst>
            <pc:docMk/>
            <pc:sldMk cId="544242911" sldId="2146846005"/>
            <ac:spMk id="88" creationId="{26E7F528-317A-4DA2-9148-414E23EAD851}"/>
          </ac:spMkLst>
        </pc:spChg>
        <pc:spChg chg="add del mod">
          <ac:chgData name="Ken Popkin" userId="3c94c39e-c43b-4805-99ab-8da17777f1ac" providerId="ADAL" clId="{E440F346-DC68-4DD4-BA80-8DE6476F8949}" dt="2021-05-29T19:07:11.858" v="47470"/>
          <ac:spMkLst>
            <pc:docMk/>
            <pc:sldMk cId="544242911" sldId="2146846005"/>
            <ac:spMk id="89" creationId="{327D68C5-8E64-4A43-9A6F-4F3E0557EFDD}"/>
          </ac:spMkLst>
        </pc:spChg>
        <pc:spChg chg="add del mod">
          <ac:chgData name="Ken Popkin" userId="3c94c39e-c43b-4805-99ab-8da17777f1ac" providerId="ADAL" clId="{E440F346-DC68-4DD4-BA80-8DE6476F8949}" dt="2021-05-29T19:07:11.864" v="47490"/>
          <ac:spMkLst>
            <pc:docMk/>
            <pc:sldMk cId="544242911" sldId="2146846005"/>
            <ac:spMk id="90" creationId="{08C3F15D-7CE9-4144-BABC-C2242C0DD099}"/>
          </ac:spMkLst>
        </pc:spChg>
        <pc:spChg chg="add del mod">
          <ac:chgData name="Ken Popkin" userId="3c94c39e-c43b-4805-99ab-8da17777f1ac" providerId="ADAL" clId="{E440F346-DC68-4DD4-BA80-8DE6476F8949}" dt="2021-05-29T19:07:11.891" v="47561"/>
          <ac:spMkLst>
            <pc:docMk/>
            <pc:sldMk cId="544242911" sldId="2146846005"/>
            <ac:spMk id="91" creationId="{AFAF0D80-633D-49AD-83CF-51085DED82CA}"/>
          </ac:spMkLst>
        </pc:spChg>
        <pc:spChg chg="add del mod">
          <ac:chgData name="Ken Popkin" userId="3c94c39e-c43b-4805-99ab-8da17777f1ac" providerId="ADAL" clId="{E440F346-DC68-4DD4-BA80-8DE6476F8949}" dt="2021-05-29T19:07:11.898" v="47581"/>
          <ac:spMkLst>
            <pc:docMk/>
            <pc:sldMk cId="544242911" sldId="2146846005"/>
            <ac:spMk id="92" creationId="{F502BC3B-8620-4942-BF18-8D69C53E3981}"/>
          </ac:spMkLst>
        </pc:spChg>
        <pc:spChg chg="add del mod">
          <ac:chgData name="Ken Popkin" userId="3c94c39e-c43b-4805-99ab-8da17777f1ac" providerId="ADAL" clId="{E440F346-DC68-4DD4-BA80-8DE6476F8949}" dt="2021-05-29T19:07:11.924" v="47653"/>
          <ac:spMkLst>
            <pc:docMk/>
            <pc:sldMk cId="544242911" sldId="2146846005"/>
            <ac:spMk id="93" creationId="{BA7F4E6E-1344-45C9-8FAC-AEDB022125D9}"/>
          </ac:spMkLst>
        </pc:spChg>
        <pc:spChg chg="add del mod">
          <ac:chgData name="Ken Popkin" userId="3c94c39e-c43b-4805-99ab-8da17777f1ac" providerId="ADAL" clId="{E440F346-DC68-4DD4-BA80-8DE6476F8949}" dt="2021-05-29T19:07:11.932" v="47673"/>
          <ac:spMkLst>
            <pc:docMk/>
            <pc:sldMk cId="544242911" sldId="2146846005"/>
            <ac:spMk id="94" creationId="{9AEB4DCA-40D1-41E2-8747-F31DBAA69086}"/>
          </ac:spMkLst>
        </pc:spChg>
        <pc:spChg chg="add del mod">
          <ac:chgData name="Ken Popkin" userId="3c94c39e-c43b-4805-99ab-8da17777f1ac" providerId="ADAL" clId="{E440F346-DC68-4DD4-BA80-8DE6476F8949}" dt="2021-05-29T19:07:11.953" v="47732"/>
          <ac:spMkLst>
            <pc:docMk/>
            <pc:sldMk cId="544242911" sldId="2146846005"/>
            <ac:spMk id="95" creationId="{8B19B004-3CA6-4E07-803A-982A7163404B}"/>
          </ac:spMkLst>
        </pc:spChg>
        <pc:spChg chg="add del mod">
          <ac:chgData name="Ken Popkin" userId="3c94c39e-c43b-4805-99ab-8da17777f1ac" providerId="ADAL" clId="{E440F346-DC68-4DD4-BA80-8DE6476F8949}" dt="2021-05-29T19:07:11.960" v="47752"/>
          <ac:spMkLst>
            <pc:docMk/>
            <pc:sldMk cId="544242911" sldId="2146846005"/>
            <ac:spMk id="96" creationId="{40952252-1E54-4354-976F-49AC09AD55D2}"/>
          </ac:spMkLst>
        </pc:spChg>
        <pc:spChg chg="add del mod">
          <ac:chgData name="Ken Popkin" userId="3c94c39e-c43b-4805-99ab-8da17777f1ac" providerId="ADAL" clId="{E440F346-DC68-4DD4-BA80-8DE6476F8949}" dt="2021-05-29T19:07:11.987" v="47824"/>
          <ac:spMkLst>
            <pc:docMk/>
            <pc:sldMk cId="544242911" sldId="2146846005"/>
            <ac:spMk id="97" creationId="{91CDA410-3CF7-4E8D-8700-D64EB80E6017}"/>
          </ac:spMkLst>
        </pc:spChg>
        <pc:spChg chg="add del mod">
          <ac:chgData name="Ken Popkin" userId="3c94c39e-c43b-4805-99ab-8da17777f1ac" providerId="ADAL" clId="{E440F346-DC68-4DD4-BA80-8DE6476F8949}" dt="2021-05-29T19:07:11.995" v="47844"/>
          <ac:spMkLst>
            <pc:docMk/>
            <pc:sldMk cId="544242911" sldId="2146846005"/>
            <ac:spMk id="98" creationId="{215A0465-F386-4637-8C0B-D4210E088E35}"/>
          </ac:spMkLst>
        </pc:spChg>
        <pc:spChg chg="del mod topLvl">
          <ac:chgData name="Ken Popkin" userId="3c94c39e-c43b-4805-99ab-8da17777f1ac" providerId="ADAL" clId="{E440F346-DC68-4DD4-BA80-8DE6476F8949}" dt="2021-05-29T19:06:53.768" v="46572"/>
          <ac:spMkLst>
            <pc:docMk/>
            <pc:sldMk cId="544242911" sldId="2146846005"/>
            <ac:spMk id="99" creationId="{792ABBEF-2924-4DFF-9F36-994B06F40F2C}"/>
          </ac:spMkLst>
        </pc:spChg>
        <pc:spChg chg="del mod topLvl">
          <ac:chgData name="Ken Popkin" userId="3c94c39e-c43b-4805-99ab-8da17777f1ac" providerId="ADAL" clId="{E440F346-DC68-4DD4-BA80-8DE6476F8949}" dt="2021-05-29T19:06:53.754" v="46542"/>
          <ac:spMkLst>
            <pc:docMk/>
            <pc:sldMk cId="544242911" sldId="2146846005"/>
            <ac:spMk id="100" creationId="{BB4B7431-0A7A-4FB3-8ABF-4F90752A5C16}"/>
          </ac:spMkLst>
        </pc:spChg>
        <pc:spChg chg="del mod topLvl">
          <ac:chgData name="Ken Popkin" userId="3c94c39e-c43b-4805-99ab-8da17777f1ac" providerId="ADAL" clId="{E440F346-DC68-4DD4-BA80-8DE6476F8949}" dt="2021-05-29T19:06:53.784" v="46603"/>
          <ac:spMkLst>
            <pc:docMk/>
            <pc:sldMk cId="544242911" sldId="2146846005"/>
            <ac:spMk id="101" creationId="{7F0CF521-DE4A-4330-82CC-DC5B7B5D421A}"/>
          </ac:spMkLst>
        </pc:spChg>
        <pc:spChg chg="del mod topLvl">
          <ac:chgData name="Ken Popkin" userId="3c94c39e-c43b-4805-99ab-8da17777f1ac" providerId="ADAL" clId="{E440F346-DC68-4DD4-BA80-8DE6476F8949}" dt="2021-05-29T19:06:53.808" v="46654"/>
          <ac:spMkLst>
            <pc:docMk/>
            <pc:sldMk cId="544242911" sldId="2146846005"/>
            <ac:spMk id="102" creationId="{E1DF0E3B-6482-494D-BC12-86F66002C776}"/>
          </ac:spMkLst>
        </pc:spChg>
        <pc:spChg chg="del mod">
          <ac:chgData name="Ken Popkin" userId="3c94c39e-c43b-4805-99ab-8da17777f1ac" providerId="ADAL" clId="{E440F346-DC68-4DD4-BA80-8DE6476F8949}" dt="2021-05-29T19:06:53.819" v="46675"/>
          <ac:spMkLst>
            <pc:docMk/>
            <pc:sldMk cId="544242911" sldId="2146846005"/>
            <ac:spMk id="103" creationId="{0FD8EF40-2986-48B1-8B4E-CF59511F7785}"/>
          </ac:spMkLst>
        </pc:spChg>
        <pc:spChg chg="del mod topLvl">
          <ac:chgData name="Ken Popkin" userId="3c94c39e-c43b-4805-99ab-8da17777f1ac" providerId="ADAL" clId="{E440F346-DC68-4DD4-BA80-8DE6476F8949}" dt="2021-05-29T19:06:53.845" v="46750"/>
          <ac:spMkLst>
            <pc:docMk/>
            <pc:sldMk cId="544242911" sldId="2146846005"/>
            <ac:spMk id="104" creationId="{02BBFADA-1165-48C0-8C43-7214A083F9F8}"/>
          </ac:spMkLst>
        </pc:spChg>
        <pc:spChg chg="del mod modVis">
          <ac:chgData name="Ken Popkin" userId="3c94c39e-c43b-4805-99ab-8da17777f1ac" providerId="ADAL" clId="{E440F346-DC68-4DD4-BA80-8DE6476F8949}" dt="2021-05-29T19:06:53.853" v="46771"/>
          <ac:spMkLst>
            <pc:docMk/>
            <pc:sldMk cId="544242911" sldId="2146846005"/>
            <ac:spMk id="105" creationId="{C2F23F31-0172-4879-B427-BB1DB8BB3AE9}"/>
          </ac:spMkLst>
        </pc:spChg>
        <pc:spChg chg="del mod topLvl">
          <ac:chgData name="Ken Popkin" userId="3c94c39e-c43b-4805-99ab-8da17777f1ac" providerId="ADAL" clId="{E440F346-DC68-4DD4-BA80-8DE6476F8949}" dt="2021-05-29T19:06:53.879" v="46846"/>
          <ac:spMkLst>
            <pc:docMk/>
            <pc:sldMk cId="544242911" sldId="2146846005"/>
            <ac:spMk id="106" creationId="{A6DE8B0A-B304-4A70-B7E7-FAF7A31E994D}"/>
          </ac:spMkLst>
        </pc:spChg>
        <pc:spChg chg="del mod modVis">
          <ac:chgData name="Ken Popkin" userId="3c94c39e-c43b-4805-99ab-8da17777f1ac" providerId="ADAL" clId="{E440F346-DC68-4DD4-BA80-8DE6476F8949}" dt="2021-05-29T19:06:53.887" v="46867"/>
          <ac:spMkLst>
            <pc:docMk/>
            <pc:sldMk cId="544242911" sldId="2146846005"/>
            <ac:spMk id="107" creationId="{069EE212-14E4-45FE-BC9F-23D037BC0FF3}"/>
          </ac:spMkLst>
        </pc:spChg>
        <pc:spChg chg="del mod topLvl">
          <ac:chgData name="Ken Popkin" userId="3c94c39e-c43b-4805-99ab-8da17777f1ac" providerId="ADAL" clId="{E440F346-DC68-4DD4-BA80-8DE6476F8949}" dt="2021-05-29T19:06:53.948" v="47031"/>
          <ac:spMkLst>
            <pc:docMk/>
            <pc:sldMk cId="544242911" sldId="2146846005"/>
            <ac:spMk id="108" creationId="{A617DF41-3448-4512-81D1-D2B6C222DFA4}"/>
          </ac:spMkLst>
        </pc:spChg>
        <pc:spChg chg="del mod modVis">
          <ac:chgData name="Ken Popkin" userId="3c94c39e-c43b-4805-99ab-8da17777f1ac" providerId="ADAL" clId="{E440F346-DC68-4DD4-BA80-8DE6476F8949}" dt="2021-05-29T19:06:53.956" v="47052"/>
          <ac:spMkLst>
            <pc:docMk/>
            <pc:sldMk cId="544242911" sldId="2146846005"/>
            <ac:spMk id="109" creationId="{70091E56-2DF5-42F2-A112-6B28D1377A8A}"/>
          </ac:spMkLst>
        </pc:spChg>
        <pc:spChg chg="del mod topLvl">
          <ac:chgData name="Ken Popkin" userId="3c94c39e-c43b-4805-99ab-8da17777f1ac" providerId="ADAL" clId="{E440F346-DC68-4DD4-BA80-8DE6476F8949}" dt="2021-05-29T19:06:53.914" v="46938"/>
          <ac:spMkLst>
            <pc:docMk/>
            <pc:sldMk cId="544242911" sldId="2146846005"/>
            <ac:spMk id="110" creationId="{D8E9243D-53A3-4C5F-9B7B-5BA92E1F7675}"/>
          </ac:spMkLst>
        </pc:spChg>
        <pc:spChg chg="del mod">
          <ac:chgData name="Ken Popkin" userId="3c94c39e-c43b-4805-99ab-8da17777f1ac" providerId="ADAL" clId="{E440F346-DC68-4DD4-BA80-8DE6476F8949}" dt="2021-05-29T19:06:53.922" v="46959"/>
          <ac:spMkLst>
            <pc:docMk/>
            <pc:sldMk cId="544242911" sldId="2146846005"/>
            <ac:spMk id="111" creationId="{516132A5-3EE3-4675-8DDB-AEE4882D0A30}"/>
          </ac:spMkLst>
        </pc:spChg>
        <pc:spChg chg="add del mod">
          <ac:chgData name="Ken Popkin" userId="3c94c39e-c43b-4805-99ab-8da17777f1ac" providerId="ADAL" clId="{E440F346-DC68-4DD4-BA80-8DE6476F8949}" dt="2021-05-29T19:07:37.817" v="48058"/>
          <ac:spMkLst>
            <pc:docMk/>
            <pc:sldMk cId="544242911" sldId="2146846005"/>
            <ac:spMk id="112" creationId="{90EF18E5-C22B-490D-9313-5E29F41F06A5}"/>
          </ac:spMkLst>
        </pc:spChg>
        <pc:spChg chg="add del mod">
          <ac:chgData name="Ken Popkin" userId="3c94c39e-c43b-4805-99ab-8da17777f1ac" providerId="ADAL" clId="{E440F346-DC68-4DD4-BA80-8DE6476F8949}" dt="2021-05-29T19:07:37.832" v="48084"/>
          <ac:spMkLst>
            <pc:docMk/>
            <pc:sldMk cId="544242911" sldId="2146846005"/>
            <ac:spMk id="113" creationId="{BDC8BF85-A72D-4C57-ACDA-F762EECF64CE}"/>
          </ac:spMkLst>
        </pc:spChg>
        <pc:spChg chg="del mod topLvl">
          <ac:chgData name="Ken Popkin" userId="3c94c39e-c43b-4805-99ab-8da17777f1ac" providerId="ADAL" clId="{E440F346-DC68-4DD4-BA80-8DE6476F8949}" dt="2021-05-29T18:06:42.330" v="1074"/>
          <ac:spMkLst>
            <pc:docMk/>
            <pc:sldMk cId="544242911" sldId="2146846005"/>
            <ac:spMk id="114" creationId="{E8E8C3BF-B6C9-402E-A9F5-8CB398B07DF6}"/>
          </ac:spMkLst>
        </pc:spChg>
        <pc:spChg chg="add del mod">
          <ac:chgData name="Ken Popkin" userId="3c94c39e-c43b-4805-99ab-8da17777f1ac" providerId="ADAL" clId="{E440F346-DC68-4DD4-BA80-8DE6476F8949}" dt="2021-05-29T19:07:38.148" v="48898"/>
          <ac:spMkLst>
            <pc:docMk/>
            <pc:sldMk cId="544242911" sldId="2146846005"/>
            <ac:spMk id="115" creationId="{37C5667F-3612-4FB3-B775-CA379C2AADF1}"/>
          </ac:spMkLst>
        </pc:spChg>
        <pc:spChg chg="add del mod">
          <ac:chgData name="Ken Popkin" userId="3c94c39e-c43b-4805-99ab-8da17777f1ac" providerId="ADAL" clId="{E440F346-DC68-4DD4-BA80-8DE6476F8949}" dt="2021-05-29T19:07:37.888" v="48190"/>
          <ac:spMkLst>
            <pc:docMk/>
            <pc:sldMk cId="544242911" sldId="2146846005"/>
            <ac:spMk id="116" creationId="{A7D48743-BA9E-452D-BEA2-4D626A910B77}"/>
          </ac:spMkLst>
        </pc:spChg>
        <pc:spChg chg="add del mod">
          <ac:chgData name="Ken Popkin" userId="3c94c39e-c43b-4805-99ab-8da17777f1ac" providerId="ADAL" clId="{E440F346-DC68-4DD4-BA80-8DE6476F8949}" dt="2021-05-29T19:07:37.905" v="48220"/>
          <ac:spMkLst>
            <pc:docMk/>
            <pc:sldMk cId="544242911" sldId="2146846005"/>
            <ac:spMk id="117" creationId="{666D46D3-3B06-4927-8BF1-C53562B58F99}"/>
          </ac:spMkLst>
        </pc:spChg>
        <pc:spChg chg="add del mod">
          <ac:chgData name="Ken Popkin" userId="3c94c39e-c43b-4805-99ab-8da17777f1ac" providerId="ADAL" clId="{E440F346-DC68-4DD4-BA80-8DE6476F8949}" dt="2021-05-29T19:07:37.922" v="48251"/>
          <ac:spMkLst>
            <pc:docMk/>
            <pc:sldMk cId="544242911" sldId="2146846005"/>
            <ac:spMk id="118" creationId="{7A3195B7-20BD-4FA2-B169-1886DF61B48E}"/>
          </ac:spMkLst>
        </pc:spChg>
        <pc:spChg chg="add del mod">
          <ac:chgData name="Ken Popkin" userId="3c94c39e-c43b-4805-99ab-8da17777f1ac" providerId="ADAL" clId="{E440F346-DC68-4DD4-BA80-8DE6476F8949}" dt="2021-05-29T19:07:37.938" v="48281"/>
          <ac:spMkLst>
            <pc:docMk/>
            <pc:sldMk cId="544242911" sldId="2146846005"/>
            <ac:spMk id="119" creationId="{CD5104F3-7F0F-440C-83C4-AA9CF04C5B3E}"/>
          </ac:spMkLst>
        </pc:spChg>
        <pc:spChg chg="add del mod">
          <ac:chgData name="Ken Popkin" userId="3c94c39e-c43b-4805-99ab-8da17777f1ac" providerId="ADAL" clId="{E440F346-DC68-4DD4-BA80-8DE6476F8949}" dt="2021-05-29T19:07:37.950" v="48302"/>
          <ac:spMkLst>
            <pc:docMk/>
            <pc:sldMk cId="544242911" sldId="2146846005"/>
            <ac:spMk id="120" creationId="{C05D1852-D8EF-48D6-8924-108B4DB6EE67}"/>
          </ac:spMkLst>
        </pc:spChg>
        <pc:spChg chg="add del mod modVis">
          <ac:chgData name="Ken Popkin" userId="3c94c39e-c43b-4805-99ab-8da17777f1ac" providerId="ADAL" clId="{E440F346-DC68-4DD4-BA80-8DE6476F8949}" dt="2021-05-29T19:07:37.963" v="48323"/>
          <ac:spMkLst>
            <pc:docMk/>
            <pc:sldMk cId="544242911" sldId="2146846005"/>
            <ac:spMk id="121" creationId="{805A23E8-4D93-49E8-9B2E-E28D455F8C7B}"/>
          </ac:spMkLst>
        </pc:spChg>
        <pc:spChg chg="add del mod">
          <ac:chgData name="Ken Popkin" userId="3c94c39e-c43b-4805-99ab-8da17777f1ac" providerId="ADAL" clId="{E440F346-DC68-4DD4-BA80-8DE6476F8949}" dt="2021-05-29T19:07:37.991" v="48398"/>
          <ac:spMkLst>
            <pc:docMk/>
            <pc:sldMk cId="544242911" sldId="2146846005"/>
            <ac:spMk id="122" creationId="{635B1EDA-CDCE-4D65-870C-2D137DCEABA4}"/>
          </ac:spMkLst>
        </pc:spChg>
        <pc:spChg chg="add del mod modVis">
          <ac:chgData name="Ken Popkin" userId="3c94c39e-c43b-4805-99ab-8da17777f1ac" providerId="ADAL" clId="{E440F346-DC68-4DD4-BA80-8DE6476F8949}" dt="2021-05-29T19:07:37.999" v="48419"/>
          <ac:spMkLst>
            <pc:docMk/>
            <pc:sldMk cId="544242911" sldId="2146846005"/>
            <ac:spMk id="123" creationId="{D8889989-1E68-44CF-81C6-5A25E8D55796}"/>
          </ac:spMkLst>
        </pc:spChg>
        <pc:spChg chg="add del mod">
          <ac:chgData name="Ken Popkin" userId="3c94c39e-c43b-4805-99ab-8da17777f1ac" providerId="ADAL" clId="{E440F346-DC68-4DD4-BA80-8DE6476F8949}" dt="2021-05-29T19:07:38.026" v="48494"/>
          <ac:spMkLst>
            <pc:docMk/>
            <pc:sldMk cId="544242911" sldId="2146846005"/>
            <ac:spMk id="124" creationId="{83F0AAFC-E6AE-460A-A2EB-98F4018C9814}"/>
          </ac:spMkLst>
        </pc:spChg>
        <pc:spChg chg="add del mod modVis">
          <ac:chgData name="Ken Popkin" userId="3c94c39e-c43b-4805-99ab-8da17777f1ac" providerId="ADAL" clId="{E440F346-DC68-4DD4-BA80-8DE6476F8949}" dt="2021-05-29T19:07:38.033" v="48515"/>
          <ac:spMkLst>
            <pc:docMk/>
            <pc:sldMk cId="544242911" sldId="2146846005"/>
            <ac:spMk id="125" creationId="{23FF886C-E3CC-4A1A-BF81-6BC7C4DF8DB8}"/>
          </ac:spMkLst>
        </pc:spChg>
        <pc:spChg chg="add del mod">
          <ac:chgData name="Ken Popkin" userId="3c94c39e-c43b-4805-99ab-8da17777f1ac" providerId="ADAL" clId="{E440F346-DC68-4DD4-BA80-8DE6476F8949}" dt="2021-05-29T19:07:38.060" v="48586"/>
          <ac:spMkLst>
            <pc:docMk/>
            <pc:sldMk cId="544242911" sldId="2146846005"/>
            <ac:spMk id="126" creationId="{CDC2986E-1758-47DB-9925-A6DC3F34BCC3}"/>
          </ac:spMkLst>
        </pc:spChg>
        <pc:spChg chg="add del mod modVis">
          <ac:chgData name="Ken Popkin" userId="3c94c39e-c43b-4805-99ab-8da17777f1ac" providerId="ADAL" clId="{E440F346-DC68-4DD4-BA80-8DE6476F8949}" dt="2021-05-29T19:07:38.068" v="48607"/>
          <ac:spMkLst>
            <pc:docMk/>
            <pc:sldMk cId="544242911" sldId="2146846005"/>
            <ac:spMk id="127" creationId="{C9165F8F-2D45-465E-AD48-A9607E307C1E}"/>
          </ac:spMkLst>
        </pc:spChg>
        <pc:spChg chg="add del mod">
          <ac:chgData name="Ken Popkin" userId="3c94c39e-c43b-4805-99ab-8da17777f1ac" providerId="ADAL" clId="{E440F346-DC68-4DD4-BA80-8DE6476F8949}" dt="2021-05-29T19:07:38.094" v="48679"/>
          <ac:spMkLst>
            <pc:docMk/>
            <pc:sldMk cId="544242911" sldId="2146846005"/>
            <ac:spMk id="128" creationId="{854B1119-E48D-46B1-90B5-DC3DC5175882}"/>
          </ac:spMkLst>
        </pc:spChg>
        <pc:spChg chg="add del mod modVis">
          <ac:chgData name="Ken Popkin" userId="3c94c39e-c43b-4805-99ab-8da17777f1ac" providerId="ADAL" clId="{E440F346-DC68-4DD4-BA80-8DE6476F8949}" dt="2021-05-29T19:07:38.101" v="48700"/>
          <ac:spMkLst>
            <pc:docMk/>
            <pc:sldMk cId="544242911" sldId="2146846005"/>
            <ac:spMk id="129" creationId="{49F4DC33-C313-4DE0-ABE9-CFCBF7357C57}"/>
          </ac:spMkLst>
        </pc:spChg>
        <pc:spChg chg="add del mod">
          <ac:chgData name="Ken Popkin" userId="3c94c39e-c43b-4805-99ab-8da17777f1ac" providerId="ADAL" clId="{E440F346-DC68-4DD4-BA80-8DE6476F8949}" dt="2021-05-29T19:08:05.630" v="48903"/>
          <ac:spMkLst>
            <pc:docMk/>
            <pc:sldMk cId="544242911" sldId="2146846005"/>
            <ac:spMk id="130" creationId="{BFB5D415-02BA-438F-B7E0-0A664050EF72}"/>
          </ac:spMkLst>
        </pc:spChg>
        <pc:spChg chg="add del mod">
          <ac:chgData name="Ken Popkin" userId="3c94c39e-c43b-4805-99ab-8da17777f1ac" providerId="ADAL" clId="{E440F346-DC68-4DD4-BA80-8DE6476F8949}" dt="2021-05-29T19:08:05.645" v="48930"/>
          <ac:spMkLst>
            <pc:docMk/>
            <pc:sldMk cId="544242911" sldId="2146846005"/>
            <ac:spMk id="131" creationId="{E62F1AFE-243B-46CA-9C52-3E1C6BBE791C}"/>
          </ac:spMkLst>
        </pc:spChg>
        <pc:spChg chg="add del mod">
          <ac:chgData name="Ken Popkin" userId="3c94c39e-c43b-4805-99ab-8da17777f1ac" providerId="ADAL" clId="{E440F346-DC68-4DD4-BA80-8DE6476F8949}" dt="2021-05-29T19:08:05.672" v="49010"/>
          <ac:spMkLst>
            <pc:docMk/>
            <pc:sldMk cId="544242911" sldId="2146846005"/>
            <ac:spMk id="138" creationId="{9D64533D-5104-414E-9773-86E9B9B478C2}"/>
          </ac:spMkLst>
        </pc:spChg>
        <pc:spChg chg="add del mod">
          <ac:chgData name="Ken Popkin" userId="3c94c39e-c43b-4805-99ab-8da17777f1ac" providerId="ADAL" clId="{E440F346-DC68-4DD4-BA80-8DE6476F8949}" dt="2021-05-29T19:08:05.682" v="49039"/>
          <ac:spMkLst>
            <pc:docMk/>
            <pc:sldMk cId="544242911" sldId="2146846005"/>
            <ac:spMk id="139" creationId="{7D60CFE5-1600-4BC5-9E3C-283B6C78C328}"/>
          </ac:spMkLst>
        </pc:spChg>
        <pc:spChg chg="add del mod">
          <ac:chgData name="Ken Popkin" userId="3c94c39e-c43b-4805-99ab-8da17777f1ac" providerId="ADAL" clId="{E440F346-DC68-4DD4-BA80-8DE6476F8949}" dt="2021-05-29T19:08:05.691" v="49069"/>
          <ac:spMkLst>
            <pc:docMk/>
            <pc:sldMk cId="544242911" sldId="2146846005"/>
            <ac:spMk id="140" creationId="{AECA5F0B-1AD1-406A-9D10-4215DB2FCE79}"/>
          </ac:spMkLst>
        </pc:spChg>
        <pc:spChg chg="add del mod">
          <ac:chgData name="Ken Popkin" userId="3c94c39e-c43b-4805-99ab-8da17777f1ac" providerId="ADAL" clId="{E440F346-DC68-4DD4-BA80-8DE6476F8949}" dt="2021-05-29T19:08:05.701" v="49098"/>
          <ac:spMkLst>
            <pc:docMk/>
            <pc:sldMk cId="544242911" sldId="2146846005"/>
            <ac:spMk id="141" creationId="{5E368FD8-7053-4D17-B1FF-B560EEF6529D}"/>
          </ac:spMkLst>
        </pc:spChg>
        <pc:spChg chg="add del mod">
          <ac:chgData name="Ken Popkin" userId="3c94c39e-c43b-4805-99ab-8da17777f1ac" providerId="ADAL" clId="{E440F346-DC68-4DD4-BA80-8DE6476F8949}" dt="2021-05-29T19:08:05.708" v="49118"/>
          <ac:spMkLst>
            <pc:docMk/>
            <pc:sldMk cId="544242911" sldId="2146846005"/>
            <ac:spMk id="142" creationId="{E1735D3F-CE53-4B5B-A150-DE02B600E1D2}"/>
          </ac:spMkLst>
        </pc:spChg>
        <pc:spChg chg="add del mod">
          <ac:chgData name="Ken Popkin" userId="3c94c39e-c43b-4805-99ab-8da17777f1ac" providerId="ADAL" clId="{E440F346-DC68-4DD4-BA80-8DE6476F8949}" dt="2021-05-29T19:08:05.714" v="49138"/>
          <ac:spMkLst>
            <pc:docMk/>
            <pc:sldMk cId="544242911" sldId="2146846005"/>
            <ac:spMk id="143" creationId="{1FFFA56E-BC0D-4610-B129-8D100398EFDB}"/>
          </ac:spMkLst>
        </pc:spChg>
        <pc:spChg chg="add del mod">
          <ac:chgData name="Ken Popkin" userId="3c94c39e-c43b-4805-99ab-8da17777f1ac" providerId="ADAL" clId="{E440F346-DC68-4DD4-BA80-8DE6476F8949}" dt="2021-05-29T19:08:05.740" v="49209"/>
          <ac:spMkLst>
            <pc:docMk/>
            <pc:sldMk cId="544242911" sldId="2146846005"/>
            <ac:spMk id="144" creationId="{9DC6EFCC-FEE3-4D82-9F46-A4806B629030}"/>
          </ac:spMkLst>
        </pc:spChg>
        <pc:spChg chg="add del mod">
          <ac:chgData name="Ken Popkin" userId="3c94c39e-c43b-4805-99ab-8da17777f1ac" providerId="ADAL" clId="{E440F346-DC68-4DD4-BA80-8DE6476F8949}" dt="2021-05-29T19:08:05.747" v="49229"/>
          <ac:spMkLst>
            <pc:docMk/>
            <pc:sldMk cId="544242911" sldId="2146846005"/>
            <ac:spMk id="145" creationId="{009A1F1E-F2C8-4608-8744-9499AF734B79}"/>
          </ac:spMkLst>
        </pc:spChg>
        <pc:spChg chg="add del mod">
          <ac:chgData name="Ken Popkin" userId="3c94c39e-c43b-4805-99ab-8da17777f1ac" providerId="ADAL" clId="{E440F346-DC68-4DD4-BA80-8DE6476F8949}" dt="2021-05-29T19:08:05.772" v="49301"/>
          <ac:spMkLst>
            <pc:docMk/>
            <pc:sldMk cId="544242911" sldId="2146846005"/>
            <ac:spMk id="146" creationId="{43BF2135-AEB5-4B89-AFF4-D6BD0283F373}"/>
          </ac:spMkLst>
        </pc:spChg>
        <pc:spChg chg="add del mod">
          <ac:chgData name="Ken Popkin" userId="3c94c39e-c43b-4805-99ab-8da17777f1ac" providerId="ADAL" clId="{E440F346-DC68-4DD4-BA80-8DE6476F8949}" dt="2021-05-29T19:08:05.780" v="49321"/>
          <ac:spMkLst>
            <pc:docMk/>
            <pc:sldMk cId="544242911" sldId="2146846005"/>
            <ac:spMk id="147" creationId="{F49A1525-7402-4068-B6FB-9C8F6CD9190E}"/>
          </ac:spMkLst>
        </pc:spChg>
        <pc:spChg chg="add del mod">
          <ac:chgData name="Ken Popkin" userId="3c94c39e-c43b-4805-99ab-8da17777f1ac" providerId="ADAL" clId="{E440F346-DC68-4DD4-BA80-8DE6476F8949}" dt="2021-05-29T19:08:05.801" v="49380"/>
          <ac:spMkLst>
            <pc:docMk/>
            <pc:sldMk cId="544242911" sldId="2146846005"/>
            <ac:spMk id="148" creationId="{2273E248-F9AB-490D-A41A-9F05C0D93A89}"/>
          </ac:spMkLst>
        </pc:spChg>
        <pc:spChg chg="add del mod">
          <ac:chgData name="Ken Popkin" userId="3c94c39e-c43b-4805-99ab-8da17777f1ac" providerId="ADAL" clId="{E440F346-DC68-4DD4-BA80-8DE6476F8949}" dt="2021-05-29T19:08:05.808" v="49400"/>
          <ac:spMkLst>
            <pc:docMk/>
            <pc:sldMk cId="544242911" sldId="2146846005"/>
            <ac:spMk id="149" creationId="{01266A11-10E9-4E52-BFDA-C57FFE77374E}"/>
          </ac:spMkLst>
        </pc:spChg>
        <pc:spChg chg="add del mod">
          <ac:chgData name="Ken Popkin" userId="3c94c39e-c43b-4805-99ab-8da17777f1ac" providerId="ADAL" clId="{E440F346-DC68-4DD4-BA80-8DE6476F8949}" dt="2021-05-29T19:08:05.834" v="49472"/>
          <ac:spMkLst>
            <pc:docMk/>
            <pc:sldMk cId="544242911" sldId="2146846005"/>
            <ac:spMk id="150" creationId="{73EBC0DE-2157-4017-BD79-8C27572FA10C}"/>
          </ac:spMkLst>
        </pc:spChg>
        <pc:spChg chg="add del mod">
          <ac:chgData name="Ken Popkin" userId="3c94c39e-c43b-4805-99ab-8da17777f1ac" providerId="ADAL" clId="{E440F346-DC68-4DD4-BA80-8DE6476F8949}" dt="2021-05-29T19:08:05.841" v="49492"/>
          <ac:spMkLst>
            <pc:docMk/>
            <pc:sldMk cId="544242911" sldId="2146846005"/>
            <ac:spMk id="151" creationId="{2C118036-3197-4F56-ACC7-3778500B7AF5}"/>
          </ac:spMkLst>
        </pc:spChg>
        <pc:spChg chg="add mod">
          <ac:chgData name="Ken Popkin" userId="3c94c39e-c43b-4805-99ab-8da17777f1ac" providerId="ADAL" clId="{E440F346-DC68-4DD4-BA80-8DE6476F8949}" dt="2021-05-29T19:08:05.868" v="49568"/>
          <ac:spMkLst>
            <pc:docMk/>
            <pc:sldMk cId="544242911" sldId="2146846005"/>
            <ac:spMk id="152" creationId="{F19D69FE-ACBC-4A6D-AB94-AB009AFC8F99}"/>
          </ac:spMkLst>
        </pc:spChg>
        <pc:spChg chg="add mod">
          <ac:chgData name="Ken Popkin" userId="3c94c39e-c43b-4805-99ab-8da17777f1ac" providerId="ADAL" clId="{E440F346-DC68-4DD4-BA80-8DE6476F8949}" dt="2021-05-29T19:08:05.869" v="49569"/>
          <ac:spMkLst>
            <pc:docMk/>
            <pc:sldMk cId="544242911" sldId="2146846005"/>
            <ac:spMk id="153" creationId="{AA7D19C1-03F4-425A-94AB-9F142DA6321A}"/>
          </ac:spMkLst>
        </pc:spChg>
        <pc:spChg chg="add mod">
          <ac:chgData name="Ken Popkin" userId="3c94c39e-c43b-4805-99ab-8da17777f1ac" providerId="ADAL" clId="{E440F346-DC68-4DD4-BA80-8DE6476F8949}" dt="2021-05-29T19:08:05.869" v="49570"/>
          <ac:spMkLst>
            <pc:docMk/>
            <pc:sldMk cId="544242911" sldId="2146846005"/>
            <ac:spMk id="154" creationId="{A16FA871-E774-49AD-8509-0680BDE10FA9}"/>
          </ac:spMkLst>
        </pc:spChg>
        <pc:spChg chg="add mod">
          <ac:chgData name="Ken Popkin" userId="3c94c39e-c43b-4805-99ab-8da17777f1ac" providerId="ADAL" clId="{E440F346-DC68-4DD4-BA80-8DE6476F8949}" dt="2021-05-29T19:08:05.885" v="49671"/>
          <ac:spMkLst>
            <pc:docMk/>
            <pc:sldMk cId="544242911" sldId="2146846005"/>
            <ac:spMk id="155" creationId="{C0A0F93F-28FE-4703-8BA6-CCD6A9AB85A1}"/>
          </ac:spMkLst>
        </pc:spChg>
        <pc:spChg chg="add mod">
          <ac:chgData name="Ken Popkin" userId="3c94c39e-c43b-4805-99ab-8da17777f1ac" providerId="ADAL" clId="{E440F346-DC68-4DD4-BA80-8DE6476F8949}" dt="2021-05-29T19:08:05.885" v="49670"/>
          <ac:spMkLst>
            <pc:docMk/>
            <pc:sldMk cId="544242911" sldId="2146846005"/>
            <ac:spMk id="156" creationId="{FA021C1E-F793-4931-92DC-B510C052342A}"/>
          </ac:spMkLst>
        </pc:spChg>
        <pc:spChg chg="add mod">
          <ac:chgData name="Ken Popkin" userId="3c94c39e-c43b-4805-99ab-8da17777f1ac" providerId="ADAL" clId="{E440F346-DC68-4DD4-BA80-8DE6476F8949}" dt="2021-05-29T19:08:05.886" v="49672"/>
          <ac:spMkLst>
            <pc:docMk/>
            <pc:sldMk cId="544242911" sldId="2146846005"/>
            <ac:spMk id="157" creationId="{59090122-0685-499D-BC02-278E8C31DE41}"/>
          </ac:spMkLst>
        </pc:spChg>
        <pc:spChg chg="add mod">
          <ac:chgData name="Ken Popkin" userId="3c94c39e-c43b-4805-99ab-8da17777f1ac" providerId="ADAL" clId="{E440F346-DC68-4DD4-BA80-8DE6476F8949}" dt="2021-05-29T19:08:05.886" v="49673"/>
          <ac:spMkLst>
            <pc:docMk/>
            <pc:sldMk cId="544242911" sldId="2146846005"/>
            <ac:spMk id="158" creationId="{12862EAD-2427-4160-A1C7-F1142366FD72}"/>
          </ac:spMkLst>
        </pc:spChg>
        <pc:spChg chg="add mod">
          <ac:chgData name="Ken Popkin" userId="3c94c39e-c43b-4805-99ab-8da17777f1ac" providerId="ADAL" clId="{E440F346-DC68-4DD4-BA80-8DE6476F8949}" dt="2021-05-29T19:08:05.874" v="49600"/>
          <ac:spMkLst>
            <pc:docMk/>
            <pc:sldMk cId="544242911" sldId="2146846005"/>
            <ac:spMk id="159" creationId="{F976951B-6F8C-4977-BBFE-B09630781961}"/>
          </ac:spMkLst>
        </pc:spChg>
        <pc:spChg chg="add mod modVis">
          <ac:chgData name="Ken Popkin" userId="3c94c39e-c43b-4805-99ab-8da17777f1ac" providerId="ADAL" clId="{E440F346-DC68-4DD4-BA80-8DE6476F8949}" dt="2021-05-29T19:08:05.875" v="49605"/>
          <ac:spMkLst>
            <pc:docMk/>
            <pc:sldMk cId="544242911" sldId="2146846005"/>
            <ac:spMk id="160" creationId="{58D184E1-C289-462C-AE9B-65103D12EDAB}"/>
          </ac:spMkLst>
        </pc:spChg>
        <pc:spChg chg="add mod">
          <ac:chgData name="Ken Popkin" userId="3c94c39e-c43b-4805-99ab-8da17777f1ac" providerId="ADAL" clId="{E440F346-DC68-4DD4-BA80-8DE6476F8949}" dt="2021-05-29T19:08:05.874" v="49601"/>
          <ac:spMkLst>
            <pc:docMk/>
            <pc:sldMk cId="544242911" sldId="2146846005"/>
            <ac:spMk id="161" creationId="{4E777C7E-065C-46C0-9468-C31FCB11DF57}"/>
          </ac:spMkLst>
        </pc:spChg>
        <pc:spChg chg="add mod modVis">
          <ac:chgData name="Ken Popkin" userId="3c94c39e-c43b-4805-99ab-8da17777f1ac" providerId="ADAL" clId="{E440F346-DC68-4DD4-BA80-8DE6476F8949}" dt="2021-05-29T19:08:05.876" v="49606"/>
          <ac:spMkLst>
            <pc:docMk/>
            <pc:sldMk cId="544242911" sldId="2146846005"/>
            <ac:spMk id="162" creationId="{A0FAA5CA-60C2-49D6-9275-8AE528C5A0A2}"/>
          </ac:spMkLst>
        </pc:spChg>
        <pc:spChg chg="add mod">
          <ac:chgData name="Ken Popkin" userId="3c94c39e-c43b-4805-99ab-8da17777f1ac" providerId="ADAL" clId="{E440F346-DC68-4DD4-BA80-8DE6476F8949}" dt="2021-05-29T19:08:05.875" v="49602"/>
          <ac:spMkLst>
            <pc:docMk/>
            <pc:sldMk cId="544242911" sldId="2146846005"/>
            <ac:spMk id="163" creationId="{45FEB517-21C0-4DC9-BFFA-5627E1743D5E}"/>
          </ac:spMkLst>
        </pc:spChg>
        <pc:spChg chg="add mod modVis">
          <ac:chgData name="Ken Popkin" userId="3c94c39e-c43b-4805-99ab-8da17777f1ac" providerId="ADAL" clId="{E440F346-DC68-4DD4-BA80-8DE6476F8949}" dt="2021-05-29T19:08:05.876" v="49607"/>
          <ac:spMkLst>
            <pc:docMk/>
            <pc:sldMk cId="544242911" sldId="2146846005"/>
            <ac:spMk id="164" creationId="{F6299ACC-46E9-4FC0-AD5B-52F2CB2505B9}"/>
          </ac:spMkLst>
        </pc:spChg>
        <pc:spChg chg="add mod">
          <ac:chgData name="Ken Popkin" userId="3c94c39e-c43b-4805-99ab-8da17777f1ac" providerId="ADAL" clId="{E440F346-DC68-4DD4-BA80-8DE6476F8949}" dt="2021-05-29T19:08:05.875" v="49604"/>
          <ac:spMkLst>
            <pc:docMk/>
            <pc:sldMk cId="544242911" sldId="2146846005"/>
            <ac:spMk id="165" creationId="{85A1D476-8E44-4044-9B80-7A003AE839F4}"/>
          </ac:spMkLst>
        </pc:spChg>
        <pc:spChg chg="add mod modVis">
          <ac:chgData name="Ken Popkin" userId="3c94c39e-c43b-4805-99ab-8da17777f1ac" providerId="ADAL" clId="{E440F346-DC68-4DD4-BA80-8DE6476F8949}" dt="2021-05-29T19:08:05.876" v="49609"/>
          <ac:spMkLst>
            <pc:docMk/>
            <pc:sldMk cId="544242911" sldId="2146846005"/>
            <ac:spMk id="166" creationId="{EF82D9E6-4F74-4061-BC0F-817B173C0273}"/>
          </ac:spMkLst>
        </pc:spChg>
        <pc:spChg chg="add mod">
          <ac:chgData name="Ken Popkin" userId="3c94c39e-c43b-4805-99ab-8da17777f1ac" providerId="ADAL" clId="{E440F346-DC68-4DD4-BA80-8DE6476F8949}" dt="2021-05-29T19:08:05.875" v="49603"/>
          <ac:spMkLst>
            <pc:docMk/>
            <pc:sldMk cId="544242911" sldId="2146846005"/>
            <ac:spMk id="167" creationId="{56DADB09-D0FC-4427-BC33-C7FC0CF57578}"/>
          </ac:spMkLst>
        </pc:spChg>
        <pc:spChg chg="add mod modVis">
          <ac:chgData name="Ken Popkin" userId="3c94c39e-c43b-4805-99ab-8da17777f1ac" providerId="ADAL" clId="{E440F346-DC68-4DD4-BA80-8DE6476F8949}" dt="2021-05-29T19:08:05.876" v="49608"/>
          <ac:spMkLst>
            <pc:docMk/>
            <pc:sldMk cId="544242911" sldId="2146846005"/>
            <ac:spMk id="168" creationId="{DF6C0E9B-31E1-4975-BE3A-A2716E6CCC27}"/>
          </ac:spMkLst>
        </pc:spChg>
        <pc:grpChg chg="add del mod">
          <ac:chgData name="Ken Popkin" userId="3c94c39e-c43b-4805-99ab-8da17777f1ac" providerId="ADAL" clId="{E440F346-DC68-4DD4-BA80-8DE6476F8949}" dt="2021-05-29T18:03:28.869" v="699"/>
          <ac:grpSpMkLst>
            <pc:docMk/>
            <pc:sldMk cId="544242911" sldId="2146846005"/>
            <ac:grpSpMk id="5" creationId="{6C497985-1CDE-4603-82A2-A2DCCF02E904}"/>
          </ac:grpSpMkLst>
        </pc:grpChg>
        <pc:cxnChg chg="add del mod ord">
          <ac:chgData name="Ken Popkin" userId="3c94c39e-c43b-4805-99ab-8da17777f1ac" providerId="ADAL" clId="{E440F346-DC68-4DD4-BA80-8DE6476F8949}" dt="2021-05-29T18:06:53.668" v="1865"/>
          <ac:cxnSpMkLst>
            <pc:docMk/>
            <pc:sldMk cId="544242911" sldId="2146846005"/>
            <ac:cxnSpMk id="15" creationId="{A31502C2-8F1C-4804-97C0-369343475949}"/>
          </ac:cxnSpMkLst>
        </pc:cxnChg>
        <pc:cxnChg chg="add del mod ord">
          <ac:chgData name="Ken Popkin" userId="3c94c39e-c43b-4805-99ab-8da17777f1ac" providerId="ADAL" clId="{E440F346-DC68-4DD4-BA80-8DE6476F8949}" dt="2021-05-29T18:06:53.668" v="1867"/>
          <ac:cxnSpMkLst>
            <pc:docMk/>
            <pc:sldMk cId="544242911" sldId="2146846005"/>
            <ac:cxnSpMk id="16" creationId="{6CE22DD8-9657-4911-86CC-0FB277B767D0}"/>
          </ac:cxnSpMkLst>
        </pc:cxnChg>
        <pc:cxnChg chg="add del mod ord">
          <ac:chgData name="Ken Popkin" userId="3c94c39e-c43b-4805-99ab-8da17777f1ac" providerId="ADAL" clId="{E440F346-DC68-4DD4-BA80-8DE6476F8949}" dt="2021-05-29T18:06:53.669" v="1869"/>
          <ac:cxnSpMkLst>
            <pc:docMk/>
            <pc:sldMk cId="544242911" sldId="2146846005"/>
            <ac:cxnSpMk id="17" creationId="{5286B933-427B-4709-993C-5EAF8EB436AD}"/>
          </ac:cxnSpMkLst>
        </pc:cxnChg>
        <pc:cxnChg chg="add del mod ord">
          <ac:chgData name="Ken Popkin" userId="3c94c39e-c43b-4805-99ab-8da17777f1ac" providerId="ADAL" clId="{E440F346-DC68-4DD4-BA80-8DE6476F8949}" dt="2021-05-29T18:06:53.669" v="1871"/>
          <ac:cxnSpMkLst>
            <pc:docMk/>
            <pc:sldMk cId="544242911" sldId="2146846005"/>
            <ac:cxnSpMk id="18" creationId="{19D46D0E-DBEB-4192-B377-55B7302D366E}"/>
          </ac:cxnSpMkLst>
        </pc:cxnChg>
        <pc:cxnChg chg="add del mod ord">
          <ac:chgData name="Ken Popkin" userId="3c94c39e-c43b-4805-99ab-8da17777f1ac" providerId="ADAL" clId="{E440F346-DC68-4DD4-BA80-8DE6476F8949}" dt="2021-05-29T18:06:53.670" v="1873"/>
          <ac:cxnSpMkLst>
            <pc:docMk/>
            <pc:sldMk cId="544242911" sldId="2146846005"/>
            <ac:cxnSpMk id="19" creationId="{AFFEC803-5814-4083-882B-FB8814098220}"/>
          </ac:cxnSpMkLst>
        </pc:cxnChg>
        <pc:cxnChg chg="add del mod ord">
          <ac:chgData name="Ken Popkin" userId="3c94c39e-c43b-4805-99ab-8da17777f1ac" providerId="ADAL" clId="{E440F346-DC68-4DD4-BA80-8DE6476F8949}" dt="2021-05-29T18:06:53.670" v="1875"/>
          <ac:cxnSpMkLst>
            <pc:docMk/>
            <pc:sldMk cId="544242911" sldId="2146846005"/>
            <ac:cxnSpMk id="20" creationId="{D6C86596-53E6-4BA8-AE9E-AF6FCE7C9356}"/>
          </ac:cxnSpMkLst>
        </pc:cxnChg>
        <pc:cxnChg chg="add del mod ord">
          <ac:chgData name="Ken Popkin" userId="3c94c39e-c43b-4805-99ab-8da17777f1ac" providerId="ADAL" clId="{E440F346-DC68-4DD4-BA80-8DE6476F8949}" dt="2021-05-29T18:06:53.670" v="1877"/>
          <ac:cxnSpMkLst>
            <pc:docMk/>
            <pc:sldMk cId="544242911" sldId="2146846005"/>
            <ac:cxnSpMk id="21" creationId="{9310A559-4F98-42AD-BBE0-C21703060F2F}"/>
          </ac:cxnSpMkLst>
        </pc:cxnChg>
        <pc:cxnChg chg="add del mod ord">
          <ac:chgData name="Ken Popkin" userId="3c94c39e-c43b-4805-99ab-8da17777f1ac" providerId="ADAL" clId="{E440F346-DC68-4DD4-BA80-8DE6476F8949}" dt="2021-05-29T18:06:53.671" v="1879"/>
          <ac:cxnSpMkLst>
            <pc:docMk/>
            <pc:sldMk cId="544242911" sldId="2146846005"/>
            <ac:cxnSpMk id="22" creationId="{0FE521A4-DEBC-48E2-A701-E465FEF5C2F5}"/>
          </ac:cxnSpMkLst>
        </pc:cxnChg>
        <pc:cxnChg chg="add del mod ord">
          <ac:chgData name="Ken Popkin" userId="3c94c39e-c43b-4805-99ab-8da17777f1ac" providerId="ADAL" clId="{E440F346-DC68-4DD4-BA80-8DE6476F8949}" dt="2021-05-29T18:06:53.671" v="1881"/>
          <ac:cxnSpMkLst>
            <pc:docMk/>
            <pc:sldMk cId="544242911" sldId="2146846005"/>
            <ac:cxnSpMk id="23" creationId="{C92D6F4D-CFB7-4EB1-9316-B0F25A481818}"/>
          </ac:cxnSpMkLst>
        </pc:cxnChg>
        <pc:cxnChg chg="add del mod ord">
          <ac:chgData name="Ken Popkin" userId="3c94c39e-c43b-4805-99ab-8da17777f1ac" providerId="ADAL" clId="{E440F346-DC68-4DD4-BA80-8DE6476F8949}" dt="2021-05-29T18:06:53.671" v="1883"/>
          <ac:cxnSpMkLst>
            <pc:docMk/>
            <pc:sldMk cId="544242911" sldId="2146846005"/>
            <ac:cxnSpMk id="24" creationId="{FB06152B-95AB-440C-BC78-A88E66E9772B}"/>
          </ac:cxnSpMkLst>
        </pc:cxnChg>
        <pc:cxnChg chg="add del mod ord">
          <ac:chgData name="Ken Popkin" userId="3c94c39e-c43b-4805-99ab-8da17777f1ac" providerId="ADAL" clId="{E440F346-DC68-4DD4-BA80-8DE6476F8949}" dt="2021-05-29T18:06:53.673" v="1885"/>
          <ac:cxnSpMkLst>
            <pc:docMk/>
            <pc:sldMk cId="544242911" sldId="2146846005"/>
            <ac:cxnSpMk id="27" creationId="{EBADD4AB-924F-4E05-8686-11D8A0A56997}"/>
          </ac:cxnSpMkLst>
        </pc:cxnChg>
        <pc:cxnChg chg="add del mod ord">
          <ac:chgData name="Ken Popkin" userId="3c94c39e-c43b-4805-99ab-8da17777f1ac" providerId="ADAL" clId="{E440F346-DC68-4DD4-BA80-8DE6476F8949}" dt="2021-05-29T18:06:53.673" v="1887"/>
          <ac:cxnSpMkLst>
            <pc:docMk/>
            <pc:sldMk cId="544242911" sldId="2146846005"/>
            <ac:cxnSpMk id="30" creationId="{551F15B5-06EE-4577-865A-0602352DDF8A}"/>
          </ac:cxnSpMkLst>
        </pc:cxnChg>
        <pc:cxnChg chg="add del mod ord">
          <ac:chgData name="Ken Popkin" userId="3c94c39e-c43b-4805-99ab-8da17777f1ac" providerId="ADAL" clId="{E440F346-DC68-4DD4-BA80-8DE6476F8949}" dt="2021-05-29T18:06:53.674" v="1889"/>
          <ac:cxnSpMkLst>
            <pc:docMk/>
            <pc:sldMk cId="544242911" sldId="2146846005"/>
            <ac:cxnSpMk id="33" creationId="{9F19CA30-E556-4A40-A517-345032C566CE}"/>
          </ac:cxnSpMkLst>
        </pc:cxnChg>
        <pc:cxnChg chg="add del mod ord">
          <ac:chgData name="Ken Popkin" userId="3c94c39e-c43b-4805-99ab-8da17777f1ac" providerId="ADAL" clId="{E440F346-DC68-4DD4-BA80-8DE6476F8949}" dt="2021-05-29T18:06:53.674" v="1891"/>
          <ac:cxnSpMkLst>
            <pc:docMk/>
            <pc:sldMk cId="544242911" sldId="2146846005"/>
            <ac:cxnSpMk id="36" creationId="{984FC117-16F7-4736-AE5D-7C57EC862EB6}"/>
          </ac:cxnSpMkLst>
        </pc:cxnChg>
        <pc:cxnChg chg="add del mod ord">
          <ac:chgData name="Ken Popkin" userId="3c94c39e-c43b-4805-99ab-8da17777f1ac" providerId="ADAL" clId="{E440F346-DC68-4DD4-BA80-8DE6476F8949}" dt="2021-05-29T18:06:53.674" v="1893"/>
          <ac:cxnSpMkLst>
            <pc:docMk/>
            <pc:sldMk cId="544242911" sldId="2146846005"/>
            <ac:cxnSpMk id="37" creationId="{C27A02DF-74A9-4427-9729-0630ACEFD527}"/>
          </ac:cxnSpMkLst>
        </pc:cxnChg>
        <pc:cxnChg chg="add del mod ord">
          <ac:chgData name="Ken Popkin" userId="3c94c39e-c43b-4805-99ab-8da17777f1ac" providerId="ADAL" clId="{E440F346-DC68-4DD4-BA80-8DE6476F8949}" dt="2021-05-29T18:06:53.675" v="1895"/>
          <ac:cxnSpMkLst>
            <pc:docMk/>
            <pc:sldMk cId="544242911" sldId="2146846005"/>
            <ac:cxnSpMk id="38" creationId="{F12173B7-11BF-49BC-BF01-310A7057C857}"/>
          </ac:cxnSpMkLst>
        </pc:cxnChg>
        <pc:cxnChg chg="add del mod ord">
          <ac:chgData name="Ken Popkin" userId="3c94c39e-c43b-4805-99ab-8da17777f1ac" providerId="ADAL" clId="{E440F346-DC68-4DD4-BA80-8DE6476F8949}" dt="2021-05-29T18:06:53.675" v="1897"/>
          <ac:cxnSpMkLst>
            <pc:docMk/>
            <pc:sldMk cId="544242911" sldId="2146846005"/>
            <ac:cxnSpMk id="45" creationId="{BFCF4FB3-689A-4879-B06D-D075CB47A446}"/>
          </ac:cxnSpMkLst>
        </pc:cxnChg>
        <pc:cxnChg chg="add del mod ord">
          <ac:chgData name="Ken Popkin" userId="3c94c39e-c43b-4805-99ab-8da17777f1ac" providerId="ADAL" clId="{E440F346-DC68-4DD4-BA80-8DE6476F8949}" dt="2021-05-29T18:06:53.676" v="1899"/>
          <ac:cxnSpMkLst>
            <pc:docMk/>
            <pc:sldMk cId="544242911" sldId="2146846005"/>
            <ac:cxnSpMk id="46" creationId="{AC45D246-7205-4E2B-86A2-E0434B490B13}"/>
          </ac:cxnSpMkLst>
        </pc:cxnChg>
        <pc:cxnChg chg="add del mod ord">
          <ac:chgData name="Ken Popkin" userId="3c94c39e-c43b-4805-99ab-8da17777f1ac" providerId="ADAL" clId="{E440F346-DC68-4DD4-BA80-8DE6476F8949}" dt="2021-05-29T18:06:53.676" v="1901"/>
          <ac:cxnSpMkLst>
            <pc:docMk/>
            <pc:sldMk cId="544242911" sldId="2146846005"/>
            <ac:cxnSpMk id="53" creationId="{19549C99-D229-4719-9176-C972AE55D795}"/>
          </ac:cxnSpMkLst>
        </pc:cxnChg>
        <pc:cxnChg chg="add del mod ord">
          <ac:chgData name="Ken Popkin" userId="3c94c39e-c43b-4805-99ab-8da17777f1ac" providerId="ADAL" clId="{E440F346-DC68-4DD4-BA80-8DE6476F8949}" dt="2021-05-29T19:07:12.041" v="48043"/>
          <ac:cxnSpMkLst>
            <pc:docMk/>
            <pc:sldMk cId="544242911" sldId="2146846005"/>
            <ac:cxnSpMk id="70" creationId="{820D66EC-A763-411F-AD14-1442D89FA6B4}"/>
          </ac:cxnSpMkLst>
        </pc:cxnChg>
        <pc:cxnChg chg="add del mod ord">
          <ac:chgData name="Ken Popkin" userId="3c94c39e-c43b-4805-99ab-8da17777f1ac" providerId="ADAL" clId="{E440F346-DC68-4DD4-BA80-8DE6476F8949}" dt="2021-05-29T19:07:12.042" v="48045"/>
          <ac:cxnSpMkLst>
            <pc:docMk/>
            <pc:sldMk cId="544242911" sldId="2146846005"/>
            <ac:cxnSpMk id="80" creationId="{C9C2058A-DE98-4CB2-AA25-67CA5DCA172C}"/>
          </ac:cxnSpMkLst>
        </pc:cxnChg>
        <pc:cxnChg chg="add del mod ord">
          <ac:chgData name="Ken Popkin" userId="3c94c39e-c43b-4805-99ab-8da17777f1ac" providerId="ADAL" clId="{E440F346-DC68-4DD4-BA80-8DE6476F8949}" dt="2021-05-29T19:07:12.043" v="48047"/>
          <ac:cxnSpMkLst>
            <pc:docMk/>
            <pc:sldMk cId="544242911" sldId="2146846005"/>
            <ac:cxnSpMk id="81" creationId="{AC919642-2DAD-45EF-AC20-DD22E3AF1060}"/>
          </ac:cxnSpMkLst>
        </pc:cxnChg>
        <pc:cxnChg chg="add del mod ord">
          <ac:chgData name="Ken Popkin" userId="3c94c39e-c43b-4805-99ab-8da17777f1ac" providerId="ADAL" clId="{E440F346-DC68-4DD4-BA80-8DE6476F8949}" dt="2021-05-29T19:07:12.043" v="48049"/>
          <ac:cxnSpMkLst>
            <pc:docMk/>
            <pc:sldMk cId="544242911" sldId="2146846005"/>
            <ac:cxnSpMk id="82" creationId="{C4F091AD-1564-422A-BA93-A75EA1B7ED5E}"/>
          </ac:cxnSpMkLst>
        </pc:cxnChg>
        <pc:cxnChg chg="add del mod ord">
          <ac:chgData name="Ken Popkin" userId="3c94c39e-c43b-4805-99ab-8da17777f1ac" providerId="ADAL" clId="{E440F346-DC68-4DD4-BA80-8DE6476F8949}" dt="2021-05-29T19:07:12.043" v="48051"/>
          <ac:cxnSpMkLst>
            <pc:docMk/>
            <pc:sldMk cId="544242911" sldId="2146846005"/>
            <ac:cxnSpMk id="83" creationId="{A83415C7-4B2E-494A-AD1B-5CF9FBCD1989}"/>
          </ac:cxnSpMkLst>
        </pc:cxnChg>
        <pc:cxnChg chg="add del mod ord">
          <ac:chgData name="Ken Popkin" userId="3c94c39e-c43b-4805-99ab-8da17777f1ac" providerId="ADAL" clId="{E440F346-DC68-4DD4-BA80-8DE6476F8949}" dt="2021-05-29T19:07:12.044" v="48053"/>
          <ac:cxnSpMkLst>
            <pc:docMk/>
            <pc:sldMk cId="544242911" sldId="2146846005"/>
            <ac:cxnSpMk id="84" creationId="{03700595-6153-4EC2-9373-5BD749FAF6D8}"/>
          </ac:cxnSpMkLst>
        </pc:cxnChg>
        <pc:cxnChg chg="add del mod ord">
          <ac:chgData name="Ken Popkin" userId="3c94c39e-c43b-4805-99ab-8da17777f1ac" providerId="ADAL" clId="{E440F346-DC68-4DD4-BA80-8DE6476F8949}" dt="2021-05-29T19:08:05.888" v="49691"/>
          <ac:cxnSpMkLst>
            <pc:docMk/>
            <pc:sldMk cId="544242911" sldId="2146846005"/>
            <ac:cxnSpMk id="132" creationId="{32A66916-BE5F-466F-B10A-3ED35797761E}"/>
          </ac:cxnSpMkLst>
        </pc:cxnChg>
        <pc:cxnChg chg="add del mod ord">
          <ac:chgData name="Ken Popkin" userId="3c94c39e-c43b-4805-99ab-8da17777f1ac" providerId="ADAL" clId="{E440F346-DC68-4DD4-BA80-8DE6476F8949}" dt="2021-05-29T19:08:05.888" v="49693"/>
          <ac:cxnSpMkLst>
            <pc:docMk/>
            <pc:sldMk cId="544242911" sldId="2146846005"/>
            <ac:cxnSpMk id="133" creationId="{06B9EC4A-B45C-4B64-B8B7-5654592D073E}"/>
          </ac:cxnSpMkLst>
        </pc:cxnChg>
        <pc:cxnChg chg="add del mod ord">
          <ac:chgData name="Ken Popkin" userId="3c94c39e-c43b-4805-99ab-8da17777f1ac" providerId="ADAL" clId="{E440F346-DC68-4DD4-BA80-8DE6476F8949}" dt="2021-05-29T19:08:05.889" v="49695"/>
          <ac:cxnSpMkLst>
            <pc:docMk/>
            <pc:sldMk cId="544242911" sldId="2146846005"/>
            <ac:cxnSpMk id="134" creationId="{9EBC1EAF-65A4-41AE-B1D7-C9AA709C3545}"/>
          </ac:cxnSpMkLst>
        </pc:cxnChg>
        <pc:cxnChg chg="add del mod ord">
          <ac:chgData name="Ken Popkin" userId="3c94c39e-c43b-4805-99ab-8da17777f1ac" providerId="ADAL" clId="{E440F346-DC68-4DD4-BA80-8DE6476F8949}" dt="2021-05-29T19:08:05.889" v="49697"/>
          <ac:cxnSpMkLst>
            <pc:docMk/>
            <pc:sldMk cId="544242911" sldId="2146846005"/>
            <ac:cxnSpMk id="135" creationId="{29008FA1-218F-440D-A26A-FE78F16AA656}"/>
          </ac:cxnSpMkLst>
        </pc:cxnChg>
        <pc:cxnChg chg="add del mod ord">
          <ac:chgData name="Ken Popkin" userId="3c94c39e-c43b-4805-99ab-8da17777f1ac" providerId="ADAL" clId="{E440F346-DC68-4DD4-BA80-8DE6476F8949}" dt="2021-05-29T19:08:05.889" v="49699"/>
          <ac:cxnSpMkLst>
            <pc:docMk/>
            <pc:sldMk cId="544242911" sldId="2146846005"/>
            <ac:cxnSpMk id="136" creationId="{BF5A055C-1D84-4ACF-A874-242726244565}"/>
          </ac:cxnSpMkLst>
        </pc:cxnChg>
        <pc:cxnChg chg="add del mod ord">
          <ac:chgData name="Ken Popkin" userId="3c94c39e-c43b-4805-99ab-8da17777f1ac" providerId="ADAL" clId="{E440F346-DC68-4DD4-BA80-8DE6476F8949}" dt="2021-05-29T19:08:05.890" v="49701"/>
          <ac:cxnSpMkLst>
            <pc:docMk/>
            <pc:sldMk cId="544242911" sldId="2146846005"/>
            <ac:cxnSpMk id="137" creationId="{3C43B007-F381-4F33-8B67-A9556B9E6463}"/>
          </ac:cxnSpMkLst>
        </pc:cxnChg>
      </pc:sldChg>
      <pc:sldChg chg="modSp mod">
        <pc:chgData name="Ken Popkin" userId="3c94c39e-c43b-4805-99ab-8da17777f1ac" providerId="ADAL" clId="{E440F346-DC68-4DD4-BA80-8DE6476F8949}" dt="2021-05-29T22:53:28.635" v="99765" actId="20577"/>
        <pc:sldMkLst>
          <pc:docMk/>
          <pc:sldMk cId="2181594307" sldId="2146846012"/>
        </pc:sldMkLst>
        <pc:spChg chg="mod">
          <ac:chgData name="Ken Popkin" userId="3c94c39e-c43b-4805-99ab-8da17777f1ac" providerId="ADAL" clId="{E440F346-DC68-4DD4-BA80-8DE6476F8949}" dt="2021-05-29T22:53:28.635" v="99765" actId="20577"/>
          <ac:spMkLst>
            <pc:docMk/>
            <pc:sldMk cId="2181594307" sldId="2146846012"/>
            <ac:spMk id="27" creationId="{4677ACB4-1CAA-4A1B-BA3B-8FBC864CD441}"/>
          </ac:spMkLst>
        </pc:spChg>
      </pc:sldChg>
      <pc:sldChg chg="del">
        <pc:chgData name="Ken Popkin" userId="3c94c39e-c43b-4805-99ab-8da17777f1ac" providerId="ADAL" clId="{E440F346-DC68-4DD4-BA80-8DE6476F8949}" dt="2021-05-29T17:55:30.040" v="6" actId="47"/>
        <pc:sldMkLst>
          <pc:docMk/>
          <pc:sldMk cId="1857544993" sldId="2146846021"/>
        </pc:sldMkLst>
      </pc:sldChg>
      <pc:sldChg chg="del">
        <pc:chgData name="Ken Popkin" userId="3c94c39e-c43b-4805-99ab-8da17777f1ac" providerId="ADAL" clId="{E440F346-DC68-4DD4-BA80-8DE6476F8949}" dt="2021-05-29T19:50:27.541" v="58656" actId="47"/>
        <pc:sldMkLst>
          <pc:docMk/>
          <pc:sldMk cId="1212181384" sldId="2146846023"/>
        </pc:sldMkLst>
      </pc:sldChg>
      <pc:sldChg chg="modSp mod">
        <pc:chgData name="Ken Popkin" userId="3c94c39e-c43b-4805-99ab-8da17777f1ac" providerId="ADAL" clId="{E440F346-DC68-4DD4-BA80-8DE6476F8949}" dt="2021-05-30T00:37:00.656" v="99781" actId="1076"/>
        <pc:sldMkLst>
          <pc:docMk/>
          <pc:sldMk cId="1086001549" sldId="2146846024"/>
        </pc:sldMkLst>
        <pc:picChg chg="mod">
          <ac:chgData name="Ken Popkin" userId="3c94c39e-c43b-4805-99ab-8da17777f1ac" providerId="ADAL" clId="{E440F346-DC68-4DD4-BA80-8DE6476F8949}" dt="2021-05-30T00:37:00.656" v="99781" actId="1076"/>
          <ac:picMkLst>
            <pc:docMk/>
            <pc:sldMk cId="1086001549" sldId="2146846024"/>
            <ac:picMk id="13" creationId="{73F67194-C7A8-4182-8F75-5A3C0FE8FA63}"/>
          </ac:picMkLst>
        </pc:picChg>
      </pc:sldChg>
      <pc:sldChg chg="delSp modSp del mod">
        <pc:chgData name="Ken Popkin" userId="3c94c39e-c43b-4805-99ab-8da17777f1ac" providerId="ADAL" clId="{E440F346-DC68-4DD4-BA80-8DE6476F8949}" dt="2021-05-29T21:28:44.010" v="69585" actId="47"/>
        <pc:sldMkLst>
          <pc:docMk/>
          <pc:sldMk cId="1622227524" sldId="2146846025"/>
        </pc:sldMkLst>
        <pc:spChg chg="mod">
          <ac:chgData name="Ken Popkin" userId="3c94c39e-c43b-4805-99ab-8da17777f1ac" providerId="ADAL" clId="{E440F346-DC68-4DD4-BA80-8DE6476F8949}" dt="2021-05-29T20:20:43.813" v="59272" actId="207"/>
          <ac:spMkLst>
            <pc:docMk/>
            <pc:sldMk cId="1622227524" sldId="2146846025"/>
            <ac:spMk id="19" creationId="{431FF642-D80E-4148-B518-F4E87EA10B69}"/>
          </ac:spMkLst>
        </pc:spChg>
        <pc:graphicFrameChg chg="del mod modGraphic">
          <ac:chgData name="Ken Popkin" userId="3c94c39e-c43b-4805-99ab-8da17777f1ac" providerId="ADAL" clId="{E440F346-DC68-4DD4-BA80-8DE6476F8949}" dt="2021-05-29T20:20:47.840" v="59273" actId="478"/>
          <ac:graphicFrameMkLst>
            <pc:docMk/>
            <pc:sldMk cId="1622227524" sldId="2146846025"/>
            <ac:graphicFrameMk id="12" creationId="{C77BAEC2-275F-4355-B5D2-6829D9958BC5}"/>
          </ac:graphicFrameMkLst>
        </pc:graphicFrameChg>
      </pc:sldChg>
      <pc:sldChg chg="add del setBg">
        <pc:chgData name="Ken Popkin" userId="3c94c39e-c43b-4805-99ab-8da17777f1ac" providerId="ADAL" clId="{E440F346-DC68-4DD4-BA80-8DE6476F8949}" dt="2021-05-29T17:55:57.614" v="23"/>
        <pc:sldMkLst>
          <pc:docMk/>
          <pc:sldMk cId="987387729" sldId="2146846026"/>
        </pc:sldMkLst>
      </pc:sldChg>
      <pc:sldChg chg="add del">
        <pc:chgData name="Ken Popkin" userId="3c94c39e-c43b-4805-99ab-8da17777f1ac" providerId="ADAL" clId="{E440F346-DC68-4DD4-BA80-8DE6476F8949}" dt="2021-05-29T19:05:31.921" v="46223" actId="47"/>
        <pc:sldMkLst>
          <pc:docMk/>
          <pc:sldMk cId="3316187093" sldId="2146846026"/>
        </pc:sldMkLst>
      </pc:sldChg>
      <pc:sldChg chg="addSp delSp modSp add del mod setBg">
        <pc:chgData name="Ken Popkin" userId="3c94c39e-c43b-4805-99ab-8da17777f1ac" providerId="ADAL" clId="{E440F346-DC68-4DD4-BA80-8DE6476F8949}" dt="2021-05-29T18:18:04.350" v="19447" actId="47"/>
        <pc:sldMkLst>
          <pc:docMk/>
          <pc:sldMk cId="149520806" sldId="2146846027"/>
        </pc:sldMkLst>
        <pc:spChg chg="mod ord">
          <ac:chgData name="Ken Popkin" userId="3c94c39e-c43b-4805-99ab-8da17777f1ac" providerId="ADAL" clId="{E440F346-DC68-4DD4-BA80-8DE6476F8949}" dt="2021-05-29T18:17:27.912" v="19446"/>
          <ac:spMkLst>
            <pc:docMk/>
            <pc:sldMk cId="149520806" sldId="2146846027"/>
            <ac:spMk id="2" creationId="{98841C37-6D83-4082-9A9F-6106A3572FD3}"/>
          </ac:spMkLst>
        </pc:spChg>
        <pc:spChg chg="mod ord">
          <ac:chgData name="Ken Popkin" userId="3c94c39e-c43b-4805-99ab-8da17777f1ac" providerId="ADAL" clId="{E440F346-DC68-4DD4-BA80-8DE6476F8949}" dt="2021-05-29T18:17:27.911" v="19444"/>
          <ac:spMkLst>
            <pc:docMk/>
            <pc:sldMk cId="149520806" sldId="2146846027"/>
            <ac:spMk id="3" creationId="{109BA7E2-023B-4BCC-8D6D-3E0117A45995}"/>
          </ac:spMkLst>
        </pc:spChg>
        <pc:spChg chg="mod ord">
          <ac:chgData name="Ken Popkin" userId="3c94c39e-c43b-4805-99ab-8da17777f1ac" providerId="ADAL" clId="{E440F346-DC68-4DD4-BA80-8DE6476F8949}" dt="2021-05-29T18:17:27.911" v="19442"/>
          <ac:spMkLst>
            <pc:docMk/>
            <pc:sldMk cId="149520806" sldId="2146846027"/>
            <ac:spMk id="4" creationId="{E0847121-4AFF-493F-B1EB-8741129EC521}"/>
          </ac:spMkLst>
        </pc:spChg>
        <pc:spChg chg="add mod ord modVis">
          <ac:chgData name="Ken Popkin" userId="3c94c39e-c43b-4805-99ab-8da17777f1ac" providerId="ADAL" clId="{E440F346-DC68-4DD4-BA80-8DE6476F8949}" dt="2021-05-29T18:11:41.125" v="16077"/>
          <ac:spMkLst>
            <pc:docMk/>
            <pc:sldMk cId="149520806" sldId="2146846027"/>
            <ac:spMk id="5" creationId="{D63DC94E-A6E7-4BA9-9FB1-CF57308C5E08}"/>
          </ac:spMkLst>
        </pc:spChg>
        <pc:spChg chg="add mod ord">
          <ac:chgData name="Ken Popkin" userId="3c94c39e-c43b-4805-99ab-8da17777f1ac" providerId="ADAL" clId="{E440F346-DC68-4DD4-BA80-8DE6476F8949}" dt="2021-05-29T18:17:27.576" v="19159"/>
          <ac:spMkLst>
            <pc:docMk/>
            <pc:sldMk cId="149520806" sldId="2146846027"/>
            <ac:spMk id="6" creationId="{EC2CDC8B-14D2-4679-B24F-B92FFD5D1FF1}"/>
          </ac:spMkLst>
        </pc:spChg>
        <pc:spChg chg="add del mod">
          <ac:chgData name="Ken Popkin" userId="3c94c39e-c43b-4805-99ab-8da17777f1ac" providerId="ADAL" clId="{E440F346-DC68-4DD4-BA80-8DE6476F8949}" dt="2021-05-29T18:11:40.627" v="15033"/>
          <ac:spMkLst>
            <pc:docMk/>
            <pc:sldMk cId="149520806" sldId="2146846027"/>
            <ac:spMk id="7" creationId="{B9A51D0C-6438-4118-99C3-0358085CE6A3}"/>
          </ac:spMkLst>
        </pc:spChg>
        <pc:spChg chg="add del mod">
          <ac:chgData name="Ken Popkin" userId="3c94c39e-c43b-4805-99ab-8da17777f1ac" providerId="ADAL" clId="{E440F346-DC68-4DD4-BA80-8DE6476F8949}" dt="2021-05-29T18:11:40.638" v="15060"/>
          <ac:spMkLst>
            <pc:docMk/>
            <pc:sldMk cId="149520806" sldId="2146846027"/>
            <ac:spMk id="8" creationId="{DD4D53CE-6F08-4DF2-BECB-15AC742FD15A}"/>
          </ac:spMkLst>
        </pc:spChg>
        <pc:spChg chg="add mod">
          <ac:chgData name="Ken Popkin" userId="3c94c39e-c43b-4805-99ab-8da17777f1ac" providerId="ADAL" clId="{E440F346-DC68-4DD4-BA80-8DE6476F8949}" dt="2021-05-29T18:17:27.580" v="19167"/>
          <ac:spMkLst>
            <pc:docMk/>
            <pc:sldMk cId="149520806" sldId="2146846027"/>
            <ac:spMk id="9" creationId="{C1BBCC8E-E4E5-4015-BCE8-924DA4B6AA2D}"/>
          </ac:spMkLst>
        </pc:spChg>
        <pc:spChg chg="add mod ord">
          <ac:chgData name="Ken Popkin" userId="3c94c39e-c43b-4805-99ab-8da17777f1ac" providerId="ADAL" clId="{E440F346-DC68-4DD4-BA80-8DE6476F8949}" dt="2021-05-29T18:17:27.581" v="19169"/>
          <ac:spMkLst>
            <pc:docMk/>
            <pc:sldMk cId="149520806" sldId="2146846027"/>
            <ac:spMk id="10" creationId="{431E8256-C41C-46FF-B70B-4B69A55E87B5}"/>
          </ac:spMkLst>
        </pc:spChg>
        <pc:spChg chg="add mod ord">
          <ac:chgData name="Ken Popkin" userId="3c94c39e-c43b-4805-99ab-8da17777f1ac" providerId="ADAL" clId="{E440F346-DC68-4DD4-BA80-8DE6476F8949}" dt="2021-05-29T18:17:27.582" v="19173"/>
          <ac:spMkLst>
            <pc:docMk/>
            <pc:sldMk cId="149520806" sldId="2146846027"/>
            <ac:spMk id="11" creationId="{96D0B2D7-6A0F-42DE-8FC6-286BCB83270B}"/>
          </ac:spMkLst>
        </pc:spChg>
        <pc:spChg chg="add mod ord">
          <ac:chgData name="Ken Popkin" userId="3c94c39e-c43b-4805-99ab-8da17777f1ac" providerId="ADAL" clId="{E440F346-DC68-4DD4-BA80-8DE6476F8949}" dt="2021-05-29T18:17:27.582" v="19177"/>
          <ac:spMkLst>
            <pc:docMk/>
            <pc:sldMk cId="149520806" sldId="2146846027"/>
            <ac:spMk id="12" creationId="{C297FEA0-9C7A-4DD4-B8BD-50B5856CDD6B}"/>
          </ac:spMkLst>
        </pc:spChg>
        <pc:spChg chg="add mod ord">
          <ac:chgData name="Ken Popkin" userId="3c94c39e-c43b-4805-99ab-8da17777f1ac" providerId="ADAL" clId="{E440F346-DC68-4DD4-BA80-8DE6476F8949}" dt="2021-05-29T18:17:27.584" v="19181"/>
          <ac:spMkLst>
            <pc:docMk/>
            <pc:sldMk cId="149520806" sldId="2146846027"/>
            <ac:spMk id="13" creationId="{3D5A6557-D48D-4904-AA15-02D43B82E783}"/>
          </ac:spMkLst>
        </pc:spChg>
        <pc:spChg chg="add mod ord">
          <ac:chgData name="Ken Popkin" userId="3c94c39e-c43b-4805-99ab-8da17777f1ac" providerId="ADAL" clId="{E440F346-DC68-4DD4-BA80-8DE6476F8949}" dt="2021-05-29T18:17:27.585" v="19185"/>
          <ac:spMkLst>
            <pc:docMk/>
            <pc:sldMk cId="149520806" sldId="2146846027"/>
            <ac:spMk id="14" creationId="{ECC70A90-0202-4274-96E4-74D39AC91626}"/>
          </ac:spMkLst>
        </pc:spChg>
        <pc:spChg chg="add mod ord">
          <ac:chgData name="Ken Popkin" userId="3c94c39e-c43b-4805-99ab-8da17777f1ac" providerId="ADAL" clId="{E440F346-DC68-4DD4-BA80-8DE6476F8949}" dt="2021-05-29T18:17:27.585" v="19189"/>
          <ac:spMkLst>
            <pc:docMk/>
            <pc:sldMk cId="149520806" sldId="2146846027"/>
            <ac:spMk id="15" creationId="{224B6CD0-9736-46FF-A73F-4C551D9E1FCC}"/>
          </ac:spMkLst>
        </pc:spChg>
        <pc:spChg chg="add mod ord">
          <ac:chgData name="Ken Popkin" userId="3c94c39e-c43b-4805-99ab-8da17777f1ac" providerId="ADAL" clId="{E440F346-DC68-4DD4-BA80-8DE6476F8949}" dt="2021-05-29T18:17:27.586" v="19193"/>
          <ac:spMkLst>
            <pc:docMk/>
            <pc:sldMk cId="149520806" sldId="2146846027"/>
            <ac:spMk id="16" creationId="{36E5474D-3AD6-4D1C-8EBE-8F36ACAC7EC1}"/>
          </ac:spMkLst>
        </pc:spChg>
        <pc:spChg chg="add mod ord">
          <ac:chgData name="Ken Popkin" userId="3c94c39e-c43b-4805-99ab-8da17777f1ac" providerId="ADAL" clId="{E440F346-DC68-4DD4-BA80-8DE6476F8949}" dt="2021-05-29T18:17:27.587" v="19197"/>
          <ac:spMkLst>
            <pc:docMk/>
            <pc:sldMk cId="149520806" sldId="2146846027"/>
            <ac:spMk id="17" creationId="{82528EF5-D811-4279-96D2-1485FEED510C}"/>
          </ac:spMkLst>
        </pc:spChg>
        <pc:spChg chg="add mod ord">
          <ac:chgData name="Ken Popkin" userId="3c94c39e-c43b-4805-99ab-8da17777f1ac" providerId="ADAL" clId="{E440F346-DC68-4DD4-BA80-8DE6476F8949}" dt="2021-05-29T18:17:27.587" v="19201"/>
          <ac:spMkLst>
            <pc:docMk/>
            <pc:sldMk cId="149520806" sldId="2146846027"/>
            <ac:spMk id="18" creationId="{0774AFCE-CF88-4DEC-8C29-A99B29B0C783}"/>
          </ac:spMkLst>
        </pc:spChg>
        <pc:spChg chg="add mod ord">
          <ac:chgData name="Ken Popkin" userId="3c94c39e-c43b-4805-99ab-8da17777f1ac" providerId="ADAL" clId="{E440F346-DC68-4DD4-BA80-8DE6476F8949}" dt="2021-05-29T18:17:27.588" v="19205"/>
          <ac:spMkLst>
            <pc:docMk/>
            <pc:sldMk cId="149520806" sldId="2146846027"/>
            <ac:spMk id="19" creationId="{CB0BBB5C-131F-44A9-ABEE-3455C56F6F78}"/>
          </ac:spMkLst>
        </pc:spChg>
        <pc:spChg chg="add mod ord">
          <ac:chgData name="Ken Popkin" userId="3c94c39e-c43b-4805-99ab-8da17777f1ac" providerId="ADAL" clId="{E440F346-DC68-4DD4-BA80-8DE6476F8949}" dt="2021-05-29T18:17:27.589" v="19209"/>
          <ac:spMkLst>
            <pc:docMk/>
            <pc:sldMk cId="149520806" sldId="2146846027"/>
            <ac:spMk id="20" creationId="{A2328B1F-6EF8-4EAC-B7F9-03A7E3231904}"/>
          </ac:spMkLst>
        </pc:spChg>
        <pc:spChg chg="add del mod ord">
          <ac:chgData name="Ken Popkin" userId="3c94c39e-c43b-4805-99ab-8da17777f1ac" providerId="ADAL" clId="{E440F346-DC68-4DD4-BA80-8DE6476F8949}" dt="2021-05-29T18:11:41.181" v="16363"/>
          <ac:spMkLst>
            <pc:docMk/>
            <pc:sldMk cId="149520806" sldId="2146846027"/>
            <ac:spMk id="21" creationId="{10B6D18B-47A0-468B-A876-E6FDBF91B43A}"/>
          </ac:spMkLst>
        </pc:spChg>
        <pc:spChg chg="add del mod ord">
          <ac:chgData name="Ken Popkin" userId="3c94c39e-c43b-4805-99ab-8da17777f1ac" providerId="ADAL" clId="{E440F346-DC68-4DD4-BA80-8DE6476F8949}" dt="2021-05-29T18:11:41.182" v="16365"/>
          <ac:spMkLst>
            <pc:docMk/>
            <pc:sldMk cId="149520806" sldId="2146846027"/>
            <ac:spMk id="22" creationId="{E62427F5-4635-49DB-A7BB-6EE191E4926D}"/>
          </ac:spMkLst>
        </pc:spChg>
        <pc:spChg chg="add mod ord">
          <ac:chgData name="Ken Popkin" userId="3c94c39e-c43b-4805-99ab-8da17777f1ac" providerId="ADAL" clId="{E440F346-DC68-4DD4-BA80-8DE6476F8949}" dt="2021-05-29T18:17:27.589" v="19213"/>
          <ac:spMkLst>
            <pc:docMk/>
            <pc:sldMk cId="149520806" sldId="2146846027"/>
            <ac:spMk id="27" creationId="{F300F5E8-6F2A-4A25-852C-2067B87869B6}"/>
          </ac:spMkLst>
        </pc:spChg>
        <pc:spChg chg="add mod ord">
          <ac:chgData name="Ken Popkin" userId="3c94c39e-c43b-4805-99ab-8da17777f1ac" providerId="ADAL" clId="{E440F346-DC68-4DD4-BA80-8DE6476F8949}" dt="2021-05-29T18:17:27.591" v="19217"/>
          <ac:spMkLst>
            <pc:docMk/>
            <pc:sldMk cId="149520806" sldId="2146846027"/>
            <ac:spMk id="28" creationId="{DFEA6F5B-256D-4C91-BB48-7E58C16B326F}"/>
          </ac:spMkLst>
        </pc:spChg>
        <pc:spChg chg="add del mod">
          <ac:chgData name="Ken Popkin" userId="3c94c39e-c43b-4805-99ab-8da17777f1ac" providerId="ADAL" clId="{E440F346-DC68-4DD4-BA80-8DE6476F8949}" dt="2021-05-29T18:11:40.798" v="15352"/>
          <ac:spMkLst>
            <pc:docMk/>
            <pc:sldMk cId="149520806" sldId="2146846027"/>
            <ac:spMk id="29" creationId="{CB2F505D-4374-47D5-B6F9-59D4FCA128D9}"/>
          </ac:spMkLst>
        </pc:spChg>
        <pc:spChg chg="add mod ord">
          <ac:chgData name="Ken Popkin" userId="3c94c39e-c43b-4805-99ab-8da17777f1ac" providerId="ADAL" clId="{E440F346-DC68-4DD4-BA80-8DE6476F8949}" dt="2021-05-29T18:17:27.592" v="19222"/>
          <ac:spMkLst>
            <pc:docMk/>
            <pc:sldMk cId="149520806" sldId="2146846027"/>
            <ac:spMk id="30" creationId="{CAD29674-07BB-42A1-BAAE-D257AA743025}"/>
          </ac:spMkLst>
        </pc:spChg>
        <pc:spChg chg="add mod ord">
          <ac:chgData name="Ken Popkin" userId="3c94c39e-c43b-4805-99ab-8da17777f1ac" providerId="ADAL" clId="{E440F346-DC68-4DD4-BA80-8DE6476F8949}" dt="2021-05-29T18:17:27.593" v="19226"/>
          <ac:spMkLst>
            <pc:docMk/>
            <pc:sldMk cId="149520806" sldId="2146846027"/>
            <ac:spMk id="31" creationId="{FD3A6731-7184-4E7C-8DC0-3EC302619AC8}"/>
          </ac:spMkLst>
        </pc:spChg>
        <pc:spChg chg="add del mod">
          <ac:chgData name="Ken Popkin" userId="3c94c39e-c43b-4805-99ab-8da17777f1ac" providerId="ADAL" clId="{E440F346-DC68-4DD4-BA80-8DE6476F8949}" dt="2021-05-29T18:11:40.814" v="15387"/>
          <ac:spMkLst>
            <pc:docMk/>
            <pc:sldMk cId="149520806" sldId="2146846027"/>
            <ac:spMk id="32" creationId="{FC0450EF-3311-4C00-BA1F-79917A21E957}"/>
          </ac:spMkLst>
        </pc:spChg>
        <pc:spChg chg="add mod ord">
          <ac:chgData name="Ken Popkin" userId="3c94c39e-c43b-4805-99ab-8da17777f1ac" providerId="ADAL" clId="{E440F346-DC68-4DD4-BA80-8DE6476F8949}" dt="2021-05-29T18:17:27.594" v="19231"/>
          <ac:spMkLst>
            <pc:docMk/>
            <pc:sldMk cId="149520806" sldId="2146846027"/>
            <ac:spMk id="33" creationId="{C2A59383-1A9D-4880-B24C-7CD3CA162D0B}"/>
          </ac:spMkLst>
        </pc:spChg>
        <pc:spChg chg="add mod ord">
          <ac:chgData name="Ken Popkin" userId="3c94c39e-c43b-4805-99ab-8da17777f1ac" providerId="ADAL" clId="{E440F346-DC68-4DD4-BA80-8DE6476F8949}" dt="2021-05-29T18:17:27.595" v="19235"/>
          <ac:spMkLst>
            <pc:docMk/>
            <pc:sldMk cId="149520806" sldId="2146846027"/>
            <ac:spMk id="34" creationId="{65F714D7-7DE8-4BE6-BAE4-82B1D235FBDA}"/>
          </ac:spMkLst>
        </pc:spChg>
        <pc:spChg chg="add del mod">
          <ac:chgData name="Ken Popkin" userId="3c94c39e-c43b-4805-99ab-8da17777f1ac" providerId="ADAL" clId="{E440F346-DC68-4DD4-BA80-8DE6476F8949}" dt="2021-05-29T18:11:40.829" v="15422"/>
          <ac:spMkLst>
            <pc:docMk/>
            <pc:sldMk cId="149520806" sldId="2146846027"/>
            <ac:spMk id="35" creationId="{FE43B90B-1567-40C4-BF2A-28B61BD87946}"/>
          </ac:spMkLst>
        </pc:spChg>
        <pc:spChg chg="add mod ord">
          <ac:chgData name="Ken Popkin" userId="3c94c39e-c43b-4805-99ab-8da17777f1ac" providerId="ADAL" clId="{E440F346-DC68-4DD4-BA80-8DE6476F8949}" dt="2021-05-29T18:17:27.596" v="19240"/>
          <ac:spMkLst>
            <pc:docMk/>
            <pc:sldMk cId="149520806" sldId="2146846027"/>
            <ac:spMk id="36" creationId="{723C1A6E-3BC7-46F3-A953-F066A29FFE9E}"/>
          </ac:spMkLst>
        </pc:spChg>
        <pc:spChg chg="add mod ord">
          <ac:chgData name="Ken Popkin" userId="3c94c39e-c43b-4805-99ab-8da17777f1ac" providerId="ADAL" clId="{E440F346-DC68-4DD4-BA80-8DE6476F8949}" dt="2021-05-29T18:17:27.597" v="19244"/>
          <ac:spMkLst>
            <pc:docMk/>
            <pc:sldMk cId="149520806" sldId="2146846027"/>
            <ac:spMk id="37" creationId="{5CAA90D9-9139-4A9C-AA5F-FB154259BC38}"/>
          </ac:spMkLst>
        </pc:spChg>
        <pc:spChg chg="add del mod">
          <ac:chgData name="Ken Popkin" userId="3c94c39e-c43b-4805-99ab-8da17777f1ac" providerId="ADAL" clId="{E440F346-DC68-4DD4-BA80-8DE6476F8949}" dt="2021-05-29T18:11:40.845" v="15456"/>
          <ac:spMkLst>
            <pc:docMk/>
            <pc:sldMk cId="149520806" sldId="2146846027"/>
            <ac:spMk id="38" creationId="{E6F07DF5-6A77-411B-8623-BD7E845313B6}"/>
          </ac:spMkLst>
        </pc:spChg>
        <pc:spChg chg="add del mod">
          <ac:chgData name="Ken Popkin" userId="3c94c39e-c43b-4805-99ab-8da17777f1ac" providerId="ADAL" clId="{E440F346-DC68-4DD4-BA80-8DE6476F8949}" dt="2021-05-29T18:11:40.853" v="15476"/>
          <ac:spMkLst>
            <pc:docMk/>
            <pc:sldMk cId="149520806" sldId="2146846027"/>
            <ac:spMk id="39" creationId="{CF53DF5D-7C21-4D0C-B0D1-DA0974E89820}"/>
          </ac:spMkLst>
        </pc:spChg>
        <pc:spChg chg="add del mod modVis">
          <ac:chgData name="Ken Popkin" userId="3c94c39e-c43b-4805-99ab-8da17777f1ac" providerId="ADAL" clId="{E440F346-DC68-4DD4-BA80-8DE6476F8949}" dt="2021-05-29T18:11:40.861" v="15496"/>
          <ac:spMkLst>
            <pc:docMk/>
            <pc:sldMk cId="149520806" sldId="2146846027"/>
            <ac:spMk id="40" creationId="{C9DF85D7-B822-4A56-B548-526F9BD35BF4}"/>
          </ac:spMkLst>
        </pc:spChg>
        <pc:spChg chg="add mod ord modVis">
          <ac:chgData name="Ken Popkin" userId="3c94c39e-c43b-4805-99ab-8da17777f1ac" providerId="ADAL" clId="{E440F346-DC68-4DD4-BA80-8DE6476F8949}" dt="2021-05-29T18:11:41.144" v="16151"/>
          <ac:spMkLst>
            <pc:docMk/>
            <pc:sldMk cId="149520806" sldId="2146846027"/>
            <ac:spMk id="41" creationId="{223442BF-F9C5-4602-8837-B54128E0BB6B}"/>
          </ac:spMkLst>
        </pc:spChg>
        <pc:spChg chg="add mod ord modVis">
          <ac:chgData name="Ken Popkin" userId="3c94c39e-c43b-4805-99ab-8da17777f1ac" providerId="ADAL" clId="{E440F346-DC68-4DD4-BA80-8DE6476F8949}" dt="2021-05-29T18:17:27.601" v="19254"/>
          <ac:spMkLst>
            <pc:docMk/>
            <pc:sldMk cId="149520806" sldId="2146846027"/>
            <ac:spMk id="42" creationId="{8F74E030-C007-418A-9D9A-FFB640032BF1}"/>
          </ac:spMkLst>
        </pc:spChg>
        <pc:spChg chg="add mod ord modVis">
          <ac:chgData name="Ken Popkin" userId="3c94c39e-c43b-4805-99ab-8da17777f1ac" providerId="ADAL" clId="{E440F346-DC68-4DD4-BA80-8DE6476F8949}" dt="2021-05-29T18:12:34.961" v="16476"/>
          <ac:spMkLst>
            <pc:docMk/>
            <pc:sldMk cId="149520806" sldId="2146846027"/>
            <ac:spMk id="43" creationId="{21BFEB5E-B3E5-4ED6-948F-BA6C2CCEB6AF}"/>
          </ac:spMkLst>
        </pc:spChg>
        <pc:spChg chg="add mod ord modVis">
          <ac:chgData name="Ken Popkin" userId="3c94c39e-c43b-4805-99ab-8da17777f1ac" providerId="ADAL" clId="{E440F346-DC68-4DD4-BA80-8DE6476F8949}" dt="2021-05-29T18:12:34.962" v="16478"/>
          <ac:spMkLst>
            <pc:docMk/>
            <pc:sldMk cId="149520806" sldId="2146846027"/>
            <ac:spMk id="44" creationId="{1C853C44-FA64-4234-A013-E65D58DEE9BA}"/>
          </ac:spMkLst>
        </pc:spChg>
        <pc:spChg chg="add mod ord modVis">
          <ac:chgData name="Ken Popkin" userId="3c94c39e-c43b-4805-99ab-8da17777f1ac" providerId="ADAL" clId="{E440F346-DC68-4DD4-BA80-8DE6476F8949}" dt="2021-05-29T18:14:10.163" v="18253"/>
          <ac:spMkLst>
            <pc:docMk/>
            <pc:sldMk cId="149520806" sldId="2146846027"/>
            <ac:spMk id="45" creationId="{0191ED48-4C9E-46A0-9A60-7D181B2DCAA5}"/>
          </ac:spMkLst>
        </pc:spChg>
        <pc:spChg chg="add mod ord">
          <ac:chgData name="Ken Popkin" userId="3c94c39e-c43b-4805-99ab-8da17777f1ac" providerId="ADAL" clId="{E440F346-DC68-4DD4-BA80-8DE6476F8949}" dt="2021-05-29T18:17:27.602" v="19258"/>
          <ac:spMkLst>
            <pc:docMk/>
            <pc:sldMk cId="149520806" sldId="2146846027"/>
            <ac:spMk id="46" creationId="{EA795275-51C6-4EDA-9B02-8967BE5764D4}"/>
          </ac:spMkLst>
        </pc:spChg>
        <pc:spChg chg="add del mod">
          <ac:chgData name="Ken Popkin" userId="3c94c39e-c43b-4805-99ab-8da17777f1ac" providerId="ADAL" clId="{E440F346-DC68-4DD4-BA80-8DE6476F8949}" dt="2021-05-29T18:11:40.876" v="15531"/>
          <ac:spMkLst>
            <pc:docMk/>
            <pc:sldMk cId="149520806" sldId="2146846027"/>
            <ac:spMk id="47" creationId="{A869AE53-BBB5-42A8-A51A-CB4A20210468}"/>
          </ac:spMkLst>
        </pc:spChg>
        <pc:spChg chg="add del mod modVis">
          <ac:chgData name="Ken Popkin" userId="3c94c39e-c43b-4805-99ab-8da17777f1ac" providerId="ADAL" clId="{E440F346-DC68-4DD4-BA80-8DE6476F8949}" dt="2021-05-29T18:11:40.884" v="15551"/>
          <ac:spMkLst>
            <pc:docMk/>
            <pc:sldMk cId="149520806" sldId="2146846027"/>
            <ac:spMk id="48" creationId="{D9DBB077-B5B9-40A1-9326-56DB5744D898}"/>
          </ac:spMkLst>
        </pc:spChg>
        <pc:spChg chg="add mod ord modVis">
          <ac:chgData name="Ken Popkin" userId="3c94c39e-c43b-4805-99ab-8da17777f1ac" providerId="ADAL" clId="{E440F346-DC68-4DD4-BA80-8DE6476F8949}" dt="2021-05-29T18:11:41.146" v="16163"/>
          <ac:spMkLst>
            <pc:docMk/>
            <pc:sldMk cId="149520806" sldId="2146846027"/>
            <ac:spMk id="49" creationId="{471B823B-B4E3-40E4-9932-44FAD00F4D8E}"/>
          </ac:spMkLst>
        </pc:spChg>
        <pc:spChg chg="add mod ord modVis">
          <ac:chgData name="Ken Popkin" userId="3c94c39e-c43b-4805-99ab-8da17777f1ac" providerId="ADAL" clId="{E440F346-DC68-4DD4-BA80-8DE6476F8949}" dt="2021-05-29T18:17:27.605" v="19266"/>
          <ac:spMkLst>
            <pc:docMk/>
            <pc:sldMk cId="149520806" sldId="2146846027"/>
            <ac:spMk id="50" creationId="{D33EAAAF-1E81-4885-936F-E11E4CA89121}"/>
          </ac:spMkLst>
        </pc:spChg>
        <pc:spChg chg="add mod ord modVis">
          <ac:chgData name="Ken Popkin" userId="3c94c39e-c43b-4805-99ab-8da17777f1ac" providerId="ADAL" clId="{E440F346-DC68-4DD4-BA80-8DE6476F8949}" dt="2021-05-29T18:12:34.973" v="16508"/>
          <ac:spMkLst>
            <pc:docMk/>
            <pc:sldMk cId="149520806" sldId="2146846027"/>
            <ac:spMk id="51" creationId="{F9F24630-BF09-4155-936B-9A5BE215A66A}"/>
          </ac:spMkLst>
        </pc:spChg>
        <pc:spChg chg="add mod ord modVis">
          <ac:chgData name="Ken Popkin" userId="3c94c39e-c43b-4805-99ab-8da17777f1ac" providerId="ADAL" clId="{E440F346-DC68-4DD4-BA80-8DE6476F8949}" dt="2021-05-29T18:12:34.974" v="16510"/>
          <ac:spMkLst>
            <pc:docMk/>
            <pc:sldMk cId="149520806" sldId="2146846027"/>
            <ac:spMk id="52" creationId="{773B262D-EBCF-43C9-99C3-8D3EA1514592}"/>
          </ac:spMkLst>
        </pc:spChg>
        <pc:spChg chg="add mod ord modVis">
          <ac:chgData name="Ken Popkin" userId="3c94c39e-c43b-4805-99ab-8da17777f1ac" providerId="ADAL" clId="{E440F346-DC68-4DD4-BA80-8DE6476F8949}" dt="2021-05-29T18:14:10.168" v="18267"/>
          <ac:spMkLst>
            <pc:docMk/>
            <pc:sldMk cId="149520806" sldId="2146846027"/>
            <ac:spMk id="53" creationId="{4535047D-DD90-44A2-A211-825561D6499C}"/>
          </ac:spMkLst>
        </pc:spChg>
        <pc:spChg chg="add mod ord">
          <ac:chgData name="Ken Popkin" userId="3c94c39e-c43b-4805-99ab-8da17777f1ac" providerId="ADAL" clId="{E440F346-DC68-4DD4-BA80-8DE6476F8949}" dt="2021-05-29T18:17:27.606" v="19270"/>
          <ac:spMkLst>
            <pc:docMk/>
            <pc:sldMk cId="149520806" sldId="2146846027"/>
            <ac:spMk id="54" creationId="{0F8196C9-BB29-47B8-96E5-389B62932AB1}"/>
          </ac:spMkLst>
        </pc:spChg>
        <pc:spChg chg="add del mod">
          <ac:chgData name="Ken Popkin" userId="3c94c39e-c43b-4805-99ab-8da17777f1ac" providerId="ADAL" clId="{E440F346-DC68-4DD4-BA80-8DE6476F8949}" dt="2021-05-29T18:11:40.900" v="15585"/>
          <ac:spMkLst>
            <pc:docMk/>
            <pc:sldMk cId="149520806" sldId="2146846027"/>
            <ac:spMk id="55" creationId="{42146933-1492-49A8-8C5B-80EACE7C4A30}"/>
          </ac:spMkLst>
        </pc:spChg>
        <pc:spChg chg="add del mod modVis">
          <ac:chgData name="Ken Popkin" userId="3c94c39e-c43b-4805-99ab-8da17777f1ac" providerId="ADAL" clId="{E440F346-DC68-4DD4-BA80-8DE6476F8949}" dt="2021-05-29T18:11:40.908" v="15605"/>
          <ac:spMkLst>
            <pc:docMk/>
            <pc:sldMk cId="149520806" sldId="2146846027"/>
            <ac:spMk id="56" creationId="{0323FD56-1BF5-4E09-B23D-818371444E64}"/>
          </ac:spMkLst>
        </pc:spChg>
        <pc:spChg chg="add mod ord modVis">
          <ac:chgData name="Ken Popkin" userId="3c94c39e-c43b-4805-99ab-8da17777f1ac" providerId="ADAL" clId="{E440F346-DC68-4DD4-BA80-8DE6476F8949}" dt="2021-05-29T18:11:41.148" v="16175"/>
          <ac:spMkLst>
            <pc:docMk/>
            <pc:sldMk cId="149520806" sldId="2146846027"/>
            <ac:spMk id="57" creationId="{D650ABC0-8C70-4BE9-A657-D5CE3C380FC0}"/>
          </ac:spMkLst>
        </pc:spChg>
        <pc:spChg chg="add mod ord modVis">
          <ac:chgData name="Ken Popkin" userId="3c94c39e-c43b-4805-99ab-8da17777f1ac" providerId="ADAL" clId="{E440F346-DC68-4DD4-BA80-8DE6476F8949}" dt="2021-05-29T18:17:27.609" v="19278"/>
          <ac:spMkLst>
            <pc:docMk/>
            <pc:sldMk cId="149520806" sldId="2146846027"/>
            <ac:spMk id="58" creationId="{473E907F-5890-4AD8-8FE9-D24909DBCC4C}"/>
          </ac:spMkLst>
        </pc:spChg>
        <pc:spChg chg="add mod ord modVis">
          <ac:chgData name="Ken Popkin" userId="3c94c39e-c43b-4805-99ab-8da17777f1ac" providerId="ADAL" clId="{E440F346-DC68-4DD4-BA80-8DE6476F8949}" dt="2021-05-29T18:12:34.983" v="16533"/>
          <ac:spMkLst>
            <pc:docMk/>
            <pc:sldMk cId="149520806" sldId="2146846027"/>
            <ac:spMk id="59" creationId="{3FFDD8E1-A0B6-4204-BE48-26B5759EB669}"/>
          </ac:spMkLst>
        </pc:spChg>
        <pc:spChg chg="add mod ord modVis">
          <ac:chgData name="Ken Popkin" userId="3c94c39e-c43b-4805-99ab-8da17777f1ac" providerId="ADAL" clId="{E440F346-DC68-4DD4-BA80-8DE6476F8949}" dt="2021-05-29T18:12:34.983" v="16535"/>
          <ac:spMkLst>
            <pc:docMk/>
            <pc:sldMk cId="149520806" sldId="2146846027"/>
            <ac:spMk id="60" creationId="{DB76A225-77C6-41D7-AF11-D2095F7D456B}"/>
          </ac:spMkLst>
        </pc:spChg>
        <pc:spChg chg="add mod ord modVis">
          <ac:chgData name="Ken Popkin" userId="3c94c39e-c43b-4805-99ab-8da17777f1ac" providerId="ADAL" clId="{E440F346-DC68-4DD4-BA80-8DE6476F8949}" dt="2021-05-29T18:11:41.149" v="16183"/>
          <ac:spMkLst>
            <pc:docMk/>
            <pc:sldMk cId="149520806" sldId="2146846027"/>
            <ac:spMk id="61" creationId="{5A50DFE8-2E6A-4460-A0C6-E308D5F1EFCE}"/>
          </ac:spMkLst>
        </pc:spChg>
        <pc:spChg chg="add mod ord">
          <ac:chgData name="Ken Popkin" userId="3c94c39e-c43b-4805-99ab-8da17777f1ac" providerId="ADAL" clId="{E440F346-DC68-4DD4-BA80-8DE6476F8949}" dt="2021-05-29T18:17:27.610" v="19282"/>
          <ac:spMkLst>
            <pc:docMk/>
            <pc:sldMk cId="149520806" sldId="2146846027"/>
            <ac:spMk id="62" creationId="{5DA30DD9-A5BC-43B1-B186-99E13F659BBB}"/>
          </ac:spMkLst>
        </pc:spChg>
        <pc:spChg chg="add del mod">
          <ac:chgData name="Ken Popkin" userId="3c94c39e-c43b-4805-99ab-8da17777f1ac" providerId="ADAL" clId="{E440F346-DC68-4DD4-BA80-8DE6476F8949}" dt="2021-05-29T18:11:40.928" v="15643"/>
          <ac:spMkLst>
            <pc:docMk/>
            <pc:sldMk cId="149520806" sldId="2146846027"/>
            <ac:spMk id="63" creationId="{E02F23D6-3709-4EEC-BE01-6198D2586FDC}"/>
          </ac:spMkLst>
        </pc:spChg>
        <pc:spChg chg="add del mod modVis">
          <ac:chgData name="Ken Popkin" userId="3c94c39e-c43b-4805-99ab-8da17777f1ac" providerId="ADAL" clId="{E440F346-DC68-4DD4-BA80-8DE6476F8949}" dt="2021-05-29T18:11:40.936" v="15663"/>
          <ac:spMkLst>
            <pc:docMk/>
            <pc:sldMk cId="149520806" sldId="2146846027"/>
            <ac:spMk id="64" creationId="{26BA3F8C-1535-44DC-A889-54CFA2862C87}"/>
          </ac:spMkLst>
        </pc:spChg>
        <pc:spChg chg="add mod ord modVis">
          <ac:chgData name="Ken Popkin" userId="3c94c39e-c43b-4805-99ab-8da17777f1ac" providerId="ADAL" clId="{E440F346-DC68-4DD4-BA80-8DE6476F8949}" dt="2021-05-29T18:11:41.150" v="16187"/>
          <ac:spMkLst>
            <pc:docMk/>
            <pc:sldMk cId="149520806" sldId="2146846027"/>
            <ac:spMk id="65" creationId="{E55AD9BB-CCC1-4B9C-88B6-8514182E129A}"/>
          </ac:spMkLst>
        </pc:spChg>
        <pc:spChg chg="add mod ord modVis">
          <ac:chgData name="Ken Popkin" userId="3c94c39e-c43b-4805-99ab-8da17777f1ac" providerId="ADAL" clId="{E440F346-DC68-4DD4-BA80-8DE6476F8949}" dt="2021-05-29T18:17:27.613" v="19291"/>
          <ac:spMkLst>
            <pc:docMk/>
            <pc:sldMk cId="149520806" sldId="2146846027"/>
            <ac:spMk id="66" creationId="{7B5675C6-409C-4CD3-9760-AC836D9702EB}"/>
          </ac:spMkLst>
        </pc:spChg>
        <pc:spChg chg="add mod ord modVis">
          <ac:chgData name="Ken Popkin" userId="3c94c39e-c43b-4805-99ab-8da17777f1ac" providerId="ADAL" clId="{E440F346-DC68-4DD4-BA80-8DE6476F8949}" dt="2021-05-29T18:12:34.993" v="16559"/>
          <ac:spMkLst>
            <pc:docMk/>
            <pc:sldMk cId="149520806" sldId="2146846027"/>
            <ac:spMk id="67" creationId="{77DFBC5E-B216-4E42-9D45-E5B5CF80D31D}"/>
          </ac:spMkLst>
        </pc:spChg>
        <pc:spChg chg="add mod ord modVis">
          <ac:chgData name="Ken Popkin" userId="3c94c39e-c43b-4805-99ab-8da17777f1ac" providerId="ADAL" clId="{E440F346-DC68-4DD4-BA80-8DE6476F8949}" dt="2021-05-29T18:12:34.994" v="16561"/>
          <ac:spMkLst>
            <pc:docMk/>
            <pc:sldMk cId="149520806" sldId="2146846027"/>
            <ac:spMk id="68" creationId="{F7A2310D-E57B-4001-A32E-852FD294DBE8}"/>
          </ac:spMkLst>
        </pc:spChg>
        <pc:spChg chg="add mod ord modVis">
          <ac:chgData name="Ken Popkin" userId="3c94c39e-c43b-4805-99ab-8da17777f1ac" providerId="ADAL" clId="{E440F346-DC68-4DD4-BA80-8DE6476F8949}" dt="2021-05-29T18:14:10.177" v="18294"/>
          <ac:spMkLst>
            <pc:docMk/>
            <pc:sldMk cId="149520806" sldId="2146846027"/>
            <ac:spMk id="69" creationId="{D459B0A8-37E4-42A3-B2E0-C64BC46C96E2}"/>
          </ac:spMkLst>
        </pc:spChg>
        <pc:spChg chg="add mod ord">
          <ac:chgData name="Ken Popkin" userId="3c94c39e-c43b-4805-99ab-8da17777f1ac" providerId="ADAL" clId="{E440F346-DC68-4DD4-BA80-8DE6476F8949}" dt="2021-05-29T18:17:27.614" v="19295"/>
          <ac:spMkLst>
            <pc:docMk/>
            <pc:sldMk cId="149520806" sldId="2146846027"/>
            <ac:spMk id="70" creationId="{8002B206-9E79-4E84-8508-0F716B551217}"/>
          </ac:spMkLst>
        </pc:spChg>
        <pc:spChg chg="add del mod">
          <ac:chgData name="Ken Popkin" userId="3c94c39e-c43b-4805-99ab-8da17777f1ac" providerId="ADAL" clId="{E440F346-DC68-4DD4-BA80-8DE6476F8949}" dt="2021-05-29T18:11:40.952" v="15698"/>
          <ac:spMkLst>
            <pc:docMk/>
            <pc:sldMk cId="149520806" sldId="2146846027"/>
            <ac:spMk id="71" creationId="{CE9EF37D-C28D-40B1-99F3-4B1673B99305}"/>
          </ac:spMkLst>
        </pc:spChg>
        <pc:spChg chg="add del mod modVis">
          <ac:chgData name="Ken Popkin" userId="3c94c39e-c43b-4805-99ab-8da17777f1ac" providerId="ADAL" clId="{E440F346-DC68-4DD4-BA80-8DE6476F8949}" dt="2021-05-29T18:11:40.960" v="15718"/>
          <ac:spMkLst>
            <pc:docMk/>
            <pc:sldMk cId="149520806" sldId="2146846027"/>
            <ac:spMk id="72" creationId="{0681D65C-1F9A-4957-ADA5-504E82351508}"/>
          </ac:spMkLst>
        </pc:spChg>
        <pc:spChg chg="add mod ord modVis">
          <ac:chgData name="Ken Popkin" userId="3c94c39e-c43b-4805-99ab-8da17777f1ac" providerId="ADAL" clId="{E440F346-DC68-4DD4-BA80-8DE6476F8949}" dt="2021-05-29T18:11:41.152" v="16199"/>
          <ac:spMkLst>
            <pc:docMk/>
            <pc:sldMk cId="149520806" sldId="2146846027"/>
            <ac:spMk id="73" creationId="{469EBDA2-8E44-4654-8F7C-F4CF908E3AA9}"/>
          </ac:spMkLst>
        </pc:spChg>
        <pc:spChg chg="add mod ord modVis">
          <ac:chgData name="Ken Popkin" userId="3c94c39e-c43b-4805-99ab-8da17777f1ac" providerId="ADAL" clId="{E440F346-DC68-4DD4-BA80-8DE6476F8949}" dt="2021-05-29T18:17:27.618" v="19304"/>
          <ac:spMkLst>
            <pc:docMk/>
            <pc:sldMk cId="149520806" sldId="2146846027"/>
            <ac:spMk id="74" creationId="{DADDBD06-7472-4BF9-9AA3-3E6E0ADDAE89}"/>
          </ac:spMkLst>
        </pc:spChg>
        <pc:spChg chg="add mod ord modVis">
          <ac:chgData name="Ken Popkin" userId="3c94c39e-c43b-4805-99ab-8da17777f1ac" providerId="ADAL" clId="{E440F346-DC68-4DD4-BA80-8DE6476F8949}" dt="2021-05-29T18:12:35.005" v="16590"/>
          <ac:spMkLst>
            <pc:docMk/>
            <pc:sldMk cId="149520806" sldId="2146846027"/>
            <ac:spMk id="75" creationId="{15A167BA-3A4F-4631-A1B6-E579F6238857}"/>
          </ac:spMkLst>
        </pc:spChg>
        <pc:spChg chg="add mod ord modVis">
          <ac:chgData name="Ken Popkin" userId="3c94c39e-c43b-4805-99ab-8da17777f1ac" providerId="ADAL" clId="{E440F346-DC68-4DD4-BA80-8DE6476F8949}" dt="2021-05-29T18:12:35.005" v="16592"/>
          <ac:spMkLst>
            <pc:docMk/>
            <pc:sldMk cId="149520806" sldId="2146846027"/>
            <ac:spMk id="76" creationId="{43D7084F-E712-4F04-B957-E42FB9F96041}"/>
          </ac:spMkLst>
        </pc:spChg>
        <pc:spChg chg="add mod ord modVis">
          <ac:chgData name="Ken Popkin" userId="3c94c39e-c43b-4805-99ab-8da17777f1ac" providerId="ADAL" clId="{E440F346-DC68-4DD4-BA80-8DE6476F8949}" dt="2021-05-29T18:14:10.182" v="18309"/>
          <ac:spMkLst>
            <pc:docMk/>
            <pc:sldMk cId="149520806" sldId="2146846027"/>
            <ac:spMk id="77" creationId="{97C964A7-ADDD-47CC-B8F0-DAE679AFC5D3}"/>
          </ac:spMkLst>
        </pc:spChg>
        <pc:spChg chg="add mod ord">
          <ac:chgData name="Ken Popkin" userId="3c94c39e-c43b-4805-99ab-8da17777f1ac" providerId="ADAL" clId="{E440F346-DC68-4DD4-BA80-8DE6476F8949}" dt="2021-05-29T18:17:27.618" v="19308"/>
          <ac:spMkLst>
            <pc:docMk/>
            <pc:sldMk cId="149520806" sldId="2146846027"/>
            <ac:spMk id="78" creationId="{609612D4-FA60-4D42-B680-E690EA78574E}"/>
          </ac:spMkLst>
        </pc:spChg>
        <pc:spChg chg="add mod">
          <ac:chgData name="Ken Popkin" userId="3c94c39e-c43b-4805-99ab-8da17777f1ac" providerId="ADAL" clId="{E440F346-DC68-4DD4-BA80-8DE6476F8949}" dt="2021-05-29T18:17:27.619" v="19310"/>
          <ac:spMkLst>
            <pc:docMk/>
            <pc:sldMk cId="149520806" sldId="2146846027"/>
            <ac:spMk id="79" creationId="{3762399C-B672-4D94-8188-567187FE7AB2}"/>
          </ac:spMkLst>
        </pc:spChg>
        <pc:spChg chg="add mod modVis">
          <ac:chgData name="Ken Popkin" userId="3c94c39e-c43b-4805-99ab-8da17777f1ac" providerId="ADAL" clId="{E440F346-DC68-4DD4-BA80-8DE6476F8949}" dt="2021-05-29T18:17:27.620" v="19312"/>
          <ac:spMkLst>
            <pc:docMk/>
            <pc:sldMk cId="149520806" sldId="2146846027"/>
            <ac:spMk id="80" creationId="{5DD69130-5F9C-4290-A808-0C5BB5187943}"/>
          </ac:spMkLst>
        </pc:spChg>
        <pc:spChg chg="add mod ord modVis">
          <ac:chgData name="Ken Popkin" userId="3c94c39e-c43b-4805-99ab-8da17777f1ac" providerId="ADAL" clId="{E440F346-DC68-4DD4-BA80-8DE6476F8949}" dt="2021-05-29T18:11:41.154" v="16211"/>
          <ac:spMkLst>
            <pc:docMk/>
            <pc:sldMk cId="149520806" sldId="2146846027"/>
            <ac:spMk id="81" creationId="{4687BD1A-2D35-4D29-B0B8-FF71F4E59A6F}"/>
          </ac:spMkLst>
        </pc:spChg>
        <pc:spChg chg="add mod ord modVis">
          <ac:chgData name="Ken Popkin" userId="3c94c39e-c43b-4805-99ab-8da17777f1ac" providerId="ADAL" clId="{E440F346-DC68-4DD4-BA80-8DE6476F8949}" dt="2021-05-29T18:17:27.621" v="19316"/>
          <ac:spMkLst>
            <pc:docMk/>
            <pc:sldMk cId="149520806" sldId="2146846027"/>
            <ac:spMk id="82" creationId="{EA98E2F6-1C60-4086-B8E3-17514CE83B1E}"/>
          </ac:spMkLst>
        </pc:spChg>
        <pc:spChg chg="add mod ord modVis">
          <ac:chgData name="Ken Popkin" userId="3c94c39e-c43b-4805-99ab-8da17777f1ac" providerId="ADAL" clId="{E440F346-DC68-4DD4-BA80-8DE6476F8949}" dt="2021-05-29T18:14:10.187" v="18323"/>
          <ac:spMkLst>
            <pc:docMk/>
            <pc:sldMk cId="149520806" sldId="2146846027"/>
            <ac:spMk id="83" creationId="{E2AA6468-C148-44FC-90EC-BF2C1ED5E954}"/>
          </ac:spMkLst>
        </pc:spChg>
        <pc:spChg chg="add mod ord modVis">
          <ac:chgData name="Ken Popkin" userId="3c94c39e-c43b-4805-99ab-8da17777f1ac" providerId="ADAL" clId="{E440F346-DC68-4DD4-BA80-8DE6476F8949}" dt="2021-05-29T18:14:10.187" v="18325"/>
          <ac:spMkLst>
            <pc:docMk/>
            <pc:sldMk cId="149520806" sldId="2146846027"/>
            <ac:spMk id="84" creationId="{C9ED0FFC-39E9-4DB3-B211-4BCB4B54DB33}"/>
          </ac:spMkLst>
        </pc:spChg>
        <pc:spChg chg="add mod ord modVis">
          <ac:chgData name="Ken Popkin" userId="3c94c39e-c43b-4805-99ab-8da17777f1ac" providerId="ADAL" clId="{E440F346-DC68-4DD4-BA80-8DE6476F8949}" dt="2021-05-29T18:13:57.837" v="17975"/>
          <ac:spMkLst>
            <pc:docMk/>
            <pc:sldMk cId="149520806" sldId="2146846027"/>
            <ac:spMk id="85" creationId="{08DF5873-FB87-4602-81D7-047A2D0EADAE}"/>
          </ac:spMkLst>
        </pc:spChg>
        <pc:spChg chg="add mod ord">
          <ac:chgData name="Ken Popkin" userId="3c94c39e-c43b-4805-99ab-8da17777f1ac" providerId="ADAL" clId="{E440F346-DC68-4DD4-BA80-8DE6476F8949}" dt="2021-05-29T18:17:27.622" v="19320"/>
          <ac:spMkLst>
            <pc:docMk/>
            <pc:sldMk cId="149520806" sldId="2146846027"/>
            <ac:spMk id="86" creationId="{27EACD5C-9E5D-40A5-AC5C-C99B12DBC7E2}"/>
          </ac:spMkLst>
        </pc:spChg>
        <pc:spChg chg="add mod">
          <ac:chgData name="Ken Popkin" userId="3c94c39e-c43b-4805-99ab-8da17777f1ac" providerId="ADAL" clId="{E440F346-DC68-4DD4-BA80-8DE6476F8949}" dt="2021-05-29T18:17:27.622" v="19322"/>
          <ac:spMkLst>
            <pc:docMk/>
            <pc:sldMk cId="149520806" sldId="2146846027"/>
            <ac:spMk id="87" creationId="{CE5B84A0-0190-4EA5-B0B0-12FC7542FF5C}"/>
          </ac:spMkLst>
        </pc:spChg>
        <pc:spChg chg="add mod modVis">
          <ac:chgData name="Ken Popkin" userId="3c94c39e-c43b-4805-99ab-8da17777f1ac" providerId="ADAL" clId="{E440F346-DC68-4DD4-BA80-8DE6476F8949}" dt="2021-05-29T18:17:27.624" v="19324"/>
          <ac:spMkLst>
            <pc:docMk/>
            <pc:sldMk cId="149520806" sldId="2146846027"/>
            <ac:spMk id="88" creationId="{98872CA1-07E4-4454-B8AD-4A0DEC3B6A8A}"/>
          </ac:spMkLst>
        </pc:spChg>
        <pc:spChg chg="add mod ord modVis">
          <ac:chgData name="Ken Popkin" userId="3c94c39e-c43b-4805-99ab-8da17777f1ac" providerId="ADAL" clId="{E440F346-DC68-4DD4-BA80-8DE6476F8949}" dt="2021-05-29T18:11:41.156" v="16223"/>
          <ac:spMkLst>
            <pc:docMk/>
            <pc:sldMk cId="149520806" sldId="2146846027"/>
            <ac:spMk id="89" creationId="{37AB11FF-1166-4C1C-ABFC-94B0FEC8E565}"/>
          </ac:spMkLst>
        </pc:spChg>
        <pc:spChg chg="add mod ord modVis">
          <ac:chgData name="Ken Popkin" userId="3c94c39e-c43b-4805-99ab-8da17777f1ac" providerId="ADAL" clId="{E440F346-DC68-4DD4-BA80-8DE6476F8949}" dt="2021-05-29T18:17:27.626" v="19328"/>
          <ac:spMkLst>
            <pc:docMk/>
            <pc:sldMk cId="149520806" sldId="2146846027"/>
            <ac:spMk id="90" creationId="{EBF2E80C-F4BD-4BDD-BB0D-2C65D72A98AE}"/>
          </ac:spMkLst>
        </pc:spChg>
        <pc:spChg chg="add mod ord modVis">
          <ac:chgData name="Ken Popkin" userId="3c94c39e-c43b-4805-99ab-8da17777f1ac" providerId="ADAL" clId="{E440F346-DC68-4DD4-BA80-8DE6476F8949}" dt="2021-05-29T18:14:53.483" v="18683"/>
          <ac:spMkLst>
            <pc:docMk/>
            <pc:sldMk cId="149520806" sldId="2146846027"/>
            <ac:spMk id="91" creationId="{58BF9A94-5531-4619-82FD-7A91EE9F8D45}"/>
          </ac:spMkLst>
        </pc:spChg>
        <pc:spChg chg="add mod ord modVis">
          <ac:chgData name="Ken Popkin" userId="3c94c39e-c43b-4805-99ab-8da17777f1ac" providerId="ADAL" clId="{E440F346-DC68-4DD4-BA80-8DE6476F8949}" dt="2021-05-29T18:14:53.483" v="18685"/>
          <ac:spMkLst>
            <pc:docMk/>
            <pc:sldMk cId="149520806" sldId="2146846027"/>
            <ac:spMk id="92" creationId="{37E86C9D-7183-4A3B-BE79-125A7FA00905}"/>
          </ac:spMkLst>
        </pc:spChg>
        <pc:spChg chg="add mod ord modVis">
          <ac:chgData name="Ken Popkin" userId="3c94c39e-c43b-4805-99ab-8da17777f1ac" providerId="ADAL" clId="{E440F346-DC68-4DD4-BA80-8DE6476F8949}" dt="2021-05-29T18:14:10.192" v="18339"/>
          <ac:spMkLst>
            <pc:docMk/>
            <pc:sldMk cId="149520806" sldId="2146846027"/>
            <ac:spMk id="93" creationId="{92687BC4-25BC-4027-B005-5035BC949F4E}"/>
          </ac:spMkLst>
        </pc:spChg>
        <pc:spChg chg="add mod ord">
          <ac:chgData name="Ken Popkin" userId="3c94c39e-c43b-4805-99ab-8da17777f1ac" providerId="ADAL" clId="{E440F346-DC68-4DD4-BA80-8DE6476F8949}" dt="2021-05-29T18:17:27.626" v="19332"/>
          <ac:spMkLst>
            <pc:docMk/>
            <pc:sldMk cId="149520806" sldId="2146846027"/>
            <ac:spMk id="94" creationId="{4452FD83-7B01-447A-B913-5BB5018D3D3D}"/>
          </ac:spMkLst>
        </pc:spChg>
        <pc:spChg chg="add mod">
          <ac:chgData name="Ken Popkin" userId="3c94c39e-c43b-4805-99ab-8da17777f1ac" providerId="ADAL" clId="{E440F346-DC68-4DD4-BA80-8DE6476F8949}" dt="2021-05-29T18:17:27.627" v="19334"/>
          <ac:spMkLst>
            <pc:docMk/>
            <pc:sldMk cId="149520806" sldId="2146846027"/>
            <ac:spMk id="95" creationId="{D77F2585-6A6F-45B6-8A1F-A2DDE5871E87}"/>
          </ac:spMkLst>
        </pc:spChg>
        <pc:spChg chg="add mod modVis">
          <ac:chgData name="Ken Popkin" userId="3c94c39e-c43b-4805-99ab-8da17777f1ac" providerId="ADAL" clId="{E440F346-DC68-4DD4-BA80-8DE6476F8949}" dt="2021-05-29T18:17:27.628" v="19336"/>
          <ac:spMkLst>
            <pc:docMk/>
            <pc:sldMk cId="149520806" sldId="2146846027"/>
            <ac:spMk id="96" creationId="{2A57CE24-71F6-45D6-9D1F-95CF5A8A2A1D}"/>
          </ac:spMkLst>
        </pc:spChg>
        <pc:spChg chg="add mod ord modVis">
          <ac:chgData name="Ken Popkin" userId="3c94c39e-c43b-4805-99ab-8da17777f1ac" providerId="ADAL" clId="{E440F346-DC68-4DD4-BA80-8DE6476F8949}" dt="2021-05-29T18:11:41.159" v="16235"/>
          <ac:spMkLst>
            <pc:docMk/>
            <pc:sldMk cId="149520806" sldId="2146846027"/>
            <ac:spMk id="97" creationId="{AF736F5B-2139-4660-AB43-E2A1BECC003D}"/>
          </ac:spMkLst>
        </pc:spChg>
        <pc:spChg chg="add mod ord modVis">
          <ac:chgData name="Ken Popkin" userId="3c94c39e-c43b-4805-99ab-8da17777f1ac" providerId="ADAL" clId="{E440F346-DC68-4DD4-BA80-8DE6476F8949}" dt="2021-05-29T18:17:27.630" v="19340"/>
          <ac:spMkLst>
            <pc:docMk/>
            <pc:sldMk cId="149520806" sldId="2146846027"/>
            <ac:spMk id="98" creationId="{56C19BF8-8744-4933-B08D-F4B41AA6B240}"/>
          </ac:spMkLst>
        </pc:spChg>
        <pc:spChg chg="add mod ord modVis">
          <ac:chgData name="Ken Popkin" userId="3c94c39e-c43b-4805-99ab-8da17777f1ac" providerId="ADAL" clId="{E440F346-DC68-4DD4-BA80-8DE6476F8949}" dt="2021-05-29T18:14:53.487" v="18699"/>
          <ac:spMkLst>
            <pc:docMk/>
            <pc:sldMk cId="149520806" sldId="2146846027"/>
            <ac:spMk id="99" creationId="{9C2F668C-71F6-456E-91B2-94AE2AB05A0D}"/>
          </ac:spMkLst>
        </pc:spChg>
        <pc:spChg chg="add mod ord modVis">
          <ac:chgData name="Ken Popkin" userId="3c94c39e-c43b-4805-99ab-8da17777f1ac" providerId="ADAL" clId="{E440F346-DC68-4DD4-BA80-8DE6476F8949}" dt="2021-05-29T18:14:53.488" v="18701"/>
          <ac:spMkLst>
            <pc:docMk/>
            <pc:sldMk cId="149520806" sldId="2146846027"/>
            <ac:spMk id="100" creationId="{5D6DB989-252B-4022-B84C-EDDBC0D9DDE0}"/>
          </ac:spMkLst>
        </pc:spChg>
        <pc:spChg chg="add mod ord modVis">
          <ac:chgData name="Ken Popkin" userId="3c94c39e-c43b-4805-99ab-8da17777f1ac" providerId="ADAL" clId="{E440F346-DC68-4DD4-BA80-8DE6476F8949}" dt="2021-05-29T18:14:10.199" v="18357"/>
          <ac:spMkLst>
            <pc:docMk/>
            <pc:sldMk cId="149520806" sldId="2146846027"/>
            <ac:spMk id="101" creationId="{D34A66B8-3FC6-4543-B160-B1A8BCE59A4D}"/>
          </ac:spMkLst>
        </pc:spChg>
        <pc:spChg chg="add mod ord">
          <ac:chgData name="Ken Popkin" userId="3c94c39e-c43b-4805-99ab-8da17777f1ac" providerId="ADAL" clId="{E440F346-DC68-4DD4-BA80-8DE6476F8949}" dt="2021-05-29T18:17:27.631" v="19344"/>
          <ac:spMkLst>
            <pc:docMk/>
            <pc:sldMk cId="149520806" sldId="2146846027"/>
            <ac:spMk id="102" creationId="{20C66581-071B-4008-868C-7669CECE2F23}"/>
          </ac:spMkLst>
        </pc:spChg>
        <pc:spChg chg="add del mod">
          <ac:chgData name="Ken Popkin" userId="3c94c39e-c43b-4805-99ab-8da17777f1ac" providerId="ADAL" clId="{E440F346-DC68-4DD4-BA80-8DE6476F8949}" dt="2021-05-29T18:11:41.010" v="15826"/>
          <ac:spMkLst>
            <pc:docMk/>
            <pc:sldMk cId="149520806" sldId="2146846027"/>
            <ac:spMk id="103" creationId="{BD967C64-E0A5-437E-B5C3-C3FC23F8D6D8}"/>
          </ac:spMkLst>
        </pc:spChg>
        <pc:spChg chg="add del mod modVis">
          <ac:chgData name="Ken Popkin" userId="3c94c39e-c43b-4805-99ab-8da17777f1ac" providerId="ADAL" clId="{E440F346-DC68-4DD4-BA80-8DE6476F8949}" dt="2021-05-29T18:11:41.018" v="15846"/>
          <ac:spMkLst>
            <pc:docMk/>
            <pc:sldMk cId="149520806" sldId="2146846027"/>
            <ac:spMk id="104" creationId="{D08DCC0E-C85A-4193-B0F8-2211529CF066}"/>
          </ac:spMkLst>
        </pc:spChg>
        <pc:spChg chg="add mod ord modVis">
          <ac:chgData name="Ken Popkin" userId="3c94c39e-c43b-4805-99ab-8da17777f1ac" providerId="ADAL" clId="{E440F346-DC68-4DD4-BA80-8DE6476F8949}" dt="2021-05-29T18:11:41.160" v="16247"/>
          <ac:spMkLst>
            <pc:docMk/>
            <pc:sldMk cId="149520806" sldId="2146846027"/>
            <ac:spMk id="105" creationId="{D5F45958-B24D-47A1-BD25-91AB63A73756}"/>
          </ac:spMkLst>
        </pc:spChg>
        <pc:spChg chg="add mod ord modVis">
          <ac:chgData name="Ken Popkin" userId="3c94c39e-c43b-4805-99ab-8da17777f1ac" providerId="ADAL" clId="{E440F346-DC68-4DD4-BA80-8DE6476F8949}" dt="2021-05-29T18:17:27.634" v="19352"/>
          <ac:spMkLst>
            <pc:docMk/>
            <pc:sldMk cId="149520806" sldId="2146846027"/>
            <ac:spMk id="106" creationId="{D9B283BA-FEFB-40C2-9C16-ED29B134BF56}"/>
          </ac:spMkLst>
        </pc:spChg>
        <pc:spChg chg="add mod ord modVis">
          <ac:chgData name="Ken Popkin" userId="3c94c39e-c43b-4805-99ab-8da17777f1ac" providerId="ADAL" clId="{E440F346-DC68-4DD4-BA80-8DE6476F8949}" dt="2021-05-29T18:14:53.492" v="18715"/>
          <ac:spMkLst>
            <pc:docMk/>
            <pc:sldMk cId="149520806" sldId="2146846027"/>
            <ac:spMk id="107" creationId="{04C5339F-D449-4D54-B2C6-D92B74EFA313}"/>
          </ac:spMkLst>
        </pc:spChg>
        <pc:spChg chg="add mod ord modVis">
          <ac:chgData name="Ken Popkin" userId="3c94c39e-c43b-4805-99ab-8da17777f1ac" providerId="ADAL" clId="{E440F346-DC68-4DD4-BA80-8DE6476F8949}" dt="2021-05-29T18:14:53.493" v="18717"/>
          <ac:spMkLst>
            <pc:docMk/>
            <pc:sldMk cId="149520806" sldId="2146846027"/>
            <ac:spMk id="108" creationId="{8E586039-2935-428A-AB21-A397F0C7D286}"/>
          </ac:spMkLst>
        </pc:spChg>
        <pc:spChg chg="add mod ord modVis">
          <ac:chgData name="Ken Popkin" userId="3c94c39e-c43b-4805-99ab-8da17777f1ac" providerId="ADAL" clId="{E440F346-DC68-4DD4-BA80-8DE6476F8949}" dt="2021-05-29T18:14:10.207" v="18375"/>
          <ac:spMkLst>
            <pc:docMk/>
            <pc:sldMk cId="149520806" sldId="2146846027"/>
            <ac:spMk id="109" creationId="{B7C58BB4-B7BE-4769-9035-0D9D882AD494}"/>
          </ac:spMkLst>
        </pc:spChg>
        <pc:spChg chg="add mod ord">
          <ac:chgData name="Ken Popkin" userId="3c94c39e-c43b-4805-99ab-8da17777f1ac" providerId="ADAL" clId="{E440F346-DC68-4DD4-BA80-8DE6476F8949}" dt="2021-05-29T18:17:27.635" v="19356"/>
          <ac:spMkLst>
            <pc:docMk/>
            <pc:sldMk cId="149520806" sldId="2146846027"/>
            <ac:spMk id="110" creationId="{3067964C-2D27-4789-806A-0794067CFED8}"/>
          </ac:spMkLst>
        </pc:spChg>
        <pc:spChg chg="add mod">
          <ac:chgData name="Ken Popkin" userId="3c94c39e-c43b-4805-99ab-8da17777f1ac" providerId="ADAL" clId="{E440F346-DC68-4DD4-BA80-8DE6476F8949}" dt="2021-05-29T18:17:27.636" v="19358"/>
          <ac:spMkLst>
            <pc:docMk/>
            <pc:sldMk cId="149520806" sldId="2146846027"/>
            <ac:spMk id="111" creationId="{B481C5A9-5C49-417E-82FD-1325391A2AE3}"/>
          </ac:spMkLst>
        </pc:spChg>
        <pc:spChg chg="add mod modVis">
          <ac:chgData name="Ken Popkin" userId="3c94c39e-c43b-4805-99ab-8da17777f1ac" providerId="ADAL" clId="{E440F346-DC68-4DD4-BA80-8DE6476F8949}" dt="2021-05-29T18:17:27.636" v="19360"/>
          <ac:spMkLst>
            <pc:docMk/>
            <pc:sldMk cId="149520806" sldId="2146846027"/>
            <ac:spMk id="112" creationId="{AA163115-397F-4BB3-AA59-40598E6DCE06}"/>
          </ac:spMkLst>
        </pc:spChg>
        <pc:spChg chg="add mod ord modVis">
          <ac:chgData name="Ken Popkin" userId="3c94c39e-c43b-4805-99ab-8da17777f1ac" providerId="ADAL" clId="{E440F346-DC68-4DD4-BA80-8DE6476F8949}" dt="2021-05-29T18:11:41.162" v="16259"/>
          <ac:spMkLst>
            <pc:docMk/>
            <pc:sldMk cId="149520806" sldId="2146846027"/>
            <ac:spMk id="113" creationId="{89E67166-EEC7-427A-9E82-6BC1E55E6A8E}"/>
          </ac:spMkLst>
        </pc:spChg>
        <pc:spChg chg="add mod ord modVis">
          <ac:chgData name="Ken Popkin" userId="3c94c39e-c43b-4805-99ab-8da17777f1ac" providerId="ADAL" clId="{E440F346-DC68-4DD4-BA80-8DE6476F8949}" dt="2021-05-29T18:17:27.638" v="19364"/>
          <ac:spMkLst>
            <pc:docMk/>
            <pc:sldMk cId="149520806" sldId="2146846027"/>
            <ac:spMk id="114" creationId="{8D6D648B-C088-45DC-96B2-0BA5BE7CF196}"/>
          </ac:spMkLst>
        </pc:spChg>
        <pc:spChg chg="add mod ord modVis">
          <ac:chgData name="Ken Popkin" userId="3c94c39e-c43b-4805-99ab-8da17777f1ac" providerId="ADAL" clId="{E440F346-DC68-4DD4-BA80-8DE6476F8949}" dt="2021-05-29T18:14:53.497" v="18731"/>
          <ac:spMkLst>
            <pc:docMk/>
            <pc:sldMk cId="149520806" sldId="2146846027"/>
            <ac:spMk id="115" creationId="{47851CF1-AFEE-4D38-8925-ECD5171B5BB4}"/>
          </ac:spMkLst>
        </pc:spChg>
        <pc:spChg chg="add mod ord modVis">
          <ac:chgData name="Ken Popkin" userId="3c94c39e-c43b-4805-99ab-8da17777f1ac" providerId="ADAL" clId="{E440F346-DC68-4DD4-BA80-8DE6476F8949}" dt="2021-05-29T18:14:53.498" v="18733"/>
          <ac:spMkLst>
            <pc:docMk/>
            <pc:sldMk cId="149520806" sldId="2146846027"/>
            <ac:spMk id="116" creationId="{B326DEE1-4B3B-4435-90C4-C988C6E01C30}"/>
          </ac:spMkLst>
        </pc:spChg>
        <pc:spChg chg="add mod ord modVis">
          <ac:chgData name="Ken Popkin" userId="3c94c39e-c43b-4805-99ab-8da17777f1ac" providerId="ADAL" clId="{E440F346-DC68-4DD4-BA80-8DE6476F8949}" dt="2021-05-29T18:14:10.213" v="18391"/>
          <ac:spMkLst>
            <pc:docMk/>
            <pc:sldMk cId="149520806" sldId="2146846027"/>
            <ac:spMk id="117" creationId="{F8143041-1C44-4E0A-8976-BF42D0D0883B}"/>
          </ac:spMkLst>
        </pc:spChg>
        <pc:spChg chg="add mod ord">
          <ac:chgData name="Ken Popkin" userId="3c94c39e-c43b-4805-99ab-8da17777f1ac" providerId="ADAL" clId="{E440F346-DC68-4DD4-BA80-8DE6476F8949}" dt="2021-05-29T18:17:27.639" v="19368"/>
          <ac:spMkLst>
            <pc:docMk/>
            <pc:sldMk cId="149520806" sldId="2146846027"/>
            <ac:spMk id="118" creationId="{321426B9-29E6-4790-85C1-04461C29C6F1}"/>
          </ac:spMkLst>
        </pc:spChg>
        <pc:spChg chg="add mod">
          <ac:chgData name="Ken Popkin" userId="3c94c39e-c43b-4805-99ab-8da17777f1ac" providerId="ADAL" clId="{E440F346-DC68-4DD4-BA80-8DE6476F8949}" dt="2021-05-29T18:17:27.639" v="19370"/>
          <ac:spMkLst>
            <pc:docMk/>
            <pc:sldMk cId="149520806" sldId="2146846027"/>
            <ac:spMk id="119" creationId="{502E277D-18E2-4E9D-A69A-F8BE809570F8}"/>
          </ac:spMkLst>
        </pc:spChg>
        <pc:spChg chg="add mod modVis">
          <ac:chgData name="Ken Popkin" userId="3c94c39e-c43b-4805-99ab-8da17777f1ac" providerId="ADAL" clId="{E440F346-DC68-4DD4-BA80-8DE6476F8949}" dt="2021-05-29T18:17:27.640" v="19372"/>
          <ac:spMkLst>
            <pc:docMk/>
            <pc:sldMk cId="149520806" sldId="2146846027"/>
            <ac:spMk id="120" creationId="{77CE3EC3-F248-4C73-9F29-888B53041A75}"/>
          </ac:spMkLst>
        </pc:spChg>
        <pc:spChg chg="add mod ord modVis">
          <ac:chgData name="Ken Popkin" userId="3c94c39e-c43b-4805-99ab-8da17777f1ac" providerId="ADAL" clId="{E440F346-DC68-4DD4-BA80-8DE6476F8949}" dt="2021-05-29T18:11:41.164" v="16271"/>
          <ac:spMkLst>
            <pc:docMk/>
            <pc:sldMk cId="149520806" sldId="2146846027"/>
            <ac:spMk id="121" creationId="{EAB2462F-FA02-4358-9FCC-8E3312CD1B91}"/>
          </ac:spMkLst>
        </pc:spChg>
        <pc:spChg chg="add mod ord modVis">
          <ac:chgData name="Ken Popkin" userId="3c94c39e-c43b-4805-99ab-8da17777f1ac" providerId="ADAL" clId="{E440F346-DC68-4DD4-BA80-8DE6476F8949}" dt="2021-05-29T18:17:27.641" v="19376"/>
          <ac:spMkLst>
            <pc:docMk/>
            <pc:sldMk cId="149520806" sldId="2146846027"/>
            <ac:spMk id="122" creationId="{9B4846D8-3F32-427D-AE53-D83C028D4019}"/>
          </ac:spMkLst>
        </pc:spChg>
        <pc:spChg chg="add mod ord modVis">
          <ac:chgData name="Ken Popkin" userId="3c94c39e-c43b-4805-99ab-8da17777f1ac" providerId="ADAL" clId="{E440F346-DC68-4DD4-BA80-8DE6476F8949}" dt="2021-05-29T18:14:53.502" v="18747"/>
          <ac:spMkLst>
            <pc:docMk/>
            <pc:sldMk cId="149520806" sldId="2146846027"/>
            <ac:spMk id="123" creationId="{F2CA3C76-451D-4602-834D-03A239868790}"/>
          </ac:spMkLst>
        </pc:spChg>
        <pc:spChg chg="add mod ord modVis">
          <ac:chgData name="Ken Popkin" userId="3c94c39e-c43b-4805-99ab-8da17777f1ac" providerId="ADAL" clId="{E440F346-DC68-4DD4-BA80-8DE6476F8949}" dt="2021-05-29T18:14:53.502" v="18749"/>
          <ac:spMkLst>
            <pc:docMk/>
            <pc:sldMk cId="149520806" sldId="2146846027"/>
            <ac:spMk id="124" creationId="{F3BCA353-2EE3-4B11-84AD-7B7CABAD7E4B}"/>
          </ac:spMkLst>
        </pc:spChg>
        <pc:spChg chg="add mod ord modVis">
          <ac:chgData name="Ken Popkin" userId="3c94c39e-c43b-4805-99ab-8da17777f1ac" providerId="ADAL" clId="{E440F346-DC68-4DD4-BA80-8DE6476F8949}" dt="2021-05-29T18:14:10.219" v="18407"/>
          <ac:spMkLst>
            <pc:docMk/>
            <pc:sldMk cId="149520806" sldId="2146846027"/>
            <ac:spMk id="125" creationId="{5213EF7F-A77B-4F55-8CA4-428F886CF3E4}"/>
          </ac:spMkLst>
        </pc:spChg>
        <pc:spChg chg="add mod ord">
          <ac:chgData name="Ken Popkin" userId="3c94c39e-c43b-4805-99ab-8da17777f1ac" providerId="ADAL" clId="{E440F346-DC68-4DD4-BA80-8DE6476F8949}" dt="2021-05-29T18:17:27.643" v="19380"/>
          <ac:spMkLst>
            <pc:docMk/>
            <pc:sldMk cId="149520806" sldId="2146846027"/>
            <ac:spMk id="126" creationId="{FED9E000-E9A6-4C70-BAB1-ED1B3B001CD8}"/>
          </ac:spMkLst>
        </pc:spChg>
        <pc:spChg chg="add mod">
          <ac:chgData name="Ken Popkin" userId="3c94c39e-c43b-4805-99ab-8da17777f1ac" providerId="ADAL" clId="{E440F346-DC68-4DD4-BA80-8DE6476F8949}" dt="2021-05-29T18:17:27.644" v="19382"/>
          <ac:spMkLst>
            <pc:docMk/>
            <pc:sldMk cId="149520806" sldId="2146846027"/>
            <ac:spMk id="127" creationId="{ED904EB9-5EC7-4061-A34B-864D2E9E0064}"/>
          </ac:spMkLst>
        </pc:spChg>
        <pc:spChg chg="add mod modVis">
          <ac:chgData name="Ken Popkin" userId="3c94c39e-c43b-4805-99ab-8da17777f1ac" providerId="ADAL" clId="{E440F346-DC68-4DD4-BA80-8DE6476F8949}" dt="2021-05-29T18:17:27.645" v="19384"/>
          <ac:spMkLst>
            <pc:docMk/>
            <pc:sldMk cId="149520806" sldId="2146846027"/>
            <ac:spMk id="128" creationId="{6FF2E54C-6BFD-4063-B774-B4C6993629F5}"/>
          </ac:spMkLst>
        </pc:spChg>
        <pc:spChg chg="add mod ord modVis">
          <ac:chgData name="Ken Popkin" userId="3c94c39e-c43b-4805-99ab-8da17777f1ac" providerId="ADAL" clId="{E440F346-DC68-4DD4-BA80-8DE6476F8949}" dt="2021-05-29T18:11:41.167" v="16283"/>
          <ac:spMkLst>
            <pc:docMk/>
            <pc:sldMk cId="149520806" sldId="2146846027"/>
            <ac:spMk id="129" creationId="{F7D38F83-779C-48F0-938B-86AC089296D0}"/>
          </ac:spMkLst>
        </pc:spChg>
        <pc:spChg chg="add mod ord modVis">
          <ac:chgData name="Ken Popkin" userId="3c94c39e-c43b-4805-99ab-8da17777f1ac" providerId="ADAL" clId="{E440F346-DC68-4DD4-BA80-8DE6476F8949}" dt="2021-05-29T18:17:27.646" v="19388"/>
          <ac:spMkLst>
            <pc:docMk/>
            <pc:sldMk cId="149520806" sldId="2146846027"/>
            <ac:spMk id="130" creationId="{B6F34D94-0C61-443E-B296-13FB49FBCE92}"/>
          </ac:spMkLst>
        </pc:spChg>
        <pc:spChg chg="add mod ord modVis">
          <ac:chgData name="Ken Popkin" userId="3c94c39e-c43b-4805-99ab-8da17777f1ac" providerId="ADAL" clId="{E440F346-DC68-4DD4-BA80-8DE6476F8949}" dt="2021-05-29T18:14:53.508" v="18763"/>
          <ac:spMkLst>
            <pc:docMk/>
            <pc:sldMk cId="149520806" sldId="2146846027"/>
            <ac:spMk id="131" creationId="{FD68AFCD-5F58-46B5-9219-A5A0EB8F71AB}"/>
          </ac:spMkLst>
        </pc:spChg>
        <pc:spChg chg="add mod ord modVis">
          <ac:chgData name="Ken Popkin" userId="3c94c39e-c43b-4805-99ab-8da17777f1ac" providerId="ADAL" clId="{E440F346-DC68-4DD4-BA80-8DE6476F8949}" dt="2021-05-29T18:14:53.508" v="18765"/>
          <ac:spMkLst>
            <pc:docMk/>
            <pc:sldMk cId="149520806" sldId="2146846027"/>
            <ac:spMk id="132" creationId="{E1441F29-C25A-4B4A-83C4-9924ED7D38D1}"/>
          </ac:spMkLst>
        </pc:spChg>
        <pc:spChg chg="add mod ord modVis">
          <ac:chgData name="Ken Popkin" userId="3c94c39e-c43b-4805-99ab-8da17777f1ac" providerId="ADAL" clId="{E440F346-DC68-4DD4-BA80-8DE6476F8949}" dt="2021-05-29T18:14:10.227" v="18425"/>
          <ac:spMkLst>
            <pc:docMk/>
            <pc:sldMk cId="149520806" sldId="2146846027"/>
            <ac:spMk id="133" creationId="{30897F6A-C228-49A6-A81F-D5F4403FF750}"/>
          </ac:spMkLst>
        </pc:spChg>
        <pc:spChg chg="add mod ord">
          <ac:chgData name="Ken Popkin" userId="3c94c39e-c43b-4805-99ab-8da17777f1ac" providerId="ADAL" clId="{E440F346-DC68-4DD4-BA80-8DE6476F8949}" dt="2021-05-29T18:17:27.647" v="19392"/>
          <ac:spMkLst>
            <pc:docMk/>
            <pc:sldMk cId="149520806" sldId="2146846027"/>
            <ac:spMk id="134" creationId="{072E8E44-13F9-42D7-B228-67B430D09B41}"/>
          </ac:spMkLst>
        </pc:spChg>
        <pc:spChg chg="add del mod">
          <ac:chgData name="Ken Popkin" userId="3c94c39e-c43b-4805-99ab-8da17777f1ac" providerId="ADAL" clId="{E440F346-DC68-4DD4-BA80-8DE6476F8949}" dt="2021-05-29T18:11:41.066" v="15951"/>
          <ac:spMkLst>
            <pc:docMk/>
            <pc:sldMk cId="149520806" sldId="2146846027"/>
            <ac:spMk id="135" creationId="{910AAD72-5D9A-4D0A-A59B-7900F62B5045}"/>
          </ac:spMkLst>
        </pc:spChg>
        <pc:spChg chg="add del mod modVis">
          <ac:chgData name="Ken Popkin" userId="3c94c39e-c43b-4805-99ab-8da17777f1ac" providerId="ADAL" clId="{E440F346-DC68-4DD4-BA80-8DE6476F8949}" dt="2021-05-29T18:11:41.074" v="15971"/>
          <ac:spMkLst>
            <pc:docMk/>
            <pc:sldMk cId="149520806" sldId="2146846027"/>
            <ac:spMk id="136" creationId="{C5E80E9C-9CCF-4871-A5FB-39901F63B9CD}"/>
          </ac:spMkLst>
        </pc:spChg>
        <pc:spChg chg="add mod ord modVis">
          <ac:chgData name="Ken Popkin" userId="3c94c39e-c43b-4805-99ab-8da17777f1ac" providerId="ADAL" clId="{E440F346-DC68-4DD4-BA80-8DE6476F8949}" dt="2021-05-29T18:11:41.169" v="16295"/>
          <ac:spMkLst>
            <pc:docMk/>
            <pc:sldMk cId="149520806" sldId="2146846027"/>
            <ac:spMk id="137" creationId="{C454DF8D-FD69-4AE1-B576-E81BE205A293}"/>
          </ac:spMkLst>
        </pc:spChg>
        <pc:spChg chg="add mod ord modVis">
          <ac:chgData name="Ken Popkin" userId="3c94c39e-c43b-4805-99ab-8da17777f1ac" providerId="ADAL" clId="{E440F346-DC68-4DD4-BA80-8DE6476F8949}" dt="2021-05-29T18:17:27.651" v="19400"/>
          <ac:spMkLst>
            <pc:docMk/>
            <pc:sldMk cId="149520806" sldId="2146846027"/>
            <ac:spMk id="138" creationId="{2E18D0C0-770C-4F05-805D-7792C87E94EB}"/>
          </ac:spMkLst>
        </pc:spChg>
        <pc:spChg chg="add mod ord modVis">
          <ac:chgData name="Ken Popkin" userId="3c94c39e-c43b-4805-99ab-8da17777f1ac" providerId="ADAL" clId="{E440F346-DC68-4DD4-BA80-8DE6476F8949}" dt="2021-05-29T18:14:53.512" v="18779"/>
          <ac:spMkLst>
            <pc:docMk/>
            <pc:sldMk cId="149520806" sldId="2146846027"/>
            <ac:spMk id="139" creationId="{E813E8C1-836D-4FD9-A48B-37AA27B690DF}"/>
          </ac:spMkLst>
        </pc:spChg>
        <pc:spChg chg="add mod ord modVis">
          <ac:chgData name="Ken Popkin" userId="3c94c39e-c43b-4805-99ab-8da17777f1ac" providerId="ADAL" clId="{E440F346-DC68-4DD4-BA80-8DE6476F8949}" dt="2021-05-29T18:14:53.513" v="18781"/>
          <ac:spMkLst>
            <pc:docMk/>
            <pc:sldMk cId="149520806" sldId="2146846027"/>
            <ac:spMk id="140" creationId="{FAE730D1-6C89-4B65-907E-51A801F776A9}"/>
          </ac:spMkLst>
        </pc:spChg>
        <pc:spChg chg="add mod ord modVis">
          <ac:chgData name="Ken Popkin" userId="3c94c39e-c43b-4805-99ab-8da17777f1ac" providerId="ADAL" clId="{E440F346-DC68-4DD4-BA80-8DE6476F8949}" dt="2021-05-29T18:14:10.234" v="18443"/>
          <ac:spMkLst>
            <pc:docMk/>
            <pc:sldMk cId="149520806" sldId="2146846027"/>
            <ac:spMk id="141" creationId="{88ACC3A2-04DE-4E6D-A88B-9BC6EFE13843}"/>
          </ac:spMkLst>
        </pc:spChg>
        <pc:spChg chg="add mod ord">
          <ac:chgData name="Ken Popkin" userId="3c94c39e-c43b-4805-99ab-8da17777f1ac" providerId="ADAL" clId="{E440F346-DC68-4DD4-BA80-8DE6476F8949}" dt="2021-05-29T18:17:27.651" v="19404"/>
          <ac:spMkLst>
            <pc:docMk/>
            <pc:sldMk cId="149520806" sldId="2146846027"/>
            <ac:spMk id="142" creationId="{10A8649C-DD46-45E8-BAAB-940209352D50}"/>
          </ac:spMkLst>
        </pc:spChg>
        <pc:spChg chg="add mod">
          <ac:chgData name="Ken Popkin" userId="3c94c39e-c43b-4805-99ab-8da17777f1ac" providerId="ADAL" clId="{E440F346-DC68-4DD4-BA80-8DE6476F8949}" dt="2021-05-29T18:17:27.652" v="19406"/>
          <ac:spMkLst>
            <pc:docMk/>
            <pc:sldMk cId="149520806" sldId="2146846027"/>
            <ac:spMk id="143" creationId="{7B9E0508-4177-4F02-BD85-40472B36E5E4}"/>
          </ac:spMkLst>
        </pc:spChg>
        <pc:spChg chg="add mod modVis">
          <ac:chgData name="Ken Popkin" userId="3c94c39e-c43b-4805-99ab-8da17777f1ac" providerId="ADAL" clId="{E440F346-DC68-4DD4-BA80-8DE6476F8949}" dt="2021-05-29T18:17:27.653" v="19408"/>
          <ac:spMkLst>
            <pc:docMk/>
            <pc:sldMk cId="149520806" sldId="2146846027"/>
            <ac:spMk id="144" creationId="{F8A79080-3FCB-472E-92D2-A03E648437EB}"/>
          </ac:spMkLst>
        </pc:spChg>
        <pc:spChg chg="add mod ord modVis">
          <ac:chgData name="Ken Popkin" userId="3c94c39e-c43b-4805-99ab-8da17777f1ac" providerId="ADAL" clId="{E440F346-DC68-4DD4-BA80-8DE6476F8949}" dt="2021-05-29T18:11:41.171" v="16307"/>
          <ac:spMkLst>
            <pc:docMk/>
            <pc:sldMk cId="149520806" sldId="2146846027"/>
            <ac:spMk id="145" creationId="{30AD4D36-72E2-4E38-B291-BD7CAA0415B0}"/>
          </ac:spMkLst>
        </pc:spChg>
        <pc:spChg chg="add mod ord modVis">
          <ac:chgData name="Ken Popkin" userId="3c94c39e-c43b-4805-99ab-8da17777f1ac" providerId="ADAL" clId="{E440F346-DC68-4DD4-BA80-8DE6476F8949}" dt="2021-05-29T18:17:27.654" v="19412"/>
          <ac:spMkLst>
            <pc:docMk/>
            <pc:sldMk cId="149520806" sldId="2146846027"/>
            <ac:spMk id="146" creationId="{ECBA7069-399F-49DB-8FD2-CDB4BAE971A4}"/>
          </ac:spMkLst>
        </pc:spChg>
        <pc:spChg chg="add mod ord modVis">
          <ac:chgData name="Ken Popkin" userId="3c94c39e-c43b-4805-99ab-8da17777f1ac" providerId="ADAL" clId="{E440F346-DC68-4DD4-BA80-8DE6476F8949}" dt="2021-05-29T18:14:53.519" v="18795"/>
          <ac:spMkLst>
            <pc:docMk/>
            <pc:sldMk cId="149520806" sldId="2146846027"/>
            <ac:spMk id="147" creationId="{21C41218-4967-467C-8BC2-B0248045CDF0}"/>
          </ac:spMkLst>
        </pc:spChg>
        <pc:spChg chg="add mod ord modVis">
          <ac:chgData name="Ken Popkin" userId="3c94c39e-c43b-4805-99ab-8da17777f1ac" providerId="ADAL" clId="{E440F346-DC68-4DD4-BA80-8DE6476F8949}" dt="2021-05-29T18:14:53.519" v="18797"/>
          <ac:spMkLst>
            <pc:docMk/>
            <pc:sldMk cId="149520806" sldId="2146846027"/>
            <ac:spMk id="148" creationId="{DFA84E9F-3F2A-4BBE-B8CD-C419C5325DE3}"/>
          </ac:spMkLst>
        </pc:spChg>
        <pc:spChg chg="add mod ord modVis">
          <ac:chgData name="Ken Popkin" userId="3c94c39e-c43b-4805-99ab-8da17777f1ac" providerId="ADAL" clId="{E440F346-DC68-4DD4-BA80-8DE6476F8949}" dt="2021-05-29T18:14:10.241" v="18459"/>
          <ac:spMkLst>
            <pc:docMk/>
            <pc:sldMk cId="149520806" sldId="2146846027"/>
            <ac:spMk id="149" creationId="{28634FCF-CC9A-4546-B7F0-E78720DDB781}"/>
          </ac:spMkLst>
        </pc:spChg>
        <pc:spChg chg="add mod ord">
          <ac:chgData name="Ken Popkin" userId="3c94c39e-c43b-4805-99ab-8da17777f1ac" providerId="ADAL" clId="{E440F346-DC68-4DD4-BA80-8DE6476F8949}" dt="2021-05-29T18:17:27.655" v="19416"/>
          <ac:spMkLst>
            <pc:docMk/>
            <pc:sldMk cId="149520806" sldId="2146846027"/>
            <ac:spMk id="150" creationId="{D31E1AA9-2B60-4551-99A3-B5620E615E52}"/>
          </ac:spMkLst>
        </pc:spChg>
        <pc:spChg chg="add mod">
          <ac:chgData name="Ken Popkin" userId="3c94c39e-c43b-4805-99ab-8da17777f1ac" providerId="ADAL" clId="{E440F346-DC68-4DD4-BA80-8DE6476F8949}" dt="2021-05-29T18:17:27.656" v="19418"/>
          <ac:spMkLst>
            <pc:docMk/>
            <pc:sldMk cId="149520806" sldId="2146846027"/>
            <ac:spMk id="151" creationId="{03FA0793-3F0B-4A55-9E24-481C7CA8C6F9}"/>
          </ac:spMkLst>
        </pc:spChg>
        <pc:spChg chg="add mod modVis">
          <ac:chgData name="Ken Popkin" userId="3c94c39e-c43b-4805-99ab-8da17777f1ac" providerId="ADAL" clId="{E440F346-DC68-4DD4-BA80-8DE6476F8949}" dt="2021-05-29T18:17:27.657" v="19420"/>
          <ac:spMkLst>
            <pc:docMk/>
            <pc:sldMk cId="149520806" sldId="2146846027"/>
            <ac:spMk id="152" creationId="{77DE9166-B308-48B1-B793-9E8BF6D79CD5}"/>
          </ac:spMkLst>
        </pc:spChg>
        <pc:spChg chg="add mod ord modVis">
          <ac:chgData name="Ken Popkin" userId="3c94c39e-c43b-4805-99ab-8da17777f1ac" providerId="ADAL" clId="{E440F346-DC68-4DD4-BA80-8DE6476F8949}" dt="2021-05-29T18:11:41.173" v="16319"/>
          <ac:spMkLst>
            <pc:docMk/>
            <pc:sldMk cId="149520806" sldId="2146846027"/>
            <ac:spMk id="153" creationId="{9015A331-9D5A-4138-8A3F-EBA43E729148}"/>
          </ac:spMkLst>
        </pc:spChg>
        <pc:spChg chg="add mod ord modVis">
          <ac:chgData name="Ken Popkin" userId="3c94c39e-c43b-4805-99ab-8da17777f1ac" providerId="ADAL" clId="{E440F346-DC68-4DD4-BA80-8DE6476F8949}" dt="2021-05-29T18:17:27.659" v="19424"/>
          <ac:spMkLst>
            <pc:docMk/>
            <pc:sldMk cId="149520806" sldId="2146846027"/>
            <ac:spMk id="154" creationId="{95C7E86B-AE36-4971-81D4-0B820D7A9227}"/>
          </ac:spMkLst>
        </pc:spChg>
        <pc:spChg chg="add mod ord modVis">
          <ac:chgData name="Ken Popkin" userId="3c94c39e-c43b-4805-99ab-8da17777f1ac" providerId="ADAL" clId="{E440F346-DC68-4DD4-BA80-8DE6476F8949}" dt="2021-05-29T18:14:53.523" v="18811"/>
          <ac:spMkLst>
            <pc:docMk/>
            <pc:sldMk cId="149520806" sldId="2146846027"/>
            <ac:spMk id="155" creationId="{723B55BD-0312-4254-B0B8-DA12CDC816A6}"/>
          </ac:spMkLst>
        </pc:spChg>
        <pc:spChg chg="add mod ord modVis">
          <ac:chgData name="Ken Popkin" userId="3c94c39e-c43b-4805-99ab-8da17777f1ac" providerId="ADAL" clId="{E440F346-DC68-4DD4-BA80-8DE6476F8949}" dt="2021-05-29T18:14:53.523" v="18813"/>
          <ac:spMkLst>
            <pc:docMk/>
            <pc:sldMk cId="149520806" sldId="2146846027"/>
            <ac:spMk id="156" creationId="{E87A69B6-FDB0-4494-BA7E-5A5DABCE2DA5}"/>
          </ac:spMkLst>
        </pc:spChg>
        <pc:spChg chg="add mod ord modVis">
          <ac:chgData name="Ken Popkin" userId="3c94c39e-c43b-4805-99ab-8da17777f1ac" providerId="ADAL" clId="{E440F346-DC68-4DD4-BA80-8DE6476F8949}" dt="2021-05-29T18:14:10.248" v="18475"/>
          <ac:spMkLst>
            <pc:docMk/>
            <pc:sldMk cId="149520806" sldId="2146846027"/>
            <ac:spMk id="157" creationId="{BC5B631A-8A5A-4660-82F8-EA9A972AB275}"/>
          </ac:spMkLst>
        </pc:spChg>
        <pc:spChg chg="add mod ord">
          <ac:chgData name="Ken Popkin" userId="3c94c39e-c43b-4805-99ab-8da17777f1ac" providerId="ADAL" clId="{E440F346-DC68-4DD4-BA80-8DE6476F8949}" dt="2021-05-29T18:17:27.659" v="19428"/>
          <ac:spMkLst>
            <pc:docMk/>
            <pc:sldMk cId="149520806" sldId="2146846027"/>
            <ac:spMk id="158" creationId="{E8AB7C50-C936-40AA-A069-2A5C25D95DC6}"/>
          </ac:spMkLst>
        </pc:spChg>
        <pc:spChg chg="add mod">
          <ac:chgData name="Ken Popkin" userId="3c94c39e-c43b-4805-99ab-8da17777f1ac" providerId="ADAL" clId="{E440F346-DC68-4DD4-BA80-8DE6476F8949}" dt="2021-05-29T18:17:27.660" v="19430"/>
          <ac:spMkLst>
            <pc:docMk/>
            <pc:sldMk cId="149520806" sldId="2146846027"/>
            <ac:spMk id="159" creationId="{9A7BDF81-5607-4684-8994-12F712AC5B3F}"/>
          </ac:spMkLst>
        </pc:spChg>
        <pc:spChg chg="add mod modVis">
          <ac:chgData name="Ken Popkin" userId="3c94c39e-c43b-4805-99ab-8da17777f1ac" providerId="ADAL" clId="{E440F346-DC68-4DD4-BA80-8DE6476F8949}" dt="2021-05-29T18:17:27.661" v="19432"/>
          <ac:spMkLst>
            <pc:docMk/>
            <pc:sldMk cId="149520806" sldId="2146846027"/>
            <ac:spMk id="160" creationId="{1769A0AD-8EAA-4111-8CD6-F57C1E8635FA}"/>
          </ac:spMkLst>
        </pc:spChg>
        <pc:spChg chg="add mod ord modVis">
          <ac:chgData name="Ken Popkin" userId="3c94c39e-c43b-4805-99ab-8da17777f1ac" providerId="ADAL" clId="{E440F346-DC68-4DD4-BA80-8DE6476F8949}" dt="2021-05-29T18:11:41.175" v="16331"/>
          <ac:spMkLst>
            <pc:docMk/>
            <pc:sldMk cId="149520806" sldId="2146846027"/>
            <ac:spMk id="161" creationId="{CC67D65C-83FD-4A8F-A322-9FB26133436A}"/>
          </ac:spMkLst>
        </pc:spChg>
        <pc:spChg chg="add mod ord modVis">
          <ac:chgData name="Ken Popkin" userId="3c94c39e-c43b-4805-99ab-8da17777f1ac" providerId="ADAL" clId="{E440F346-DC68-4DD4-BA80-8DE6476F8949}" dt="2021-05-29T18:17:27.662" v="19436"/>
          <ac:spMkLst>
            <pc:docMk/>
            <pc:sldMk cId="149520806" sldId="2146846027"/>
            <ac:spMk id="162" creationId="{EC7ACBA3-D7F5-4524-83ED-BF96615D657E}"/>
          </ac:spMkLst>
        </pc:spChg>
        <pc:spChg chg="add mod ord modVis">
          <ac:chgData name="Ken Popkin" userId="3c94c39e-c43b-4805-99ab-8da17777f1ac" providerId="ADAL" clId="{E440F346-DC68-4DD4-BA80-8DE6476F8949}" dt="2021-05-29T18:14:53.528" v="18827"/>
          <ac:spMkLst>
            <pc:docMk/>
            <pc:sldMk cId="149520806" sldId="2146846027"/>
            <ac:spMk id="163" creationId="{6ED0D178-6405-4F0C-BF2C-E67D23D3086A}"/>
          </ac:spMkLst>
        </pc:spChg>
        <pc:spChg chg="add mod ord modVis">
          <ac:chgData name="Ken Popkin" userId="3c94c39e-c43b-4805-99ab-8da17777f1ac" providerId="ADAL" clId="{E440F346-DC68-4DD4-BA80-8DE6476F8949}" dt="2021-05-29T18:14:53.529" v="18829"/>
          <ac:spMkLst>
            <pc:docMk/>
            <pc:sldMk cId="149520806" sldId="2146846027"/>
            <ac:spMk id="164" creationId="{55D062BB-FFD4-416A-B6C6-9C7AE650A678}"/>
          </ac:spMkLst>
        </pc:spChg>
        <pc:spChg chg="add mod ord modVis">
          <ac:chgData name="Ken Popkin" userId="3c94c39e-c43b-4805-99ab-8da17777f1ac" providerId="ADAL" clId="{E440F346-DC68-4DD4-BA80-8DE6476F8949}" dt="2021-05-29T18:14:10.255" v="18493"/>
          <ac:spMkLst>
            <pc:docMk/>
            <pc:sldMk cId="149520806" sldId="2146846027"/>
            <ac:spMk id="165" creationId="{362AD9B0-0064-45EE-8577-CF51511CDFEF}"/>
          </ac:spMkLst>
        </pc:spChg>
        <pc:spChg chg="add mod ord">
          <ac:chgData name="Ken Popkin" userId="3c94c39e-c43b-4805-99ab-8da17777f1ac" providerId="ADAL" clId="{E440F346-DC68-4DD4-BA80-8DE6476F8949}" dt="2021-05-29T18:17:27.664" v="19440"/>
          <ac:spMkLst>
            <pc:docMk/>
            <pc:sldMk cId="149520806" sldId="2146846027"/>
            <ac:spMk id="166" creationId="{0BAA7EF0-1634-4311-9502-AED58CC6F63F}"/>
          </ac:spMkLst>
        </pc:spChg>
        <pc:spChg chg="add mod">
          <ac:chgData name="Ken Popkin" userId="3c94c39e-c43b-4805-99ab-8da17777f1ac" providerId="ADAL" clId="{E440F346-DC68-4DD4-BA80-8DE6476F8949}" dt="2021-05-29T18:17:27.576" v="19160"/>
          <ac:spMkLst>
            <pc:docMk/>
            <pc:sldMk cId="149520806" sldId="2146846027"/>
            <ac:spMk id="167" creationId="{04637522-4A70-435B-BF90-2E334F6105A9}"/>
          </ac:spMkLst>
        </pc:spChg>
        <pc:spChg chg="add mod">
          <ac:chgData name="Ken Popkin" userId="3c94c39e-c43b-4805-99ab-8da17777f1ac" providerId="ADAL" clId="{E440F346-DC68-4DD4-BA80-8DE6476F8949}" dt="2021-05-29T18:17:27.579" v="19163"/>
          <ac:spMkLst>
            <pc:docMk/>
            <pc:sldMk cId="149520806" sldId="2146846027"/>
            <ac:spMk id="168" creationId="{AC57EA52-989C-471B-B3B7-CDD6C8986C13}"/>
          </ac:spMkLst>
        </pc:spChg>
        <pc:spChg chg="add mod">
          <ac:chgData name="Ken Popkin" userId="3c94c39e-c43b-4805-99ab-8da17777f1ac" providerId="ADAL" clId="{E440F346-DC68-4DD4-BA80-8DE6476F8949}" dt="2021-05-29T18:17:27.580" v="19166"/>
          <ac:spMkLst>
            <pc:docMk/>
            <pc:sldMk cId="149520806" sldId="2146846027"/>
            <ac:spMk id="169" creationId="{E8AE049C-BE43-4087-BC72-71ECF740EAB2}"/>
          </ac:spMkLst>
        </pc:spChg>
        <pc:spChg chg="add mod">
          <ac:chgData name="Ken Popkin" userId="3c94c39e-c43b-4805-99ab-8da17777f1ac" providerId="ADAL" clId="{E440F346-DC68-4DD4-BA80-8DE6476F8949}" dt="2021-05-29T18:17:27.591" v="19218"/>
          <ac:spMkLst>
            <pc:docMk/>
            <pc:sldMk cId="149520806" sldId="2146846027"/>
            <ac:spMk id="170" creationId="{608F9FEF-5B34-4A12-9B65-ECD975F39842}"/>
          </ac:spMkLst>
        </pc:spChg>
        <pc:spChg chg="add mod">
          <ac:chgData name="Ken Popkin" userId="3c94c39e-c43b-4805-99ab-8da17777f1ac" providerId="ADAL" clId="{E440F346-DC68-4DD4-BA80-8DE6476F8949}" dt="2021-05-29T18:17:27.593" v="19227"/>
          <ac:spMkLst>
            <pc:docMk/>
            <pc:sldMk cId="149520806" sldId="2146846027"/>
            <ac:spMk id="171" creationId="{2962F224-FBD7-4D6B-B6C5-7D95115CB608}"/>
          </ac:spMkLst>
        </pc:spChg>
        <pc:spChg chg="add mod">
          <ac:chgData name="Ken Popkin" userId="3c94c39e-c43b-4805-99ab-8da17777f1ac" providerId="ADAL" clId="{E440F346-DC68-4DD4-BA80-8DE6476F8949}" dt="2021-05-29T18:17:27.595" v="19236"/>
          <ac:spMkLst>
            <pc:docMk/>
            <pc:sldMk cId="149520806" sldId="2146846027"/>
            <ac:spMk id="172" creationId="{B43D0425-EBDE-48AE-A0D6-9BF6EA9185B2}"/>
          </ac:spMkLst>
        </pc:spChg>
        <pc:spChg chg="add mod">
          <ac:chgData name="Ken Popkin" userId="3c94c39e-c43b-4805-99ab-8da17777f1ac" providerId="ADAL" clId="{E440F346-DC68-4DD4-BA80-8DE6476F8949}" dt="2021-05-29T18:17:27.597" v="19245"/>
          <ac:spMkLst>
            <pc:docMk/>
            <pc:sldMk cId="149520806" sldId="2146846027"/>
            <ac:spMk id="173" creationId="{A0AAB880-F6CD-4638-802C-DE823267DBDC}"/>
          </ac:spMkLst>
        </pc:spChg>
        <pc:spChg chg="add mod">
          <ac:chgData name="Ken Popkin" userId="3c94c39e-c43b-4805-99ab-8da17777f1ac" providerId="ADAL" clId="{E440F346-DC68-4DD4-BA80-8DE6476F8949}" dt="2021-05-29T18:17:27.599" v="19248"/>
          <ac:spMkLst>
            <pc:docMk/>
            <pc:sldMk cId="149520806" sldId="2146846027"/>
            <ac:spMk id="174" creationId="{7BEA79EF-1991-4D69-AB4C-841B027EF6E9}"/>
          </ac:spMkLst>
        </pc:spChg>
        <pc:spChg chg="add mod modVis">
          <ac:chgData name="Ken Popkin" userId="3c94c39e-c43b-4805-99ab-8da17777f1ac" providerId="ADAL" clId="{E440F346-DC68-4DD4-BA80-8DE6476F8949}" dt="2021-05-29T18:17:27.600" v="19250"/>
          <ac:spMkLst>
            <pc:docMk/>
            <pc:sldMk cId="149520806" sldId="2146846027"/>
            <ac:spMk id="175" creationId="{BBB4CA01-7284-4542-801E-409455EA0CDB}"/>
          </ac:spMkLst>
        </pc:spChg>
        <pc:spChg chg="add mod">
          <ac:chgData name="Ken Popkin" userId="3c94c39e-c43b-4805-99ab-8da17777f1ac" providerId="ADAL" clId="{E440F346-DC68-4DD4-BA80-8DE6476F8949}" dt="2021-05-29T18:17:27.602" v="19260"/>
          <ac:spMkLst>
            <pc:docMk/>
            <pc:sldMk cId="149520806" sldId="2146846027"/>
            <ac:spMk id="176" creationId="{57E165D2-5AFD-43C1-AD63-EE242E9B2351}"/>
          </ac:spMkLst>
        </pc:spChg>
        <pc:spChg chg="add mod modVis">
          <ac:chgData name="Ken Popkin" userId="3c94c39e-c43b-4805-99ab-8da17777f1ac" providerId="ADAL" clId="{E440F346-DC68-4DD4-BA80-8DE6476F8949}" dt="2021-05-29T18:17:27.604" v="19262"/>
          <ac:spMkLst>
            <pc:docMk/>
            <pc:sldMk cId="149520806" sldId="2146846027"/>
            <ac:spMk id="177" creationId="{D883502C-FD59-4315-A0B6-D0BB771AFBA5}"/>
          </ac:spMkLst>
        </pc:spChg>
        <pc:spChg chg="add mod">
          <ac:chgData name="Ken Popkin" userId="3c94c39e-c43b-4805-99ab-8da17777f1ac" providerId="ADAL" clId="{E440F346-DC68-4DD4-BA80-8DE6476F8949}" dt="2021-05-29T18:17:27.606" v="19272"/>
          <ac:spMkLst>
            <pc:docMk/>
            <pc:sldMk cId="149520806" sldId="2146846027"/>
            <ac:spMk id="178" creationId="{EA88D42F-4FD1-4933-BA62-5057FC28F47E}"/>
          </ac:spMkLst>
        </pc:spChg>
        <pc:spChg chg="add mod modVis">
          <ac:chgData name="Ken Popkin" userId="3c94c39e-c43b-4805-99ab-8da17777f1ac" providerId="ADAL" clId="{E440F346-DC68-4DD4-BA80-8DE6476F8949}" dt="2021-05-29T18:17:27.607" v="19274"/>
          <ac:spMkLst>
            <pc:docMk/>
            <pc:sldMk cId="149520806" sldId="2146846027"/>
            <ac:spMk id="179" creationId="{CC9DBA45-B6DA-4E7A-9007-4EB2FB579032}"/>
          </ac:spMkLst>
        </pc:spChg>
        <pc:spChg chg="add mod">
          <ac:chgData name="Ken Popkin" userId="3c94c39e-c43b-4805-99ab-8da17777f1ac" providerId="ADAL" clId="{E440F346-DC68-4DD4-BA80-8DE6476F8949}" dt="2021-05-29T18:17:27.611" v="19285"/>
          <ac:spMkLst>
            <pc:docMk/>
            <pc:sldMk cId="149520806" sldId="2146846027"/>
            <ac:spMk id="180" creationId="{79BCE64B-1B72-40A6-9123-47FEBB6C5DFF}"/>
          </ac:spMkLst>
        </pc:spChg>
        <pc:spChg chg="add mod modVis">
          <ac:chgData name="Ken Popkin" userId="3c94c39e-c43b-4805-99ab-8da17777f1ac" providerId="ADAL" clId="{E440F346-DC68-4DD4-BA80-8DE6476F8949}" dt="2021-05-29T18:17:27.612" v="19287"/>
          <ac:spMkLst>
            <pc:docMk/>
            <pc:sldMk cId="149520806" sldId="2146846027"/>
            <ac:spMk id="181" creationId="{E1EFB6E1-8900-48CE-A92E-BC08327A309D}"/>
          </ac:spMkLst>
        </pc:spChg>
        <pc:spChg chg="add mod">
          <ac:chgData name="Ken Popkin" userId="3c94c39e-c43b-4805-99ab-8da17777f1ac" providerId="ADAL" clId="{E440F346-DC68-4DD4-BA80-8DE6476F8949}" dt="2021-05-29T18:17:27.615" v="19298"/>
          <ac:spMkLst>
            <pc:docMk/>
            <pc:sldMk cId="149520806" sldId="2146846027"/>
            <ac:spMk id="182" creationId="{3F5B4D2C-29BA-4FCC-ADC4-CC0008B65FFE}"/>
          </ac:spMkLst>
        </pc:spChg>
        <pc:spChg chg="add mod modVis">
          <ac:chgData name="Ken Popkin" userId="3c94c39e-c43b-4805-99ab-8da17777f1ac" providerId="ADAL" clId="{E440F346-DC68-4DD4-BA80-8DE6476F8949}" dt="2021-05-29T18:17:27.616" v="19300"/>
          <ac:spMkLst>
            <pc:docMk/>
            <pc:sldMk cId="149520806" sldId="2146846027"/>
            <ac:spMk id="183" creationId="{F48FE81A-126E-4D86-8DCF-124C6FCE8695}"/>
          </ac:spMkLst>
        </pc:spChg>
        <pc:spChg chg="add mod">
          <ac:chgData name="Ken Popkin" userId="3c94c39e-c43b-4805-99ab-8da17777f1ac" providerId="ADAL" clId="{E440F346-DC68-4DD4-BA80-8DE6476F8949}" dt="2021-05-29T18:17:27.631" v="19346"/>
          <ac:spMkLst>
            <pc:docMk/>
            <pc:sldMk cId="149520806" sldId="2146846027"/>
            <ac:spMk id="184" creationId="{90EDFC46-D707-4577-BADD-BE4A8846B8DE}"/>
          </ac:spMkLst>
        </pc:spChg>
        <pc:spChg chg="add mod modVis">
          <ac:chgData name="Ken Popkin" userId="3c94c39e-c43b-4805-99ab-8da17777f1ac" providerId="ADAL" clId="{E440F346-DC68-4DD4-BA80-8DE6476F8949}" dt="2021-05-29T18:17:27.632" v="19348"/>
          <ac:spMkLst>
            <pc:docMk/>
            <pc:sldMk cId="149520806" sldId="2146846027"/>
            <ac:spMk id="185" creationId="{CE541014-6DF2-4ECC-96A0-1DDA1880A8E0}"/>
          </ac:spMkLst>
        </pc:spChg>
        <pc:spChg chg="add mod">
          <ac:chgData name="Ken Popkin" userId="3c94c39e-c43b-4805-99ab-8da17777f1ac" providerId="ADAL" clId="{E440F346-DC68-4DD4-BA80-8DE6476F8949}" dt="2021-05-29T18:17:27.648" v="19394"/>
          <ac:spMkLst>
            <pc:docMk/>
            <pc:sldMk cId="149520806" sldId="2146846027"/>
            <ac:spMk id="186" creationId="{B8090D90-7E26-4C39-B02D-8F44B47D7DF3}"/>
          </ac:spMkLst>
        </pc:spChg>
        <pc:spChg chg="add mod modVis">
          <ac:chgData name="Ken Popkin" userId="3c94c39e-c43b-4805-99ab-8da17777f1ac" providerId="ADAL" clId="{E440F346-DC68-4DD4-BA80-8DE6476F8949}" dt="2021-05-29T18:17:27.648" v="19396"/>
          <ac:spMkLst>
            <pc:docMk/>
            <pc:sldMk cId="149520806" sldId="2146846027"/>
            <ac:spMk id="187" creationId="{E00CA95A-68F2-4F20-8606-4D340E8A2F31}"/>
          </ac:spMkLst>
        </pc:spChg>
        <pc:cxnChg chg="add del mod ord">
          <ac:chgData name="Ken Popkin" userId="3c94c39e-c43b-4805-99ab-8da17777f1ac" providerId="ADAL" clId="{E440F346-DC68-4DD4-BA80-8DE6476F8949}" dt="2021-05-29T18:11:41.182" v="16367"/>
          <ac:cxnSpMkLst>
            <pc:docMk/>
            <pc:sldMk cId="149520806" sldId="2146846027"/>
            <ac:cxnSpMk id="23" creationId="{CFCB57E4-6630-444F-89BB-0E8E3FCB8D5F}"/>
          </ac:cxnSpMkLst>
        </pc:cxnChg>
        <pc:cxnChg chg="add del mod ord">
          <ac:chgData name="Ken Popkin" userId="3c94c39e-c43b-4805-99ab-8da17777f1ac" providerId="ADAL" clId="{E440F346-DC68-4DD4-BA80-8DE6476F8949}" dt="2021-05-29T18:11:41.183" v="16369"/>
          <ac:cxnSpMkLst>
            <pc:docMk/>
            <pc:sldMk cId="149520806" sldId="2146846027"/>
            <ac:cxnSpMk id="24" creationId="{F4E89811-8622-42C8-B7F8-37C8BE9D682B}"/>
          </ac:cxnSpMkLst>
        </pc:cxnChg>
        <pc:cxnChg chg="add del mod ord">
          <ac:chgData name="Ken Popkin" userId="3c94c39e-c43b-4805-99ab-8da17777f1ac" providerId="ADAL" clId="{E440F346-DC68-4DD4-BA80-8DE6476F8949}" dt="2021-05-29T18:11:41.184" v="16371"/>
          <ac:cxnSpMkLst>
            <pc:docMk/>
            <pc:sldMk cId="149520806" sldId="2146846027"/>
            <ac:cxnSpMk id="25" creationId="{798B6770-A231-4FAB-BECD-F3EDB6627A84}"/>
          </ac:cxnSpMkLst>
        </pc:cxnChg>
        <pc:cxnChg chg="add del mod ord">
          <ac:chgData name="Ken Popkin" userId="3c94c39e-c43b-4805-99ab-8da17777f1ac" providerId="ADAL" clId="{E440F346-DC68-4DD4-BA80-8DE6476F8949}" dt="2021-05-29T18:11:41.184" v="16373"/>
          <ac:cxnSpMkLst>
            <pc:docMk/>
            <pc:sldMk cId="149520806" sldId="2146846027"/>
            <ac:cxnSpMk id="26" creationId="{9259CB96-0D4F-431C-B3A2-A66D2489B1DA}"/>
          </ac:cxnSpMkLst>
        </pc:cxnChg>
      </pc:sldChg>
      <pc:sldChg chg="addSp delSp modSp add del mod">
        <pc:chgData name="Ken Popkin" userId="3c94c39e-c43b-4805-99ab-8da17777f1ac" providerId="ADAL" clId="{E440F346-DC68-4DD4-BA80-8DE6476F8949}" dt="2021-05-29T18:10:19.606" v="10182" actId="47"/>
        <pc:sldMkLst>
          <pc:docMk/>
          <pc:sldMk cId="246031870" sldId="2146846027"/>
        </pc:sldMkLst>
        <pc:spChg chg="mod ord">
          <ac:chgData name="Ken Popkin" userId="3c94c39e-c43b-4805-99ab-8da17777f1ac" providerId="ADAL" clId="{E440F346-DC68-4DD4-BA80-8DE6476F8949}" dt="2021-05-29T18:09:48.269" v="10181"/>
          <ac:spMkLst>
            <pc:docMk/>
            <pc:sldMk cId="246031870" sldId="2146846027"/>
            <ac:spMk id="2" creationId="{5E449529-891B-4179-9C83-8A6B99D5AC5B}"/>
          </ac:spMkLst>
        </pc:spChg>
        <pc:spChg chg="mod ord">
          <ac:chgData name="Ken Popkin" userId="3c94c39e-c43b-4805-99ab-8da17777f1ac" providerId="ADAL" clId="{E440F346-DC68-4DD4-BA80-8DE6476F8949}" dt="2021-05-29T18:09:48.269" v="10179"/>
          <ac:spMkLst>
            <pc:docMk/>
            <pc:sldMk cId="246031870" sldId="2146846027"/>
            <ac:spMk id="3" creationId="{9A119EA9-2E87-4920-B8B2-FEB8277C8478}"/>
          </ac:spMkLst>
        </pc:spChg>
        <pc:spChg chg="mod ord">
          <ac:chgData name="Ken Popkin" userId="3c94c39e-c43b-4805-99ab-8da17777f1ac" providerId="ADAL" clId="{E440F346-DC68-4DD4-BA80-8DE6476F8949}" dt="2021-05-29T18:09:48.267" v="10177"/>
          <ac:spMkLst>
            <pc:docMk/>
            <pc:sldMk cId="246031870" sldId="2146846027"/>
            <ac:spMk id="4" creationId="{B951C435-AAC5-42C3-B2FF-E85896EAE18D}"/>
          </ac:spMkLst>
        </pc:spChg>
        <pc:spChg chg="add mod ord modVis">
          <ac:chgData name="Ken Popkin" userId="3c94c39e-c43b-4805-99ab-8da17777f1ac" providerId="ADAL" clId="{E440F346-DC68-4DD4-BA80-8DE6476F8949}" dt="2021-05-29T18:08:39.380" v="7977"/>
          <ac:spMkLst>
            <pc:docMk/>
            <pc:sldMk cId="246031870" sldId="2146846027"/>
            <ac:spMk id="5" creationId="{A0A0F140-F6E1-48C6-A4B7-0960A462ED11}"/>
          </ac:spMkLst>
        </pc:spChg>
        <pc:spChg chg="add mod ord">
          <ac:chgData name="Ken Popkin" userId="3c94c39e-c43b-4805-99ab-8da17777f1ac" providerId="ADAL" clId="{E440F346-DC68-4DD4-BA80-8DE6476F8949}" dt="2021-05-29T18:09:48.064" v="9696"/>
          <ac:spMkLst>
            <pc:docMk/>
            <pc:sldMk cId="246031870" sldId="2146846027"/>
            <ac:spMk id="6" creationId="{7D98D568-8771-4770-B47A-3D17E644F4D3}"/>
          </ac:spMkLst>
        </pc:spChg>
        <pc:spChg chg="add del mod">
          <ac:chgData name="Ken Popkin" userId="3c94c39e-c43b-4805-99ab-8da17777f1ac" providerId="ADAL" clId="{E440F346-DC68-4DD4-BA80-8DE6476F8949}" dt="2021-05-29T18:08:38.968" v="7077"/>
          <ac:spMkLst>
            <pc:docMk/>
            <pc:sldMk cId="246031870" sldId="2146846027"/>
            <ac:spMk id="7" creationId="{F3C4D5CF-548F-4D54-A998-AC18F1CB08A3}"/>
          </ac:spMkLst>
        </pc:spChg>
        <pc:spChg chg="add del mod">
          <ac:chgData name="Ken Popkin" userId="3c94c39e-c43b-4805-99ab-8da17777f1ac" providerId="ADAL" clId="{E440F346-DC68-4DD4-BA80-8DE6476F8949}" dt="2021-05-29T18:08:38.980" v="7104"/>
          <ac:spMkLst>
            <pc:docMk/>
            <pc:sldMk cId="246031870" sldId="2146846027"/>
            <ac:spMk id="8" creationId="{DF02D9B6-DC2D-435E-9D08-C0226785BFE3}"/>
          </ac:spMkLst>
        </pc:spChg>
        <pc:spChg chg="add mod">
          <ac:chgData name="Ken Popkin" userId="3c94c39e-c43b-4805-99ab-8da17777f1ac" providerId="ADAL" clId="{E440F346-DC68-4DD4-BA80-8DE6476F8949}" dt="2021-05-29T18:09:48.070" v="9707"/>
          <ac:spMkLst>
            <pc:docMk/>
            <pc:sldMk cId="246031870" sldId="2146846027"/>
            <ac:spMk id="9" creationId="{6822D3C9-7610-46F0-BEAF-BDD4E507F162}"/>
          </ac:spMkLst>
        </pc:spChg>
        <pc:spChg chg="add mod ord">
          <ac:chgData name="Ken Popkin" userId="3c94c39e-c43b-4805-99ab-8da17777f1ac" providerId="ADAL" clId="{E440F346-DC68-4DD4-BA80-8DE6476F8949}" dt="2021-05-29T18:09:48.071" v="9711"/>
          <ac:spMkLst>
            <pc:docMk/>
            <pc:sldMk cId="246031870" sldId="2146846027"/>
            <ac:spMk id="10" creationId="{9C7E3E59-58ED-4EE3-B710-D9D85B722E76}"/>
          </ac:spMkLst>
        </pc:spChg>
        <pc:spChg chg="add mod ord">
          <ac:chgData name="Ken Popkin" userId="3c94c39e-c43b-4805-99ab-8da17777f1ac" providerId="ADAL" clId="{E440F346-DC68-4DD4-BA80-8DE6476F8949}" dt="2021-05-29T18:09:48.072" v="9715"/>
          <ac:spMkLst>
            <pc:docMk/>
            <pc:sldMk cId="246031870" sldId="2146846027"/>
            <ac:spMk id="11" creationId="{EC2BD681-34D2-4D1B-A6CB-6E1A54F19BF1}"/>
          </ac:spMkLst>
        </pc:spChg>
        <pc:spChg chg="add mod ord">
          <ac:chgData name="Ken Popkin" userId="3c94c39e-c43b-4805-99ab-8da17777f1ac" providerId="ADAL" clId="{E440F346-DC68-4DD4-BA80-8DE6476F8949}" dt="2021-05-29T18:09:48.072" v="9719"/>
          <ac:spMkLst>
            <pc:docMk/>
            <pc:sldMk cId="246031870" sldId="2146846027"/>
            <ac:spMk id="12" creationId="{5AA1268C-8BD3-4DC0-889B-0F20A92A7C87}"/>
          </ac:spMkLst>
        </pc:spChg>
        <pc:spChg chg="add mod ord">
          <ac:chgData name="Ken Popkin" userId="3c94c39e-c43b-4805-99ab-8da17777f1ac" providerId="ADAL" clId="{E440F346-DC68-4DD4-BA80-8DE6476F8949}" dt="2021-05-29T18:09:48.073" v="9723"/>
          <ac:spMkLst>
            <pc:docMk/>
            <pc:sldMk cId="246031870" sldId="2146846027"/>
            <ac:spMk id="13" creationId="{365DE96B-9307-43A1-A328-30EF3D7F23F7}"/>
          </ac:spMkLst>
        </pc:spChg>
        <pc:spChg chg="add mod ord">
          <ac:chgData name="Ken Popkin" userId="3c94c39e-c43b-4805-99ab-8da17777f1ac" providerId="ADAL" clId="{E440F346-DC68-4DD4-BA80-8DE6476F8949}" dt="2021-05-29T18:09:48.074" v="9727"/>
          <ac:spMkLst>
            <pc:docMk/>
            <pc:sldMk cId="246031870" sldId="2146846027"/>
            <ac:spMk id="14" creationId="{CAFA0B0A-3D11-4F77-8414-C701C6658975}"/>
          </ac:spMkLst>
        </pc:spChg>
        <pc:spChg chg="add mod ord">
          <ac:chgData name="Ken Popkin" userId="3c94c39e-c43b-4805-99ab-8da17777f1ac" providerId="ADAL" clId="{E440F346-DC68-4DD4-BA80-8DE6476F8949}" dt="2021-05-29T18:09:48.074" v="9731"/>
          <ac:spMkLst>
            <pc:docMk/>
            <pc:sldMk cId="246031870" sldId="2146846027"/>
            <ac:spMk id="15" creationId="{F48BB858-50F4-4CF8-BA24-AC4CAE591CB2}"/>
          </ac:spMkLst>
        </pc:spChg>
        <pc:spChg chg="add mod ord">
          <ac:chgData name="Ken Popkin" userId="3c94c39e-c43b-4805-99ab-8da17777f1ac" providerId="ADAL" clId="{E440F346-DC68-4DD4-BA80-8DE6476F8949}" dt="2021-05-29T18:09:48.075" v="9735"/>
          <ac:spMkLst>
            <pc:docMk/>
            <pc:sldMk cId="246031870" sldId="2146846027"/>
            <ac:spMk id="16" creationId="{0BBB1998-CD0E-4878-8141-CAB40486210D}"/>
          </ac:spMkLst>
        </pc:spChg>
        <pc:spChg chg="add mod ord">
          <ac:chgData name="Ken Popkin" userId="3c94c39e-c43b-4805-99ab-8da17777f1ac" providerId="ADAL" clId="{E440F346-DC68-4DD4-BA80-8DE6476F8949}" dt="2021-05-29T18:09:48.076" v="9739"/>
          <ac:spMkLst>
            <pc:docMk/>
            <pc:sldMk cId="246031870" sldId="2146846027"/>
            <ac:spMk id="17" creationId="{E62C8438-FF28-4F6B-8483-BD92DC480160}"/>
          </ac:spMkLst>
        </pc:spChg>
        <pc:spChg chg="add mod ord">
          <ac:chgData name="Ken Popkin" userId="3c94c39e-c43b-4805-99ab-8da17777f1ac" providerId="ADAL" clId="{E440F346-DC68-4DD4-BA80-8DE6476F8949}" dt="2021-05-29T18:09:48.076" v="9743"/>
          <ac:spMkLst>
            <pc:docMk/>
            <pc:sldMk cId="246031870" sldId="2146846027"/>
            <ac:spMk id="18" creationId="{BAFAA217-B53D-4E42-9201-DEB176E97DBA}"/>
          </ac:spMkLst>
        </pc:spChg>
        <pc:spChg chg="add mod ord">
          <ac:chgData name="Ken Popkin" userId="3c94c39e-c43b-4805-99ab-8da17777f1ac" providerId="ADAL" clId="{E440F346-DC68-4DD4-BA80-8DE6476F8949}" dt="2021-05-29T18:09:48.078" v="9747"/>
          <ac:spMkLst>
            <pc:docMk/>
            <pc:sldMk cId="246031870" sldId="2146846027"/>
            <ac:spMk id="19" creationId="{7960C7E5-EAB8-4A1E-8248-27218256AAD4}"/>
          </ac:spMkLst>
        </pc:spChg>
        <pc:spChg chg="add mod ord">
          <ac:chgData name="Ken Popkin" userId="3c94c39e-c43b-4805-99ab-8da17777f1ac" providerId="ADAL" clId="{E440F346-DC68-4DD4-BA80-8DE6476F8949}" dt="2021-05-29T18:09:48.078" v="9751"/>
          <ac:spMkLst>
            <pc:docMk/>
            <pc:sldMk cId="246031870" sldId="2146846027"/>
            <ac:spMk id="20" creationId="{0440F8E2-66B4-4090-8755-84A989ECDBDA}"/>
          </ac:spMkLst>
        </pc:spChg>
        <pc:spChg chg="add del mod ord">
          <ac:chgData name="Ken Popkin" userId="3c94c39e-c43b-4805-99ab-8da17777f1ac" providerId="ADAL" clId="{E440F346-DC68-4DD4-BA80-8DE6476F8949}" dt="2021-05-29T18:08:39.439" v="8293"/>
          <ac:spMkLst>
            <pc:docMk/>
            <pc:sldMk cId="246031870" sldId="2146846027"/>
            <ac:spMk id="21" creationId="{973B4F5E-4FAF-40E0-9758-956FFB860FA4}"/>
          </ac:spMkLst>
        </pc:spChg>
        <pc:spChg chg="add del mod ord">
          <ac:chgData name="Ken Popkin" userId="3c94c39e-c43b-4805-99ab-8da17777f1ac" providerId="ADAL" clId="{E440F346-DC68-4DD4-BA80-8DE6476F8949}" dt="2021-05-29T18:08:39.440" v="8295"/>
          <ac:spMkLst>
            <pc:docMk/>
            <pc:sldMk cId="246031870" sldId="2146846027"/>
            <ac:spMk id="22" creationId="{CD2E730F-C149-407A-8614-DA76DF94E1E3}"/>
          </ac:spMkLst>
        </pc:spChg>
        <pc:spChg chg="add mod ord">
          <ac:chgData name="Ken Popkin" userId="3c94c39e-c43b-4805-99ab-8da17777f1ac" providerId="ADAL" clId="{E440F346-DC68-4DD4-BA80-8DE6476F8949}" dt="2021-05-29T18:09:48.079" v="9755"/>
          <ac:spMkLst>
            <pc:docMk/>
            <pc:sldMk cId="246031870" sldId="2146846027"/>
            <ac:spMk id="27" creationId="{29775BB0-1271-4B31-9169-21098115ED40}"/>
          </ac:spMkLst>
        </pc:spChg>
        <pc:spChg chg="add mod ord">
          <ac:chgData name="Ken Popkin" userId="3c94c39e-c43b-4805-99ab-8da17777f1ac" providerId="ADAL" clId="{E440F346-DC68-4DD4-BA80-8DE6476F8949}" dt="2021-05-29T18:09:48.081" v="9760"/>
          <ac:spMkLst>
            <pc:docMk/>
            <pc:sldMk cId="246031870" sldId="2146846027"/>
            <ac:spMk id="28" creationId="{779120BE-218F-44BF-94A2-7850E10C163F}"/>
          </ac:spMkLst>
        </pc:spChg>
        <pc:spChg chg="add del mod">
          <ac:chgData name="Ken Popkin" userId="3c94c39e-c43b-4805-99ab-8da17777f1ac" providerId="ADAL" clId="{E440F346-DC68-4DD4-BA80-8DE6476F8949}" dt="2021-05-29T18:08:39.134" v="7396"/>
          <ac:spMkLst>
            <pc:docMk/>
            <pc:sldMk cId="246031870" sldId="2146846027"/>
            <ac:spMk id="29" creationId="{1BF42365-EA64-434E-A94F-3ECF0745480F}"/>
          </ac:spMkLst>
        </pc:spChg>
        <pc:spChg chg="add mod ord">
          <ac:chgData name="Ken Popkin" userId="3c94c39e-c43b-4805-99ab-8da17777f1ac" providerId="ADAL" clId="{E440F346-DC68-4DD4-BA80-8DE6476F8949}" dt="2021-05-29T18:09:48.089" v="9785"/>
          <ac:spMkLst>
            <pc:docMk/>
            <pc:sldMk cId="246031870" sldId="2146846027"/>
            <ac:spMk id="30" creationId="{8DF9BBB7-C8BD-473A-89ED-3750D5C49102}"/>
          </ac:spMkLst>
        </pc:spChg>
        <pc:spChg chg="add mod ord">
          <ac:chgData name="Ken Popkin" userId="3c94c39e-c43b-4805-99ab-8da17777f1ac" providerId="ADAL" clId="{E440F346-DC68-4DD4-BA80-8DE6476F8949}" dt="2021-05-29T18:09:48.091" v="9790"/>
          <ac:spMkLst>
            <pc:docMk/>
            <pc:sldMk cId="246031870" sldId="2146846027"/>
            <ac:spMk id="31" creationId="{3B2497CC-252E-41D3-A48E-A301B9848110}"/>
          </ac:spMkLst>
        </pc:spChg>
        <pc:spChg chg="add del mod">
          <ac:chgData name="Ken Popkin" userId="3c94c39e-c43b-4805-99ab-8da17777f1ac" providerId="ADAL" clId="{E440F346-DC68-4DD4-BA80-8DE6476F8949}" dt="2021-05-29T18:08:39.149" v="7431"/>
          <ac:spMkLst>
            <pc:docMk/>
            <pc:sldMk cId="246031870" sldId="2146846027"/>
            <ac:spMk id="32" creationId="{264B062B-AE7D-431B-B192-9DD1E189D2CE}"/>
          </ac:spMkLst>
        </pc:spChg>
        <pc:spChg chg="add mod ord">
          <ac:chgData name="Ken Popkin" userId="3c94c39e-c43b-4805-99ab-8da17777f1ac" providerId="ADAL" clId="{E440F346-DC68-4DD4-BA80-8DE6476F8949}" dt="2021-05-29T18:09:48.099" v="9815"/>
          <ac:spMkLst>
            <pc:docMk/>
            <pc:sldMk cId="246031870" sldId="2146846027"/>
            <ac:spMk id="33" creationId="{5375CFB0-A79A-4F6A-B844-9477D0758F80}"/>
          </ac:spMkLst>
        </pc:spChg>
        <pc:spChg chg="add mod ord">
          <ac:chgData name="Ken Popkin" userId="3c94c39e-c43b-4805-99ab-8da17777f1ac" providerId="ADAL" clId="{E440F346-DC68-4DD4-BA80-8DE6476F8949}" dt="2021-05-29T18:09:48.101" v="9820"/>
          <ac:spMkLst>
            <pc:docMk/>
            <pc:sldMk cId="246031870" sldId="2146846027"/>
            <ac:spMk id="34" creationId="{BD3B77E7-1537-4114-A6EF-51B3B3193170}"/>
          </ac:spMkLst>
        </pc:spChg>
        <pc:spChg chg="add del mod">
          <ac:chgData name="Ken Popkin" userId="3c94c39e-c43b-4805-99ab-8da17777f1ac" providerId="ADAL" clId="{E440F346-DC68-4DD4-BA80-8DE6476F8949}" dt="2021-05-29T18:08:39.164" v="7466"/>
          <ac:spMkLst>
            <pc:docMk/>
            <pc:sldMk cId="246031870" sldId="2146846027"/>
            <ac:spMk id="35" creationId="{2C806560-40B2-42F8-B0F2-A8E9C8374CDC}"/>
          </ac:spMkLst>
        </pc:spChg>
        <pc:spChg chg="add mod ord">
          <ac:chgData name="Ken Popkin" userId="3c94c39e-c43b-4805-99ab-8da17777f1ac" providerId="ADAL" clId="{E440F346-DC68-4DD4-BA80-8DE6476F8949}" dt="2021-05-29T18:09:48.110" v="9844"/>
          <ac:spMkLst>
            <pc:docMk/>
            <pc:sldMk cId="246031870" sldId="2146846027"/>
            <ac:spMk id="36" creationId="{2875CBC4-D660-401F-802A-C6C1C1A47F40}"/>
          </ac:spMkLst>
        </pc:spChg>
        <pc:spChg chg="add mod ord">
          <ac:chgData name="Ken Popkin" userId="3c94c39e-c43b-4805-99ab-8da17777f1ac" providerId="ADAL" clId="{E440F346-DC68-4DD4-BA80-8DE6476F8949}" dt="2021-05-29T18:09:48.111" v="9849"/>
          <ac:spMkLst>
            <pc:docMk/>
            <pc:sldMk cId="246031870" sldId="2146846027"/>
            <ac:spMk id="37" creationId="{0EE7C229-C6ED-4CA2-8017-08DAEBFCE9F1}"/>
          </ac:spMkLst>
        </pc:spChg>
        <pc:spChg chg="add del mod">
          <ac:chgData name="Ken Popkin" userId="3c94c39e-c43b-4805-99ab-8da17777f1ac" providerId="ADAL" clId="{E440F346-DC68-4DD4-BA80-8DE6476F8949}" dt="2021-05-29T18:08:39.180" v="7500"/>
          <ac:spMkLst>
            <pc:docMk/>
            <pc:sldMk cId="246031870" sldId="2146846027"/>
            <ac:spMk id="38" creationId="{2A1062E3-E078-406C-AB2D-A579BD9B2C68}"/>
          </ac:spMkLst>
        </pc:spChg>
        <pc:spChg chg="add mod">
          <ac:chgData name="Ken Popkin" userId="3c94c39e-c43b-4805-99ab-8da17777f1ac" providerId="ADAL" clId="{E440F346-DC68-4DD4-BA80-8DE6476F8949}" dt="2021-05-29T18:09:48.118" v="9871"/>
          <ac:spMkLst>
            <pc:docMk/>
            <pc:sldMk cId="246031870" sldId="2146846027"/>
            <ac:spMk id="39" creationId="{8F334B21-37EC-495E-ABD0-621B720E157C}"/>
          </ac:spMkLst>
        </pc:spChg>
        <pc:spChg chg="add mod">
          <ac:chgData name="Ken Popkin" userId="3c94c39e-c43b-4805-99ab-8da17777f1ac" providerId="ADAL" clId="{E440F346-DC68-4DD4-BA80-8DE6476F8949}" dt="2021-05-29T18:09:48.120" v="9873"/>
          <ac:spMkLst>
            <pc:docMk/>
            <pc:sldMk cId="246031870" sldId="2146846027"/>
            <ac:spMk id="40" creationId="{BE2603CB-DC98-46F4-9B7A-9D0523553D83}"/>
          </ac:spMkLst>
        </pc:spChg>
        <pc:spChg chg="add mod ord">
          <ac:chgData name="Ken Popkin" userId="3c94c39e-c43b-4805-99ab-8da17777f1ac" providerId="ADAL" clId="{E440F346-DC68-4DD4-BA80-8DE6476F8949}" dt="2021-05-29T18:09:48.121" v="9875"/>
          <ac:spMkLst>
            <pc:docMk/>
            <pc:sldMk cId="246031870" sldId="2146846027"/>
            <ac:spMk id="41" creationId="{D72EC5FF-B3E3-452B-9716-7D178B053F7F}"/>
          </ac:spMkLst>
        </pc:spChg>
        <pc:spChg chg="add mod">
          <ac:chgData name="Ken Popkin" userId="3c94c39e-c43b-4805-99ab-8da17777f1ac" providerId="ADAL" clId="{E440F346-DC68-4DD4-BA80-8DE6476F8949}" dt="2021-05-29T18:09:48.121" v="9877"/>
          <ac:spMkLst>
            <pc:docMk/>
            <pc:sldMk cId="246031870" sldId="2146846027"/>
            <ac:spMk id="42" creationId="{41EC3F44-4D63-47AA-B8C6-C579B6C74B93}"/>
          </ac:spMkLst>
        </pc:spChg>
        <pc:spChg chg="add mod">
          <ac:chgData name="Ken Popkin" userId="3c94c39e-c43b-4805-99ab-8da17777f1ac" providerId="ADAL" clId="{E440F346-DC68-4DD4-BA80-8DE6476F8949}" dt="2021-05-29T18:09:48.122" v="9879"/>
          <ac:spMkLst>
            <pc:docMk/>
            <pc:sldMk cId="246031870" sldId="2146846027"/>
            <ac:spMk id="43" creationId="{C26918F2-2021-43EB-8A65-36416CE9083F}"/>
          </ac:spMkLst>
        </pc:spChg>
        <pc:spChg chg="add mod ord">
          <ac:chgData name="Ken Popkin" userId="3c94c39e-c43b-4805-99ab-8da17777f1ac" providerId="ADAL" clId="{E440F346-DC68-4DD4-BA80-8DE6476F8949}" dt="2021-05-29T18:09:48.123" v="9881"/>
          <ac:spMkLst>
            <pc:docMk/>
            <pc:sldMk cId="246031870" sldId="2146846027"/>
            <ac:spMk id="44" creationId="{4AA5D472-89CA-4222-AE21-C4E56C953F6C}"/>
          </ac:spMkLst>
        </pc:spChg>
        <pc:spChg chg="add mod">
          <ac:chgData name="Ken Popkin" userId="3c94c39e-c43b-4805-99ab-8da17777f1ac" providerId="ADAL" clId="{E440F346-DC68-4DD4-BA80-8DE6476F8949}" dt="2021-05-29T18:09:48.123" v="9883"/>
          <ac:spMkLst>
            <pc:docMk/>
            <pc:sldMk cId="246031870" sldId="2146846027"/>
            <ac:spMk id="45" creationId="{EEEAD330-EE80-4F37-8566-47084E74374B}"/>
          </ac:spMkLst>
        </pc:spChg>
        <pc:spChg chg="add mod">
          <ac:chgData name="Ken Popkin" userId="3c94c39e-c43b-4805-99ab-8da17777f1ac" providerId="ADAL" clId="{E440F346-DC68-4DD4-BA80-8DE6476F8949}" dt="2021-05-29T18:09:48.124" v="9885"/>
          <ac:spMkLst>
            <pc:docMk/>
            <pc:sldMk cId="246031870" sldId="2146846027"/>
            <ac:spMk id="46" creationId="{3F40CCC1-1DFE-4B1D-AFF6-FDE650A5C633}"/>
          </ac:spMkLst>
        </pc:spChg>
        <pc:spChg chg="add mod ord">
          <ac:chgData name="Ken Popkin" userId="3c94c39e-c43b-4805-99ab-8da17777f1ac" providerId="ADAL" clId="{E440F346-DC68-4DD4-BA80-8DE6476F8949}" dt="2021-05-29T18:09:48.125" v="9887"/>
          <ac:spMkLst>
            <pc:docMk/>
            <pc:sldMk cId="246031870" sldId="2146846027"/>
            <ac:spMk id="47" creationId="{010A397A-9ECC-44C2-8FA1-689252B9C643}"/>
          </ac:spMkLst>
        </pc:spChg>
        <pc:spChg chg="add mod">
          <ac:chgData name="Ken Popkin" userId="3c94c39e-c43b-4805-99ab-8da17777f1ac" providerId="ADAL" clId="{E440F346-DC68-4DD4-BA80-8DE6476F8949}" dt="2021-05-29T18:09:48.125" v="9889"/>
          <ac:spMkLst>
            <pc:docMk/>
            <pc:sldMk cId="246031870" sldId="2146846027"/>
            <ac:spMk id="48" creationId="{C5F295D9-3F90-4237-AAEF-D846DF15BB41}"/>
          </ac:spMkLst>
        </pc:spChg>
        <pc:spChg chg="add mod">
          <ac:chgData name="Ken Popkin" userId="3c94c39e-c43b-4805-99ab-8da17777f1ac" providerId="ADAL" clId="{E440F346-DC68-4DD4-BA80-8DE6476F8949}" dt="2021-05-29T18:09:48.126" v="9891"/>
          <ac:spMkLst>
            <pc:docMk/>
            <pc:sldMk cId="246031870" sldId="2146846027"/>
            <ac:spMk id="49" creationId="{236B5ADD-3062-4F3D-A13A-368DA7600E99}"/>
          </ac:spMkLst>
        </pc:spChg>
        <pc:spChg chg="add mod ord">
          <ac:chgData name="Ken Popkin" userId="3c94c39e-c43b-4805-99ab-8da17777f1ac" providerId="ADAL" clId="{E440F346-DC68-4DD4-BA80-8DE6476F8949}" dt="2021-05-29T18:09:48.127" v="9893"/>
          <ac:spMkLst>
            <pc:docMk/>
            <pc:sldMk cId="246031870" sldId="2146846027"/>
            <ac:spMk id="50" creationId="{ECC3852A-C611-4715-9039-4F3F1484B700}"/>
          </ac:spMkLst>
        </pc:spChg>
        <pc:spChg chg="add mod">
          <ac:chgData name="Ken Popkin" userId="3c94c39e-c43b-4805-99ab-8da17777f1ac" providerId="ADAL" clId="{E440F346-DC68-4DD4-BA80-8DE6476F8949}" dt="2021-05-29T18:09:48.132" v="9914"/>
          <ac:spMkLst>
            <pc:docMk/>
            <pc:sldMk cId="246031870" sldId="2146846027"/>
            <ac:spMk id="60" creationId="{5D0E1446-A900-4C77-A908-D18CD18480D4}"/>
          </ac:spMkLst>
        </pc:spChg>
        <pc:spChg chg="add mod modVis">
          <ac:chgData name="Ken Popkin" userId="3c94c39e-c43b-4805-99ab-8da17777f1ac" providerId="ADAL" clId="{E440F346-DC68-4DD4-BA80-8DE6476F8949}" dt="2021-05-29T18:09:48.133" v="9916"/>
          <ac:spMkLst>
            <pc:docMk/>
            <pc:sldMk cId="246031870" sldId="2146846027"/>
            <ac:spMk id="61" creationId="{AFBA1436-95E9-41B0-849A-6D712543A644}"/>
          </ac:spMkLst>
        </pc:spChg>
        <pc:spChg chg="add mod ord modVis">
          <ac:chgData name="Ken Popkin" userId="3c94c39e-c43b-4805-99ab-8da17777f1ac" providerId="ADAL" clId="{E440F346-DC68-4DD4-BA80-8DE6476F8949}" dt="2021-05-29T18:08:39.405" v="8081"/>
          <ac:spMkLst>
            <pc:docMk/>
            <pc:sldMk cId="246031870" sldId="2146846027"/>
            <ac:spMk id="62" creationId="{BAEC555D-EF02-4C69-B33E-F432E786F611}"/>
          </ac:spMkLst>
        </pc:spChg>
        <pc:spChg chg="add mod ord modVis">
          <ac:chgData name="Ken Popkin" userId="3c94c39e-c43b-4805-99ab-8da17777f1ac" providerId="ADAL" clId="{E440F346-DC68-4DD4-BA80-8DE6476F8949}" dt="2021-05-29T18:09:48.134" v="9920"/>
          <ac:spMkLst>
            <pc:docMk/>
            <pc:sldMk cId="246031870" sldId="2146846027"/>
            <ac:spMk id="63" creationId="{DAF5A54E-058C-41BD-8FCC-B9FE83BAAC36}"/>
          </ac:spMkLst>
        </pc:spChg>
        <pc:spChg chg="add mod ord modVis">
          <ac:chgData name="Ken Popkin" userId="3c94c39e-c43b-4805-99ab-8da17777f1ac" providerId="ADAL" clId="{E440F346-DC68-4DD4-BA80-8DE6476F8949}" dt="2021-05-29T18:09:05.685" v="8439"/>
          <ac:spMkLst>
            <pc:docMk/>
            <pc:sldMk cId="246031870" sldId="2146846027"/>
            <ac:spMk id="64" creationId="{2CBF2534-A864-41AE-B226-F5E77D55E0EA}"/>
          </ac:spMkLst>
        </pc:spChg>
        <pc:spChg chg="add mod ord modVis">
          <ac:chgData name="Ken Popkin" userId="3c94c39e-c43b-4805-99ab-8da17777f1ac" providerId="ADAL" clId="{E440F346-DC68-4DD4-BA80-8DE6476F8949}" dt="2021-05-29T18:09:05.686" v="8441"/>
          <ac:spMkLst>
            <pc:docMk/>
            <pc:sldMk cId="246031870" sldId="2146846027"/>
            <ac:spMk id="65" creationId="{6DF5426B-A93F-4EF3-966E-C68513D19DDE}"/>
          </ac:spMkLst>
        </pc:spChg>
        <pc:spChg chg="add mod ord">
          <ac:chgData name="Ken Popkin" userId="3c94c39e-c43b-4805-99ab-8da17777f1ac" providerId="ADAL" clId="{E440F346-DC68-4DD4-BA80-8DE6476F8949}" dt="2021-05-29T18:09:48.137" v="9928"/>
          <ac:spMkLst>
            <pc:docMk/>
            <pc:sldMk cId="246031870" sldId="2146846027"/>
            <ac:spMk id="66" creationId="{3FD00458-395B-451F-B0F7-D303049EA605}"/>
          </ac:spMkLst>
        </pc:spChg>
        <pc:spChg chg="add mod ord">
          <ac:chgData name="Ken Popkin" userId="3c94c39e-c43b-4805-99ab-8da17777f1ac" providerId="ADAL" clId="{E440F346-DC68-4DD4-BA80-8DE6476F8949}" dt="2021-05-29T18:09:48.135" v="9924"/>
          <ac:spMkLst>
            <pc:docMk/>
            <pc:sldMk cId="246031870" sldId="2146846027"/>
            <ac:spMk id="67" creationId="{80438A75-891C-428F-BD91-557008FBF176}"/>
          </ac:spMkLst>
        </pc:spChg>
        <pc:spChg chg="add mod">
          <ac:chgData name="Ken Popkin" userId="3c94c39e-c43b-4805-99ab-8da17777f1ac" providerId="ADAL" clId="{E440F346-DC68-4DD4-BA80-8DE6476F8949}" dt="2021-05-29T18:09:48.137" v="9930"/>
          <ac:spMkLst>
            <pc:docMk/>
            <pc:sldMk cId="246031870" sldId="2146846027"/>
            <ac:spMk id="68" creationId="{2269A036-AE6E-436A-B98C-B58966434202}"/>
          </ac:spMkLst>
        </pc:spChg>
        <pc:spChg chg="add mod modVis">
          <ac:chgData name="Ken Popkin" userId="3c94c39e-c43b-4805-99ab-8da17777f1ac" providerId="ADAL" clId="{E440F346-DC68-4DD4-BA80-8DE6476F8949}" dt="2021-05-29T18:09:48.138" v="9932"/>
          <ac:spMkLst>
            <pc:docMk/>
            <pc:sldMk cId="246031870" sldId="2146846027"/>
            <ac:spMk id="69" creationId="{40DD1579-1259-4566-BA45-C3CD7C9B5E11}"/>
          </ac:spMkLst>
        </pc:spChg>
        <pc:spChg chg="add mod ord modVis">
          <ac:chgData name="Ken Popkin" userId="3c94c39e-c43b-4805-99ab-8da17777f1ac" providerId="ADAL" clId="{E440F346-DC68-4DD4-BA80-8DE6476F8949}" dt="2021-05-29T18:08:39.406" v="8093"/>
          <ac:spMkLst>
            <pc:docMk/>
            <pc:sldMk cId="246031870" sldId="2146846027"/>
            <ac:spMk id="70" creationId="{6C2CE71D-3D87-4375-9371-AA312DD07383}"/>
          </ac:spMkLst>
        </pc:spChg>
        <pc:spChg chg="add mod ord modVis">
          <ac:chgData name="Ken Popkin" userId="3c94c39e-c43b-4805-99ab-8da17777f1ac" providerId="ADAL" clId="{E440F346-DC68-4DD4-BA80-8DE6476F8949}" dt="2021-05-29T18:09:48.139" v="9936"/>
          <ac:spMkLst>
            <pc:docMk/>
            <pc:sldMk cId="246031870" sldId="2146846027"/>
            <ac:spMk id="71" creationId="{0AA20557-EB72-425B-A249-F937853FA7C9}"/>
          </ac:spMkLst>
        </pc:spChg>
        <pc:spChg chg="add mod ord modVis">
          <ac:chgData name="Ken Popkin" userId="3c94c39e-c43b-4805-99ab-8da17777f1ac" providerId="ADAL" clId="{E440F346-DC68-4DD4-BA80-8DE6476F8949}" dt="2021-05-29T18:09:05.697" v="8469"/>
          <ac:spMkLst>
            <pc:docMk/>
            <pc:sldMk cId="246031870" sldId="2146846027"/>
            <ac:spMk id="72" creationId="{F1B37EFE-B19A-4630-BEE5-6147C5BB88FB}"/>
          </ac:spMkLst>
        </pc:spChg>
        <pc:spChg chg="add mod ord modVis">
          <ac:chgData name="Ken Popkin" userId="3c94c39e-c43b-4805-99ab-8da17777f1ac" providerId="ADAL" clId="{E440F346-DC68-4DD4-BA80-8DE6476F8949}" dt="2021-05-29T18:09:05.697" v="8471"/>
          <ac:spMkLst>
            <pc:docMk/>
            <pc:sldMk cId="246031870" sldId="2146846027"/>
            <ac:spMk id="73" creationId="{20C1AEF2-DDFC-4F5C-A856-680B5C8E62A3}"/>
          </ac:spMkLst>
        </pc:spChg>
        <pc:spChg chg="add mod ord">
          <ac:chgData name="Ken Popkin" userId="3c94c39e-c43b-4805-99ab-8da17777f1ac" providerId="ADAL" clId="{E440F346-DC68-4DD4-BA80-8DE6476F8949}" dt="2021-05-29T18:09:48.140" v="9940"/>
          <ac:spMkLst>
            <pc:docMk/>
            <pc:sldMk cId="246031870" sldId="2146846027"/>
            <ac:spMk id="74" creationId="{A5CE031F-1C18-42F7-828D-3BCAC61C22F5}"/>
          </ac:spMkLst>
        </pc:spChg>
        <pc:spChg chg="add mod ord">
          <ac:chgData name="Ken Popkin" userId="3c94c39e-c43b-4805-99ab-8da17777f1ac" providerId="ADAL" clId="{E440F346-DC68-4DD4-BA80-8DE6476F8949}" dt="2021-05-29T18:09:48.141" v="9944"/>
          <ac:spMkLst>
            <pc:docMk/>
            <pc:sldMk cId="246031870" sldId="2146846027"/>
            <ac:spMk id="75" creationId="{F3D44C1A-469D-4ED6-97CB-6F1961DCA038}"/>
          </ac:spMkLst>
        </pc:spChg>
        <pc:spChg chg="add mod">
          <ac:chgData name="Ken Popkin" userId="3c94c39e-c43b-4805-99ab-8da17777f1ac" providerId="ADAL" clId="{E440F346-DC68-4DD4-BA80-8DE6476F8949}" dt="2021-05-29T18:09:48.141" v="9946"/>
          <ac:spMkLst>
            <pc:docMk/>
            <pc:sldMk cId="246031870" sldId="2146846027"/>
            <ac:spMk id="76" creationId="{63B3B15F-4943-44C5-AEE2-D958DEBD1F53}"/>
          </ac:spMkLst>
        </pc:spChg>
        <pc:spChg chg="add mod modVis">
          <ac:chgData name="Ken Popkin" userId="3c94c39e-c43b-4805-99ab-8da17777f1ac" providerId="ADAL" clId="{E440F346-DC68-4DD4-BA80-8DE6476F8949}" dt="2021-05-29T18:09:48.142" v="9948"/>
          <ac:spMkLst>
            <pc:docMk/>
            <pc:sldMk cId="246031870" sldId="2146846027"/>
            <ac:spMk id="77" creationId="{B4325D81-D033-4E17-8864-465CFA7F7937}"/>
          </ac:spMkLst>
        </pc:spChg>
        <pc:spChg chg="add mod ord modVis">
          <ac:chgData name="Ken Popkin" userId="3c94c39e-c43b-4805-99ab-8da17777f1ac" providerId="ADAL" clId="{E440F346-DC68-4DD4-BA80-8DE6476F8949}" dt="2021-05-29T18:08:39.408" v="8105"/>
          <ac:spMkLst>
            <pc:docMk/>
            <pc:sldMk cId="246031870" sldId="2146846027"/>
            <ac:spMk id="78" creationId="{5940DFAA-4D6F-4AE3-BEA1-DC7EC01A8C87}"/>
          </ac:spMkLst>
        </pc:spChg>
        <pc:spChg chg="add mod ord modVis">
          <ac:chgData name="Ken Popkin" userId="3c94c39e-c43b-4805-99ab-8da17777f1ac" providerId="ADAL" clId="{E440F346-DC68-4DD4-BA80-8DE6476F8949}" dt="2021-05-29T18:09:48.144" v="9952"/>
          <ac:spMkLst>
            <pc:docMk/>
            <pc:sldMk cId="246031870" sldId="2146846027"/>
            <ac:spMk id="79" creationId="{B5EE8FD7-45B3-4E2A-B304-F82BD704CB5A}"/>
          </ac:spMkLst>
        </pc:spChg>
        <pc:spChg chg="add mod ord modVis">
          <ac:chgData name="Ken Popkin" userId="3c94c39e-c43b-4805-99ab-8da17777f1ac" providerId="ADAL" clId="{E440F346-DC68-4DD4-BA80-8DE6476F8949}" dt="2021-05-29T18:09:05.707" v="8498"/>
          <ac:spMkLst>
            <pc:docMk/>
            <pc:sldMk cId="246031870" sldId="2146846027"/>
            <ac:spMk id="80" creationId="{50631DF5-E074-46C5-B712-6A6C05E4F9AA}"/>
          </ac:spMkLst>
        </pc:spChg>
        <pc:spChg chg="add mod ord modVis">
          <ac:chgData name="Ken Popkin" userId="3c94c39e-c43b-4805-99ab-8da17777f1ac" providerId="ADAL" clId="{E440F346-DC68-4DD4-BA80-8DE6476F8949}" dt="2021-05-29T18:09:05.708" v="8500"/>
          <ac:spMkLst>
            <pc:docMk/>
            <pc:sldMk cId="246031870" sldId="2146846027"/>
            <ac:spMk id="81" creationId="{615C5EDD-3D37-4AAA-BDB9-76B628AF9352}"/>
          </ac:spMkLst>
        </pc:spChg>
        <pc:spChg chg="add mod ord">
          <ac:chgData name="Ken Popkin" userId="3c94c39e-c43b-4805-99ab-8da17777f1ac" providerId="ADAL" clId="{E440F346-DC68-4DD4-BA80-8DE6476F8949}" dt="2021-05-29T18:09:48.145" v="9956"/>
          <ac:spMkLst>
            <pc:docMk/>
            <pc:sldMk cId="246031870" sldId="2146846027"/>
            <ac:spMk id="82" creationId="{E0BF8487-69F1-49C1-8740-E22B06CA20DF}"/>
          </ac:spMkLst>
        </pc:spChg>
        <pc:spChg chg="add mod ord">
          <ac:chgData name="Ken Popkin" userId="3c94c39e-c43b-4805-99ab-8da17777f1ac" providerId="ADAL" clId="{E440F346-DC68-4DD4-BA80-8DE6476F8949}" dt="2021-05-29T18:09:48.146" v="9960"/>
          <ac:spMkLst>
            <pc:docMk/>
            <pc:sldMk cId="246031870" sldId="2146846027"/>
            <ac:spMk id="83" creationId="{E8A3DFCA-84A7-45B4-A9D1-B57A9283B250}"/>
          </ac:spMkLst>
        </pc:spChg>
        <pc:spChg chg="add mod">
          <ac:chgData name="Ken Popkin" userId="3c94c39e-c43b-4805-99ab-8da17777f1ac" providerId="ADAL" clId="{E440F346-DC68-4DD4-BA80-8DE6476F8949}" dt="2021-05-29T18:09:48.146" v="9963"/>
          <ac:spMkLst>
            <pc:docMk/>
            <pc:sldMk cId="246031870" sldId="2146846027"/>
            <ac:spMk id="84" creationId="{FB43E04A-0D7F-4A02-BA94-6375DF13C22E}"/>
          </ac:spMkLst>
        </pc:spChg>
        <pc:spChg chg="add mod modVis">
          <ac:chgData name="Ken Popkin" userId="3c94c39e-c43b-4805-99ab-8da17777f1ac" providerId="ADAL" clId="{E440F346-DC68-4DD4-BA80-8DE6476F8949}" dt="2021-05-29T18:09:48.147" v="9965"/>
          <ac:spMkLst>
            <pc:docMk/>
            <pc:sldMk cId="246031870" sldId="2146846027"/>
            <ac:spMk id="85" creationId="{D5A314EE-AC30-4A39-8828-5C1355ABD4FE}"/>
          </ac:spMkLst>
        </pc:spChg>
        <pc:spChg chg="add mod ord modVis">
          <ac:chgData name="Ken Popkin" userId="3c94c39e-c43b-4805-99ab-8da17777f1ac" providerId="ADAL" clId="{E440F346-DC68-4DD4-BA80-8DE6476F8949}" dt="2021-05-29T18:08:39.410" v="8117"/>
          <ac:spMkLst>
            <pc:docMk/>
            <pc:sldMk cId="246031870" sldId="2146846027"/>
            <ac:spMk id="86" creationId="{0784B311-4E63-4AE8-A436-047CAAC4EBD7}"/>
          </ac:spMkLst>
        </pc:spChg>
        <pc:spChg chg="add mod ord modVis">
          <ac:chgData name="Ken Popkin" userId="3c94c39e-c43b-4805-99ab-8da17777f1ac" providerId="ADAL" clId="{E440F346-DC68-4DD4-BA80-8DE6476F8949}" dt="2021-05-29T18:09:48.149" v="9969"/>
          <ac:spMkLst>
            <pc:docMk/>
            <pc:sldMk cId="246031870" sldId="2146846027"/>
            <ac:spMk id="87" creationId="{B962293A-8250-4934-A546-161556A95C85}"/>
          </ac:spMkLst>
        </pc:spChg>
        <pc:spChg chg="add mod ord modVis">
          <ac:chgData name="Ken Popkin" userId="3c94c39e-c43b-4805-99ab-8da17777f1ac" providerId="ADAL" clId="{E440F346-DC68-4DD4-BA80-8DE6476F8949}" dt="2021-05-29T18:09:05.718" v="8528"/>
          <ac:spMkLst>
            <pc:docMk/>
            <pc:sldMk cId="246031870" sldId="2146846027"/>
            <ac:spMk id="88" creationId="{866749A1-0CB1-4D97-8A94-56FC9776E356}"/>
          </ac:spMkLst>
        </pc:spChg>
        <pc:spChg chg="add mod ord modVis">
          <ac:chgData name="Ken Popkin" userId="3c94c39e-c43b-4805-99ab-8da17777f1ac" providerId="ADAL" clId="{E440F346-DC68-4DD4-BA80-8DE6476F8949}" dt="2021-05-29T18:09:05.719" v="8530"/>
          <ac:spMkLst>
            <pc:docMk/>
            <pc:sldMk cId="246031870" sldId="2146846027"/>
            <ac:spMk id="89" creationId="{B7CBDF62-2938-4BC2-8343-E2731BF52C84}"/>
          </ac:spMkLst>
        </pc:spChg>
        <pc:spChg chg="add mod ord">
          <ac:chgData name="Ken Popkin" userId="3c94c39e-c43b-4805-99ab-8da17777f1ac" providerId="ADAL" clId="{E440F346-DC68-4DD4-BA80-8DE6476F8949}" dt="2021-05-29T18:09:48.151" v="9977"/>
          <ac:spMkLst>
            <pc:docMk/>
            <pc:sldMk cId="246031870" sldId="2146846027"/>
            <ac:spMk id="90" creationId="{E6D9EC29-A7E2-4F2C-AE19-05923B37882F}"/>
          </ac:spMkLst>
        </pc:spChg>
        <pc:spChg chg="add mod ord">
          <ac:chgData name="Ken Popkin" userId="3c94c39e-c43b-4805-99ab-8da17777f1ac" providerId="ADAL" clId="{E440F346-DC68-4DD4-BA80-8DE6476F8949}" dt="2021-05-29T18:09:48.150" v="9973"/>
          <ac:spMkLst>
            <pc:docMk/>
            <pc:sldMk cId="246031870" sldId="2146846027"/>
            <ac:spMk id="91" creationId="{E166535F-0691-4B67-B193-DE3AB4D5282B}"/>
          </ac:spMkLst>
        </pc:spChg>
        <pc:spChg chg="add mod">
          <ac:chgData name="Ken Popkin" userId="3c94c39e-c43b-4805-99ab-8da17777f1ac" providerId="ADAL" clId="{E440F346-DC68-4DD4-BA80-8DE6476F8949}" dt="2021-05-29T18:09:48.152" v="9980"/>
          <ac:spMkLst>
            <pc:docMk/>
            <pc:sldMk cId="246031870" sldId="2146846027"/>
            <ac:spMk id="92" creationId="{0BD5DBDD-66C2-481F-8771-60152CC54CDC}"/>
          </ac:spMkLst>
        </pc:spChg>
        <pc:spChg chg="add mod modVis">
          <ac:chgData name="Ken Popkin" userId="3c94c39e-c43b-4805-99ab-8da17777f1ac" providerId="ADAL" clId="{E440F346-DC68-4DD4-BA80-8DE6476F8949}" dt="2021-05-29T18:09:48.153" v="9982"/>
          <ac:spMkLst>
            <pc:docMk/>
            <pc:sldMk cId="246031870" sldId="2146846027"/>
            <ac:spMk id="93" creationId="{9CA4F9E3-CF6C-428D-BDFA-460C2CD98893}"/>
          </ac:spMkLst>
        </pc:spChg>
        <pc:spChg chg="add mod ord modVis">
          <ac:chgData name="Ken Popkin" userId="3c94c39e-c43b-4805-99ab-8da17777f1ac" providerId="ADAL" clId="{E440F346-DC68-4DD4-BA80-8DE6476F8949}" dt="2021-05-29T18:08:39.412" v="8129"/>
          <ac:spMkLst>
            <pc:docMk/>
            <pc:sldMk cId="246031870" sldId="2146846027"/>
            <ac:spMk id="94" creationId="{8ABA8261-6F56-4BED-91AF-483886153023}"/>
          </ac:spMkLst>
        </pc:spChg>
        <pc:spChg chg="add mod ord modVis">
          <ac:chgData name="Ken Popkin" userId="3c94c39e-c43b-4805-99ab-8da17777f1ac" providerId="ADAL" clId="{E440F346-DC68-4DD4-BA80-8DE6476F8949}" dt="2021-05-29T18:09:48.154" v="9986"/>
          <ac:spMkLst>
            <pc:docMk/>
            <pc:sldMk cId="246031870" sldId="2146846027"/>
            <ac:spMk id="95" creationId="{D826B5E2-FD9A-4316-A9A8-D9E4403A9988}"/>
          </ac:spMkLst>
        </pc:spChg>
        <pc:spChg chg="add mod ord modVis">
          <ac:chgData name="Ken Popkin" userId="3c94c39e-c43b-4805-99ab-8da17777f1ac" providerId="ADAL" clId="{E440F346-DC68-4DD4-BA80-8DE6476F8949}" dt="2021-05-29T18:09:05.730" v="8559"/>
          <ac:spMkLst>
            <pc:docMk/>
            <pc:sldMk cId="246031870" sldId="2146846027"/>
            <ac:spMk id="96" creationId="{720379ED-281C-41E1-9EB0-290523C91F71}"/>
          </ac:spMkLst>
        </pc:spChg>
        <pc:spChg chg="add mod ord modVis">
          <ac:chgData name="Ken Popkin" userId="3c94c39e-c43b-4805-99ab-8da17777f1ac" providerId="ADAL" clId="{E440F346-DC68-4DD4-BA80-8DE6476F8949}" dt="2021-05-29T18:09:05.730" v="8561"/>
          <ac:spMkLst>
            <pc:docMk/>
            <pc:sldMk cId="246031870" sldId="2146846027"/>
            <ac:spMk id="97" creationId="{0987A795-8A4E-4465-8EC9-41B968FAECD5}"/>
          </ac:spMkLst>
        </pc:spChg>
        <pc:spChg chg="add mod ord">
          <ac:chgData name="Ken Popkin" userId="3c94c39e-c43b-4805-99ab-8da17777f1ac" providerId="ADAL" clId="{E440F346-DC68-4DD4-BA80-8DE6476F8949}" dt="2021-05-29T18:09:48.156" v="9994"/>
          <ac:spMkLst>
            <pc:docMk/>
            <pc:sldMk cId="246031870" sldId="2146846027"/>
            <ac:spMk id="98" creationId="{871D7DFD-16DD-4D6B-9C1C-03DA36C2CD86}"/>
          </ac:spMkLst>
        </pc:spChg>
        <pc:spChg chg="add mod ord">
          <ac:chgData name="Ken Popkin" userId="3c94c39e-c43b-4805-99ab-8da17777f1ac" providerId="ADAL" clId="{E440F346-DC68-4DD4-BA80-8DE6476F8949}" dt="2021-05-29T18:09:48.154" v="9990"/>
          <ac:spMkLst>
            <pc:docMk/>
            <pc:sldMk cId="246031870" sldId="2146846027"/>
            <ac:spMk id="99" creationId="{50A36F71-0DCC-442E-94B7-E3D8BBE9D08C}"/>
          </ac:spMkLst>
        </pc:spChg>
        <pc:spChg chg="add mod">
          <ac:chgData name="Ken Popkin" userId="3c94c39e-c43b-4805-99ab-8da17777f1ac" providerId="ADAL" clId="{E440F346-DC68-4DD4-BA80-8DE6476F8949}" dt="2021-05-29T18:09:48.157" v="9996"/>
          <ac:spMkLst>
            <pc:docMk/>
            <pc:sldMk cId="246031870" sldId="2146846027"/>
            <ac:spMk id="100" creationId="{B9E61A1C-86AF-4400-8992-82B2278180AC}"/>
          </ac:spMkLst>
        </pc:spChg>
        <pc:spChg chg="add mod modVis">
          <ac:chgData name="Ken Popkin" userId="3c94c39e-c43b-4805-99ab-8da17777f1ac" providerId="ADAL" clId="{E440F346-DC68-4DD4-BA80-8DE6476F8949}" dt="2021-05-29T18:09:48.157" v="9998"/>
          <ac:spMkLst>
            <pc:docMk/>
            <pc:sldMk cId="246031870" sldId="2146846027"/>
            <ac:spMk id="101" creationId="{ABB67BBA-00B8-41E3-B7F9-7651EEED843A}"/>
          </ac:spMkLst>
        </pc:spChg>
        <pc:spChg chg="add mod ord modVis">
          <ac:chgData name="Ken Popkin" userId="3c94c39e-c43b-4805-99ab-8da17777f1ac" providerId="ADAL" clId="{E440F346-DC68-4DD4-BA80-8DE6476F8949}" dt="2021-05-29T18:08:39.414" v="8141"/>
          <ac:spMkLst>
            <pc:docMk/>
            <pc:sldMk cId="246031870" sldId="2146846027"/>
            <ac:spMk id="102" creationId="{8C1255D6-98E7-4F7C-A804-7C1F292DA07C}"/>
          </ac:spMkLst>
        </pc:spChg>
        <pc:spChg chg="add mod ord modVis">
          <ac:chgData name="Ken Popkin" userId="3c94c39e-c43b-4805-99ab-8da17777f1ac" providerId="ADAL" clId="{E440F346-DC68-4DD4-BA80-8DE6476F8949}" dt="2021-05-29T18:09:48.159" v="10002"/>
          <ac:spMkLst>
            <pc:docMk/>
            <pc:sldMk cId="246031870" sldId="2146846027"/>
            <ac:spMk id="103" creationId="{B205942F-4391-4A14-8D0C-D9C05232A1B1}"/>
          </ac:spMkLst>
        </pc:spChg>
        <pc:spChg chg="add mod ord modVis">
          <ac:chgData name="Ken Popkin" userId="3c94c39e-c43b-4805-99ab-8da17777f1ac" providerId="ADAL" clId="{E440F346-DC68-4DD4-BA80-8DE6476F8949}" dt="2021-05-29T18:09:05.741" v="8589"/>
          <ac:spMkLst>
            <pc:docMk/>
            <pc:sldMk cId="246031870" sldId="2146846027"/>
            <ac:spMk id="104" creationId="{1BC14A51-D30D-4F4B-B51A-3CF3F2A3C0EC}"/>
          </ac:spMkLst>
        </pc:spChg>
        <pc:spChg chg="add mod ord modVis">
          <ac:chgData name="Ken Popkin" userId="3c94c39e-c43b-4805-99ab-8da17777f1ac" providerId="ADAL" clId="{E440F346-DC68-4DD4-BA80-8DE6476F8949}" dt="2021-05-29T18:09:05.741" v="8591"/>
          <ac:spMkLst>
            <pc:docMk/>
            <pc:sldMk cId="246031870" sldId="2146846027"/>
            <ac:spMk id="105" creationId="{3D718EE4-9C72-492A-A975-1601040E84DB}"/>
          </ac:spMkLst>
        </pc:spChg>
        <pc:spChg chg="add mod ord">
          <ac:chgData name="Ken Popkin" userId="3c94c39e-c43b-4805-99ab-8da17777f1ac" providerId="ADAL" clId="{E440F346-DC68-4DD4-BA80-8DE6476F8949}" dt="2021-05-29T18:09:48.159" v="10006"/>
          <ac:spMkLst>
            <pc:docMk/>
            <pc:sldMk cId="246031870" sldId="2146846027"/>
            <ac:spMk id="106" creationId="{AAA618E2-9231-4C50-AAEC-8D1FCDFED9AB}"/>
          </ac:spMkLst>
        </pc:spChg>
        <pc:spChg chg="add mod ord">
          <ac:chgData name="Ken Popkin" userId="3c94c39e-c43b-4805-99ab-8da17777f1ac" providerId="ADAL" clId="{E440F346-DC68-4DD4-BA80-8DE6476F8949}" dt="2021-05-29T18:09:48.161" v="10010"/>
          <ac:spMkLst>
            <pc:docMk/>
            <pc:sldMk cId="246031870" sldId="2146846027"/>
            <ac:spMk id="107" creationId="{50DB6277-6738-436F-B233-A4EA888CD1C5}"/>
          </ac:spMkLst>
        </pc:spChg>
        <pc:spChg chg="add mod">
          <ac:chgData name="Ken Popkin" userId="3c94c39e-c43b-4805-99ab-8da17777f1ac" providerId="ADAL" clId="{E440F346-DC68-4DD4-BA80-8DE6476F8949}" dt="2021-05-29T18:09:48.161" v="10012"/>
          <ac:spMkLst>
            <pc:docMk/>
            <pc:sldMk cId="246031870" sldId="2146846027"/>
            <ac:spMk id="108" creationId="{4B1F5320-F9DF-494A-8607-A01336EBD85D}"/>
          </ac:spMkLst>
        </pc:spChg>
        <pc:spChg chg="add mod modVis">
          <ac:chgData name="Ken Popkin" userId="3c94c39e-c43b-4805-99ab-8da17777f1ac" providerId="ADAL" clId="{E440F346-DC68-4DD4-BA80-8DE6476F8949}" dt="2021-05-29T18:09:48.162" v="10014"/>
          <ac:spMkLst>
            <pc:docMk/>
            <pc:sldMk cId="246031870" sldId="2146846027"/>
            <ac:spMk id="109" creationId="{40F5A453-4494-469D-B4A3-A536D4018BD3}"/>
          </ac:spMkLst>
        </pc:spChg>
        <pc:spChg chg="add mod ord modVis">
          <ac:chgData name="Ken Popkin" userId="3c94c39e-c43b-4805-99ab-8da17777f1ac" providerId="ADAL" clId="{E440F346-DC68-4DD4-BA80-8DE6476F8949}" dt="2021-05-29T18:08:39.415" v="8153"/>
          <ac:spMkLst>
            <pc:docMk/>
            <pc:sldMk cId="246031870" sldId="2146846027"/>
            <ac:spMk id="110" creationId="{E4BFE2F5-EAF2-4546-A7CF-BE18EAF07965}"/>
          </ac:spMkLst>
        </pc:spChg>
        <pc:spChg chg="add mod ord modVis">
          <ac:chgData name="Ken Popkin" userId="3c94c39e-c43b-4805-99ab-8da17777f1ac" providerId="ADAL" clId="{E440F346-DC68-4DD4-BA80-8DE6476F8949}" dt="2021-05-29T18:09:48.163" v="10018"/>
          <ac:spMkLst>
            <pc:docMk/>
            <pc:sldMk cId="246031870" sldId="2146846027"/>
            <ac:spMk id="111" creationId="{005B2959-A83A-4414-8ECD-59DBB1A60A57}"/>
          </ac:spMkLst>
        </pc:spChg>
        <pc:spChg chg="add mod ord modVis">
          <ac:chgData name="Ken Popkin" userId="3c94c39e-c43b-4805-99ab-8da17777f1ac" providerId="ADAL" clId="{E440F346-DC68-4DD4-BA80-8DE6476F8949}" dt="2021-05-29T18:09:05.753" v="8619"/>
          <ac:spMkLst>
            <pc:docMk/>
            <pc:sldMk cId="246031870" sldId="2146846027"/>
            <ac:spMk id="112" creationId="{595EDC34-DE66-4290-AECB-84DE85261505}"/>
          </ac:spMkLst>
        </pc:spChg>
        <pc:spChg chg="add mod ord modVis">
          <ac:chgData name="Ken Popkin" userId="3c94c39e-c43b-4805-99ab-8da17777f1ac" providerId="ADAL" clId="{E440F346-DC68-4DD4-BA80-8DE6476F8949}" dt="2021-05-29T18:09:05.753" v="8621"/>
          <ac:spMkLst>
            <pc:docMk/>
            <pc:sldMk cId="246031870" sldId="2146846027"/>
            <ac:spMk id="113" creationId="{B57B1757-FE64-4630-96EC-7AA722DCAF7A}"/>
          </ac:spMkLst>
        </pc:spChg>
        <pc:spChg chg="add mod ord">
          <ac:chgData name="Ken Popkin" userId="3c94c39e-c43b-4805-99ab-8da17777f1ac" providerId="ADAL" clId="{E440F346-DC68-4DD4-BA80-8DE6476F8949}" dt="2021-05-29T18:09:48.165" v="10022"/>
          <ac:spMkLst>
            <pc:docMk/>
            <pc:sldMk cId="246031870" sldId="2146846027"/>
            <ac:spMk id="114" creationId="{4E5C458E-DD06-41CE-94EB-7DD87FD531D8}"/>
          </ac:spMkLst>
        </pc:spChg>
        <pc:spChg chg="add mod ord">
          <ac:chgData name="Ken Popkin" userId="3c94c39e-c43b-4805-99ab-8da17777f1ac" providerId="ADAL" clId="{E440F346-DC68-4DD4-BA80-8DE6476F8949}" dt="2021-05-29T18:09:48.166" v="10026"/>
          <ac:spMkLst>
            <pc:docMk/>
            <pc:sldMk cId="246031870" sldId="2146846027"/>
            <ac:spMk id="115" creationId="{7E45012E-2D75-4CF0-AD63-36878001B6FC}"/>
          </ac:spMkLst>
        </pc:spChg>
        <pc:spChg chg="add mod">
          <ac:chgData name="Ken Popkin" userId="3c94c39e-c43b-4805-99ab-8da17777f1ac" providerId="ADAL" clId="{E440F346-DC68-4DD4-BA80-8DE6476F8949}" dt="2021-05-29T18:09:48.167" v="10029"/>
          <ac:spMkLst>
            <pc:docMk/>
            <pc:sldMk cId="246031870" sldId="2146846027"/>
            <ac:spMk id="116" creationId="{93272620-3591-477E-9869-0604DEB4CB63}"/>
          </ac:spMkLst>
        </pc:spChg>
        <pc:spChg chg="add mod modVis">
          <ac:chgData name="Ken Popkin" userId="3c94c39e-c43b-4805-99ab-8da17777f1ac" providerId="ADAL" clId="{E440F346-DC68-4DD4-BA80-8DE6476F8949}" dt="2021-05-29T18:09:48.167" v="10031"/>
          <ac:spMkLst>
            <pc:docMk/>
            <pc:sldMk cId="246031870" sldId="2146846027"/>
            <ac:spMk id="117" creationId="{BF1F000E-634A-4A48-AB83-5D3ED6BCB0CE}"/>
          </ac:spMkLst>
        </pc:spChg>
        <pc:spChg chg="add mod ord modVis">
          <ac:chgData name="Ken Popkin" userId="3c94c39e-c43b-4805-99ab-8da17777f1ac" providerId="ADAL" clId="{E440F346-DC68-4DD4-BA80-8DE6476F8949}" dt="2021-05-29T18:08:39.417" v="8165"/>
          <ac:spMkLst>
            <pc:docMk/>
            <pc:sldMk cId="246031870" sldId="2146846027"/>
            <ac:spMk id="118" creationId="{A9FE1A4F-E8BF-4C67-8E22-C7441D60153F}"/>
          </ac:spMkLst>
        </pc:spChg>
        <pc:spChg chg="add mod ord modVis">
          <ac:chgData name="Ken Popkin" userId="3c94c39e-c43b-4805-99ab-8da17777f1ac" providerId="ADAL" clId="{E440F346-DC68-4DD4-BA80-8DE6476F8949}" dt="2021-05-29T18:09:48.170" v="10035"/>
          <ac:spMkLst>
            <pc:docMk/>
            <pc:sldMk cId="246031870" sldId="2146846027"/>
            <ac:spMk id="119" creationId="{3E5E1541-E8B2-444A-8567-3598A3ACB6E2}"/>
          </ac:spMkLst>
        </pc:spChg>
        <pc:spChg chg="add mod ord modVis">
          <ac:chgData name="Ken Popkin" userId="3c94c39e-c43b-4805-99ab-8da17777f1ac" providerId="ADAL" clId="{E440F346-DC68-4DD4-BA80-8DE6476F8949}" dt="2021-05-29T18:09:05.764" v="8650"/>
          <ac:spMkLst>
            <pc:docMk/>
            <pc:sldMk cId="246031870" sldId="2146846027"/>
            <ac:spMk id="120" creationId="{3F2E414A-91F4-406A-A8C5-DA1E6437A587}"/>
          </ac:spMkLst>
        </pc:spChg>
        <pc:spChg chg="add mod ord modVis">
          <ac:chgData name="Ken Popkin" userId="3c94c39e-c43b-4805-99ab-8da17777f1ac" providerId="ADAL" clId="{E440F346-DC68-4DD4-BA80-8DE6476F8949}" dt="2021-05-29T18:09:05.764" v="8652"/>
          <ac:spMkLst>
            <pc:docMk/>
            <pc:sldMk cId="246031870" sldId="2146846027"/>
            <ac:spMk id="121" creationId="{D00716FA-2E82-4FF5-98C8-33B0F51D212E}"/>
          </ac:spMkLst>
        </pc:spChg>
        <pc:spChg chg="add mod ord">
          <ac:chgData name="Ken Popkin" userId="3c94c39e-c43b-4805-99ab-8da17777f1ac" providerId="ADAL" clId="{E440F346-DC68-4DD4-BA80-8DE6476F8949}" dt="2021-05-29T18:09:48.171" v="10043"/>
          <ac:spMkLst>
            <pc:docMk/>
            <pc:sldMk cId="246031870" sldId="2146846027"/>
            <ac:spMk id="122" creationId="{A8B8DAAD-F783-4EFA-8A38-03EA76937631}"/>
          </ac:spMkLst>
        </pc:spChg>
        <pc:spChg chg="add mod ord">
          <ac:chgData name="Ken Popkin" userId="3c94c39e-c43b-4805-99ab-8da17777f1ac" providerId="ADAL" clId="{E440F346-DC68-4DD4-BA80-8DE6476F8949}" dt="2021-05-29T18:09:48.170" v="10039"/>
          <ac:spMkLst>
            <pc:docMk/>
            <pc:sldMk cId="246031870" sldId="2146846027"/>
            <ac:spMk id="123" creationId="{491CEDB1-39A2-47DC-BE75-22B945510073}"/>
          </ac:spMkLst>
        </pc:spChg>
        <pc:spChg chg="add mod">
          <ac:chgData name="Ken Popkin" userId="3c94c39e-c43b-4805-99ab-8da17777f1ac" providerId="ADAL" clId="{E440F346-DC68-4DD4-BA80-8DE6476F8949}" dt="2021-05-29T18:09:48.172" v="10046"/>
          <ac:spMkLst>
            <pc:docMk/>
            <pc:sldMk cId="246031870" sldId="2146846027"/>
            <ac:spMk id="124" creationId="{EB340389-8255-45CD-852D-EF0BA3CA3E70}"/>
          </ac:spMkLst>
        </pc:spChg>
        <pc:spChg chg="add mod modVis">
          <ac:chgData name="Ken Popkin" userId="3c94c39e-c43b-4805-99ab-8da17777f1ac" providerId="ADAL" clId="{E440F346-DC68-4DD4-BA80-8DE6476F8949}" dt="2021-05-29T18:09:48.173" v="10048"/>
          <ac:spMkLst>
            <pc:docMk/>
            <pc:sldMk cId="246031870" sldId="2146846027"/>
            <ac:spMk id="125" creationId="{6597D19F-1123-4732-B425-D57C7023E928}"/>
          </ac:spMkLst>
        </pc:spChg>
        <pc:spChg chg="add mod ord modVis">
          <ac:chgData name="Ken Popkin" userId="3c94c39e-c43b-4805-99ab-8da17777f1ac" providerId="ADAL" clId="{E440F346-DC68-4DD4-BA80-8DE6476F8949}" dt="2021-05-29T18:08:39.420" v="8177"/>
          <ac:spMkLst>
            <pc:docMk/>
            <pc:sldMk cId="246031870" sldId="2146846027"/>
            <ac:spMk id="126" creationId="{7F0A6467-B92D-4BC6-9851-C8E08B3D9189}"/>
          </ac:spMkLst>
        </pc:spChg>
        <pc:spChg chg="add mod ord modVis">
          <ac:chgData name="Ken Popkin" userId="3c94c39e-c43b-4805-99ab-8da17777f1ac" providerId="ADAL" clId="{E440F346-DC68-4DD4-BA80-8DE6476F8949}" dt="2021-05-29T18:09:48.174" v="10052"/>
          <ac:spMkLst>
            <pc:docMk/>
            <pc:sldMk cId="246031870" sldId="2146846027"/>
            <ac:spMk id="127" creationId="{67F9A3A4-2BBA-4941-9938-F53D1B4100F5}"/>
          </ac:spMkLst>
        </pc:spChg>
        <pc:spChg chg="add mod ord modVis">
          <ac:chgData name="Ken Popkin" userId="3c94c39e-c43b-4805-99ab-8da17777f1ac" providerId="ADAL" clId="{E440F346-DC68-4DD4-BA80-8DE6476F8949}" dt="2021-05-29T18:09:05.775" v="8679"/>
          <ac:spMkLst>
            <pc:docMk/>
            <pc:sldMk cId="246031870" sldId="2146846027"/>
            <ac:spMk id="128" creationId="{09624159-A56E-44D2-B84C-666F892BFC3F}"/>
          </ac:spMkLst>
        </pc:spChg>
        <pc:spChg chg="add mod ord modVis">
          <ac:chgData name="Ken Popkin" userId="3c94c39e-c43b-4805-99ab-8da17777f1ac" providerId="ADAL" clId="{E440F346-DC68-4DD4-BA80-8DE6476F8949}" dt="2021-05-29T18:09:05.775" v="8681"/>
          <ac:spMkLst>
            <pc:docMk/>
            <pc:sldMk cId="246031870" sldId="2146846027"/>
            <ac:spMk id="129" creationId="{BA3104FC-9818-4E5E-871E-8A1A82A698E6}"/>
          </ac:spMkLst>
        </pc:spChg>
        <pc:spChg chg="add mod ord">
          <ac:chgData name="Ken Popkin" userId="3c94c39e-c43b-4805-99ab-8da17777f1ac" providerId="ADAL" clId="{E440F346-DC68-4DD4-BA80-8DE6476F8949}" dt="2021-05-29T18:09:48.175" v="10060"/>
          <ac:spMkLst>
            <pc:docMk/>
            <pc:sldMk cId="246031870" sldId="2146846027"/>
            <ac:spMk id="130" creationId="{160C46CB-1EAE-4CAF-B03A-EC3E80457471}"/>
          </ac:spMkLst>
        </pc:spChg>
        <pc:spChg chg="add mod ord">
          <ac:chgData name="Ken Popkin" userId="3c94c39e-c43b-4805-99ab-8da17777f1ac" providerId="ADAL" clId="{E440F346-DC68-4DD4-BA80-8DE6476F8949}" dt="2021-05-29T18:09:48.175" v="10056"/>
          <ac:spMkLst>
            <pc:docMk/>
            <pc:sldMk cId="246031870" sldId="2146846027"/>
            <ac:spMk id="131" creationId="{C77BCE8D-B634-4DC1-9841-04FCF61B6FE4}"/>
          </ac:spMkLst>
        </pc:spChg>
        <pc:spChg chg="add mod">
          <ac:chgData name="Ken Popkin" userId="3c94c39e-c43b-4805-99ab-8da17777f1ac" providerId="ADAL" clId="{E440F346-DC68-4DD4-BA80-8DE6476F8949}" dt="2021-05-29T18:09:48.177" v="10062"/>
          <ac:spMkLst>
            <pc:docMk/>
            <pc:sldMk cId="246031870" sldId="2146846027"/>
            <ac:spMk id="132" creationId="{83778C7B-5E1E-4427-9C1F-CE2D47A63BF1}"/>
          </ac:spMkLst>
        </pc:spChg>
        <pc:spChg chg="add mod modVis">
          <ac:chgData name="Ken Popkin" userId="3c94c39e-c43b-4805-99ab-8da17777f1ac" providerId="ADAL" clId="{E440F346-DC68-4DD4-BA80-8DE6476F8949}" dt="2021-05-29T18:09:48.178" v="10064"/>
          <ac:spMkLst>
            <pc:docMk/>
            <pc:sldMk cId="246031870" sldId="2146846027"/>
            <ac:spMk id="133" creationId="{78ABA077-B3DD-4051-A6BD-0ECE9D306684}"/>
          </ac:spMkLst>
        </pc:spChg>
        <pc:spChg chg="add mod ord modVis">
          <ac:chgData name="Ken Popkin" userId="3c94c39e-c43b-4805-99ab-8da17777f1ac" providerId="ADAL" clId="{E440F346-DC68-4DD4-BA80-8DE6476F8949}" dt="2021-05-29T18:08:39.421" v="8189"/>
          <ac:spMkLst>
            <pc:docMk/>
            <pc:sldMk cId="246031870" sldId="2146846027"/>
            <ac:spMk id="134" creationId="{A561B09D-2744-4AE2-B9C1-482B12775C8D}"/>
          </ac:spMkLst>
        </pc:spChg>
        <pc:spChg chg="add mod ord modVis">
          <ac:chgData name="Ken Popkin" userId="3c94c39e-c43b-4805-99ab-8da17777f1ac" providerId="ADAL" clId="{E440F346-DC68-4DD4-BA80-8DE6476F8949}" dt="2021-05-29T18:09:48.179" v="10068"/>
          <ac:spMkLst>
            <pc:docMk/>
            <pc:sldMk cId="246031870" sldId="2146846027"/>
            <ac:spMk id="135" creationId="{74505CCE-65A0-499C-9CBB-9242B8982721}"/>
          </ac:spMkLst>
        </pc:spChg>
        <pc:spChg chg="add mod ord modVis">
          <ac:chgData name="Ken Popkin" userId="3c94c39e-c43b-4805-99ab-8da17777f1ac" providerId="ADAL" clId="{E440F346-DC68-4DD4-BA80-8DE6476F8949}" dt="2021-05-29T18:09:05.786" v="8705"/>
          <ac:spMkLst>
            <pc:docMk/>
            <pc:sldMk cId="246031870" sldId="2146846027"/>
            <ac:spMk id="136" creationId="{189B5472-6D90-466F-BE43-88DBAB4B2AFF}"/>
          </ac:spMkLst>
        </pc:spChg>
        <pc:spChg chg="add mod ord modVis">
          <ac:chgData name="Ken Popkin" userId="3c94c39e-c43b-4805-99ab-8da17777f1ac" providerId="ADAL" clId="{E440F346-DC68-4DD4-BA80-8DE6476F8949}" dt="2021-05-29T18:09:05.787" v="8707"/>
          <ac:spMkLst>
            <pc:docMk/>
            <pc:sldMk cId="246031870" sldId="2146846027"/>
            <ac:spMk id="137" creationId="{407AD9D8-62CD-4065-A213-CD3EE9AEF04C}"/>
          </ac:spMkLst>
        </pc:spChg>
        <pc:spChg chg="add mod ord">
          <ac:chgData name="Ken Popkin" userId="3c94c39e-c43b-4805-99ab-8da17777f1ac" providerId="ADAL" clId="{E440F346-DC68-4DD4-BA80-8DE6476F8949}" dt="2021-05-29T18:09:48.180" v="10072"/>
          <ac:spMkLst>
            <pc:docMk/>
            <pc:sldMk cId="246031870" sldId="2146846027"/>
            <ac:spMk id="138" creationId="{187C31A5-755D-4996-845F-C85AB11E0F62}"/>
          </ac:spMkLst>
        </pc:spChg>
        <pc:spChg chg="add mod ord">
          <ac:chgData name="Ken Popkin" userId="3c94c39e-c43b-4805-99ab-8da17777f1ac" providerId="ADAL" clId="{E440F346-DC68-4DD4-BA80-8DE6476F8949}" dt="2021-05-29T18:09:48.181" v="10076"/>
          <ac:spMkLst>
            <pc:docMk/>
            <pc:sldMk cId="246031870" sldId="2146846027"/>
            <ac:spMk id="139" creationId="{FA112CA5-A326-44F7-8A49-ED6C753E28DD}"/>
          </ac:spMkLst>
        </pc:spChg>
        <pc:spChg chg="add mod">
          <ac:chgData name="Ken Popkin" userId="3c94c39e-c43b-4805-99ab-8da17777f1ac" providerId="ADAL" clId="{E440F346-DC68-4DD4-BA80-8DE6476F8949}" dt="2021-05-29T18:09:48.181" v="10078"/>
          <ac:spMkLst>
            <pc:docMk/>
            <pc:sldMk cId="246031870" sldId="2146846027"/>
            <ac:spMk id="140" creationId="{4DFAFF9B-3572-4E9F-A44C-8E69F0C9F1C8}"/>
          </ac:spMkLst>
        </pc:spChg>
        <pc:spChg chg="add mod modVis">
          <ac:chgData name="Ken Popkin" userId="3c94c39e-c43b-4805-99ab-8da17777f1ac" providerId="ADAL" clId="{E440F346-DC68-4DD4-BA80-8DE6476F8949}" dt="2021-05-29T18:09:48.182" v="10080"/>
          <ac:spMkLst>
            <pc:docMk/>
            <pc:sldMk cId="246031870" sldId="2146846027"/>
            <ac:spMk id="141" creationId="{03B1AD96-B43D-4D02-9710-CBB8632947A0}"/>
          </ac:spMkLst>
        </pc:spChg>
        <pc:spChg chg="add mod ord modVis">
          <ac:chgData name="Ken Popkin" userId="3c94c39e-c43b-4805-99ab-8da17777f1ac" providerId="ADAL" clId="{E440F346-DC68-4DD4-BA80-8DE6476F8949}" dt="2021-05-29T18:08:39.424" v="8201"/>
          <ac:spMkLst>
            <pc:docMk/>
            <pc:sldMk cId="246031870" sldId="2146846027"/>
            <ac:spMk id="142" creationId="{FA502C5F-914E-4F34-9EEA-6FD84A593A92}"/>
          </ac:spMkLst>
        </pc:spChg>
        <pc:spChg chg="add mod ord modVis">
          <ac:chgData name="Ken Popkin" userId="3c94c39e-c43b-4805-99ab-8da17777f1ac" providerId="ADAL" clId="{E440F346-DC68-4DD4-BA80-8DE6476F8949}" dt="2021-05-29T18:09:48.185" v="10084"/>
          <ac:spMkLst>
            <pc:docMk/>
            <pc:sldMk cId="246031870" sldId="2146846027"/>
            <ac:spMk id="143" creationId="{089F4A60-8A0C-41A0-92D8-1908BD33DEB1}"/>
          </ac:spMkLst>
        </pc:spChg>
        <pc:spChg chg="add mod ord modVis">
          <ac:chgData name="Ken Popkin" userId="3c94c39e-c43b-4805-99ab-8da17777f1ac" providerId="ADAL" clId="{E440F346-DC68-4DD4-BA80-8DE6476F8949}" dt="2021-05-29T18:09:05.798" v="8735"/>
          <ac:spMkLst>
            <pc:docMk/>
            <pc:sldMk cId="246031870" sldId="2146846027"/>
            <ac:spMk id="144" creationId="{E86035DC-8A92-4CAA-A2C9-4AF900C3CCAE}"/>
          </ac:spMkLst>
        </pc:spChg>
        <pc:spChg chg="add mod ord modVis">
          <ac:chgData name="Ken Popkin" userId="3c94c39e-c43b-4805-99ab-8da17777f1ac" providerId="ADAL" clId="{E440F346-DC68-4DD4-BA80-8DE6476F8949}" dt="2021-05-29T18:09:05.798" v="8737"/>
          <ac:spMkLst>
            <pc:docMk/>
            <pc:sldMk cId="246031870" sldId="2146846027"/>
            <ac:spMk id="145" creationId="{D09CC7AE-C5F8-4251-800A-0E4583EE7E74}"/>
          </ac:spMkLst>
        </pc:spChg>
        <pc:spChg chg="add mod ord">
          <ac:chgData name="Ken Popkin" userId="3c94c39e-c43b-4805-99ab-8da17777f1ac" providerId="ADAL" clId="{E440F346-DC68-4DD4-BA80-8DE6476F8949}" dt="2021-05-29T18:09:48.185" v="10088"/>
          <ac:spMkLst>
            <pc:docMk/>
            <pc:sldMk cId="246031870" sldId="2146846027"/>
            <ac:spMk id="146" creationId="{F8E306AF-4002-47EF-8619-4D8D6C6D0CFF}"/>
          </ac:spMkLst>
        </pc:spChg>
        <pc:spChg chg="add mod ord">
          <ac:chgData name="Ken Popkin" userId="3c94c39e-c43b-4805-99ab-8da17777f1ac" providerId="ADAL" clId="{E440F346-DC68-4DD4-BA80-8DE6476F8949}" dt="2021-05-29T18:09:48.186" v="10092"/>
          <ac:spMkLst>
            <pc:docMk/>
            <pc:sldMk cId="246031870" sldId="2146846027"/>
            <ac:spMk id="147" creationId="{53EE1FBF-EF63-45A5-8B52-0D41F92B2AB0}"/>
          </ac:spMkLst>
        </pc:spChg>
        <pc:spChg chg="add mod">
          <ac:chgData name="Ken Popkin" userId="3c94c39e-c43b-4805-99ab-8da17777f1ac" providerId="ADAL" clId="{E440F346-DC68-4DD4-BA80-8DE6476F8949}" dt="2021-05-29T18:09:48.187" v="10095"/>
          <ac:spMkLst>
            <pc:docMk/>
            <pc:sldMk cId="246031870" sldId="2146846027"/>
            <ac:spMk id="148" creationId="{5D76E633-C19D-4A77-BC68-F3F6CE348360}"/>
          </ac:spMkLst>
        </pc:spChg>
        <pc:spChg chg="add mod modVis">
          <ac:chgData name="Ken Popkin" userId="3c94c39e-c43b-4805-99ab-8da17777f1ac" providerId="ADAL" clId="{E440F346-DC68-4DD4-BA80-8DE6476F8949}" dt="2021-05-29T18:09:48.188" v="10097"/>
          <ac:spMkLst>
            <pc:docMk/>
            <pc:sldMk cId="246031870" sldId="2146846027"/>
            <ac:spMk id="149" creationId="{6974EE42-FE64-40EF-AB0C-8D0EBB1FD6D6}"/>
          </ac:spMkLst>
        </pc:spChg>
        <pc:spChg chg="add mod ord modVis">
          <ac:chgData name="Ken Popkin" userId="3c94c39e-c43b-4805-99ab-8da17777f1ac" providerId="ADAL" clId="{E440F346-DC68-4DD4-BA80-8DE6476F8949}" dt="2021-05-29T18:08:39.425" v="8213"/>
          <ac:spMkLst>
            <pc:docMk/>
            <pc:sldMk cId="246031870" sldId="2146846027"/>
            <ac:spMk id="150" creationId="{9A5BD782-0503-42C1-8C8C-5EE01FD3AB4F}"/>
          </ac:spMkLst>
        </pc:spChg>
        <pc:spChg chg="add mod ord modVis">
          <ac:chgData name="Ken Popkin" userId="3c94c39e-c43b-4805-99ab-8da17777f1ac" providerId="ADAL" clId="{E440F346-DC68-4DD4-BA80-8DE6476F8949}" dt="2021-05-29T18:09:48.190" v="10101"/>
          <ac:spMkLst>
            <pc:docMk/>
            <pc:sldMk cId="246031870" sldId="2146846027"/>
            <ac:spMk id="151" creationId="{7061B682-CABB-45D4-A968-213FC6C4C120}"/>
          </ac:spMkLst>
        </pc:spChg>
        <pc:spChg chg="add mod ord modVis">
          <ac:chgData name="Ken Popkin" userId="3c94c39e-c43b-4805-99ab-8da17777f1ac" providerId="ADAL" clId="{E440F346-DC68-4DD4-BA80-8DE6476F8949}" dt="2021-05-29T18:09:05.810" v="8766"/>
          <ac:spMkLst>
            <pc:docMk/>
            <pc:sldMk cId="246031870" sldId="2146846027"/>
            <ac:spMk id="152" creationId="{167A1AB2-CA78-4935-B565-88ACF924FC05}"/>
          </ac:spMkLst>
        </pc:spChg>
        <pc:spChg chg="add mod ord modVis">
          <ac:chgData name="Ken Popkin" userId="3c94c39e-c43b-4805-99ab-8da17777f1ac" providerId="ADAL" clId="{E440F346-DC68-4DD4-BA80-8DE6476F8949}" dt="2021-05-29T18:09:05.810" v="8768"/>
          <ac:spMkLst>
            <pc:docMk/>
            <pc:sldMk cId="246031870" sldId="2146846027"/>
            <ac:spMk id="153" creationId="{F9EB9E25-3DC5-49C2-AC8D-56E209A47BAA}"/>
          </ac:spMkLst>
        </pc:spChg>
        <pc:spChg chg="add mod ord">
          <ac:chgData name="Ken Popkin" userId="3c94c39e-c43b-4805-99ab-8da17777f1ac" providerId="ADAL" clId="{E440F346-DC68-4DD4-BA80-8DE6476F8949}" dt="2021-05-29T18:09:48.191" v="10109"/>
          <ac:spMkLst>
            <pc:docMk/>
            <pc:sldMk cId="246031870" sldId="2146846027"/>
            <ac:spMk id="154" creationId="{7DCF0336-92F8-4E3A-983C-86A737F01BB0}"/>
          </ac:spMkLst>
        </pc:spChg>
        <pc:spChg chg="add mod ord">
          <ac:chgData name="Ken Popkin" userId="3c94c39e-c43b-4805-99ab-8da17777f1ac" providerId="ADAL" clId="{E440F346-DC68-4DD4-BA80-8DE6476F8949}" dt="2021-05-29T18:09:48.191" v="10105"/>
          <ac:spMkLst>
            <pc:docMk/>
            <pc:sldMk cId="246031870" sldId="2146846027"/>
            <ac:spMk id="155" creationId="{6BB94134-3A93-42DC-B1EA-ADCC389B7F06}"/>
          </ac:spMkLst>
        </pc:spChg>
        <pc:spChg chg="add mod">
          <ac:chgData name="Ken Popkin" userId="3c94c39e-c43b-4805-99ab-8da17777f1ac" providerId="ADAL" clId="{E440F346-DC68-4DD4-BA80-8DE6476F8949}" dt="2021-05-29T18:09:48.192" v="10112"/>
          <ac:spMkLst>
            <pc:docMk/>
            <pc:sldMk cId="246031870" sldId="2146846027"/>
            <ac:spMk id="156" creationId="{B27EDB50-7758-427F-BC84-2C16ACF680D5}"/>
          </ac:spMkLst>
        </pc:spChg>
        <pc:spChg chg="add mod modVis">
          <ac:chgData name="Ken Popkin" userId="3c94c39e-c43b-4805-99ab-8da17777f1ac" providerId="ADAL" clId="{E440F346-DC68-4DD4-BA80-8DE6476F8949}" dt="2021-05-29T18:09:48.194" v="10114"/>
          <ac:spMkLst>
            <pc:docMk/>
            <pc:sldMk cId="246031870" sldId="2146846027"/>
            <ac:spMk id="157" creationId="{077E89A0-483C-4F10-8439-CBF9C99C06FE}"/>
          </ac:spMkLst>
        </pc:spChg>
        <pc:spChg chg="add mod ord modVis">
          <ac:chgData name="Ken Popkin" userId="3c94c39e-c43b-4805-99ab-8da17777f1ac" providerId="ADAL" clId="{E440F346-DC68-4DD4-BA80-8DE6476F8949}" dt="2021-05-29T18:08:39.427" v="8225"/>
          <ac:spMkLst>
            <pc:docMk/>
            <pc:sldMk cId="246031870" sldId="2146846027"/>
            <ac:spMk id="158" creationId="{6ABDDA9D-988D-49EF-9DF2-B58977712CCA}"/>
          </ac:spMkLst>
        </pc:spChg>
        <pc:spChg chg="add mod ord modVis">
          <ac:chgData name="Ken Popkin" userId="3c94c39e-c43b-4805-99ab-8da17777f1ac" providerId="ADAL" clId="{E440F346-DC68-4DD4-BA80-8DE6476F8949}" dt="2021-05-29T18:09:48.195" v="10118"/>
          <ac:spMkLst>
            <pc:docMk/>
            <pc:sldMk cId="246031870" sldId="2146846027"/>
            <ac:spMk id="159" creationId="{0908F4A9-5676-47E4-8A4A-F9BC2EFB674D}"/>
          </ac:spMkLst>
        </pc:spChg>
        <pc:spChg chg="add mod ord modVis">
          <ac:chgData name="Ken Popkin" userId="3c94c39e-c43b-4805-99ab-8da17777f1ac" providerId="ADAL" clId="{E440F346-DC68-4DD4-BA80-8DE6476F8949}" dt="2021-05-29T18:09:05.821" v="8797"/>
          <ac:spMkLst>
            <pc:docMk/>
            <pc:sldMk cId="246031870" sldId="2146846027"/>
            <ac:spMk id="160" creationId="{72ECE852-C863-446A-B8BF-5C1491430F34}"/>
          </ac:spMkLst>
        </pc:spChg>
        <pc:spChg chg="add mod ord modVis">
          <ac:chgData name="Ken Popkin" userId="3c94c39e-c43b-4805-99ab-8da17777f1ac" providerId="ADAL" clId="{E440F346-DC68-4DD4-BA80-8DE6476F8949}" dt="2021-05-29T18:09:05.822" v="8799"/>
          <ac:spMkLst>
            <pc:docMk/>
            <pc:sldMk cId="246031870" sldId="2146846027"/>
            <ac:spMk id="161" creationId="{4027861A-763D-4B95-A177-D86D3A037E39}"/>
          </ac:spMkLst>
        </pc:spChg>
        <pc:spChg chg="add mod ord">
          <ac:chgData name="Ken Popkin" userId="3c94c39e-c43b-4805-99ab-8da17777f1ac" providerId="ADAL" clId="{E440F346-DC68-4DD4-BA80-8DE6476F8949}" dt="2021-05-29T18:09:48.196" v="10126"/>
          <ac:spMkLst>
            <pc:docMk/>
            <pc:sldMk cId="246031870" sldId="2146846027"/>
            <ac:spMk id="162" creationId="{4E03B7AF-EDBD-43CA-9463-8BD18BBA1D30}"/>
          </ac:spMkLst>
        </pc:spChg>
        <pc:spChg chg="add mod ord">
          <ac:chgData name="Ken Popkin" userId="3c94c39e-c43b-4805-99ab-8da17777f1ac" providerId="ADAL" clId="{E440F346-DC68-4DD4-BA80-8DE6476F8949}" dt="2021-05-29T18:09:48.196" v="10122"/>
          <ac:spMkLst>
            <pc:docMk/>
            <pc:sldMk cId="246031870" sldId="2146846027"/>
            <ac:spMk id="163" creationId="{D292045B-2970-4532-9CC5-A71851D0EBF7}"/>
          </ac:spMkLst>
        </pc:spChg>
        <pc:spChg chg="add mod">
          <ac:chgData name="Ken Popkin" userId="3c94c39e-c43b-4805-99ab-8da17777f1ac" providerId="ADAL" clId="{E440F346-DC68-4DD4-BA80-8DE6476F8949}" dt="2021-05-29T18:09:48.197" v="10128"/>
          <ac:spMkLst>
            <pc:docMk/>
            <pc:sldMk cId="246031870" sldId="2146846027"/>
            <ac:spMk id="164" creationId="{A593C1E9-FC0B-487A-98EB-355B75DF783C}"/>
          </ac:spMkLst>
        </pc:spChg>
        <pc:spChg chg="add mod modVis">
          <ac:chgData name="Ken Popkin" userId="3c94c39e-c43b-4805-99ab-8da17777f1ac" providerId="ADAL" clId="{E440F346-DC68-4DD4-BA80-8DE6476F8949}" dt="2021-05-29T18:09:48.198" v="10130"/>
          <ac:spMkLst>
            <pc:docMk/>
            <pc:sldMk cId="246031870" sldId="2146846027"/>
            <ac:spMk id="165" creationId="{DDB966E3-91FA-4E53-8B68-9F2C001C3D81}"/>
          </ac:spMkLst>
        </pc:spChg>
        <pc:spChg chg="add mod ord modVis">
          <ac:chgData name="Ken Popkin" userId="3c94c39e-c43b-4805-99ab-8da17777f1ac" providerId="ADAL" clId="{E440F346-DC68-4DD4-BA80-8DE6476F8949}" dt="2021-05-29T18:08:39.429" v="8237"/>
          <ac:spMkLst>
            <pc:docMk/>
            <pc:sldMk cId="246031870" sldId="2146846027"/>
            <ac:spMk id="166" creationId="{5293F8D9-4A0A-4765-BAA8-D2A5233FACBB}"/>
          </ac:spMkLst>
        </pc:spChg>
        <pc:spChg chg="add mod ord modVis">
          <ac:chgData name="Ken Popkin" userId="3c94c39e-c43b-4805-99ab-8da17777f1ac" providerId="ADAL" clId="{E440F346-DC68-4DD4-BA80-8DE6476F8949}" dt="2021-05-29T18:09:48.199" v="10134"/>
          <ac:spMkLst>
            <pc:docMk/>
            <pc:sldMk cId="246031870" sldId="2146846027"/>
            <ac:spMk id="167" creationId="{8DAD2397-0F46-44D9-978A-4B28855A3B74}"/>
          </ac:spMkLst>
        </pc:spChg>
        <pc:spChg chg="add mod ord modVis">
          <ac:chgData name="Ken Popkin" userId="3c94c39e-c43b-4805-99ab-8da17777f1ac" providerId="ADAL" clId="{E440F346-DC68-4DD4-BA80-8DE6476F8949}" dt="2021-05-29T18:09:05.832" v="8827"/>
          <ac:spMkLst>
            <pc:docMk/>
            <pc:sldMk cId="246031870" sldId="2146846027"/>
            <ac:spMk id="168" creationId="{34678E9B-95EA-4C98-A1CA-FC549BF17E69}"/>
          </ac:spMkLst>
        </pc:spChg>
        <pc:spChg chg="add mod ord modVis">
          <ac:chgData name="Ken Popkin" userId="3c94c39e-c43b-4805-99ab-8da17777f1ac" providerId="ADAL" clId="{E440F346-DC68-4DD4-BA80-8DE6476F8949}" dt="2021-05-29T18:09:05.832" v="8829"/>
          <ac:spMkLst>
            <pc:docMk/>
            <pc:sldMk cId="246031870" sldId="2146846027"/>
            <ac:spMk id="169" creationId="{F243292C-9DA3-44A1-A183-2E36B0985C7F}"/>
          </ac:spMkLst>
        </pc:spChg>
        <pc:spChg chg="add mod ord">
          <ac:chgData name="Ken Popkin" userId="3c94c39e-c43b-4805-99ab-8da17777f1ac" providerId="ADAL" clId="{E440F346-DC68-4DD4-BA80-8DE6476F8949}" dt="2021-05-29T18:09:48.201" v="10138"/>
          <ac:spMkLst>
            <pc:docMk/>
            <pc:sldMk cId="246031870" sldId="2146846027"/>
            <ac:spMk id="170" creationId="{19F4FF9A-E2E6-4C55-B5F7-FE62C444AD68}"/>
          </ac:spMkLst>
        </pc:spChg>
        <pc:spChg chg="add mod ord">
          <ac:chgData name="Ken Popkin" userId="3c94c39e-c43b-4805-99ab-8da17777f1ac" providerId="ADAL" clId="{E440F346-DC68-4DD4-BA80-8DE6476F8949}" dt="2021-05-29T18:09:48.202" v="10142"/>
          <ac:spMkLst>
            <pc:docMk/>
            <pc:sldMk cId="246031870" sldId="2146846027"/>
            <ac:spMk id="171" creationId="{2A49A2B7-E7A3-4BDF-BB8D-E87870B441FD}"/>
          </ac:spMkLst>
        </pc:spChg>
        <pc:spChg chg="add mod">
          <ac:chgData name="Ken Popkin" userId="3c94c39e-c43b-4805-99ab-8da17777f1ac" providerId="ADAL" clId="{E440F346-DC68-4DD4-BA80-8DE6476F8949}" dt="2021-05-29T18:09:48.203" v="10144"/>
          <ac:spMkLst>
            <pc:docMk/>
            <pc:sldMk cId="246031870" sldId="2146846027"/>
            <ac:spMk id="172" creationId="{787710B0-D23E-49A4-8280-0F7BB0FD3DE7}"/>
          </ac:spMkLst>
        </pc:spChg>
        <pc:spChg chg="add mod modVis">
          <ac:chgData name="Ken Popkin" userId="3c94c39e-c43b-4805-99ab-8da17777f1ac" providerId="ADAL" clId="{E440F346-DC68-4DD4-BA80-8DE6476F8949}" dt="2021-05-29T18:09:48.204" v="10146"/>
          <ac:spMkLst>
            <pc:docMk/>
            <pc:sldMk cId="246031870" sldId="2146846027"/>
            <ac:spMk id="173" creationId="{8881F979-702F-429B-880F-A68C3CA0C57A}"/>
          </ac:spMkLst>
        </pc:spChg>
        <pc:spChg chg="add mod ord modVis">
          <ac:chgData name="Ken Popkin" userId="3c94c39e-c43b-4805-99ab-8da17777f1ac" providerId="ADAL" clId="{E440F346-DC68-4DD4-BA80-8DE6476F8949}" dt="2021-05-29T18:08:39.431" v="8249"/>
          <ac:spMkLst>
            <pc:docMk/>
            <pc:sldMk cId="246031870" sldId="2146846027"/>
            <ac:spMk id="174" creationId="{7D337AB3-35F4-4C73-90A9-FD3164B79264}"/>
          </ac:spMkLst>
        </pc:spChg>
        <pc:spChg chg="add mod ord modVis">
          <ac:chgData name="Ken Popkin" userId="3c94c39e-c43b-4805-99ab-8da17777f1ac" providerId="ADAL" clId="{E440F346-DC68-4DD4-BA80-8DE6476F8949}" dt="2021-05-29T18:09:48.205" v="10150"/>
          <ac:spMkLst>
            <pc:docMk/>
            <pc:sldMk cId="246031870" sldId="2146846027"/>
            <ac:spMk id="175" creationId="{4FE28C0C-C9A1-434F-AE3F-FB37F9A1B018}"/>
          </ac:spMkLst>
        </pc:spChg>
        <pc:spChg chg="add mod ord modVis">
          <ac:chgData name="Ken Popkin" userId="3c94c39e-c43b-4805-99ab-8da17777f1ac" providerId="ADAL" clId="{E440F346-DC68-4DD4-BA80-8DE6476F8949}" dt="2021-05-29T18:09:05.844" v="8857"/>
          <ac:spMkLst>
            <pc:docMk/>
            <pc:sldMk cId="246031870" sldId="2146846027"/>
            <ac:spMk id="176" creationId="{B1A6ADF1-7271-405C-8049-C40CDCFCD192}"/>
          </ac:spMkLst>
        </pc:spChg>
        <pc:spChg chg="add mod ord modVis">
          <ac:chgData name="Ken Popkin" userId="3c94c39e-c43b-4805-99ab-8da17777f1ac" providerId="ADAL" clId="{E440F346-DC68-4DD4-BA80-8DE6476F8949}" dt="2021-05-29T18:09:05.844" v="8859"/>
          <ac:spMkLst>
            <pc:docMk/>
            <pc:sldMk cId="246031870" sldId="2146846027"/>
            <ac:spMk id="177" creationId="{C5DD7259-9F37-44E7-84A4-52B0B10F703A}"/>
          </ac:spMkLst>
        </pc:spChg>
        <pc:spChg chg="add mod ord">
          <ac:chgData name="Ken Popkin" userId="3c94c39e-c43b-4805-99ab-8da17777f1ac" providerId="ADAL" clId="{E440F346-DC68-4DD4-BA80-8DE6476F8949}" dt="2021-05-29T18:09:48.205" v="10154"/>
          <ac:spMkLst>
            <pc:docMk/>
            <pc:sldMk cId="246031870" sldId="2146846027"/>
            <ac:spMk id="178" creationId="{B8B11F99-1C3E-4677-923B-63BBEE161D58}"/>
          </ac:spMkLst>
        </pc:spChg>
        <pc:spChg chg="add mod ord">
          <ac:chgData name="Ken Popkin" userId="3c94c39e-c43b-4805-99ab-8da17777f1ac" providerId="ADAL" clId="{E440F346-DC68-4DD4-BA80-8DE6476F8949}" dt="2021-05-29T18:09:48.207" v="10158"/>
          <ac:spMkLst>
            <pc:docMk/>
            <pc:sldMk cId="246031870" sldId="2146846027"/>
            <ac:spMk id="179" creationId="{77FD74A2-B5A5-459A-9144-BC5EC1CDFEC5}"/>
          </ac:spMkLst>
        </pc:spChg>
        <pc:spChg chg="add mod">
          <ac:chgData name="Ken Popkin" userId="3c94c39e-c43b-4805-99ab-8da17777f1ac" providerId="ADAL" clId="{E440F346-DC68-4DD4-BA80-8DE6476F8949}" dt="2021-05-29T18:09:48.208" v="10161"/>
          <ac:spMkLst>
            <pc:docMk/>
            <pc:sldMk cId="246031870" sldId="2146846027"/>
            <ac:spMk id="180" creationId="{4E4CC389-4CF8-4A2C-BF8A-A774B57674C8}"/>
          </ac:spMkLst>
        </pc:spChg>
        <pc:spChg chg="add mod modVis">
          <ac:chgData name="Ken Popkin" userId="3c94c39e-c43b-4805-99ab-8da17777f1ac" providerId="ADAL" clId="{E440F346-DC68-4DD4-BA80-8DE6476F8949}" dt="2021-05-29T18:09:48.209" v="10163"/>
          <ac:spMkLst>
            <pc:docMk/>
            <pc:sldMk cId="246031870" sldId="2146846027"/>
            <ac:spMk id="181" creationId="{B827DA3C-4703-4A1A-9AA4-7BC3425ACE33}"/>
          </ac:spMkLst>
        </pc:spChg>
        <pc:spChg chg="add mod ord modVis">
          <ac:chgData name="Ken Popkin" userId="3c94c39e-c43b-4805-99ab-8da17777f1ac" providerId="ADAL" clId="{E440F346-DC68-4DD4-BA80-8DE6476F8949}" dt="2021-05-29T18:08:39.433" v="8261"/>
          <ac:spMkLst>
            <pc:docMk/>
            <pc:sldMk cId="246031870" sldId="2146846027"/>
            <ac:spMk id="182" creationId="{6BCB6F85-ADA8-4AFA-B33F-E4757FAA9040}"/>
          </ac:spMkLst>
        </pc:spChg>
        <pc:spChg chg="add mod ord modVis">
          <ac:chgData name="Ken Popkin" userId="3c94c39e-c43b-4805-99ab-8da17777f1ac" providerId="ADAL" clId="{E440F346-DC68-4DD4-BA80-8DE6476F8949}" dt="2021-05-29T18:09:48.211" v="10167"/>
          <ac:spMkLst>
            <pc:docMk/>
            <pc:sldMk cId="246031870" sldId="2146846027"/>
            <ac:spMk id="183" creationId="{E01F3F76-ED5D-45A0-A2B3-8A793B691B88}"/>
          </ac:spMkLst>
        </pc:spChg>
        <pc:spChg chg="add mod ord modVis">
          <ac:chgData name="Ken Popkin" userId="3c94c39e-c43b-4805-99ab-8da17777f1ac" providerId="ADAL" clId="{E440F346-DC68-4DD4-BA80-8DE6476F8949}" dt="2021-05-29T18:09:05.856" v="8888"/>
          <ac:spMkLst>
            <pc:docMk/>
            <pc:sldMk cId="246031870" sldId="2146846027"/>
            <ac:spMk id="184" creationId="{BD8DFF29-A48B-4231-9B5D-873D03BDDF50}"/>
          </ac:spMkLst>
        </pc:spChg>
        <pc:spChg chg="add mod ord modVis">
          <ac:chgData name="Ken Popkin" userId="3c94c39e-c43b-4805-99ab-8da17777f1ac" providerId="ADAL" clId="{E440F346-DC68-4DD4-BA80-8DE6476F8949}" dt="2021-05-29T18:09:05.857" v="8890"/>
          <ac:spMkLst>
            <pc:docMk/>
            <pc:sldMk cId="246031870" sldId="2146846027"/>
            <ac:spMk id="185" creationId="{B4ACAB33-2458-4D03-BD4C-CAC56DA73B33}"/>
          </ac:spMkLst>
        </pc:spChg>
        <pc:spChg chg="add mod ord">
          <ac:chgData name="Ken Popkin" userId="3c94c39e-c43b-4805-99ab-8da17777f1ac" providerId="ADAL" clId="{E440F346-DC68-4DD4-BA80-8DE6476F8949}" dt="2021-05-29T18:09:48.212" v="10175"/>
          <ac:spMkLst>
            <pc:docMk/>
            <pc:sldMk cId="246031870" sldId="2146846027"/>
            <ac:spMk id="186" creationId="{195C7D78-A12C-46C4-9799-0A7E4167A03B}"/>
          </ac:spMkLst>
        </pc:spChg>
        <pc:spChg chg="add mod ord">
          <ac:chgData name="Ken Popkin" userId="3c94c39e-c43b-4805-99ab-8da17777f1ac" providerId="ADAL" clId="{E440F346-DC68-4DD4-BA80-8DE6476F8949}" dt="2021-05-29T18:09:48.211" v="10171"/>
          <ac:spMkLst>
            <pc:docMk/>
            <pc:sldMk cId="246031870" sldId="2146846027"/>
            <ac:spMk id="187" creationId="{BD89A4F0-E9ED-437A-9C17-F1436ED370A6}"/>
          </ac:spMkLst>
        </pc:spChg>
        <pc:spChg chg="add mod">
          <ac:chgData name="Ken Popkin" userId="3c94c39e-c43b-4805-99ab-8da17777f1ac" providerId="ADAL" clId="{E440F346-DC68-4DD4-BA80-8DE6476F8949}" dt="2021-05-29T18:09:48.065" v="9698"/>
          <ac:spMkLst>
            <pc:docMk/>
            <pc:sldMk cId="246031870" sldId="2146846027"/>
            <ac:spMk id="188" creationId="{D75089DE-AC6F-41DD-BE98-CCAD39619796}"/>
          </ac:spMkLst>
        </pc:spChg>
        <pc:spChg chg="add mod">
          <ac:chgData name="Ken Popkin" userId="3c94c39e-c43b-4805-99ab-8da17777f1ac" providerId="ADAL" clId="{E440F346-DC68-4DD4-BA80-8DE6476F8949}" dt="2021-05-29T18:09:48.067" v="9702"/>
          <ac:spMkLst>
            <pc:docMk/>
            <pc:sldMk cId="246031870" sldId="2146846027"/>
            <ac:spMk id="189" creationId="{F1ABB506-8F98-4C24-B9C4-72DDBC09724B}"/>
          </ac:spMkLst>
        </pc:spChg>
        <pc:spChg chg="add mod">
          <ac:chgData name="Ken Popkin" userId="3c94c39e-c43b-4805-99ab-8da17777f1ac" providerId="ADAL" clId="{E440F346-DC68-4DD4-BA80-8DE6476F8949}" dt="2021-05-29T18:09:48.068" v="9705"/>
          <ac:spMkLst>
            <pc:docMk/>
            <pc:sldMk cId="246031870" sldId="2146846027"/>
            <ac:spMk id="190" creationId="{EF6352CA-5D9A-40A6-88B9-85D75454E4C6}"/>
          </ac:spMkLst>
        </pc:spChg>
        <pc:spChg chg="add del mod">
          <ac:chgData name="Ken Popkin" userId="3c94c39e-c43b-4805-99ab-8da17777f1ac" providerId="ADAL" clId="{E440F346-DC68-4DD4-BA80-8DE6476F8949}" dt="2021-05-29T18:09:48.081" v="9761"/>
          <ac:spMkLst>
            <pc:docMk/>
            <pc:sldMk cId="246031870" sldId="2146846027"/>
            <ac:spMk id="191" creationId="{76B51F38-4973-43D4-909C-81922C31754A}"/>
          </ac:spMkLst>
        </pc:spChg>
        <pc:spChg chg="add del mod">
          <ac:chgData name="Ken Popkin" userId="3c94c39e-c43b-4805-99ab-8da17777f1ac" providerId="ADAL" clId="{E440F346-DC68-4DD4-BA80-8DE6476F8949}" dt="2021-05-29T18:09:48.091" v="9791"/>
          <ac:spMkLst>
            <pc:docMk/>
            <pc:sldMk cId="246031870" sldId="2146846027"/>
            <ac:spMk id="192" creationId="{0262911C-2763-4940-ABA2-265D6625337F}"/>
          </ac:spMkLst>
        </pc:spChg>
        <pc:spChg chg="add del mod">
          <ac:chgData name="Ken Popkin" userId="3c94c39e-c43b-4805-99ab-8da17777f1ac" providerId="ADAL" clId="{E440F346-DC68-4DD4-BA80-8DE6476F8949}" dt="2021-05-29T18:09:48.101" v="9821"/>
          <ac:spMkLst>
            <pc:docMk/>
            <pc:sldMk cId="246031870" sldId="2146846027"/>
            <ac:spMk id="193" creationId="{48E280A1-FFEB-4E9C-96B1-07692C7210E9}"/>
          </ac:spMkLst>
        </pc:spChg>
        <pc:spChg chg="add del mod">
          <ac:chgData name="Ken Popkin" userId="3c94c39e-c43b-4805-99ab-8da17777f1ac" providerId="ADAL" clId="{E440F346-DC68-4DD4-BA80-8DE6476F8949}" dt="2021-05-29T18:09:48.111" v="9850"/>
          <ac:spMkLst>
            <pc:docMk/>
            <pc:sldMk cId="246031870" sldId="2146846027"/>
            <ac:spMk id="194" creationId="{8E35D6BE-5E78-4247-9161-4B6D2B52E546}"/>
          </ac:spMkLst>
        </pc:spChg>
        <pc:spChg chg="add mod">
          <ac:chgData name="Ken Popkin" userId="3c94c39e-c43b-4805-99ab-8da17777f1ac" providerId="ADAL" clId="{E440F346-DC68-4DD4-BA80-8DE6476F8949}" dt="2021-05-29T18:09:48.087" v="9780"/>
          <ac:spMkLst>
            <pc:docMk/>
            <pc:sldMk cId="246031870" sldId="2146846027"/>
            <ac:spMk id="195" creationId="{46E263C0-71D4-4AB5-A001-F0F67407E58C}"/>
          </ac:spMkLst>
        </pc:spChg>
        <pc:spChg chg="add mod">
          <ac:chgData name="Ken Popkin" userId="3c94c39e-c43b-4805-99ab-8da17777f1ac" providerId="ADAL" clId="{E440F346-DC68-4DD4-BA80-8DE6476F8949}" dt="2021-05-29T18:09:48.097" v="9810"/>
          <ac:spMkLst>
            <pc:docMk/>
            <pc:sldMk cId="246031870" sldId="2146846027"/>
            <ac:spMk id="196" creationId="{D5C5C49F-1C5F-4B4B-B7B4-F6CE8B0CCFB8}"/>
          </ac:spMkLst>
        </pc:spChg>
        <pc:spChg chg="add mod">
          <ac:chgData name="Ken Popkin" userId="3c94c39e-c43b-4805-99ab-8da17777f1ac" providerId="ADAL" clId="{E440F346-DC68-4DD4-BA80-8DE6476F8949}" dt="2021-05-29T18:09:48.108" v="9840"/>
          <ac:spMkLst>
            <pc:docMk/>
            <pc:sldMk cId="246031870" sldId="2146846027"/>
            <ac:spMk id="197" creationId="{2BAD770A-9616-49AE-95ED-41754DF1866F}"/>
          </ac:spMkLst>
        </pc:spChg>
        <pc:spChg chg="add mod">
          <ac:chgData name="Ken Popkin" userId="3c94c39e-c43b-4805-99ab-8da17777f1ac" providerId="ADAL" clId="{E440F346-DC68-4DD4-BA80-8DE6476F8949}" dt="2021-05-29T18:09:48.117" v="9869"/>
          <ac:spMkLst>
            <pc:docMk/>
            <pc:sldMk cId="246031870" sldId="2146846027"/>
            <ac:spMk id="198" creationId="{57A088FC-1BAC-4C97-8EC9-DE16F97D4693}"/>
          </ac:spMkLst>
        </pc:spChg>
        <pc:cxnChg chg="add del mod ord">
          <ac:chgData name="Ken Popkin" userId="3c94c39e-c43b-4805-99ab-8da17777f1ac" providerId="ADAL" clId="{E440F346-DC68-4DD4-BA80-8DE6476F8949}" dt="2021-05-29T18:08:39.440" v="8297"/>
          <ac:cxnSpMkLst>
            <pc:docMk/>
            <pc:sldMk cId="246031870" sldId="2146846027"/>
            <ac:cxnSpMk id="23" creationId="{4A74629A-4E0B-47AE-A713-A40740DE48E0}"/>
          </ac:cxnSpMkLst>
        </pc:cxnChg>
        <pc:cxnChg chg="add del mod ord">
          <ac:chgData name="Ken Popkin" userId="3c94c39e-c43b-4805-99ab-8da17777f1ac" providerId="ADAL" clId="{E440F346-DC68-4DD4-BA80-8DE6476F8949}" dt="2021-05-29T18:08:39.440" v="8299"/>
          <ac:cxnSpMkLst>
            <pc:docMk/>
            <pc:sldMk cId="246031870" sldId="2146846027"/>
            <ac:cxnSpMk id="24" creationId="{D6297F50-5E1E-4F7F-A7A5-1B001C319305}"/>
          </ac:cxnSpMkLst>
        </pc:cxnChg>
        <pc:cxnChg chg="add del mod ord">
          <ac:chgData name="Ken Popkin" userId="3c94c39e-c43b-4805-99ab-8da17777f1ac" providerId="ADAL" clId="{E440F346-DC68-4DD4-BA80-8DE6476F8949}" dt="2021-05-29T18:08:39.441" v="8301"/>
          <ac:cxnSpMkLst>
            <pc:docMk/>
            <pc:sldMk cId="246031870" sldId="2146846027"/>
            <ac:cxnSpMk id="25" creationId="{EF51FDA3-682A-4996-B9D0-A9FC8E751D83}"/>
          </ac:cxnSpMkLst>
        </pc:cxnChg>
        <pc:cxnChg chg="add del mod ord">
          <ac:chgData name="Ken Popkin" userId="3c94c39e-c43b-4805-99ab-8da17777f1ac" providerId="ADAL" clId="{E440F346-DC68-4DD4-BA80-8DE6476F8949}" dt="2021-05-29T18:08:39.441" v="8303"/>
          <ac:cxnSpMkLst>
            <pc:docMk/>
            <pc:sldMk cId="246031870" sldId="2146846027"/>
            <ac:cxnSpMk id="26" creationId="{9FFEA360-4F70-4BE7-A654-D0A9DAED9E0C}"/>
          </ac:cxnSpMkLst>
        </pc:cxnChg>
        <pc:cxnChg chg="add mod ord">
          <ac:chgData name="Ken Popkin" userId="3c94c39e-c43b-4805-99ab-8da17777f1ac" providerId="ADAL" clId="{E440F346-DC68-4DD4-BA80-8DE6476F8949}" dt="2021-05-29T18:09:48.128" v="9895"/>
          <ac:cxnSpMkLst>
            <pc:docMk/>
            <pc:sldMk cId="246031870" sldId="2146846027"/>
            <ac:cxnSpMk id="51" creationId="{A3A029B0-8B3E-4CDE-B7AA-2B210BA958FD}"/>
          </ac:cxnSpMkLst>
        </pc:cxnChg>
        <pc:cxnChg chg="add mod ord">
          <ac:chgData name="Ken Popkin" userId="3c94c39e-c43b-4805-99ab-8da17777f1ac" providerId="ADAL" clId="{E440F346-DC68-4DD4-BA80-8DE6476F8949}" dt="2021-05-29T18:09:48.128" v="9897"/>
          <ac:cxnSpMkLst>
            <pc:docMk/>
            <pc:sldMk cId="246031870" sldId="2146846027"/>
            <ac:cxnSpMk id="52" creationId="{D174A80A-3157-44B3-88DA-89D018B2ECDD}"/>
          </ac:cxnSpMkLst>
        </pc:cxnChg>
        <pc:cxnChg chg="add mod ord">
          <ac:chgData name="Ken Popkin" userId="3c94c39e-c43b-4805-99ab-8da17777f1ac" providerId="ADAL" clId="{E440F346-DC68-4DD4-BA80-8DE6476F8949}" dt="2021-05-29T18:09:48.129" v="9899"/>
          <ac:cxnSpMkLst>
            <pc:docMk/>
            <pc:sldMk cId="246031870" sldId="2146846027"/>
            <ac:cxnSpMk id="53" creationId="{96FC5A08-5632-4098-AD99-F33067957572}"/>
          </ac:cxnSpMkLst>
        </pc:cxnChg>
        <pc:cxnChg chg="add mod ord">
          <ac:chgData name="Ken Popkin" userId="3c94c39e-c43b-4805-99ab-8da17777f1ac" providerId="ADAL" clId="{E440F346-DC68-4DD4-BA80-8DE6476F8949}" dt="2021-05-29T18:09:48.129" v="9901"/>
          <ac:cxnSpMkLst>
            <pc:docMk/>
            <pc:sldMk cId="246031870" sldId="2146846027"/>
            <ac:cxnSpMk id="54" creationId="{C32F38C4-93DE-465A-8481-5DB00EA14098}"/>
          </ac:cxnSpMkLst>
        </pc:cxnChg>
        <pc:cxnChg chg="add mod ord">
          <ac:chgData name="Ken Popkin" userId="3c94c39e-c43b-4805-99ab-8da17777f1ac" providerId="ADAL" clId="{E440F346-DC68-4DD4-BA80-8DE6476F8949}" dt="2021-05-29T18:09:48.129" v="9903"/>
          <ac:cxnSpMkLst>
            <pc:docMk/>
            <pc:sldMk cId="246031870" sldId="2146846027"/>
            <ac:cxnSpMk id="55" creationId="{E54F813A-CFC9-4FEE-9D5C-06720E176D80}"/>
          </ac:cxnSpMkLst>
        </pc:cxnChg>
        <pc:cxnChg chg="add mod ord">
          <ac:chgData name="Ken Popkin" userId="3c94c39e-c43b-4805-99ab-8da17777f1ac" providerId="ADAL" clId="{E440F346-DC68-4DD4-BA80-8DE6476F8949}" dt="2021-05-29T18:09:48.130" v="9905"/>
          <ac:cxnSpMkLst>
            <pc:docMk/>
            <pc:sldMk cId="246031870" sldId="2146846027"/>
            <ac:cxnSpMk id="56" creationId="{2B461B63-6170-46A8-B0F2-03CA191B056A}"/>
          </ac:cxnSpMkLst>
        </pc:cxnChg>
        <pc:cxnChg chg="add mod ord">
          <ac:chgData name="Ken Popkin" userId="3c94c39e-c43b-4805-99ab-8da17777f1ac" providerId="ADAL" clId="{E440F346-DC68-4DD4-BA80-8DE6476F8949}" dt="2021-05-29T18:09:48.130" v="9907"/>
          <ac:cxnSpMkLst>
            <pc:docMk/>
            <pc:sldMk cId="246031870" sldId="2146846027"/>
            <ac:cxnSpMk id="57" creationId="{546713CC-9C4F-47A7-BEAF-880078FB649A}"/>
          </ac:cxnSpMkLst>
        </pc:cxnChg>
        <pc:cxnChg chg="add mod ord">
          <ac:chgData name="Ken Popkin" userId="3c94c39e-c43b-4805-99ab-8da17777f1ac" providerId="ADAL" clId="{E440F346-DC68-4DD4-BA80-8DE6476F8949}" dt="2021-05-29T18:09:48.131" v="9909"/>
          <ac:cxnSpMkLst>
            <pc:docMk/>
            <pc:sldMk cId="246031870" sldId="2146846027"/>
            <ac:cxnSpMk id="58" creationId="{4A1057B1-BEC1-42CA-9C70-D6D944265E96}"/>
          </ac:cxnSpMkLst>
        </pc:cxnChg>
        <pc:cxnChg chg="add mod ord">
          <ac:chgData name="Ken Popkin" userId="3c94c39e-c43b-4805-99ab-8da17777f1ac" providerId="ADAL" clId="{E440F346-DC68-4DD4-BA80-8DE6476F8949}" dt="2021-05-29T18:09:48.131" v="9911"/>
          <ac:cxnSpMkLst>
            <pc:docMk/>
            <pc:sldMk cId="246031870" sldId="2146846027"/>
            <ac:cxnSpMk id="59" creationId="{09305B57-DB39-4C51-9801-26D42C64BD5F}"/>
          </ac:cxnSpMkLst>
        </pc:cxnChg>
      </pc:sldChg>
      <pc:sldChg chg="addSp delSp modSp add mod setBg">
        <pc:chgData name="Ken Popkin" userId="3c94c39e-c43b-4805-99ab-8da17777f1ac" providerId="ADAL" clId="{E440F346-DC68-4DD4-BA80-8DE6476F8949}" dt="2021-06-01T21:19:09.086" v="113887"/>
        <pc:sldMkLst>
          <pc:docMk/>
          <pc:sldMk cId="3450880574" sldId="2146846027"/>
        </pc:sldMkLst>
        <pc:spChg chg="del mod ord">
          <ac:chgData name="Ken Popkin" userId="3c94c39e-c43b-4805-99ab-8da17777f1ac" providerId="ADAL" clId="{E440F346-DC68-4DD4-BA80-8DE6476F8949}" dt="2021-06-01T21:06:17.309" v="107170" actId="478"/>
          <ac:spMkLst>
            <pc:docMk/>
            <pc:sldMk cId="3450880574" sldId="2146846027"/>
            <ac:spMk id="2" creationId="{4762609E-B2D0-45FC-AD43-4FF8B05EC06A}"/>
          </ac:spMkLst>
        </pc:spChg>
        <pc:spChg chg="del mod ord">
          <ac:chgData name="Ken Popkin" userId="3c94c39e-c43b-4805-99ab-8da17777f1ac" providerId="ADAL" clId="{E440F346-DC68-4DD4-BA80-8DE6476F8949}" dt="2021-06-01T21:06:10.884" v="107169" actId="478"/>
          <ac:spMkLst>
            <pc:docMk/>
            <pc:sldMk cId="3450880574" sldId="2146846027"/>
            <ac:spMk id="3" creationId="{746E71DA-ACB9-4850-AD64-5A90D8E50C19}"/>
          </ac:spMkLst>
        </pc:spChg>
        <pc:spChg chg="mod ord">
          <ac:chgData name="Ken Popkin" userId="3c94c39e-c43b-4805-99ab-8da17777f1ac" providerId="ADAL" clId="{E440F346-DC68-4DD4-BA80-8DE6476F8949}" dt="2021-06-01T21:19:09.086" v="113887"/>
          <ac:spMkLst>
            <pc:docMk/>
            <pc:sldMk cId="3450880574" sldId="2146846027"/>
            <ac:spMk id="4" creationId="{C77C1DD2-67F2-472C-BB25-5ECBEEA08597}"/>
          </ac:spMkLst>
        </pc:spChg>
        <pc:spChg chg="add mod ord topLvl modVis">
          <ac:chgData name="Ken Popkin" userId="3c94c39e-c43b-4805-99ab-8da17777f1ac" providerId="ADAL" clId="{E440F346-DC68-4DD4-BA80-8DE6476F8949}" dt="2021-06-01T21:19:08.445" v="113622"/>
          <ac:spMkLst>
            <pc:docMk/>
            <pc:sldMk cId="3450880574" sldId="2146846027"/>
            <ac:spMk id="5" creationId="{7C082F3C-E573-49E7-823F-857D79FA662B}"/>
          </ac:spMkLst>
        </pc:spChg>
        <pc:spChg chg="add mod ord topLvl">
          <ac:chgData name="Ken Popkin" userId="3c94c39e-c43b-4805-99ab-8da17777f1ac" providerId="ADAL" clId="{E440F346-DC68-4DD4-BA80-8DE6476F8949}" dt="2021-06-01T21:19:08.446" v="113626"/>
          <ac:spMkLst>
            <pc:docMk/>
            <pc:sldMk cId="3450880574" sldId="2146846027"/>
            <ac:spMk id="6" creationId="{1694823C-6F52-4A2F-BFDE-B89C2FDBB698}"/>
          </ac:spMkLst>
        </pc:spChg>
        <pc:spChg chg="add mod topLvl">
          <ac:chgData name="Ken Popkin" userId="3c94c39e-c43b-4805-99ab-8da17777f1ac" providerId="ADAL" clId="{E440F346-DC68-4DD4-BA80-8DE6476F8949}" dt="2021-06-01T21:19:08.446" v="113627"/>
          <ac:spMkLst>
            <pc:docMk/>
            <pc:sldMk cId="3450880574" sldId="2146846027"/>
            <ac:spMk id="7" creationId="{E211CA19-6EB9-44E5-9BC5-0BB8B4A68093}"/>
          </ac:spMkLst>
        </pc:spChg>
        <pc:spChg chg="add mod topLvl">
          <ac:chgData name="Ken Popkin" userId="3c94c39e-c43b-4805-99ab-8da17777f1ac" providerId="ADAL" clId="{E440F346-DC68-4DD4-BA80-8DE6476F8949}" dt="2021-06-01T21:19:08.450" v="113630"/>
          <ac:spMkLst>
            <pc:docMk/>
            <pc:sldMk cId="3450880574" sldId="2146846027"/>
            <ac:spMk id="8" creationId="{22B35963-E258-4F7A-B0AA-56440F7D888A}"/>
          </ac:spMkLst>
        </pc:spChg>
        <pc:spChg chg="add mod topLvl">
          <ac:chgData name="Ken Popkin" userId="3c94c39e-c43b-4805-99ab-8da17777f1ac" providerId="ADAL" clId="{E440F346-DC68-4DD4-BA80-8DE6476F8949}" dt="2021-06-01T21:19:08.451" v="113632"/>
          <ac:spMkLst>
            <pc:docMk/>
            <pc:sldMk cId="3450880574" sldId="2146846027"/>
            <ac:spMk id="9" creationId="{9D1AD886-1625-4F78-BBC2-6D75D647FAC3}"/>
          </ac:spMkLst>
        </pc:spChg>
        <pc:spChg chg="add mod ord topLvl">
          <ac:chgData name="Ken Popkin" userId="3c94c39e-c43b-4805-99ab-8da17777f1ac" providerId="ADAL" clId="{E440F346-DC68-4DD4-BA80-8DE6476F8949}" dt="2021-06-01T21:19:08.453" v="113636"/>
          <ac:spMkLst>
            <pc:docMk/>
            <pc:sldMk cId="3450880574" sldId="2146846027"/>
            <ac:spMk id="10" creationId="{A2BD8324-F8F4-4D52-835F-E114AF567834}"/>
          </ac:spMkLst>
        </pc:spChg>
        <pc:spChg chg="add mod ord topLvl">
          <ac:chgData name="Ken Popkin" userId="3c94c39e-c43b-4805-99ab-8da17777f1ac" providerId="ADAL" clId="{E440F346-DC68-4DD4-BA80-8DE6476F8949}" dt="2021-06-01T21:19:08.454" v="113638"/>
          <ac:spMkLst>
            <pc:docMk/>
            <pc:sldMk cId="3450880574" sldId="2146846027"/>
            <ac:spMk id="11" creationId="{D31BBB32-2849-4E9B-A172-453FE5B0B2B8}"/>
          </ac:spMkLst>
        </pc:spChg>
        <pc:spChg chg="add mod ord topLvl">
          <ac:chgData name="Ken Popkin" userId="3c94c39e-c43b-4805-99ab-8da17777f1ac" providerId="ADAL" clId="{E440F346-DC68-4DD4-BA80-8DE6476F8949}" dt="2021-06-01T21:19:08.454" v="113640"/>
          <ac:spMkLst>
            <pc:docMk/>
            <pc:sldMk cId="3450880574" sldId="2146846027"/>
            <ac:spMk id="12" creationId="{A438A4A5-E836-43B8-9F34-0F55BBC1EB34}"/>
          </ac:spMkLst>
        </pc:spChg>
        <pc:spChg chg="add mod ord topLvl">
          <ac:chgData name="Ken Popkin" userId="3c94c39e-c43b-4805-99ab-8da17777f1ac" providerId="ADAL" clId="{E440F346-DC68-4DD4-BA80-8DE6476F8949}" dt="2021-06-01T21:19:08.455" v="113642"/>
          <ac:spMkLst>
            <pc:docMk/>
            <pc:sldMk cId="3450880574" sldId="2146846027"/>
            <ac:spMk id="13" creationId="{087214EF-D2F4-42C3-A4E4-B756388EE268}"/>
          </ac:spMkLst>
        </pc:spChg>
        <pc:spChg chg="add mod ord topLvl">
          <ac:chgData name="Ken Popkin" userId="3c94c39e-c43b-4805-99ab-8da17777f1ac" providerId="ADAL" clId="{E440F346-DC68-4DD4-BA80-8DE6476F8949}" dt="2021-06-01T21:19:08.455" v="113644"/>
          <ac:spMkLst>
            <pc:docMk/>
            <pc:sldMk cId="3450880574" sldId="2146846027"/>
            <ac:spMk id="14" creationId="{72375FD9-51FE-444F-B193-87DE6A250AB5}"/>
          </ac:spMkLst>
        </pc:spChg>
        <pc:spChg chg="add mod ord topLvl">
          <ac:chgData name="Ken Popkin" userId="3c94c39e-c43b-4805-99ab-8da17777f1ac" providerId="ADAL" clId="{E440F346-DC68-4DD4-BA80-8DE6476F8949}" dt="2021-06-01T21:19:08.456" v="113646"/>
          <ac:spMkLst>
            <pc:docMk/>
            <pc:sldMk cId="3450880574" sldId="2146846027"/>
            <ac:spMk id="15" creationId="{EF6F6C3E-DA34-4450-A385-2E097DA54DB1}"/>
          </ac:spMkLst>
        </pc:spChg>
        <pc:spChg chg="add mod ord topLvl">
          <ac:chgData name="Ken Popkin" userId="3c94c39e-c43b-4805-99ab-8da17777f1ac" providerId="ADAL" clId="{E440F346-DC68-4DD4-BA80-8DE6476F8949}" dt="2021-06-01T21:19:08.458" v="113648"/>
          <ac:spMkLst>
            <pc:docMk/>
            <pc:sldMk cId="3450880574" sldId="2146846027"/>
            <ac:spMk id="16" creationId="{0587702C-339E-404B-AD1D-C99686C7EEF3}"/>
          </ac:spMkLst>
        </pc:spChg>
        <pc:spChg chg="add mod ord topLvl">
          <ac:chgData name="Ken Popkin" userId="3c94c39e-c43b-4805-99ab-8da17777f1ac" providerId="ADAL" clId="{E440F346-DC68-4DD4-BA80-8DE6476F8949}" dt="2021-06-01T21:19:08.458" v="113650"/>
          <ac:spMkLst>
            <pc:docMk/>
            <pc:sldMk cId="3450880574" sldId="2146846027"/>
            <ac:spMk id="17" creationId="{692D2F4F-48C6-406A-B441-53147C903F8E}"/>
          </ac:spMkLst>
        </pc:spChg>
        <pc:spChg chg="add mod ord topLvl">
          <ac:chgData name="Ken Popkin" userId="3c94c39e-c43b-4805-99ab-8da17777f1ac" providerId="ADAL" clId="{E440F346-DC68-4DD4-BA80-8DE6476F8949}" dt="2021-06-01T21:19:08.461" v="113660"/>
          <ac:spMkLst>
            <pc:docMk/>
            <pc:sldMk cId="3450880574" sldId="2146846027"/>
            <ac:spMk id="18" creationId="{5413A91A-05B9-452F-91E7-C1A5B332109A}"/>
          </ac:spMkLst>
        </pc:spChg>
        <pc:spChg chg="add mod ord topLvl">
          <ac:chgData name="Ken Popkin" userId="3c94c39e-c43b-4805-99ab-8da17777f1ac" providerId="ADAL" clId="{E440F346-DC68-4DD4-BA80-8DE6476F8949}" dt="2021-06-01T21:19:08.462" v="113664"/>
          <ac:spMkLst>
            <pc:docMk/>
            <pc:sldMk cId="3450880574" sldId="2146846027"/>
            <ac:spMk id="19" creationId="{887485F9-8011-4C53-B954-D2CD52F83EA9}"/>
          </ac:spMkLst>
        </pc:spChg>
        <pc:spChg chg="add mod">
          <ac:chgData name="Ken Popkin" userId="3c94c39e-c43b-4805-99ab-8da17777f1ac" providerId="ADAL" clId="{E440F346-DC68-4DD4-BA80-8DE6476F8949}" dt="2021-06-01T21:19:08.516" v="113764"/>
          <ac:spMkLst>
            <pc:docMk/>
            <pc:sldMk cId="3450880574" sldId="2146846027"/>
            <ac:spMk id="20" creationId="{D4DFFB11-0C1B-488F-8E6B-4317393DB50D}"/>
          </ac:spMkLst>
        </pc:spChg>
        <pc:spChg chg="add mod modVis">
          <ac:chgData name="Ken Popkin" userId="3c94c39e-c43b-4805-99ab-8da17777f1ac" providerId="ADAL" clId="{E440F346-DC68-4DD4-BA80-8DE6476F8949}" dt="2021-06-01T21:19:08.517" v="113766"/>
          <ac:spMkLst>
            <pc:docMk/>
            <pc:sldMk cId="3450880574" sldId="2146846027"/>
            <ac:spMk id="21" creationId="{61517762-05BA-4F1F-B349-F77C4BB3EE67}"/>
          </ac:spMkLst>
        </pc:spChg>
        <pc:spChg chg="add mod ord modVis">
          <ac:chgData name="Ken Popkin" userId="3c94c39e-c43b-4805-99ab-8da17777f1ac" providerId="ADAL" clId="{E440F346-DC68-4DD4-BA80-8DE6476F8949}" dt="2021-06-01T20:58:47.127" v="104283"/>
          <ac:spMkLst>
            <pc:docMk/>
            <pc:sldMk cId="3450880574" sldId="2146846027"/>
            <ac:spMk id="22" creationId="{6CAE134F-4AD3-4BDE-A362-2F02EDB5085B}"/>
          </ac:spMkLst>
        </pc:spChg>
        <pc:spChg chg="add mod ord modVis">
          <ac:chgData name="Ken Popkin" userId="3c94c39e-c43b-4805-99ab-8da17777f1ac" providerId="ADAL" clId="{E440F346-DC68-4DD4-BA80-8DE6476F8949}" dt="2021-06-01T21:04:54.444" v="106109"/>
          <ac:spMkLst>
            <pc:docMk/>
            <pc:sldMk cId="3450880574" sldId="2146846027"/>
            <ac:spMk id="23" creationId="{E27F847F-A681-4495-840F-23AB2E546467}"/>
          </ac:spMkLst>
        </pc:spChg>
        <pc:spChg chg="add mod ord topLvl">
          <ac:chgData name="Ken Popkin" userId="3c94c39e-c43b-4805-99ab-8da17777f1ac" providerId="ADAL" clId="{E440F346-DC68-4DD4-BA80-8DE6476F8949}" dt="2021-06-01T21:19:08.472" v="113688"/>
          <ac:spMkLst>
            <pc:docMk/>
            <pc:sldMk cId="3450880574" sldId="2146846027"/>
            <ac:spMk id="24" creationId="{DBCDC936-4A66-4894-B817-148AD5BA6C78}"/>
          </ac:spMkLst>
        </pc:spChg>
        <pc:spChg chg="add mod ord topLvl">
          <ac:chgData name="Ken Popkin" userId="3c94c39e-c43b-4805-99ab-8da17777f1ac" providerId="ADAL" clId="{E440F346-DC68-4DD4-BA80-8DE6476F8949}" dt="2021-06-01T21:19:08.473" v="113692"/>
          <ac:spMkLst>
            <pc:docMk/>
            <pc:sldMk cId="3450880574" sldId="2146846027"/>
            <ac:spMk id="25" creationId="{1750EC42-3478-450C-8A6F-54A406315131}"/>
          </ac:spMkLst>
        </pc:spChg>
        <pc:spChg chg="add mod ord modVis">
          <ac:chgData name="Ken Popkin" userId="3c94c39e-c43b-4805-99ab-8da17777f1ac" providerId="ADAL" clId="{E440F346-DC68-4DD4-BA80-8DE6476F8949}" dt="2021-06-01T21:04:54.446" v="106111"/>
          <ac:spMkLst>
            <pc:docMk/>
            <pc:sldMk cId="3450880574" sldId="2146846027"/>
            <ac:spMk id="26" creationId="{5917EDC5-6D82-41A3-997A-25781D985C21}"/>
          </ac:spMkLst>
        </pc:spChg>
        <pc:spChg chg="add del mod">
          <ac:chgData name="Ken Popkin" userId="3c94c39e-c43b-4805-99ab-8da17777f1ac" providerId="ADAL" clId="{E440F346-DC68-4DD4-BA80-8DE6476F8949}" dt="2021-05-29T18:23:14.024" v="24945"/>
          <ac:spMkLst>
            <pc:docMk/>
            <pc:sldMk cId="3450880574" sldId="2146846027"/>
            <ac:spMk id="26" creationId="{D3AA1052-BB8F-44DC-9F28-BA0A1A97421C}"/>
          </ac:spMkLst>
        </pc:spChg>
        <pc:spChg chg="add mod ord topLvl">
          <ac:chgData name="Ken Popkin" userId="3c94c39e-c43b-4805-99ab-8da17777f1ac" providerId="ADAL" clId="{E440F346-DC68-4DD4-BA80-8DE6476F8949}" dt="2021-06-01T21:19:08.468" v="113678"/>
          <ac:spMkLst>
            <pc:docMk/>
            <pc:sldMk cId="3450880574" sldId="2146846027"/>
            <ac:spMk id="27" creationId="{1C961A1C-7F1F-4680-B81C-CA113463F480}"/>
          </ac:spMkLst>
        </pc:spChg>
        <pc:spChg chg="add mod ord topLvl">
          <ac:chgData name="Ken Popkin" userId="3c94c39e-c43b-4805-99ab-8da17777f1ac" providerId="ADAL" clId="{E440F346-DC68-4DD4-BA80-8DE6476F8949}" dt="2021-06-01T21:19:08.469" v="113682"/>
          <ac:spMkLst>
            <pc:docMk/>
            <pc:sldMk cId="3450880574" sldId="2146846027"/>
            <ac:spMk id="28" creationId="{6788F343-7B3D-475B-997E-A96580BCA5C7}"/>
          </ac:spMkLst>
        </pc:spChg>
        <pc:spChg chg="add del mod">
          <ac:chgData name="Ken Popkin" userId="3c94c39e-c43b-4805-99ab-8da17777f1ac" providerId="ADAL" clId="{E440F346-DC68-4DD4-BA80-8DE6476F8949}" dt="2021-05-29T18:23:33.072" v="25617"/>
          <ac:spMkLst>
            <pc:docMk/>
            <pc:sldMk cId="3450880574" sldId="2146846027"/>
            <ac:spMk id="29" creationId="{74C81982-28AB-4426-8F34-E32A2E4C99D5}"/>
          </ac:spMkLst>
        </pc:spChg>
        <pc:spChg chg="add mod ord modVis">
          <ac:chgData name="Ken Popkin" userId="3c94c39e-c43b-4805-99ab-8da17777f1ac" providerId="ADAL" clId="{E440F346-DC68-4DD4-BA80-8DE6476F8949}" dt="2021-06-01T21:04:40.825" v="105797"/>
          <ac:spMkLst>
            <pc:docMk/>
            <pc:sldMk cId="3450880574" sldId="2146846027"/>
            <ac:spMk id="29" creationId="{EB66A15C-0E62-4BC9-9130-F9F4A60AB35B}"/>
          </ac:spMkLst>
        </pc:spChg>
        <pc:spChg chg="add mod ord topLvl">
          <ac:chgData name="Ken Popkin" userId="3c94c39e-c43b-4805-99ab-8da17777f1ac" providerId="ADAL" clId="{E440F346-DC68-4DD4-BA80-8DE6476F8949}" dt="2021-06-01T21:19:08.476" v="113698"/>
          <ac:spMkLst>
            <pc:docMk/>
            <pc:sldMk cId="3450880574" sldId="2146846027"/>
            <ac:spMk id="30" creationId="{D47A33B4-0151-48C4-99E5-15A960EAAE14}"/>
          </ac:spMkLst>
        </pc:spChg>
        <pc:spChg chg="add mod ord topLvl">
          <ac:chgData name="Ken Popkin" userId="3c94c39e-c43b-4805-99ab-8da17777f1ac" providerId="ADAL" clId="{E440F346-DC68-4DD4-BA80-8DE6476F8949}" dt="2021-06-01T21:19:08.477" v="113702"/>
          <ac:spMkLst>
            <pc:docMk/>
            <pc:sldMk cId="3450880574" sldId="2146846027"/>
            <ac:spMk id="31" creationId="{F25FD801-3B37-47A0-9A57-1AC36B0AE9C0}"/>
          </ac:spMkLst>
        </pc:spChg>
        <pc:spChg chg="add mod ord">
          <ac:chgData name="Ken Popkin" userId="3c94c39e-c43b-4805-99ab-8da17777f1ac" providerId="ADAL" clId="{E440F346-DC68-4DD4-BA80-8DE6476F8949}" dt="2021-06-01T21:19:08.521" v="113770"/>
          <ac:spMkLst>
            <pc:docMk/>
            <pc:sldMk cId="3450880574" sldId="2146846027"/>
            <ac:spMk id="32" creationId="{2CA22DF5-F2D7-4A9E-8456-2A3AA8EDA814}"/>
          </ac:spMkLst>
        </pc:spChg>
        <pc:spChg chg="add del mod">
          <ac:chgData name="Ken Popkin" userId="3c94c39e-c43b-4805-99ab-8da17777f1ac" providerId="ADAL" clId="{E440F346-DC68-4DD4-BA80-8DE6476F8949}" dt="2021-05-29T18:23:33.083" v="25647"/>
          <ac:spMkLst>
            <pc:docMk/>
            <pc:sldMk cId="3450880574" sldId="2146846027"/>
            <ac:spMk id="32" creationId="{2EFEFD31-4344-4A51-A0D5-6A12F2CF2506}"/>
          </ac:spMkLst>
        </pc:spChg>
        <pc:spChg chg="add mod ord topLvl">
          <ac:chgData name="Ken Popkin" userId="3c94c39e-c43b-4805-99ab-8da17777f1ac" providerId="ADAL" clId="{E440F346-DC68-4DD4-BA80-8DE6476F8949}" dt="2021-06-01T21:19:08.481" v="113708"/>
          <ac:spMkLst>
            <pc:docMk/>
            <pc:sldMk cId="3450880574" sldId="2146846027"/>
            <ac:spMk id="33" creationId="{B41819AD-40E8-4D56-A1A0-99FCC7E505B1}"/>
          </ac:spMkLst>
        </pc:spChg>
        <pc:spChg chg="add mod ord topLvl">
          <ac:chgData name="Ken Popkin" userId="3c94c39e-c43b-4805-99ab-8da17777f1ac" providerId="ADAL" clId="{E440F346-DC68-4DD4-BA80-8DE6476F8949}" dt="2021-06-01T21:19:08.483" v="113712"/>
          <ac:spMkLst>
            <pc:docMk/>
            <pc:sldMk cId="3450880574" sldId="2146846027"/>
            <ac:spMk id="34" creationId="{977BCE81-FF6D-4B4E-AE7A-11C4F416F469}"/>
          </ac:spMkLst>
        </pc:spChg>
        <pc:spChg chg="add mod ord modVis">
          <ac:chgData name="Ken Popkin" userId="3c94c39e-c43b-4805-99ab-8da17777f1ac" providerId="ADAL" clId="{E440F346-DC68-4DD4-BA80-8DE6476F8949}" dt="2021-06-01T21:05:05.561" v="106727"/>
          <ac:spMkLst>
            <pc:docMk/>
            <pc:sldMk cId="3450880574" sldId="2146846027"/>
            <ac:spMk id="35" creationId="{0194B890-C496-4F45-8095-677F07EF64A7}"/>
          </ac:spMkLst>
        </pc:spChg>
        <pc:spChg chg="add del mod">
          <ac:chgData name="Ken Popkin" userId="3c94c39e-c43b-4805-99ab-8da17777f1ac" providerId="ADAL" clId="{E440F346-DC68-4DD4-BA80-8DE6476F8949}" dt="2021-05-29T18:23:33.094" v="25677"/>
          <ac:spMkLst>
            <pc:docMk/>
            <pc:sldMk cId="3450880574" sldId="2146846027"/>
            <ac:spMk id="35" creationId="{E4DEBE05-F7DD-48DE-818C-4C5C62D181AB}"/>
          </ac:spMkLst>
        </pc:spChg>
        <pc:spChg chg="add del mod">
          <ac:chgData name="Ken Popkin" userId="3c94c39e-c43b-4805-99ab-8da17777f1ac" providerId="ADAL" clId="{E440F346-DC68-4DD4-BA80-8DE6476F8949}" dt="2021-05-29T18:29:56.593" v="30842"/>
          <ac:spMkLst>
            <pc:docMk/>
            <pc:sldMk cId="3450880574" sldId="2146846027"/>
            <ac:spMk id="36" creationId="{DAD24F6A-9C78-456D-AD50-AA4725CDE0F4}"/>
          </ac:spMkLst>
        </pc:spChg>
        <pc:spChg chg="add mod">
          <ac:chgData name="Ken Popkin" userId="3c94c39e-c43b-4805-99ab-8da17777f1ac" providerId="ADAL" clId="{E440F346-DC68-4DD4-BA80-8DE6476F8949}" dt="2021-06-01T21:19:08.598" v="113864"/>
          <ac:spMkLst>
            <pc:docMk/>
            <pc:sldMk cId="3450880574" sldId="2146846027"/>
            <ac:spMk id="36" creationId="{FBB0962F-05A7-45EF-A1E1-A0E2B06C40FE}"/>
          </ac:spMkLst>
        </pc:spChg>
        <pc:spChg chg="add mod modVis">
          <ac:chgData name="Ken Popkin" userId="3c94c39e-c43b-4805-99ab-8da17777f1ac" providerId="ADAL" clId="{E440F346-DC68-4DD4-BA80-8DE6476F8949}" dt="2021-06-01T21:19:08.600" v="113866"/>
          <ac:spMkLst>
            <pc:docMk/>
            <pc:sldMk cId="3450880574" sldId="2146846027"/>
            <ac:spMk id="37" creationId="{A8EB3A8C-9133-4E6D-BA8F-5EEDDAB27FBD}"/>
          </ac:spMkLst>
        </pc:spChg>
        <pc:spChg chg="add del mod modVis">
          <ac:chgData name="Ken Popkin" userId="3c94c39e-c43b-4805-99ab-8da17777f1ac" providerId="ADAL" clId="{E440F346-DC68-4DD4-BA80-8DE6476F8949}" dt="2021-05-29T18:29:56.594" v="30843"/>
          <ac:spMkLst>
            <pc:docMk/>
            <pc:sldMk cId="3450880574" sldId="2146846027"/>
            <ac:spMk id="37" creationId="{B122665B-5591-4767-972D-9E859AABD559}"/>
          </ac:spMkLst>
        </pc:spChg>
        <pc:spChg chg="add mod ord modVis">
          <ac:chgData name="Ken Popkin" userId="3c94c39e-c43b-4805-99ab-8da17777f1ac" providerId="ADAL" clId="{E440F346-DC68-4DD4-BA80-8DE6476F8949}" dt="2021-06-01T21:01:06.933" v="104823" actId="20577"/>
          <ac:spMkLst>
            <pc:docMk/>
            <pc:sldMk cId="3450880574" sldId="2146846027"/>
            <ac:spMk id="38" creationId="{1C3EE330-2833-44DE-99E6-56B36EF8A2FA}"/>
          </ac:spMkLst>
        </pc:spChg>
        <pc:spChg chg="add del mod ord modVis">
          <ac:chgData name="Ken Popkin" userId="3c94c39e-c43b-4805-99ab-8da17777f1ac" providerId="ADAL" clId="{E440F346-DC68-4DD4-BA80-8DE6476F8949}" dt="2021-05-29T18:29:56.591" v="30831"/>
          <ac:spMkLst>
            <pc:docMk/>
            <pc:sldMk cId="3450880574" sldId="2146846027"/>
            <ac:spMk id="38" creationId="{8EE781A6-CB6E-449C-94AD-BD4971FE1119}"/>
          </ac:spMkLst>
        </pc:spChg>
        <pc:spChg chg="add del mod ord modVis">
          <ac:chgData name="Ken Popkin" userId="3c94c39e-c43b-4805-99ab-8da17777f1ac" providerId="ADAL" clId="{E440F346-DC68-4DD4-BA80-8DE6476F8949}" dt="2021-05-29T18:29:56.591" v="30833"/>
          <ac:spMkLst>
            <pc:docMk/>
            <pc:sldMk cId="3450880574" sldId="2146846027"/>
            <ac:spMk id="39" creationId="{C5BCCF72-0B29-4337-9F8E-690631E37AD1}"/>
          </ac:spMkLst>
        </pc:spChg>
        <pc:spChg chg="add mod ord modVis">
          <ac:chgData name="Ken Popkin" userId="3c94c39e-c43b-4805-99ab-8da17777f1ac" providerId="ADAL" clId="{E440F346-DC68-4DD4-BA80-8DE6476F8949}" dt="2021-06-01T21:09:12.155" v="109763"/>
          <ac:spMkLst>
            <pc:docMk/>
            <pc:sldMk cId="3450880574" sldId="2146846027"/>
            <ac:spMk id="39" creationId="{DE4B292F-2779-4277-92A4-99C18DD874FB}"/>
          </ac:spMkLst>
        </pc:spChg>
        <pc:spChg chg="add del mod ord modVis">
          <ac:chgData name="Ken Popkin" userId="3c94c39e-c43b-4805-99ab-8da17777f1ac" providerId="ADAL" clId="{E440F346-DC68-4DD4-BA80-8DE6476F8949}" dt="2021-05-29T18:29:56.592" v="30835"/>
          <ac:spMkLst>
            <pc:docMk/>
            <pc:sldMk cId="3450880574" sldId="2146846027"/>
            <ac:spMk id="40" creationId="{75EA6D6D-815F-4019-9A29-13A2095845AB}"/>
          </ac:spMkLst>
        </pc:spChg>
        <pc:spChg chg="add mod ord modVis">
          <ac:chgData name="Ken Popkin" userId="3c94c39e-c43b-4805-99ab-8da17777f1ac" providerId="ADAL" clId="{E440F346-DC68-4DD4-BA80-8DE6476F8949}" dt="2021-06-01T21:09:12.156" v="109765"/>
          <ac:spMkLst>
            <pc:docMk/>
            <pc:sldMk cId="3450880574" sldId="2146846027"/>
            <ac:spMk id="40" creationId="{D1A2BE71-A8BF-4424-91AB-1CA2EFEF5647}"/>
          </ac:spMkLst>
        </pc:spChg>
        <pc:spChg chg="add mod ord modVis">
          <ac:chgData name="Ken Popkin" userId="3c94c39e-c43b-4805-99ab-8da17777f1ac" providerId="ADAL" clId="{E440F346-DC68-4DD4-BA80-8DE6476F8949}" dt="2021-06-01T21:08:57.096" v="109470"/>
          <ac:spMkLst>
            <pc:docMk/>
            <pc:sldMk cId="3450880574" sldId="2146846027"/>
            <ac:spMk id="41" creationId="{083C4EDC-2C8E-4372-BD2E-841B65318B31}"/>
          </ac:spMkLst>
        </pc:spChg>
        <pc:spChg chg="add del mod ord modVis">
          <ac:chgData name="Ken Popkin" userId="3c94c39e-c43b-4805-99ab-8da17777f1ac" providerId="ADAL" clId="{E440F346-DC68-4DD4-BA80-8DE6476F8949}" dt="2021-05-29T18:29:56.592" v="30837"/>
          <ac:spMkLst>
            <pc:docMk/>
            <pc:sldMk cId="3450880574" sldId="2146846027"/>
            <ac:spMk id="41" creationId="{AFBB7818-8F1F-464C-945C-196ADCAF801A}"/>
          </ac:spMkLst>
        </pc:spChg>
        <pc:spChg chg="add mod ord">
          <ac:chgData name="Ken Popkin" userId="3c94c39e-c43b-4805-99ab-8da17777f1ac" providerId="ADAL" clId="{E440F346-DC68-4DD4-BA80-8DE6476F8949}" dt="2021-06-01T21:19:08.604" v="113870"/>
          <ac:spMkLst>
            <pc:docMk/>
            <pc:sldMk cId="3450880574" sldId="2146846027"/>
            <ac:spMk id="42" creationId="{4CF1BF97-5356-4F29-8E96-FA64AE35F2AE}"/>
          </ac:spMkLst>
        </pc:spChg>
        <pc:spChg chg="add del mod ord modVis">
          <ac:chgData name="Ken Popkin" userId="3c94c39e-c43b-4805-99ab-8da17777f1ac" providerId="ADAL" clId="{E440F346-DC68-4DD4-BA80-8DE6476F8949}" dt="2021-05-29T18:29:56.593" v="30839"/>
          <ac:spMkLst>
            <pc:docMk/>
            <pc:sldMk cId="3450880574" sldId="2146846027"/>
            <ac:spMk id="42" creationId="{60574F7F-9DD0-4129-A07A-C82EA031F596}"/>
          </ac:spMkLst>
        </pc:spChg>
        <pc:spChg chg="add mod ord modVis">
          <ac:chgData name="Ken Popkin" userId="3c94c39e-c43b-4805-99ab-8da17777f1ac" providerId="ADAL" clId="{E440F346-DC68-4DD4-BA80-8DE6476F8949}" dt="2021-06-01T21:06:26.777" v="107442"/>
          <ac:spMkLst>
            <pc:docMk/>
            <pc:sldMk cId="3450880574" sldId="2146846027"/>
            <ac:spMk id="43" creationId="{31BAD420-C230-44A4-90D6-B9E694D88438}"/>
          </ac:spMkLst>
        </pc:spChg>
        <pc:spChg chg="add del mod ord">
          <ac:chgData name="Ken Popkin" userId="3c94c39e-c43b-4805-99ab-8da17777f1ac" providerId="ADAL" clId="{E440F346-DC68-4DD4-BA80-8DE6476F8949}" dt="2021-05-29T18:29:56.593" v="30841"/>
          <ac:spMkLst>
            <pc:docMk/>
            <pc:sldMk cId="3450880574" sldId="2146846027"/>
            <ac:spMk id="43" creationId="{8716FE0E-B4BF-4CC7-AFD1-1F9F2535DC35}"/>
          </ac:spMkLst>
        </pc:spChg>
        <pc:spChg chg="add del mod">
          <ac:chgData name="Ken Popkin" userId="3c94c39e-c43b-4805-99ab-8da17777f1ac" providerId="ADAL" clId="{E440F346-DC68-4DD4-BA80-8DE6476F8949}" dt="2021-05-29T18:36:34.696" v="31854" actId="478"/>
          <ac:spMkLst>
            <pc:docMk/>
            <pc:sldMk cId="3450880574" sldId="2146846027"/>
            <ac:spMk id="44" creationId="{6DD7C518-05C5-4CEA-A270-1D9E436AECCA}"/>
          </ac:spMkLst>
        </pc:spChg>
        <pc:spChg chg="add mod">
          <ac:chgData name="Ken Popkin" userId="3c94c39e-c43b-4805-99ab-8da17777f1ac" providerId="ADAL" clId="{E440F346-DC68-4DD4-BA80-8DE6476F8949}" dt="2021-06-01T21:19:08.542" v="113797"/>
          <ac:spMkLst>
            <pc:docMk/>
            <pc:sldMk cId="3450880574" sldId="2146846027"/>
            <ac:spMk id="44" creationId="{6E44C96F-4DA5-4E0C-82DB-9DDE00F28B1C}"/>
          </ac:spMkLst>
        </pc:spChg>
        <pc:spChg chg="add del mod modVis">
          <ac:chgData name="Ken Popkin" userId="3c94c39e-c43b-4805-99ab-8da17777f1ac" providerId="ADAL" clId="{E440F346-DC68-4DD4-BA80-8DE6476F8949}" dt="2021-05-29T18:36:36.728" v="32759"/>
          <ac:spMkLst>
            <pc:docMk/>
            <pc:sldMk cId="3450880574" sldId="2146846027"/>
            <ac:spMk id="45" creationId="{A728A74D-F922-4D05-86B9-115CD94C4FB3}"/>
          </ac:spMkLst>
        </pc:spChg>
        <pc:spChg chg="add mod modVis">
          <ac:chgData name="Ken Popkin" userId="3c94c39e-c43b-4805-99ab-8da17777f1ac" providerId="ADAL" clId="{E440F346-DC68-4DD4-BA80-8DE6476F8949}" dt="2021-06-01T21:19:08.543" v="113799"/>
          <ac:spMkLst>
            <pc:docMk/>
            <pc:sldMk cId="3450880574" sldId="2146846027"/>
            <ac:spMk id="45" creationId="{C64F0DE9-C88E-4651-9AEE-6472190D6504}"/>
          </ac:spMkLst>
        </pc:spChg>
        <pc:spChg chg="add del mod ord modVis">
          <ac:chgData name="Ken Popkin" userId="3c94c39e-c43b-4805-99ab-8da17777f1ac" providerId="ADAL" clId="{E440F346-DC68-4DD4-BA80-8DE6476F8949}" dt="2021-05-29T18:36:36.725" v="32748"/>
          <ac:spMkLst>
            <pc:docMk/>
            <pc:sldMk cId="3450880574" sldId="2146846027"/>
            <ac:spMk id="46" creationId="{A047F5F5-2DFD-4C26-956F-4E5D520370B1}"/>
          </ac:spMkLst>
        </pc:spChg>
        <pc:spChg chg="add mod ord modVis">
          <ac:chgData name="Ken Popkin" userId="3c94c39e-c43b-4805-99ab-8da17777f1ac" providerId="ADAL" clId="{E440F346-DC68-4DD4-BA80-8DE6476F8949}" dt="2021-06-01T20:58:47.131" v="104307"/>
          <ac:spMkLst>
            <pc:docMk/>
            <pc:sldMk cId="3450880574" sldId="2146846027"/>
            <ac:spMk id="46" creationId="{E56ACD88-1A58-4EC6-8E01-930AE15B917A}"/>
          </ac:spMkLst>
        </pc:spChg>
        <pc:spChg chg="add del mod ord modVis">
          <ac:chgData name="Ken Popkin" userId="3c94c39e-c43b-4805-99ab-8da17777f1ac" providerId="ADAL" clId="{E440F346-DC68-4DD4-BA80-8DE6476F8949}" dt="2021-05-29T18:36:36.726" v="32750"/>
          <ac:spMkLst>
            <pc:docMk/>
            <pc:sldMk cId="3450880574" sldId="2146846027"/>
            <ac:spMk id="47" creationId="{A538CDA0-A39E-4BCB-8415-A6E30FF5A8C4}"/>
          </ac:spMkLst>
        </pc:spChg>
        <pc:spChg chg="add mod ord modVis">
          <ac:chgData name="Ken Popkin" userId="3c94c39e-c43b-4805-99ab-8da17777f1ac" providerId="ADAL" clId="{E440F346-DC68-4DD4-BA80-8DE6476F8949}" dt="2021-06-01T21:06:26.743" v="107365"/>
          <ac:spMkLst>
            <pc:docMk/>
            <pc:sldMk cId="3450880574" sldId="2146846027"/>
            <ac:spMk id="47" creationId="{DFC5EB5A-42B4-4C6A-BEBE-BD78DC4A0313}"/>
          </ac:spMkLst>
        </pc:spChg>
        <pc:spChg chg="add mod ord modVis">
          <ac:chgData name="Ken Popkin" userId="3c94c39e-c43b-4805-99ab-8da17777f1ac" providerId="ADAL" clId="{E440F346-DC68-4DD4-BA80-8DE6476F8949}" dt="2021-06-01T21:06:26.744" v="107367"/>
          <ac:spMkLst>
            <pc:docMk/>
            <pc:sldMk cId="3450880574" sldId="2146846027"/>
            <ac:spMk id="48" creationId="{436C8881-5F34-40BE-88E5-07AE09F13CD1}"/>
          </ac:spMkLst>
        </pc:spChg>
        <pc:spChg chg="add del mod ord modVis">
          <ac:chgData name="Ken Popkin" userId="3c94c39e-c43b-4805-99ab-8da17777f1ac" providerId="ADAL" clId="{E440F346-DC68-4DD4-BA80-8DE6476F8949}" dt="2021-05-29T18:36:36.726" v="32752"/>
          <ac:spMkLst>
            <pc:docMk/>
            <pc:sldMk cId="3450880574" sldId="2146846027"/>
            <ac:spMk id="48" creationId="{A9C358EB-A0B3-414F-8A44-37163E6BF66E}"/>
          </ac:spMkLst>
        </pc:spChg>
        <pc:spChg chg="add mod ord modVis">
          <ac:chgData name="Ken Popkin" userId="3c94c39e-c43b-4805-99ab-8da17777f1ac" providerId="ADAL" clId="{E440F346-DC68-4DD4-BA80-8DE6476F8949}" dt="2021-06-01T21:05:40.121" v="107064"/>
          <ac:spMkLst>
            <pc:docMk/>
            <pc:sldMk cId="3450880574" sldId="2146846027"/>
            <ac:spMk id="49" creationId="{09BC4946-DEF1-4C79-B416-C8EC2CDBFE3E}"/>
          </ac:spMkLst>
        </pc:spChg>
        <pc:spChg chg="add del mod ord modVis">
          <ac:chgData name="Ken Popkin" userId="3c94c39e-c43b-4805-99ab-8da17777f1ac" providerId="ADAL" clId="{E440F346-DC68-4DD4-BA80-8DE6476F8949}" dt="2021-05-29T18:36:36.727" v="32754"/>
          <ac:spMkLst>
            <pc:docMk/>
            <pc:sldMk cId="3450880574" sldId="2146846027"/>
            <ac:spMk id="49" creationId="{256D34F5-EB6B-4A19-8313-4B38C0472BC2}"/>
          </ac:spMkLst>
        </pc:spChg>
        <pc:spChg chg="add del mod ord modVis">
          <ac:chgData name="Ken Popkin" userId="3c94c39e-c43b-4805-99ab-8da17777f1ac" providerId="ADAL" clId="{E440F346-DC68-4DD4-BA80-8DE6476F8949}" dt="2021-05-29T18:36:36.727" v="32756"/>
          <ac:spMkLst>
            <pc:docMk/>
            <pc:sldMk cId="3450880574" sldId="2146846027"/>
            <ac:spMk id="50" creationId="{7F193D21-F12C-4F62-8F3A-C45EAE61691E}"/>
          </ac:spMkLst>
        </pc:spChg>
        <pc:spChg chg="add mod ord">
          <ac:chgData name="Ken Popkin" userId="3c94c39e-c43b-4805-99ab-8da17777f1ac" providerId="ADAL" clId="{E440F346-DC68-4DD4-BA80-8DE6476F8949}" dt="2021-06-01T21:19:08.547" v="113803"/>
          <ac:spMkLst>
            <pc:docMk/>
            <pc:sldMk cId="3450880574" sldId="2146846027"/>
            <ac:spMk id="50" creationId="{F07010CC-6DAB-4C2B-BE7C-16C03830F637}"/>
          </ac:spMkLst>
        </pc:spChg>
        <pc:spChg chg="add del mod ord">
          <ac:chgData name="Ken Popkin" userId="3c94c39e-c43b-4805-99ab-8da17777f1ac" providerId="ADAL" clId="{E440F346-DC68-4DD4-BA80-8DE6476F8949}" dt="2021-05-29T18:36:36.728" v="32758"/>
          <ac:spMkLst>
            <pc:docMk/>
            <pc:sldMk cId="3450880574" sldId="2146846027"/>
            <ac:spMk id="51" creationId="{004DD5F1-8640-4348-A086-1C24D9877DF4}"/>
          </ac:spMkLst>
        </pc:spChg>
        <pc:spChg chg="add mod ord modVis">
          <ac:chgData name="Ken Popkin" userId="3c94c39e-c43b-4805-99ab-8da17777f1ac" providerId="ADAL" clId="{E440F346-DC68-4DD4-BA80-8DE6476F8949}" dt="2021-06-01T21:08:23.376" v="108560"/>
          <ac:spMkLst>
            <pc:docMk/>
            <pc:sldMk cId="3450880574" sldId="2146846027"/>
            <ac:spMk id="51" creationId="{E1B7629E-43A6-4255-8C87-E3648CEB2B87}"/>
          </ac:spMkLst>
        </pc:spChg>
        <pc:spChg chg="add mod topLvl">
          <ac:chgData name="Ken Popkin" userId="3c94c39e-c43b-4805-99ab-8da17777f1ac" providerId="ADAL" clId="{E440F346-DC68-4DD4-BA80-8DE6476F8949}" dt="2021-06-01T21:19:08.485" v="113716"/>
          <ac:spMkLst>
            <pc:docMk/>
            <pc:sldMk cId="3450880574" sldId="2146846027"/>
            <ac:spMk id="52" creationId="{154D9FE8-977D-49D7-A2AD-14D2B4AF64F0}"/>
          </ac:spMkLst>
        </pc:spChg>
        <pc:spChg chg="add mod ord topLvl">
          <ac:chgData name="Ken Popkin" userId="3c94c39e-c43b-4805-99ab-8da17777f1ac" providerId="ADAL" clId="{E440F346-DC68-4DD4-BA80-8DE6476F8949}" dt="2021-06-01T21:19:08.486" v="113720"/>
          <ac:spMkLst>
            <pc:docMk/>
            <pc:sldMk cId="3450880574" sldId="2146846027"/>
            <ac:spMk id="53" creationId="{A59E22F7-0728-4CD5-8D73-9DCB0368BE50}"/>
          </ac:spMkLst>
        </pc:spChg>
        <pc:spChg chg="add mod ord topLvl">
          <ac:chgData name="Ken Popkin" userId="3c94c39e-c43b-4805-99ab-8da17777f1ac" providerId="ADAL" clId="{E440F346-DC68-4DD4-BA80-8DE6476F8949}" dt="2021-06-01T21:19:08.488" v="113722"/>
          <ac:spMkLst>
            <pc:docMk/>
            <pc:sldMk cId="3450880574" sldId="2146846027"/>
            <ac:spMk id="54" creationId="{8F0DBCDE-064F-4D5E-80DC-D010D27E6D72}"/>
          </ac:spMkLst>
        </pc:spChg>
        <pc:spChg chg="add mod topLvl">
          <ac:chgData name="Ken Popkin" userId="3c94c39e-c43b-4805-99ab-8da17777f1ac" providerId="ADAL" clId="{E440F346-DC68-4DD4-BA80-8DE6476F8949}" dt="2021-06-01T21:19:08.489" v="113724"/>
          <ac:spMkLst>
            <pc:docMk/>
            <pc:sldMk cId="3450880574" sldId="2146846027"/>
            <ac:spMk id="55" creationId="{0F6CCACC-FD4F-4FCE-813B-88B5344C345D}"/>
          </ac:spMkLst>
        </pc:spChg>
        <pc:spChg chg="add mod ord topLvl">
          <ac:chgData name="Ken Popkin" userId="3c94c39e-c43b-4805-99ab-8da17777f1ac" providerId="ADAL" clId="{E440F346-DC68-4DD4-BA80-8DE6476F8949}" dt="2021-06-01T21:19:08.491" v="113728"/>
          <ac:spMkLst>
            <pc:docMk/>
            <pc:sldMk cId="3450880574" sldId="2146846027"/>
            <ac:spMk id="56" creationId="{B769F82E-F853-4D31-96B1-9C8809B00D39}"/>
          </ac:spMkLst>
        </pc:spChg>
        <pc:spChg chg="add mod ord topLvl">
          <ac:chgData name="Ken Popkin" userId="3c94c39e-c43b-4805-99ab-8da17777f1ac" providerId="ADAL" clId="{E440F346-DC68-4DD4-BA80-8DE6476F8949}" dt="2021-06-01T21:19:08.492" v="113730"/>
          <ac:spMkLst>
            <pc:docMk/>
            <pc:sldMk cId="3450880574" sldId="2146846027"/>
            <ac:spMk id="57" creationId="{66771273-F9ED-4F3A-BE14-3E06F63E817A}"/>
          </ac:spMkLst>
        </pc:spChg>
        <pc:spChg chg="add mod topLvl">
          <ac:chgData name="Ken Popkin" userId="3c94c39e-c43b-4805-99ab-8da17777f1ac" providerId="ADAL" clId="{E440F346-DC68-4DD4-BA80-8DE6476F8949}" dt="2021-06-01T21:19:08.493" v="113732"/>
          <ac:spMkLst>
            <pc:docMk/>
            <pc:sldMk cId="3450880574" sldId="2146846027"/>
            <ac:spMk id="58" creationId="{DC151761-D43B-4032-9E6B-5E51799B7611}"/>
          </ac:spMkLst>
        </pc:spChg>
        <pc:spChg chg="add mod ord topLvl">
          <ac:chgData name="Ken Popkin" userId="3c94c39e-c43b-4805-99ab-8da17777f1ac" providerId="ADAL" clId="{E440F346-DC68-4DD4-BA80-8DE6476F8949}" dt="2021-06-01T21:19:08.495" v="113736"/>
          <ac:spMkLst>
            <pc:docMk/>
            <pc:sldMk cId="3450880574" sldId="2146846027"/>
            <ac:spMk id="59" creationId="{273B325C-0C90-4840-8980-4AAEE20497BC}"/>
          </ac:spMkLst>
        </pc:spChg>
        <pc:spChg chg="add mod ord topLvl">
          <ac:chgData name="Ken Popkin" userId="3c94c39e-c43b-4805-99ab-8da17777f1ac" providerId="ADAL" clId="{E440F346-DC68-4DD4-BA80-8DE6476F8949}" dt="2021-06-01T21:19:08.496" v="113738"/>
          <ac:spMkLst>
            <pc:docMk/>
            <pc:sldMk cId="3450880574" sldId="2146846027"/>
            <ac:spMk id="60" creationId="{58691516-B9A6-4021-83D0-A9390D34A2C0}"/>
          </ac:spMkLst>
        </pc:spChg>
        <pc:spChg chg="add mod topLvl">
          <ac:chgData name="Ken Popkin" userId="3c94c39e-c43b-4805-99ab-8da17777f1ac" providerId="ADAL" clId="{E440F346-DC68-4DD4-BA80-8DE6476F8949}" dt="2021-06-01T21:19:08.497" v="113740"/>
          <ac:spMkLst>
            <pc:docMk/>
            <pc:sldMk cId="3450880574" sldId="2146846027"/>
            <ac:spMk id="61" creationId="{8ACA0C8D-CF8C-4D04-BBEF-93ED132CB6A9}"/>
          </ac:spMkLst>
        </pc:spChg>
        <pc:spChg chg="add mod ord topLvl">
          <ac:chgData name="Ken Popkin" userId="3c94c39e-c43b-4805-99ab-8da17777f1ac" providerId="ADAL" clId="{E440F346-DC68-4DD4-BA80-8DE6476F8949}" dt="2021-06-01T21:19:08.499" v="113744"/>
          <ac:spMkLst>
            <pc:docMk/>
            <pc:sldMk cId="3450880574" sldId="2146846027"/>
            <ac:spMk id="62" creationId="{FA74FEC8-70EB-4C8A-86E2-8F0B4A8137C7}"/>
          </ac:spMkLst>
        </pc:spChg>
        <pc:spChg chg="add mod ord topLvl">
          <ac:chgData name="Ken Popkin" userId="3c94c39e-c43b-4805-99ab-8da17777f1ac" providerId="ADAL" clId="{E440F346-DC68-4DD4-BA80-8DE6476F8949}" dt="2021-06-01T21:19:08.500" v="113746"/>
          <ac:spMkLst>
            <pc:docMk/>
            <pc:sldMk cId="3450880574" sldId="2146846027"/>
            <ac:spMk id="63" creationId="{97982675-E95C-400C-8CE0-085AFB57A985}"/>
          </ac:spMkLst>
        </pc:spChg>
        <pc:spChg chg="add mod">
          <ac:chgData name="Ken Popkin" userId="3c94c39e-c43b-4805-99ab-8da17777f1ac" providerId="ADAL" clId="{E440F346-DC68-4DD4-BA80-8DE6476F8949}" dt="2021-06-01T21:19:08.571" v="113831"/>
          <ac:spMkLst>
            <pc:docMk/>
            <pc:sldMk cId="3450880574" sldId="2146846027"/>
            <ac:spMk id="70" creationId="{70BCE0AA-B4F3-43AD-862B-EF51975F7A9A}"/>
          </ac:spMkLst>
        </pc:spChg>
        <pc:spChg chg="add del mod">
          <ac:chgData name="Ken Popkin" userId="3c94c39e-c43b-4805-99ab-8da17777f1ac" providerId="ADAL" clId="{E440F346-DC68-4DD4-BA80-8DE6476F8949}" dt="2021-05-29T18:52:03.798" v="40062" actId="478"/>
          <ac:spMkLst>
            <pc:docMk/>
            <pc:sldMk cId="3450880574" sldId="2146846027"/>
            <ac:spMk id="70" creationId="{7B2D3A46-7859-4683-A7BE-02556808C11D}"/>
          </ac:spMkLst>
        </pc:spChg>
        <pc:spChg chg="add del mod modVis">
          <ac:chgData name="Ken Popkin" userId="3c94c39e-c43b-4805-99ab-8da17777f1ac" providerId="ADAL" clId="{E440F346-DC68-4DD4-BA80-8DE6476F8949}" dt="2021-05-29T18:52:05.490" v="40335"/>
          <ac:spMkLst>
            <pc:docMk/>
            <pc:sldMk cId="3450880574" sldId="2146846027"/>
            <ac:spMk id="71" creationId="{2C830607-2709-411E-8A12-76457CEA75B8}"/>
          </ac:spMkLst>
        </pc:spChg>
        <pc:spChg chg="add mod modVis">
          <ac:chgData name="Ken Popkin" userId="3c94c39e-c43b-4805-99ab-8da17777f1ac" providerId="ADAL" clId="{E440F346-DC68-4DD4-BA80-8DE6476F8949}" dt="2021-06-01T21:19:08.573" v="113833"/>
          <ac:spMkLst>
            <pc:docMk/>
            <pc:sldMk cId="3450880574" sldId="2146846027"/>
            <ac:spMk id="71" creationId="{B1AD704E-0C0B-452B-B675-6CE9EEAC7FB4}"/>
          </ac:spMkLst>
        </pc:spChg>
        <pc:spChg chg="add mod ord modVis">
          <ac:chgData name="Ken Popkin" userId="3c94c39e-c43b-4805-99ab-8da17777f1ac" providerId="ADAL" clId="{E440F346-DC68-4DD4-BA80-8DE6476F8949}" dt="2021-06-01T20:58:47.133" v="104319"/>
          <ac:spMkLst>
            <pc:docMk/>
            <pc:sldMk cId="3450880574" sldId="2146846027"/>
            <ac:spMk id="72" creationId="{27869BF5-CE4C-4481-8570-615110339DB5}"/>
          </ac:spMkLst>
        </pc:spChg>
        <pc:spChg chg="add del mod ord modVis">
          <ac:chgData name="Ken Popkin" userId="3c94c39e-c43b-4805-99ab-8da17777f1ac" providerId="ADAL" clId="{E440F346-DC68-4DD4-BA80-8DE6476F8949}" dt="2021-05-29T18:52:05.486" v="40324"/>
          <ac:spMkLst>
            <pc:docMk/>
            <pc:sldMk cId="3450880574" sldId="2146846027"/>
            <ac:spMk id="72" creationId="{367905C7-44C9-4B4B-85F5-9089C39B72F7}"/>
          </ac:spMkLst>
        </pc:spChg>
        <pc:spChg chg="add del mod ord modVis">
          <ac:chgData name="Ken Popkin" userId="3c94c39e-c43b-4805-99ab-8da17777f1ac" providerId="ADAL" clId="{E440F346-DC68-4DD4-BA80-8DE6476F8949}" dt="2021-05-29T18:52:05.487" v="40326"/>
          <ac:spMkLst>
            <pc:docMk/>
            <pc:sldMk cId="3450880574" sldId="2146846027"/>
            <ac:spMk id="73" creationId="{47694A78-321D-46F6-9189-2AB7D1CB7577}"/>
          </ac:spMkLst>
        </pc:spChg>
        <pc:spChg chg="add mod ord modVis">
          <ac:chgData name="Ken Popkin" userId="3c94c39e-c43b-4805-99ab-8da17777f1ac" providerId="ADAL" clId="{E440F346-DC68-4DD4-BA80-8DE6476F8949}" dt="2021-06-01T21:08:57.083" v="109441"/>
          <ac:spMkLst>
            <pc:docMk/>
            <pc:sldMk cId="3450880574" sldId="2146846027"/>
            <ac:spMk id="73" creationId="{4EF657C1-7A3B-4986-BDB2-B4A5888D177C}"/>
          </ac:spMkLst>
        </pc:spChg>
        <pc:spChg chg="add mod ord modVis">
          <ac:chgData name="Ken Popkin" userId="3c94c39e-c43b-4805-99ab-8da17777f1ac" providerId="ADAL" clId="{E440F346-DC68-4DD4-BA80-8DE6476F8949}" dt="2021-06-01T21:08:57.085" v="109443"/>
          <ac:spMkLst>
            <pc:docMk/>
            <pc:sldMk cId="3450880574" sldId="2146846027"/>
            <ac:spMk id="74" creationId="{671C05FE-13FD-42C7-9C99-85B7AFDA72D2}"/>
          </ac:spMkLst>
        </pc:spChg>
        <pc:spChg chg="add del mod ord modVis">
          <ac:chgData name="Ken Popkin" userId="3c94c39e-c43b-4805-99ab-8da17777f1ac" providerId="ADAL" clId="{E440F346-DC68-4DD4-BA80-8DE6476F8949}" dt="2021-05-29T18:52:05.488" v="40328"/>
          <ac:spMkLst>
            <pc:docMk/>
            <pc:sldMk cId="3450880574" sldId="2146846027"/>
            <ac:spMk id="74" creationId="{9CCFA019-957B-42AC-9D1D-74C5289BF145}"/>
          </ac:spMkLst>
        </pc:spChg>
        <pc:spChg chg="add mod ord modVis">
          <ac:chgData name="Ken Popkin" userId="3c94c39e-c43b-4805-99ab-8da17777f1ac" providerId="ADAL" clId="{E440F346-DC68-4DD4-BA80-8DE6476F8949}" dt="2021-06-01T21:08:49.545" v="109163"/>
          <ac:spMkLst>
            <pc:docMk/>
            <pc:sldMk cId="3450880574" sldId="2146846027"/>
            <ac:spMk id="75" creationId="{A7D16893-DFB4-45ED-BBA8-9C6D04403F7A}"/>
          </ac:spMkLst>
        </pc:spChg>
        <pc:spChg chg="add del mod ord modVis">
          <ac:chgData name="Ken Popkin" userId="3c94c39e-c43b-4805-99ab-8da17777f1ac" providerId="ADAL" clId="{E440F346-DC68-4DD4-BA80-8DE6476F8949}" dt="2021-05-29T18:52:05.488" v="40330"/>
          <ac:spMkLst>
            <pc:docMk/>
            <pc:sldMk cId="3450880574" sldId="2146846027"/>
            <ac:spMk id="75" creationId="{E1577A9D-24D3-4614-8CC2-7673DBC10292}"/>
          </ac:spMkLst>
        </pc:spChg>
        <pc:spChg chg="add del mod ord modVis">
          <ac:chgData name="Ken Popkin" userId="3c94c39e-c43b-4805-99ab-8da17777f1ac" providerId="ADAL" clId="{E440F346-DC68-4DD4-BA80-8DE6476F8949}" dt="2021-05-29T18:52:05.489" v="40332"/>
          <ac:spMkLst>
            <pc:docMk/>
            <pc:sldMk cId="3450880574" sldId="2146846027"/>
            <ac:spMk id="76" creationId="{8056DFB4-B5B7-4759-A3F2-9CF291093590}"/>
          </ac:spMkLst>
        </pc:spChg>
        <pc:spChg chg="add mod ord">
          <ac:chgData name="Ken Popkin" userId="3c94c39e-c43b-4805-99ab-8da17777f1ac" providerId="ADAL" clId="{E440F346-DC68-4DD4-BA80-8DE6476F8949}" dt="2021-06-01T21:19:08.577" v="113837"/>
          <ac:spMkLst>
            <pc:docMk/>
            <pc:sldMk cId="3450880574" sldId="2146846027"/>
            <ac:spMk id="76" creationId="{FE2705B8-8471-4CEE-AB69-E77F02145355}"/>
          </ac:spMkLst>
        </pc:spChg>
        <pc:spChg chg="add del mod ord">
          <ac:chgData name="Ken Popkin" userId="3c94c39e-c43b-4805-99ab-8da17777f1ac" providerId="ADAL" clId="{E440F346-DC68-4DD4-BA80-8DE6476F8949}" dt="2021-05-29T18:52:05.490" v="40334"/>
          <ac:spMkLst>
            <pc:docMk/>
            <pc:sldMk cId="3450880574" sldId="2146846027"/>
            <ac:spMk id="77" creationId="{068AC341-F760-49C3-BB93-D5AAC548009F}"/>
          </ac:spMkLst>
        </pc:spChg>
        <pc:spChg chg="add mod ord modVis">
          <ac:chgData name="Ken Popkin" userId="3c94c39e-c43b-4805-99ab-8da17777f1ac" providerId="ADAL" clId="{E440F346-DC68-4DD4-BA80-8DE6476F8949}" dt="2021-06-01T21:08:38.139" v="108882"/>
          <ac:spMkLst>
            <pc:docMk/>
            <pc:sldMk cId="3450880574" sldId="2146846027"/>
            <ac:spMk id="77" creationId="{DB8ACF17-6504-4253-865F-061200473E78}"/>
          </ac:spMkLst>
        </pc:spChg>
        <pc:spChg chg="add mod topLvl">
          <ac:chgData name="Ken Popkin" userId="3c94c39e-c43b-4805-99ab-8da17777f1ac" providerId="ADAL" clId="{E440F346-DC68-4DD4-BA80-8DE6476F8949}" dt="2021-06-01T21:19:08.504" v="113748"/>
          <ac:spMkLst>
            <pc:docMk/>
            <pc:sldMk cId="3450880574" sldId="2146846027"/>
            <ac:spMk id="78" creationId="{22850A1D-4E21-473E-9917-9D787409A10C}"/>
          </ac:spMkLst>
        </pc:spChg>
        <pc:spChg chg="add mod modVis">
          <ac:chgData name="Ken Popkin" userId="3c94c39e-c43b-4805-99ab-8da17777f1ac" providerId="ADAL" clId="{E440F346-DC68-4DD4-BA80-8DE6476F8949}" dt="2021-06-01T21:19:08.505" v="113750"/>
          <ac:spMkLst>
            <pc:docMk/>
            <pc:sldMk cId="3450880574" sldId="2146846027"/>
            <ac:spMk id="79" creationId="{A2FDB8D6-CC56-4D03-BA19-A4F0A459DD0F}"/>
          </ac:spMkLst>
        </pc:spChg>
        <pc:spChg chg="add mod ord modVis">
          <ac:chgData name="Ken Popkin" userId="3c94c39e-c43b-4805-99ab-8da17777f1ac" providerId="ADAL" clId="{E440F346-DC68-4DD4-BA80-8DE6476F8949}" dt="2021-06-01T20:58:47.101" v="104113"/>
          <ac:spMkLst>
            <pc:docMk/>
            <pc:sldMk cId="3450880574" sldId="2146846027"/>
            <ac:spMk id="80" creationId="{EF9EC6FF-DCC4-42AA-B0A3-4619B4599759}"/>
          </ac:spMkLst>
        </pc:spChg>
        <pc:spChg chg="add mod ord modVis">
          <ac:chgData name="Ken Popkin" userId="3c94c39e-c43b-4805-99ab-8da17777f1ac" providerId="ADAL" clId="{E440F346-DC68-4DD4-BA80-8DE6476F8949}" dt="2021-06-01T20:58:47.102" v="104115"/>
          <ac:spMkLst>
            <pc:docMk/>
            <pc:sldMk cId="3450880574" sldId="2146846027"/>
            <ac:spMk id="81" creationId="{93C934D5-32E9-48C9-A01E-A702397FAAF1}"/>
          </ac:spMkLst>
        </pc:spChg>
        <pc:spChg chg="add mod ord modVis">
          <ac:chgData name="Ken Popkin" userId="3c94c39e-c43b-4805-99ab-8da17777f1ac" providerId="ADAL" clId="{E440F346-DC68-4DD4-BA80-8DE6476F8949}" dt="2021-06-01T20:58:47.102" v="104117"/>
          <ac:spMkLst>
            <pc:docMk/>
            <pc:sldMk cId="3450880574" sldId="2146846027"/>
            <ac:spMk id="82" creationId="{EF9FF2F0-18F6-47F6-9728-9B80A58777F4}"/>
          </ac:spMkLst>
        </pc:spChg>
        <pc:spChg chg="add mod ord modVis">
          <ac:chgData name="Ken Popkin" userId="3c94c39e-c43b-4805-99ab-8da17777f1ac" providerId="ADAL" clId="{E440F346-DC68-4DD4-BA80-8DE6476F8949}" dt="2021-06-01T20:58:47.102" v="104119"/>
          <ac:spMkLst>
            <pc:docMk/>
            <pc:sldMk cId="3450880574" sldId="2146846027"/>
            <ac:spMk id="83" creationId="{52E8CCC0-7C52-456F-B771-6475F1E062EF}"/>
          </ac:spMkLst>
        </pc:spChg>
        <pc:spChg chg="add mod ord modVis">
          <ac:chgData name="Ken Popkin" userId="3c94c39e-c43b-4805-99ab-8da17777f1ac" providerId="ADAL" clId="{E440F346-DC68-4DD4-BA80-8DE6476F8949}" dt="2021-06-01T20:58:47.103" v="104121"/>
          <ac:spMkLst>
            <pc:docMk/>
            <pc:sldMk cId="3450880574" sldId="2146846027"/>
            <ac:spMk id="84" creationId="{D9EDBC72-7ACE-4347-937F-A01F1C18DD36}"/>
          </ac:spMkLst>
        </pc:spChg>
        <pc:spChg chg="add mod ord topLvl">
          <ac:chgData name="Ken Popkin" userId="3c94c39e-c43b-4805-99ab-8da17777f1ac" providerId="ADAL" clId="{E440F346-DC68-4DD4-BA80-8DE6476F8949}" dt="2021-06-01T21:19:08.509" v="113754"/>
          <ac:spMkLst>
            <pc:docMk/>
            <pc:sldMk cId="3450880574" sldId="2146846027"/>
            <ac:spMk id="85" creationId="{B5ACDF37-DCCA-4578-8BFE-F654F0B522EA}"/>
          </ac:spMkLst>
        </pc:spChg>
        <pc:spChg chg="add mod topLvl">
          <ac:chgData name="Ken Popkin" userId="3c94c39e-c43b-4805-99ab-8da17777f1ac" providerId="ADAL" clId="{E440F346-DC68-4DD4-BA80-8DE6476F8949}" dt="2021-06-01T21:19:08.510" v="113756"/>
          <ac:spMkLst>
            <pc:docMk/>
            <pc:sldMk cId="3450880574" sldId="2146846027"/>
            <ac:spMk id="86" creationId="{55B7C976-FFC7-42FD-903A-01CB1A97BD57}"/>
          </ac:spMkLst>
        </pc:spChg>
        <pc:spChg chg="add mod modVis">
          <ac:chgData name="Ken Popkin" userId="3c94c39e-c43b-4805-99ab-8da17777f1ac" providerId="ADAL" clId="{E440F346-DC68-4DD4-BA80-8DE6476F8949}" dt="2021-06-01T21:19:08.511" v="113758"/>
          <ac:spMkLst>
            <pc:docMk/>
            <pc:sldMk cId="3450880574" sldId="2146846027"/>
            <ac:spMk id="87" creationId="{F86818D3-1B59-47CF-8DCE-E332B1C3E9C1}"/>
          </ac:spMkLst>
        </pc:spChg>
        <pc:spChg chg="add mod ord modVis">
          <ac:chgData name="Ken Popkin" userId="3c94c39e-c43b-4805-99ab-8da17777f1ac" providerId="ADAL" clId="{E440F346-DC68-4DD4-BA80-8DE6476F8949}" dt="2021-06-01T20:58:47.103" v="104123"/>
          <ac:spMkLst>
            <pc:docMk/>
            <pc:sldMk cId="3450880574" sldId="2146846027"/>
            <ac:spMk id="88" creationId="{E0C93D6D-149C-4407-989A-A4540E373200}"/>
          </ac:spMkLst>
        </pc:spChg>
        <pc:spChg chg="add mod ord modVis">
          <ac:chgData name="Ken Popkin" userId="3c94c39e-c43b-4805-99ab-8da17777f1ac" providerId="ADAL" clId="{E440F346-DC68-4DD4-BA80-8DE6476F8949}" dt="2021-06-01T20:58:47.104" v="104125"/>
          <ac:spMkLst>
            <pc:docMk/>
            <pc:sldMk cId="3450880574" sldId="2146846027"/>
            <ac:spMk id="89" creationId="{04A7651E-7BE4-4A8E-8846-E5668AF35BCB}"/>
          </ac:spMkLst>
        </pc:spChg>
        <pc:spChg chg="add mod ord modVis">
          <ac:chgData name="Ken Popkin" userId="3c94c39e-c43b-4805-99ab-8da17777f1ac" providerId="ADAL" clId="{E440F346-DC68-4DD4-BA80-8DE6476F8949}" dt="2021-06-01T20:58:47.104" v="104127"/>
          <ac:spMkLst>
            <pc:docMk/>
            <pc:sldMk cId="3450880574" sldId="2146846027"/>
            <ac:spMk id="90" creationId="{E5D0316A-ED6F-40FA-96DF-15FEA836E8DD}"/>
          </ac:spMkLst>
        </pc:spChg>
        <pc:spChg chg="add mod ord modVis">
          <ac:chgData name="Ken Popkin" userId="3c94c39e-c43b-4805-99ab-8da17777f1ac" providerId="ADAL" clId="{E440F346-DC68-4DD4-BA80-8DE6476F8949}" dt="2021-06-01T20:58:47.104" v="104129"/>
          <ac:spMkLst>
            <pc:docMk/>
            <pc:sldMk cId="3450880574" sldId="2146846027"/>
            <ac:spMk id="91" creationId="{74091911-A287-4273-9C82-A0DA4303F30B}"/>
          </ac:spMkLst>
        </pc:spChg>
        <pc:spChg chg="add mod ord modVis">
          <ac:chgData name="Ken Popkin" userId="3c94c39e-c43b-4805-99ab-8da17777f1ac" providerId="ADAL" clId="{E440F346-DC68-4DD4-BA80-8DE6476F8949}" dt="2021-06-01T20:58:47.104" v="104131"/>
          <ac:spMkLst>
            <pc:docMk/>
            <pc:sldMk cId="3450880574" sldId="2146846027"/>
            <ac:spMk id="92" creationId="{BE5D1876-9825-42E8-AE69-35968626A574}"/>
          </ac:spMkLst>
        </pc:spChg>
        <pc:spChg chg="add mod ord topLvl">
          <ac:chgData name="Ken Popkin" userId="3c94c39e-c43b-4805-99ab-8da17777f1ac" providerId="ADAL" clId="{E440F346-DC68-4DD4-BA80-8DE6476F8949}" dt="2021-06-01T21:19:08.515" v="113762"/>
          <ac:spMkLst>
            <pc:docMk/>
            <pc:sldMk cId="3450880574" sldId="2146846027"/>
            <ac:spMk id="93" creationId="{B17CD555-D709-4B67-90DF-66B375BE38BE}"/>
          </ac:spMkLst>
        </pc:spChg>
        <pc:spChg chg="add mod topLvl">
          <ac:chgData name="Ken Popkin" userId="3c94c39e-c43b-4805-99ab-8da17777f1ac" providerId="ADAL" clId="{E440F346-DC68-4DD4-BA80-8DE6476F8949}" dt="2021-06-01T21:19:08.522" v="113773"/>
          <ac:spMkLst>
            <pc:docMk/>
            <pc:sldMk cId="3450880574" sldId="2146846027"/>
            <ac:spMk id="94" creationId="{585E4A16-B9EE-45FB-B9E0-F7A737F12B08}"/>
          </ac:spMkLst>
        </pc:spChg>
        <pc:spChg chg="add mod modVis">
          <ac:chgData name="Ken Popkin" userId="3c94c39e-c43b-4805-99ab-8da17777f1ac" providerId="ADAL" clId="{E440F346-DC68-4DD4-BA80-8DE6476F8949}" dt="2021-06-01T21:19:08.524" v="113775"/>
          <ac:spMkLst>
            <pc:docMk/>
            <pc:sldMk cId="3450880574" sldId="2146846027"/>
            <ac:spMk id="95" creationId="{29B09DD1-2CC4-4192-98B3-D1A6EF366529}"/>
          </ac:spMkLst>
        </pc:spChg>
        <pc:spChg chg="add mod ord modVis">
          <ac:chgData name="Ken Popkin" userId="3c94c39e-c43b-4805-99ab-8da17777f1ac" providerId="ADAL" clId="{E440F346-DC68-4DD4-BA80-8DE6476F8949}" dt="2021-06-01T20:58:47.104" v="104133"/>
          <ac:spMkLst>
            <pc:docMk/>
            <pc:sldMk cId="3450880574" sldId="2146846027"/>
            <ac:spMk id="96" creationId="{00EA2A75-FE32-46AB-AA34-35D427EF96DA}"/>
          </ac:spMkLst>
        </pc:spChg>
        <pc:spChg chg="add mod ord modVis">
          <ac:chgData name="Ken Popkin" userId="3c94c39e-c43b-4805-99ab-8da17777f1ac" providerId="ADAL" clId="{E440F346-DC68-4DD4-BA80-8DE6476F8949}" dt="2021-06-01T20:58:47.105" v="104135"/>
          <ac:spMkLst>
            <pc:docMk/>
            <pc:sldMk cId="3450880574" sldId="2146846027"/>
            <ac:spMk id="97" creationId="{105174C3-7801-41AD-B322-855DB63F4C15}"/>
          </ac:spMkLst>
        </pc:spChg>
        <pc:spChg chg="add mod ord modVis">
          <ac:chgData name="Ken Popkin" userId="3c94c39e-c43b-4805-99ab-8da17777f1ac" providerId="ADAL" clId="{E440F346-DC68-4DD4-BA80-8DE6476F8949}" dt="2021-06-01T20:58:47.105" v="104137"/>
          <ac:spMkLst>
            <pc:docMk/>
            <pc:sldMk cId="3450880574" sldId="2146846027"/>
            <ac:spMk id="98" creationId="{2C1DED90-28E2-4754-9F17-4694D4F0A836}"/>
          </ac:spMkLst>
        </pc:spChg>
        <pc:spChg chg="add mod ord modVis">
          <ac:chgData name="Ken Popkin" userId="3c94c39e-c43b-4805-99ab-8da17777f1ac" providerId="ADAL" clId="{E440F346-DC68-4DD4-BA80-8DE6476F8949}" dt="2021-06-01T20:58:47.105" v="104139"/>
          <ac:spMkLst>
            <pc:docMk/>
            <pc:sldMk cId="3450880574" sldId="2146846027"/>
            <ac:spMk id="99" creationId="{0B640D9A-0F49-48CF-8F7B-A1E796BCF541}"/>
          </ac:spMkLst>
        </pc:spChg>
        <pc:spChg chg="add mod ord modVis">
          <ac:chgData name="Ken Popkin" userId="3c94c39e-c43b-4805-99ab-8da17777f1ac" providerId="ADAL" clId="{E440F346-DC68-4DD4-BA80-8DE6476F8949}" dt="2021-06-01T21:00:42.702" v="104512"/>
          <ac:spMkLst>
            <pc:docMk/>
            <pc:sldMk cId="3450880574" sldId="2146846027"/>
            <ac:spMk id="100" creationId="{494397E7-FC5D-43A4-A7C2-D4FBE8E3AAC4}"/>
          </ac:spMkLst>
        </pc:spChg>
        <pc:spChg chg="add mod ord topLvl">
          <ac:chgData name="Ken Popkin" userId="3c94c39e-c43b-4805-99ab-8da17777f1ac" providerId="ADAL" clId="{E440F346-DC68-4DD4-BA80-8DE6476F8949}" dt="2021-06-01T21:19:08.527" v="113779"/>
          <ac:spMkLst>
            <pc:docMk/>
            <pc:sldMk cId="3450880574" sldId="2146846027"/>
            <ac:spMk id="101" creationId="{5E717654-2D3F-40AA-A9FC-EAD4103260C5}"/>
          </ac:spMkLst>
        </pc:spChg>
        <pc:spChg chg="add del mod">
          <ac:chgData name="Ken Popkin" userId="3c94c39e-c43b-4805-99ab-8da17777f1ac" providerId="ADAL" clId="{E440F346-DC68-4DD4-BA80-8DE6476F8949}" dt="2021-05-29T18:52:10.220" v="40344" actId="478"/>
          <ac:spMkLst>
            <pc:docMk/>
            <pc:sldMk cId="3450880574" sldId="2146846027"/>
            <ac:spMk id="102" creationId="{B287C60B-B9DE-4CCD-9EBD-05AA2C1C597A}"/>
          </ac:spMkLst>
        </pc:spChg>
        <pc:spChg chg="add del mod modVis">
          <ac:chgData name="Ken Popkin" userId="3c94c39e-c43b-4805-99ab-8da17777f1ac" providerId="ADAL" clId="{E440F346-DC68-4DD4-BA80-8DE6476F8949}" dt="2021-05-29T18:52:12.067" v="40608"/>
          <ac:spMkLst>
            <pc:docMk/>
            <pc:sldMk cId="3450880574" sldId="2146846027"/>
            <ac:spMk id="103" creationId="{1AF909E8-7B2F-497C-A9E8-FC1798C733E6}"/>
          </ac:spMkLst>
        </pc:spChg>
        <pc:spChg chg="add del mod ord modVis">
          <ac:chgData name="Ken Popkin" userId="3c94c39e-c43b-4805-99ab-8da17777f1ac" providerId="ADAL" clId="{E440F346-DC68-4DD4-BA80-8DE6476F8949}" dt="2021-05-29T18:52:12.063" v="40597"/>
          <ac:spMkLst>
            <pc:docMk/>
            <pc:sldMk cId="3450880574" sldId="2146846027"/>
            <ac:spMk id="104" creationId="{D3848AFB-88F5-414B-ABE5-B8C7837D8585}"/>
          </ac:spMkLst>
        </pc:spChg>
        <pc:spChg chg="add del mod ord modVis">
          <ac:chgData name="Ken Popkin" userId="3c94c39e-c43b-4805-99ab-8da17777f1ac" providerId="ADAL" clId="{E440F346-DC68-4DD4-BA80-8DE6476F8949}" dt="2021-05-29T18:52:12.064" v="40599"/>
          <ac:spMkLst>
            <pc:docMk/>
            <pc:sldMk cId="3450880574" sldId="2146846027"/>
            <ac:spMk id="105" creationId="{7451ADC0-5F41-4B2F-99B4-726F50A35B6F}"/>
          </ac:spMkLst>
        </pc:spChg>
        <pc:spChg chg="add del mod ord modVis">
          <ac:chgData name="Ken Popkin" userId="3c94c39e-c43b-4805-99ab-8da17777f1ac" providerId="ADAL" clId="{E440F346-DC68-4DD4-BA80-8DE6476F8949}" dt="2021-05-29T18:52:12.064" v="40601"/>
          <ac:spMkLst>
            <pc:docMk/>
            <pc:sldMk cId="3450880574" sldId="2146846027"/>
            <ac:spMk id="106" creationId="{6932279C-379B-4A39-B326-F9111C5968FE}"/>
          </ac:spMkLst>
        </pc:spChg>
        <pc:spChg chg="add del mod ord modVis">
          <ac:chgData name="Ken Popkin" userId="3c94c39e-c43b-4805-99ab-8da17777f1ac" providerId="ADAL" clId="{E440F346-DC68-4DD4-BA80-8DE6476F8949}" dt="2021-05-29T18:52:12.065" v="40603"/>
          <ac:spMkLst>
            <pc:docMk/>
            <pc:sldMk cId="3450880574" sldId="2146846027"/>
            <ac:spMk id="107" creationId="{DDEAAE16-389C-420E-BC65-DD6B9CF64A0C}"/>
          </ac:spMkLst>
        </pc:spChg>
        <pc:spChg chg="add del mod ord modVis">
          <ac:chgData name="Ken Popkin" userId="3c94c39e-c43b-4805-99ab-8da17777f1ac" providerId="ADAL" clId="{E440F346-DC68-4DD4-BA80-8DE6476F8949}" dt="2021-05-29T18:52:12.065" v="40605"/>
          <ac:spMkLst>
            <pc:docMk/>
            <pc:sldMk cId="3450880574" sldId="2146846027"/>
            <ac:spMk id="108" creationId="{6B363FF2-367D-4151-9920-4284D9B101EA}"/>
          </ac:spMkLst>
        </pc:spChg>
        <pc:spChg chg="add del mod ord">
          <ac:chgData name="Ken Popkin" userId="3c94c39e-c43b-4805-99ab-8da17777f1ac" providerId="ADAL" clId="{E440F346-DC68-4DD4-BA80-8DE6476F8949}" dt="2021-05-29T18:52:12.067" v="40607"/>
          <ac:spMkLst>
            <pc:docMk/>
            <pc:sldMk cId="3450880574" sldId="2146846027"/>
            <ac:spMk id="109" creationId="{D4EBB8B7-6C13-4D85-85C1-FA7A6F6FCBF3}"/>
          </ac:spMkLst>
        </pc:spChg>
        <pc:spChg chg="add mod topLvl">
          <ac:chgData name="Ken Popkin" userId="3c94c39e-c43b-4805-99ab-8da17777f1ac" providerId="ADAL" clId="{E440F346-DC68-4DD4-BA80-8DE6476F8949}" dt="2021-06-01T21:19:08.528" v="113781"/>
          <ac:spMkLst>
            <pc:docMk/>
            <pc:sldMk cId="3450880574" sldId="2146846027"/>
            <ac:spMk id="110" creationId="{B4FA49B2-B40D-48E5-A606-1BB6E1173656}"/>
          </ac:spMkLst>
        </pc:spChg>
        <pc:spChg chg="add mod modVis">
          <ac:chgData name="Ken Popkin" userId="3c94c39e-c43b-4805-99ab-8da17777f1ac" providerId="ADAL" clId="{E440F346-DC68-4DD4-BA80-8DE6476F8949}" dt="2021-06-01T21:19:08.530" v="113783"/>
          <ac:spMkLst>
            <pc:docMk/>
            <pc:sldMk cId="3450880574" sldId="2146846027"/>
            <ac:spMk id="111" creationId="{67C12356-7522-4BA7-BB7D-D48FA0649771}"/>
          </ac:spMkLst>
        </pc:spChg>
        <pc:spChg chg="add mod ord modVis">
          <ac:chgData name="Ken Popkin" userId="3c94c39e-c43b-4805-99ab-8da17777f1ac" providerId="ADAL" clId="{E440F346-DC68-4DD4-BA80-8DE6476F8949}" dt="2021-06-01T20:58:47.106" v="104143"/>
          <ac:spMkLst>
            <pc:docMk/>
            <pc:sldMk cId="3450880574" sldId="2146846027"/>
            <ac:spMk id="112" creationId="{6D1B177A-BFAA-4DEB-9821-875AFA73975B}"/>
          </ac:spMkLst>
        </pc:spChg>
        <pc:spChg chg="add mod ord modVis">
          <ac:chgData name="Ken Popkin" userId="3c94c39e-c43b-4805-99ab-8da17777f1ac" providerId="ADAL" clId="{E440F346-DC68-4DD4-BA80-8DE6476F8949}" dt="2021-06-01T20:58:47.107" v="104145"/>
          <ac:spMkLst>
            <pc:docMk/>
            <pc:sldMk cId="3450880574" sldId="2146846027"/>
            <ac:spMk id="113" creationId="{ECFDB84B-B7B3-48E2-96FD-2D47E2E45BA9}"/>
          </ac:spMkLst>
        </pc:spChg>
        <pc:spChg chg="add mod ord modVis">
          <ac:chgData name="Ken Popkin" userId="3c94c39e-c43b-4805-99ab-8da17777f1ac" providerId="ADAL" clId="{E440F346-DC68-4DD4-BA80-8DE6476F8949}" dt="2021-06-01T20:58:47.107" v="104147"/>
          <ac:spMkLst>
            <pc:docMk/>
            <pc:sldMk cId="3450880574" sldId="2146846027"/>
            <ac:spMk id="114" creationId="{43DEB5BD-98C4-420D-A4F4-43A2F8DFBB13}"/>
          </ac:spMkLst>
        </pc:spChg>
        <pc:spChg chg="add mod ord modVis">
          <ac:chgData name="Ken Popkin" userId="3c94c39e-c43b-4805-99ab-8da17777f1ac" providerId="ADAL" clId="{E440F346-DC68-4DD4-BA80-8DE6476F8949}" dt="2021-06-01T20:58:47.107" v="104149"/>
          <ac:spMkLst>
            <pc:docMk/>
            <pc:sldMk cId="3450880574" sldId="2146846027"/>
            <ac:spMk id="115" creationId="{D517DB16-3BF5-451F-B98F-38B247399CD5}"/>
          </ac:spMkLst>
        </pc:spChg>
        <pc:spChg chg="add mod ord modVis">
          <ac:chgData name="Ken Popkin" userId="3c94c39e-c43b-4805-99ab-8da17777f1ac" providerId="ADAL" clId="{E440F346-DC68-4DD4-BA80-8DE6476F8949}" dt="2021-06-01T20:58:47.107" v="104151"/>
          <ac:spMkLst>
            <pc:docMk/>
            <pc:sldMk cId="3450880574" sldId="2146846027"/>
            <ac:spMk id="116" creationId="{1C090B0F-1E03-4665-9EA6-61B9C85D09EA}"/>
          </ac:spMkLst>
        </pc:spChg>
        <pc:spChg chg="add mod ord topLvl">
          <ac:chgData name="Ken Popkin" userId="3c94c39e-c43b-4805-99ab-8da17777f1ac" providerId="ADAL" clId="{E440F346-DC68-4DD4-BA80-8DE6476F8949}" dt="2021-06-01T21:19:08.534" v="113787"/>
          <ac:spMkLst>
            <pc:docMk/>
            <pc:sldMk cId="3450880574" sldId="2146846027"/>
            <ac:spMk id="117" creationId="{9952DEB3-6597-4362-91BC-B1EE62BA8A96}"/>
          </ac:spMkLst>
        </pc:spChg>
        <pc:spChg chg="add mod topLvl">
          <ac:chgData name="Ken Popkin" userId="3c94c39e-c43b-4805-99ab-8da17777f1ac" providerId="ADAL" clId="{E440F346-DC68-4DD4-BA80-8DE6476F8949}" dt="2021-06-01T21:19:08.535" v="113789"/>
          <ac:spMkLst>
            <pc:docMk/>
            <pc:sldMk cId="3450880574" sldId="2146846027"/>
            <ac:spMk id="118" creationId="{6207AD63-FB89-4C30-9674-C41101CAFA8A}"/>
          </ac:spMkLst>
        </pc:spChg>
        <pc:spChg chg="add mod modVis">
          <ac:chgData name="Ken Popkin" userId="3c94c39e-c43b-4805-99ab-8da17777f1ac" providerId="ADAL" clId="{E440F346-DC68-4DD4-BA80-8DE6476F8949}" dt="2021-06-01T21:19:08.536" v="113791"/>
          <ac:spMkLst>
            <pc:docMk/>
            <pc:sldMk cId="3450880574" sldId="2146846027"/>
            <ac:spMk id="119" creationId="{C9B86812-A10F-4243-9F92-4052F414F356}"/>
          </ac:spMkLst>
        </pc:spChg>
        <pc:spChg chg="add mod ord modVis">
          <ac:chgData name="Ken Popkin" userId="3c94c39e-c43b-4805-99ab-8da17777f1ac" providerId="ADAL" clId="{E440F346-DC68-4DD4-BA80-8DE6476F8949}" dt="2021-06-01T20:58:47.107" v="104153"/>
          <ac:spMkLst>
            <pc:docMk/>
            <pc:sldMk cId="3450880574" sldId="2146846027"/>
            <ac:spMk id="120" creationId="{95B561F5-B7AC-4CB4-A9FB-3CFC6749D586}"/>
          </ac:spMkLst>
        </pc:spChg>
        <pc:spChg chg="add mod ord modVis">
          <ac:chgData name="Ken Popkin" userId="3c94c39e-c43b-4805-99ab-8da17777f1ac" providerId="ADAL" clId="{E440F346-DC68-4DD4-BA80-8DE6476F8949}" dt="2021-06-01T20:58:47.108" v="104155"/>
          <ac:spMkLst>
            <pc:docMk/>
            <pc:sldMk cId="3450880574" sldId="2146846027"/>
            <ac:spMk id="121" creationId="{573A514A-9B2B-42B4-85E5-1C9FAACFB633}"/>
          </ac:spMkLst>
        </pc:spChg>
        <pc:spChg chg="add mod ord modVis">
          <ac:chgData name="Ken Popkin" userId="3c94c39e-c43b-4805-99ab-8da17777f1ac" providerId="ADAL" clId="{E440F346-DC68-4DD4-BA80-8DE6476F8949}" dt="2021-06-01T20:58:47.108" v="104157"/>
          <ac:spMkLst>
            <pc:docMk/>
            <pc:sldMk cId="3450880574" sldId="2146846027"/>
            <ac:spMk id="122" creationId="{DF099DB5-CEDB-482E-891F-293C52AF66BE}"/>
          </ac:spMkLst>
        </pc:spChg>
        <pc:spChg chg="add mod ord modVis">
          <ac:chgData name="Ken Popkin" userId="3c94c39e-c43b-4805-99ab-8da17777f1ac" providerId="ADAL" clId="{E440F346-DC68-4DD4-BA80-8DE6476F8949}" dt="2021-06-01T20:58:47.108" v="104159"/>
          <ac:spMkLst>
            <pc:docMk/>
            <pc:sldMk cId="3450880574" sldId="2146846027"/>
            <ac:spMk id="123" creationId="{F52A00B5-1A52-4077-ABE7-96CC5DA4BD21}"/>
          </ac:spMkLst>
        </pc:spChg>
        <pc:spChg chg="add mod ord modVis">
          <ac:chgData name="Ken Popkin" userId="3c94c39e-c43b-4805-99ab-8da17777f1ac" providerId="ADAL" clId="{E440F346-DC68-4DD4-BA80-8DE6476F8949}" dt="2021-06-01T20:58:47.109" v="104161"/>
          <ac:spMkLst>
            <pc:docMk/>
            <pc:sldMk cId="3450880574" sldId="2146846027"/>
            <ac:spMk id="124" creationId="{468344AA-4A57-4F6F-AFDE-1345B79CD54F}"/>
          </ac:spMkLst>
        </pc:spChg>
        <pc:spChg chg="add mod ord topLvl">
          <ac:chgData name="Ken Popkin" userId="3c94c39e-c43b-4805-99ab-8da17777f1ac" providerId="ADAL" clId="{E440F346-DC68-4DD4-BA80-8DE6476F8949}" dt="2021-06-01T21:19:08.541" v="113795"/>
          <ac:spMkLst>
            <pc:docMk/>
            <pc:sldMk cId="3450880574" sldId="2146846027"/>
            <ac:spMk id="125" creationId="{1C719034-9AD5-4225-90B4-346AB74E4F30}"/>
          </ac:spMkLst>
        </pc:spChg>
        <pc:spChg chg="add mod topLvl">
          <ac:chgData name="Ken Popkin" userId="3c94c39e-c43b-4805-99ab-8da17777f1ac" providerId="ADAL" clId="{E440F346-DC68-4DD4-BA80-8DE6476F8949}" dt="2021-06-01T21:19:08.548" v="113806"/>
          <ac:spMkLst>
            <pc:docMk/>
            <pc:sldMk cId="3450880574" sldId="2146846027"/>
            <ac:spMk id="126" creationId="{9388E85B-D5FD-4A5F-AB16-DCEC055FCEB7}"/>
          </ac:spMkLst>
        </pc:spChg>
        <pc:spChg chg="add mod modVis">
          <ac:chgData name="Ken Popkin" userId="3c94c39e-c43b-4805-99ab-8da17777f1ac" providerId="ADAL" clId="{E440F346-DC68-4DD4-BA80-8DE6476F8949}" dt="2021-06-01T21:19:08.551" v="113808"/>
          <ac:spMkLst>
            <pc:docMk/>
            <pc:sldMk cId="3450880574" sldId="2146846027"/>
            <ac:spMk id="127" creationId="{17043A0B-4831-4E97-8BC6-9BD324CE80B6}"/>
          </ac:spMkLst>
        </pc:spChg>
        <pc:spChg chg="add mod ord modVis">
          <ac:chgData name="Ken Popkin" userId="3c94c39e-c43b-4805-99ab-8da17777f1ac" providerId="ADAL" clId="{E440F346-DC68-4DD4-BA80-8DE6476F8949}" dt="2021-06-01T20:58:47.109" v="104163"/>
          <ac:spMkLst>
            <pc:docMk/>
            <pc:sldMk cId="3450880574" sldId="2146846027"/>
            <ac:spMk id="128" creationId="{213A1A47-EAA8-4690-BF11-7B4B60949079}"/>
          </ac:spMkLst>
        </pc:spChg>
        <pc:spChg chg="add mod ord modVis">
          <ac:chgData name="Ken Popkin" userId="3c94c39e-c43b-4805-99ab-8da17777f1ac" providerId="ADAL" clId="{E440F346-DC68-4DD4-BA80-8DE6476F8949}" dt="2021-06-01T20:58:47.110" v="104165"/>
          <ac:spMkLst>
            <pc:docMk/>
            <pc:sldMk cId="3450880574" sldId="2146846027"/>
            <ac:spMk id="129" creationId="{C5145007-1A1F-4E49-AF5D-3FD5D69E0B71}"/>
          </ac:spMkLst>
        </pc:spChg>
        <pc:spChg chg="add mod ord modVis">
          <ac:chgData name="Ken Popkin" userId="3c94c39e-c43b-4805-99ab-8da17777f1ac" providerId="ADAL" clId="{E440F346-DC68-4DD4-BA80-8DE6476F8949}" dt="2021-06-01T20:58:47.110" v="104167"/>
          <ac:spMkLst>
            <pc:docMk/>
            <pc:sldMk cId="3450880574" sldId="2146846027"/>
            <ac:spMk id="130" creationId="{D931D51C-2682-43B4-9B81-00B751BBCD94}"/>
          </ac:spMkLst>
        </pc:spChg>
        <pc:spChg chg="add mod ord modVis">
          <ac:chgData name="Ken Popkin" userId="3c94c39e-c43b-4805-99ab-8da17777f1ac" providerId="ADAL" clId="{E440F346-DC68-4DD4-BA80-8DE6476F8949}" dt="2021-06-01T20:58:47.110" v="104169"/>
          <ac:spMkLst>
            <pc:docMk/>
            <pc:sldMk cId="3450880574" sldId="2146846027"/>
            <ac:spMk id="131" creationId="{87371F4D-2516-4406-9D28-9929027C5772}"/>
          </ac:spMkLst>
        </pc:spChg>
        <pc:spChg chg="add mod ord modVis">
          <ac:chgData name="Ken Popkin" userId="3c94c39e-c43b-4805-99ab-8da17777f1ac" providerId="ADAL" clId="{E440F346-DC68-4DD4-BA80-8DE6476F8949}" dt="2021-06-01T20:58:47.110" v="104171"/>
          <ac:spMkLst>
            <pc:docMk/>
            <pc:sldMk cId="3450880574" sldId="2146846027"/>
            <ac:spMk id="132" creationId="{0067BA98-ACF8-4FFD-B4A6-4DC256FA1FFC}"/>
          </ac:spMkLst>
        </pc:spChg>
        <pc:spChg chg="add mod ord topLvl">
          <ac:chgData name="Ken Popkin" userId="3c94c39e-c43b-4805-99ab-8da17777f1ac" providerId="ADAL" clId="{E440F346-DC68-4DD4-BA80-8DE6476F8949}" dt="2021-06-01T21:19:08.554" v="113812"/>
          <ac:spMkLst>
            <pc:docMk/>
            <pc:sldMk cId="3450880574" sldId="2146846027"/>
            <ac:spMk id="133" creationId="{3F1954EA-C8F4-4AB9-881E-775EA09E63C3}"/>
          </ac:spMkLst>
        </pc:spChg>
        <pc:spChg chg="add del mod">
          <ac:chgData name="Ken Popkin" userId="3c94c39e-c43b-4805-99ab-8da17777f1ac" providerId="ADAL" clId="{E440F346-DC68-4DD4-BA80-8DE6476F8949}" dt="2021-05-29T18:52:30.093" v="40881" actId="478"/>
          <ac:spMkLst>
            <pc:docMk/>
            <pc:sldMk cId="3450880574" sldId="2146846027"/>
            <ac:spMk id="134" creationId="{C454D01A-5CF9-4514-8274-DF16B4CDDF4F}"/>
          </ac:spMkLst>
        </pc:spChg>
        <pc:spChg chg="add del mod modVis">
          <ac:chgData name="Ken Popkin" userId="3c94c39e-c43b-4805-99ab-8da17777f1ac" providerId="ADAL" clId="{E440F346-DC68-4DD4-BA80-8DE6476F8949}" dt="2021-05-29T18:52:31.250" v="41127"/>
          <ac:spMkLst>
            <pc:docMk/>
            <pc:sldMk cId="3450880574" sldId="2146846027"/>
            <ac:spMk id="135" creationId="{B0636022-0631-40FA-A309-29826618A397}"/>
          </ac:spMkLst>
        </pc:spChg>
        <pc:spChg chg="add del mod ord modVis">
          <ac:chgData name="Ken Popkin" userId="3c94c39e-c43b-4805-99ab-8da17777f1ac" providerId="ADAL" clId="{E440F346-DC68-4DD4-BA80-8DE6476F8949}" dt="2021-05-29T18:52:31.246" v="41116"/>
          <ac:spMkLst>
            <pc:docMk/>
            <pc:sldMk cId="3450880574" sldId="2146846027"/>
            <ac:spMk id="136" creationId="{F473B094-9846-475F-8938-4A79A66BD32D}"/>
          </ac:spMkLst>
        </pc:spChg>
        <pc:spChg chg="add del mod ord modVis">
          <ac:chgData name="Ken Popkin" userId="3c94c39e-c43b-4805-99ab-8da17777f1ac" providerId="ADAL" clId="{E440F346-DC68-4DD4-BA80-8DE6476F8949}" dt="2021-05-29T18:52:31.247" v="41118"/>
          <ac:spMkLst>
            <pc:docMk/>
            <pc:sldMk cId="3450880574" sldId="2146846027"/>
            <ac:spMk id="137" creationId="{02970D0E-C1D8-42C6-8D4D-CB4380B96A7B}"/>
          </ac:spMkLst>
        </pc:spChg>
        <pc:spChg chg="add del mod ord modVis">
          <ac:chgData name="Ken Popkin" userId="3c94c39e-c43b-4805-99ab-8da17777f1ac" providerId="ADAL" clId="{E440F346-DC68-4DD4-BA80-8DE6476F8949}" dt="2021-05-29T18:52:31.247" v="41120"/>
          <ac:spMkLst>
            <pc:docMk/>
            <pc:sldMk cId="3450880574" sldId="2146846027"/>
            <ac:spMk id="138" creationId="{B09FDAD2-8EEC-4AE7-B681-840545BF8444}"/>
          </ac:spMkLst>
        </pc:spChg>
        <pc:spChg chg="add del mod ord modVis">
          <ac:chgData name="Ken Popkin" userId="3c94c39e-c43b-4805-99ab-8da17777f1ac" providerId="ADAL" clId="{E440F346-DC68-4DD4-BA80-8DE6476F8949}" dt="2021-05-29T18:52:31.248" v="41122"/>
          <ac:spMkLst>
            <pc:docMk/>
            <pc:sldMk cId="3450880574" sldId="2146846027"/>
            <ac:spMk id="139" creationId="{4365CDF6-3732-4C35-9370-75918237CFAE}"/>
          </ac:spMkLst>
        </pc:spChg>
        <pc:spChg chg="add del mod ord modVis">
          <ac:chgData name="Ken Popkin" userId="3c94c39e-c43b-4805-99ab-8da17777f1ac" providerId="ADAL" clId="{E440F346-DC68-4DD4-BA80-8DE6476F8949}" dt="2021-05-29T18:52:31.249" v="41124"/>
          <ac:spMkLst>
            <pc:docMk/>
            <pc:sldMk cId="3450880574" sldId="2146846027"/>
            <ac:spMk id="140" creationId="{CB82A241-D3E0-42B8-B77A-5D50329B7E46}"/>
          </ac:spMkLst>
        </pc:spChg>
        <pc:spChg chg="add del mod ord">
          <ac:chgData name="Ken Popkin" userId="3c94c39e-c43b-4805-99ab-8da17777f1ac" providerId="ADAL" clId="{E440F346-DC68-4DD4-BA80-8DE6476F8949}" dt="2021-05-29T18:52:31.249" v="41126"/>
          <ac:spMkLst>
            <pc:docMk/>
            <pc:sldMk cId="3450880574" sldId="2146846027"/>
            <ac:spMk id="141" creationId="{EA5103A7-4195-43F1-ADDF-BC9F3F1956C6}"/>
          </ac:spMkLst>
        </pc:spChg>
        <pc:spChg chg="add mod topLvl">
          <ac:chgData name="Ken Popkin" userId="3c94c39e-c43b-4805-99ab-8da17777f1ac" providerId="ADAL" clId="{E440F346-DC68-4DD4-BA80-8DE6476F8949}" dt="2021-06-01T21:19:08.555" v="113814"/>
          <ac:spMkLst>
            <pc:docMk/>
            <pc:sldMk cId="3450880574" sldId="2146846027"/>
            <ac:spMk id="142" creationId="{C19C7D2E-D89A-40C7-BBCE-B8475A734549}"/>
          </ac:spMkLst>
        </pc:spChg>
        <pc:spChg chg="add mod modVis">
          <ac:chgData name="Ken Popkin" userId="3c94c39e-c43b-4805-99ab-8da17777f1ac" providerId="ADAL" clId="{E440F346-DC68-4DD4-BA80-8DE6476F8949}" dt="2021-06-01T21:19:08.558" v="113816"/>
          <ac:spMkLst>
            <pc:docMk/>
            <pc:sldMk cId="3450880574" sldId="2146846027"/>
            <ac:spMk id="143" creationId="{BAC940CF-C114-4DD8-8AAC-4764C17CB5E5}"/>
          </ac:spMkLst>
        </pc:spChg>
        <pc:spChg chg="add mod ord modVis">
          <ac:chgData name="Ken Popkin" userId="3c94c39e-c43b-4805-99ab-8da17777f1ac" providerId="ADAL" clId="{E440F346-DC68-4DD4-BA80-8DE6476F8949}" dt="2021-06-01T20:58:47.110" v="104173"/>
          <ac:spMkLst>
            <pc:docMk/>
            <pc:sldMk cId="3450880574" sldId="2146846027"/>
            <ac:spMk id="144" creationId="{7789E20C-DF61-40CF-8AFE-5D5461284C4F}"/>
          </ac:spMkLst>
        </pc:spChg>
        <pc:spChg chg="add mod ord modVis">
          <ac:chgData name="Ken Popkin" userId="3c94c39e-c43b-4805-99ab-8da17777f1ac" providerId="ADAL" clId="{E440F346-DC68-4DD4-BA80-8DE6476F8949}" dt="2021-06-01T20:58:47.111" v="104175"/>
          <ac:spMkLst>
            <pc:docMk/>
            <pc:sldMk cId="3450880574" sldId="2146846027"/>
            <ac:spMk id="145" creationId="{CCC3F928-52FC-4869-B747-1EB7760F2096}"/>
          </ac:spMkLst>
        </pc:spChg>
        <pc:spChg chg="add mod ord modVis">
          <ac:chgData name="Ken Popkin" userId="3c94c39e-c43b-4805-99ab-8da17777f1ac" providerId="ADAL" clId="{E440F346-DC68-4DD4-BA80-8DE6476F8949}" dt="2021-06-01T20:58:47.111" v="104177"/>
          <ac:spMkLst>
            <pc:docMk/>
            <pc:sldMk cId="3450880574" sldId="2146846027"/>
            <ac:spMk id="146" creationId="{C6CC9D0A-407B-4E77-8977-B6DBF49BF438}"/>
          </ac:spMkLst>
        </pc:spChg>
        <pc:spChg chg="add mod ord modVis">
          <ac:chgData name="Ken Popkin" userId="3c94c39e-c43b-4805-99ab-8da17777f1ac" providerId="ADAL" clId="{E440F346-DC68-4DD4-BA80-8DE6476F8949}" dt="2021-06-01T20:58:47.111" v="104179"/>
          <ac:spMkLst>
            <pc:docMk/>
            <pc:sldMk cId="3450880574" sldId="2146846027"/>
            <ac:spMk id="147" creationId="{E5C33BF5-2FC4-4C70-A302-69A695D00E95}"/>
          </ac:spMkLst>
        </pc:spChg>
        <pc:spChg chg="add mod ord modVis">
          <ac:chgData name="Ken Popkin" userId="3c94c39e-c43b-4805-99ab-8da17777f1ac" providerId="ADAL" clId="{E440F346-DC68-4DD4-BA80-8DE6476F8949}" dt="2021-06-01T20:58:47.111" v="104181"/>
          <ac:spMkLst>
            <pc:docMk/>
            <pc:sldMk cId="3450880574" sldId="2146846027"/>
            <ac:spMk id="148" creationId="{A4D982D6-56B7-438D-BA91-C406006CAC42}"/>
          </ac:spMkLst>
        </pc:spChg>
        <pc:spChg chg="add mod ord topLvl">
          <ac:chgData name="Ken Popkin" userId="3c94c39e-c43b-4805-99ab-8da17777f1ac" providerId="ADAL" clId="{E440F346-DC68-4DD4-BA80-8DE6476F8949}" dt="2021-06-01T21:19:08.562" v="113820"/>
          <ac:spMkLst>
            <pc:docMk/>
            <pc:sldMk cId="3450880574" sldId="2146846027"/>
            <ac:spMk id="149" creationId="{8032F3F7-7BC8-4EB4-AFB4-023167354140}"/>
          </ac:spMkLst>
        </pc:spChg>
        <pc:spChg chg="add mod topLvl">
          <ac:chgData name="Ken Popkin" userId="3c94c39e-c43b-4805-99ab-8da17777f1ac" providerId="ADAL" clId="{E440F346-DC68-4DD4-BA80-8DE6476F8949}" dt="2021-06-01T21:19:08.564" v="113822"/>
          <ac:spMkLst>
            <pc:docMk/>
            <pc:sldMk cId="3450880574" sldId="2146846027"/>
            <ac:spMk id="150" creationId="{372A92A7-1DCC-490B-A9E9-0FD09F269160}"/>
          </ac:spMkLst>
        </pc:spChg>
        <pc:spChg chg="add mod modVis">
          <ac:chgData name="Ken Popkin" userId="3c94c39e-c43b-4805-99ab-8da17777f1ac" providerId="ADAL" clId="{E440F346-DC68-4DD4-BA80-8DE6476F8949}" dt="2021-06-01T21:19:08.565" v="113824"/>
          <ac:spMkLst>
            <pc:docMk/>
            <pc:sldMk cId="3450880574" sldId="2146846027"/>
            <ac:spMk id="151" creationId="{FFA87F17-5AA1-479F-B232-5A7F02E4FC39}"/>
          </ac:spMkLst>
        </pc:spChg>
        <pc:spChg chg="add mod ord modVis">
          <ac:chgData name="Ken Popkin" userId="3c94c39e-c43b-4805-99ab-8da17777f1ac" providerId="ADAL" clId="{E440F346-DC68-4DD4-BA80-8DE6476F8949}" dt="2021-06-01T20:58:47.112" v="104183"/>
          <ac:spMkLst>
            <pc:docMk/>
            <pc:sldMk cId="3450880574" sldId="2146846027"/>
            <ac:spMk id="152" creationId="{1FC93FF2-EEFD-4358-B3E7-F5F2FAD96CD0}"/>
          </ac:spMkLst>
        </pc:spChg>
        <pc:spChg chg="add mod ord modVis">
          <ac:chgData name="Ken Popkin" userId="3c94c39e-c43b-4805-99ab-8da17777f1ac" providerId="ADAL" clId="{E440F346-DC68-4DD4-BA80-8DE6476F8949}" dt="2021-06-01T20:58:47.112" v="104185"/>
          <ac:spMkLst>
            <pc:docMk/>
            <pc:sldMk cId="3450880574" sldId="2146846027"/>
            <ac:spMk id="153" creationId="{5CFA94F3-1F5C-4C30-8894-916C34EE8F6D}"/>
          </ac:spMkLst>
        </pc:spChg>
        <pc:spChg chg="add mod ord modVis">
          <ac:chgData name="Ken Popkin" userId="3c94c39e-c43b-4805-99ab-8da17777f1ac" providerId="ADAL" clId="{E440F346-DC68-4DD4-BA80-8DE6476F8949}" dt="2021-06-01T20:58:47.112" v="104187"/>
          <ac:spMkLst>
            <pc:docMk/>
            <pc:sldMk cId="3450880574" sldId="2146846027"/>
            <ac:spMk id="154" creationId="{FA4ED7DB-6786-4470-9A24-44BC05C2A6B0}"/>
          </ac:spMkLst>
        </pc:spChg>
        <pc:spChg chg="add mod ord modVis">
          <ac:chgData name="Ken Popkin" userId="3c94c39e-c43b-4805-99ab-8da17777f1ac" providerId="ADAL" clId="{E440F346-DC68-4DD4-BA80-8DE6476F8949}" dt="2021-06-01T20:58:47.113" v="104189"/>
          <ac:spMkLst>
            <pc:docMk/>
            <pc:sldMk cId="3450880574" sldId="2146846027"/>
            <ac:spMk id="155" creationId="{C8B367F1-6609-4B43-A99F-B4D1B8DC8A76}"/>
          </ac:spMkLst>
        </pc:spChg>
        <pc:spChg chg="add mod ord modVis">
          <ac:chgData name="Ken Popkin" userId="3c94c39e-c43b-4805-99ab-8da17777f1ac" providerId="ADAL" clId="{E440F346-DC68-4DD4-BA80-8DE6476F8949}" dt="2021-06-01T20:58:47.113" v="104191"/>
          <ac:spMkLst>
            <pc:docMk/>
            <pc:sldMk cId="3450880574" sldId="2146846027"/>
            <ac:spMk id="156" creationId="{399B42C1-F158-45A8-A358-BA8F7729A868}"/>
          </ac:spMkLst>
        </pc:spChg>
        <pc:spChg chg="add mod ord topLvl">
          <ac:chgData name="Ken Popkin" userId="3c94c39e-c43b-4805-99ab-8da17777f1ac" providerId="ADAL" clId="{E440F346-DC68-4DD4-BA80-8DE6476F8949}" dt="2021-06-01T21:19:08.569" v="113828"/>
          <ac:spMkLst>
            <pc:docMk/>
            <pc:sldMk cId="3450880574" sldId="2146846027"/>
            <ac:spMk id="157" creationId="{2A104588-3140-4B5C-BC8F-A7835C0A20FB}"/>
          </ac:spMkLst>
        </pc:spChg>
        <pc:spChg chg="add mod topLvl">
          <ac:chgData name="Ken Popkin" userId="3c94c39e-c43b-4805-99ab-8da17777f1ac" providerId="ADAL" clId="{E440F346-DC68-4DD4-BA80-8DE6476F8949}" dt="2021-06-01T21:19:08.578" v="113840"/>
          <ac:spMkLst>
            <pc:docMk/>
            <pc:sldMk cId="3450880574" sldId="2146846027"/>
            <ac:spMk id="158" creationId="{8BE93700-BEFA-4E5A-A57E-0C6398FBD9DE}"/>
          </ac:spMkLst>
        </pc:spChg>
        <pc:spChg chg="add mod modVis">
          <ac:chgData name="Ken Popkin" userId="3c94c39e-c43b-4805-99ab-8da17777f1ac" providerId="ADAL" clId="{E440F346-DC68-4DD4-BA80-8DE6476F8949}" dt="2021-06-01T21:19:08.580" v="113842"/>
          <ac:spMkLst>
            <pc:docMk/>
            <pc:sldMk cId="3450880574" sldId="2146846027"/>
            <ac:spMk id="159" creationId="{61E197E3-A2E6-4AA2-BEF4-82C2909576E2}"/>
          </ac:spMkLst>
        </pc:spChg>
        <pc:spChg chg="add mod ord modVis">
          <ac:chgData name="Ken Popkin" userId="3c94c39e-c43b-4805-99ab-8da17777f1ac" providerId="ADAL" clId="{E440F346-DC68-4DD4-BA80-8DE6476F8949}" dt="2021-06-01T20:58:47.113" v="104193"/>
          <ac:spMkLst>
            <pc:docMk/>
            <pc:sldMk cId="3450880574" sldId="2146846027"/>
            <ac:spMk id="160" creationId="{652223B5-0F58-47AB-9121-CAE16E1499CC}"/>
          </ac:spMkLst>
        </pc:spChg>
        <pc:spChg chg="add mod ord modVis">
          <ac:chgData name="Ken Popkin" userId="3c94c39e-c43b-4805-99ab-8da17777f1ac" providerId="ADAL" clId="{E440F346-DC68-4DD4-BA80-8DE6476F8949}" dt="2021-06-01T20:58:47.114" v="104195"/>
          <ac:spMkLst>
            <pc:docMk/>
            <pc:sldMk cId="3450880574" sldId="2146846027"/>
            <ac:spMk id="161" creationId="{C8BCE1CC-6FE2-4050-AB99-2EF36BBB1634}"/>
          </ac:spMkLst>
        </pc:spChg>
        <pc:spChg chg="add mod ord modVis">
          <ac:chgData name="Ken Popkin" userId="3c94c39e-c43b-4805-99ab-8da17777f1ac" providerId="ADAL" clId="{E440F346-DC68-4DD4-BA80-8DE6476F8949}" dt="2021-06-01T20:58:47.114" v="104197"/>
          <ac:spMkLst>
            <pc:docMk/>
            <pc:sldMk cId="3450880574" sldId="2146846027"/>
            <ac:spMk id="162" creationId="{DBD23902-EED2-48EB-9C7E-E2BD75B7E26D}"/>
          </ac:spMkLst>
        </pc:spChg>
        <pc:spChg chg="add mod ord modVis">
          <ac:chgData name="Ken Popkin" userId="3c94c39e-c43b-4805-99ab-8da17777f1ac" providerId="ADAL" clId="{E440F346-DC68-4DD4-BA80-8DE6476F8949}" dt="2021-06-01T20:58:47.115" v="104199"/>
          <ac:spMkLst>
            <pc:docMk/>
            <pc:sldMk cId="3450880574" sldId="2146846027"/>
            <ac:spMk id="163" creationId="{94607CE8-6D19-4893-A604-0F947A4D9F5C}"/>
          </ac:spMkLst>
        </pc:spChg>
        <pc:spChg chg="add mod ord modVis">
          <ac:chgData name="Ken Popkin" userId="3c94c39e-c43b-4805-99ab-8da17777f1ac" providerId="ADAL" clId="{E440F346-DC68-4DD4-BA80-8DE6476F8949}" dt="2021-06-01T20:58:47.115" v="104201"/>
          <ac:spMkLst>
            <pc:docMk/>
            <pc:sldMk cId="3450880574" sldId="2146846027"/>
            <ac:spMk id="164" creationId="{5F1FF3C4-E7F9-40CB-9A93-130B10F193E8}"/>
          </ac:spMkLst>
        </pc:spChg>
        <pc:spChg chg="add mod ord topLvl">
          <ac:chgData name="Ken Popkin" userId="3c94c39e-c43b-4805-99ab-8da17777f1ac" providerId="ADAL" clId="{E440F346-DC68-4DD4-BA80-8DE6476F8949}" dt="2021-06-01T21:19:08.584" v="113846"/>
          <ac:spMkLst>
            <pc:docMk/>
            <pc:sldMk cId="3450880574" sldId="2146846027"/>
            <ac:spMk id="165" creationId="{DD201D1D-4C46-4376-BD7F-737EA5AF8462}"/>
          </ac:spMkLst>
        </pc:spChg>
        <pc:spChg chg="add del mod">
          <ac:chgData name="Ken Popkin" userId="3c94c39e-c43b-4805-99ab-8da17777f1ac" providerId="ADAL" clId="{E440F346-DC68-4DD4-BA80-8DE6476F8949}" dt="2021-05-29T18:52:24.399" v="40617" actId="478"/>
          <ac:spMkLst>
            <pc:docMk/>
            <pc:sldMk cId="3450880574" sldId="2146846027"/>
            <ac:spMk id="166" creationId="{67A4EBB3-0B88-49AA-80F7-470408176167}"/>
          </ac:spMkLst>
        </pc:spChg>
        <pc:spChg chg="add del mod modVis">
          <ac:chgData name="Ken Popkin" userId="3c94c39e-c43b-4805-99ab-8da17777f1ac" providerId="ADAL" clId="{E440F346-DC68-4DD4-BA80-8DE6476F8949}" dt="2021-05-29T18:52:26.138" v="40872"/>
          <ac:spMkLst>
            <pc:docMk/>
            <pc:sldMk cId="3450880574" sldId="2146846027"/>
            <ac:spMk id="167" creationId="{BCC9CE3C-E226-44A7-8E2E-8394A369571D}"/>
          </ac:spMkLst>
        </pc:spChg>
        <pc:spChg chg="add del mod ord modVis">
          <ac:chgData name="Ken Popkin" userId="3c94c39e-c43b-4805-99ab-8da17777f1ac" providerId="ADAL" clId="{E440F346-DC68-4DD4-BA80-8DE6476F8949}" dt="2021-05-29T18:52:26.134" v="40861"/>
          <ac:spMkLst>
            <pc:docMk/>
            <pc:sldMk cId="3450880574" sldId="2146846027"/>
            <ac:spMk id="168" creationId="{F2B4DBB1-B372-4F32-9A3E-79C9B19C170B}"/>
          </ac:spMkLst>
        </pc:spChg>
        <pc:spChg chg="add del mod ord modVis">
          <ac:chgData name="Ken Popkin" userId="3c94c39e-c43b-4805-99ab-8da17777f1ac" providerId="ADAL" clId="{E440F346-DC68-4DD4-BA80-8DE6476F8949}" dt="2021-05-29T18:52:26.135" v="40863"/>
          <ac:spMkLst>
            <pc:docMk/>
            <pc:sldMk cId="3450880574" sldId="2146846027"/>
            <ac:spMk id="169" creationId="{92CBD81D-9C4D-4F94-976E-80ED6337F560}"/>
          </ac:spMkLst>
        </pc:spChg>
        <pc:spChg chg="add del mod ord modVis">
          <ac:chgData name="Ken Popkin" userId="3c94c39e-c43b-4805-99ab-8da17777f1ac" providerId="ADAL" clId="{E440F346-DC68-4DD4-BA80-8DE6476F8949}" dt="2021-05-29T18:52:26.136" v="40865"/>
          <ac:spMkLst>
            <pc:docMk/>
            <pc:sldMk cId="3450880574" sldId="2146846027"/>
            <ac:spMk id="170" creationId="{76CACB7A-B8FF-45EB-978B-499F4280A55B}"/>
          </ac:spMkLst>
        </pc:spChg>
        <pc:spChg chg="add del mod ord modVis">
          <ac:chgData name="Ken Popkin" userId="3c94c39e-c43b-4805-99ab-8da17777f1ac" providerId="ADAL" clId="{E440F346-DC68-4DD4-BA80-8DE6476F8949}" dt="2021-05-29T18:52:26.137" v="40867"/>
          <ac:spMkLst>
            <pc:docMk/>
            <pc:sldMk cId="3450880574" sldId="2146846027"/>
            <ac:spMk id="171" creationId="{6D5E95BF-03B1-4E67-BEAE-F1A94D40F184}"/>
          </ac:spMkLst>
        </pc:spChg>
        <pc:spChg chg="add del mod ord modVis">
          <ac:chgData name="Ken Popkin" userId="3c94c39e-c43b-4805-99ab-8da17777f1ac" providerId="ADAL" clId="{E440F346-DC68-4DD4-BA80-8DE6476F8949}" dt="2021-05-29T18:52:26.137" v="40869"/>
          <ac:spMkLst>
            <pc:docMk/>
            <pc:sldMk cId="3450880574" sldId="2146846027"/>
            <ac:spMk id="172" creationId="{7DB6C6C0-6399-4FAD-B551-51BB1BDD8B98}"/>
          </ac:spMkLst>
        </pc:spChg>
        <pc:spChg chg="add del mod ord">
          <ac:chgData name="Ken Popkin" userId="3c94c39e-c43b-4805-99ab-8da17777f1ac" providerId="ADAL" clId="{E440F346-DC68-4DD4-BA80-8DE6476F8949}" dt="2021-05-29T18:52:26.138" v="40871"/>
          <ac:spMkLst>
            <pc:docMk/>
            <pc:sldMk cId="3450880574" sldId="2146846027"/>
            <ac:spMk id="173" creationId="{1316F882-5035-4684-9425-F335200BB4A6}"/>
          </ac:spMkLst>
        </pc:spChg>
        <pc:spChg chg="add mod topLvl">
          <ac:chgData name="Ken Popkin" userId="3c94c39e-c43b-4805-99ab-8da17777f1ac" providerId="ADAL" clId="{E440F346-DC68-4DD4-BA80-8DE6476F8949}" dt="2021-06-01T21:19:08.585" v="113848"/>
          <ac:spMkLst>
            <pc:docMk/>
            <pc:sldMk cId="3450880574" sldId="2146846027"/>
            <ac:spMk id="174" creationId="{C2F8C70A-ADA9-48E3-B5E4-F1D6D5E9DF84}"/>
          </ac:spMkLst>
        </pc:spChg>
        <pc:spChg chg="add mod modVis">
          <ac:chgData name="Ken Popkin" userId="3c94c39e-c43b-4805-99ab-8da17777f1ac" providerId="ADAL" clId="{E440F346-DC68-4DD4-BA80-8DE6476F8949}" dt="2021-06-01T21:19:08.587" v="113850"/>
          <ac:spMkLst>
            <pc:docMk/>
            <pc:sldMk cId="3450880574" sldId="2146846027"/>
            <ac:spMk id="175" creationId="{F39C3105-9417-4648-91DE-43FE4003744A}"/>
          </ac:spMkLst>
        </pc:spChg>
        <pc:spChg chg="add mod ord modVis">
          <ac:chgData name="Ken Popkin" userId="3c94c39e-c43b-4805-99ab-8da17777f1ac" providerId="ADAL" clId="{E440F346-DC68-4DD4-BA80-8DE6476F8949}" dt="2021-06-01T20:58:47.115" v="104203"/>
          <ac:spMkLst>
            <pc:docMk/>
            <pc:sldMk cId="3450880574" sldId="2146846027"/>
            <ac:spMk id="176" creationId="{447457BC-E6B0-420D-B2C6-6DFFAE784394}"/>
          </ac:spMkLst>
        </pc:spChg>
        <pc:spChg chg="add mod ord modVis">
          <ac:chgData name="Ken Popkin" userId="3c94c39e-c43b-4805-99ab-8da17777f1ac" providerId="ADAL" clId="{E440F346-DC68-4DD4-BA80-8DE6476F8949}" dt="2021-06-01T20:58:47.115" v="104205"/>
          <ac:spMkLst>
            <pc:docMk/>
            <pc:sldMk cId="3450880574" sldId="2146846027"/>
            <ac:spMk id="177" creationId="{096DCBC2-9502-41F1-9CD2-46929A1919D5}"/>
          </ac:spMkLst>
        </pc:spChg>
        <pc:spChg chg="add mod ord modVis">
          <ac:chgData name="Ken Popkin" userId="3c94c39e-c43b-4805-99ab-8da17777f1ac" providerId="ADAL" clId="{E440F346-DC68-4DD4-BA80-8DE6476F8949}" dt="2021-06-01T20:58:47.115" v="104207"/>
          <ac:spMkLst>
            <pc:docMk/>
            <pc:sldMk cId="3450880574" sldId="2146846027"/>
            <ac:spMk id="178" creationId="{1EBF6B16-555C-4763-922C-48D3C52C403F}"/>
          </ac:spMkLst>
        </pc:spChg>
        <pc:spChg chg="add mod ord modVis">
          <ac:chgData name="Ken Popkin" userId="3c94c39e-c43b-4805-99ab-8da17777f1ac" providerId="ADAL" clId="{E440F346-DC68-4DD4-BA80-8DE6476F8949}" dt="2021-06-01T20:58:47.116" v="104209"/>
          <ac:spMkLst>
            <pc:docMk/>
            <pc:sldMk cId="3450880574" sldId="2146846027"/>
            <ac:spMk id="179" creationId="{2DBBD0B5-1F1A-4115-90AC-D0AFBE5BDB95}"/>
          </ac:spMkLst>
        </pc:spChg>
        <pc:spChg chg="add mod ord modVis">
          <ac:chgData name="Ken Popkin" userId="3c94c39e-c43b-4805-99ab-8da17777f1ac" providerId="ADAL" clId="{E440F346-DC68-4DD4-BA80-8DE6476F8949}" dt="2021-06-01T20:58:47.116" v="104211"/>
          <ac:spMkLst>
            <pc:docMk/>
            <pc:sldMk cId="3450880574" sldId="2146846027"/>
            <ac:spMk id="180" creationId="{1BAF5D26-1374-4E05-8AE9-7DC113CCF2E3}"/>
          </ac:spMkLst>
        </pc:spChg>
        <pc:spChg chg="add mod ord topLvl">
          <ac:chgData name="Ken Popkin" userId="3c94c39e-c43b-4805-99ab-8da17777f1ac" providerId="ADAL" clId="{E440F346-DC68-4DD4-BA80-8DE6476F8949}" dt="2021-06-01T21:19:08.591" v="113854"/>
          <ac:spMkLst>
            <pc:docMk/>
            <pc:sldMk cId="3450880574" sldId="2146846027"/>
            <ac:spMk id="181" creationId="{CB039F2E-38B8-49F3-8411-1089164A57E4}"/>
          </ac:spMkLst>
        </pc:spChg>
        <pc:spChg chg="add mod topLvl">
          <ac:chgData name="Ken Popkin" userId="3c94c39e-c43b-4805-99ab-8da17777f1ac" providerId="ADAL" clId="{E440F346-DC68-4DD4-BA80-8DE6476F8949}" dt="2021-06-01T21:19:08.592" v="113856"/>
          <ac:spMkLst>
            <pc:docMk/>
            <pc:sldMk cId="3450880574" sldId="2146846027"/>
            <ac:spMk id="182" creationId="{E74B5FE6-7822-4B5B-B041-8B6B1ECF1311}"/>
          </ac:spMkLst>
        </pc:spChg>
        <pc:spChg chg="add mod modVis">
          <ac:chgData name="Ken Popkin" userId="3c94c39e-c43b-4805-99ab-8da17777f1ac" providerId="ADAL" clId="{E440F346-DC68-4DD4-BA80-8DE6476F8949}" dt="2021-06-01T21:19:08.593" v="113858"/>
          <ac:spMkLst>
            <pc:docMk/>
            <pc:sldMk cId="3450880574" sldId="2146846027"/>
            <ac:spMk id="183" creationId="{0D7F39D6-79A6-4E3B-90F7-F6E028416C2A}"/>
          </ac:spMkLst>
        </pc:spChg>
        <pc:spChg chg="add mod ord modVis">
          <ac:chgData name="Ken Popkin" userId="3c94c39e-c43b-4805-99ab-8da17777f1ac" providerId="ADAL" clId="{E440F346-DC68-4DD4-BA80-8DE6476F8949}" dt="2021-06-01T20:58:47.116" v="104213"/>
          <ac:spMkLst>
            <pc:docMk/>
            <pc:sldMk cId="3450880574" sldId="2146846027"/>
            <ac:spMk id="184" creationId="{BCC1F68E-7939-47F0-9210-E44A1BF4305B}"/>
          </ac:spMkLst>
        </pc:spChg>
        <pc:spChg chg="add mod ord modVis">
          <ac:chgData name="Ken Popkin" userId="3c94c39e-c43b-4805-99ab-8da17777f1ac" providerId="ADAL" clId="{E440F346-DC68-4DD4-BA80-8DE6476F8949}" dt="2021-06-01T20:58:47.117" v="104215"/>
          <ac:spMkLst>
            <pc:docMk/>
            <pc:sldMk cId="3450880574" sldId="2146846027"/>
            <ac:spMk id="185" creationId="{B7C3EBAD-0CC7-4B9A-9E84-076B4A8C4154}"/>
          </ac:spMkLst>
        </pc:spChg>
        <pc:spChg chg="add mod ord modVis">
          <ac:chgData name="Ken Popkin" userId="3c94c39e-c43b-4805-99ab-8da17777f1ac" providerId="ADAL" clId="{E440F346-DC68-4DD4-BA80-8DE6476F8949}" dt="2021-06-01T20:58:47.117" v="104217"/>
          <ac:spMkLst>
            <pc:docMk/>
            <pc:sldMk cId="3450880574" sldId="2146846027"/>
            <ac:spMk id="186" creationId="{79589094-CAB4-4F14-8CDC-86556845CFAD}"/>
          </ac:spMkLst>
        </pc:spChg>
        <pc:spChg chg="add mod ord modVis">
          <ac:chgData name="Ken Popkin" userId="3c94c39e-c43b-4805-99ab-8da17777f1ac" providerId="ADAL" clId="{E440F346-DC68-4DD4-BA80-8DE6476F8949}" dt="2021-06-01T20:58:47.118" v="104219"/>
          <ac:spMkLst>
            <pc:docMk/>
            <pc:sldMk cId="3450880574" sldId="2146846027"/>
            <ac:spMk id="187" creationId="{DAD1E631-E717-4FE6-8973-881D9909A962}"/>
          </ac:spMkLst>
        </pc:spChg>
        <pc:spChg chg="add mod ord modVis">
          <ac:chgData name="Ken Popkin" userId="3c94c39e-c43b-4805-99ab-8da17777f1ac" providerId="ADAL" clId="{E440F346-DC68-4DD4-BA80-8DE6476F8949}" dt="2021-06-01T20:58:47.118" v="104221"/>
          <ac:spMkLst>
            <pc:docMk/>
            <pc:sldMk cId="3450880574" sldId="2146846027"/>
            <ac:spMk id="188" creationId="{F0F1B88D-7836-4A66-8B47-EF7E7AD01CF8}"/>
          </ac:spMkLst>
        </pc:spChg>
        <pc:spChg chg="add mod ord topLvl">
          <ac:chgData name="Ken Popkin" userId="3c94c39e-c43b-4805-99ab-8da17777f1ac" providerId="ADAL" clId="{E440F346-DC68-4DD4-BA80-8DE6476F8949}" dt="2021-06-01T21:19:08.597" v="113862"/>
          <ac:spMkLst>
            <pc:docMk/>
            <pc:sldMk cId="3450880574" sldId="2146846027"/>
            <ac:spMk id="189" creationId="{C3D6E333-CF00-410E-9788-866BE94810C9}"/>
          </ac:spMkLst>
        </pc:spChg>
        <pc:spChg chg="add mod topLvl">
          <ac:chgData name="Ken Popkin" userId="3c94c39e-c43b-4805-99ab-8da17777f1ac" providerId="ADAL" clId="{E440F346-DC68-4DD4-BA80-8DE6476F8949}" dt="2021-06-01T21:19:08.606" v="113873"/>
          <ac:spMkLst>
            <pc:docMk/>
            <pc:sldMk cId="3450880574" sldId="2146846027"/>
            <ac:spMk id="190" creationId="{D8DEBF50-6CCC-45C6-828F-FF2E3F1D09E6}"/>
          </ac:spMkLst>
        </pc:spChg>
        <pc:spChg chg="add mod modVis">
          <ac:chgData name="Ken Popkin" userId="3c94c39e-c43b-4805-99ab-8da17777f1ac" providerId="ADAL" clId="{E440F346-DC68-4DD4-BA80-8DE6476F8949}" dt="2021-06-01T21:19:08.608" v="113875"/>
          <ac:spMkLst>
            <pc:docMk/>
            <pc:sldMk cId="3450880574" sldId="2146846027"/>
            <ac:spMk id="191" creationId="{26A5F0DE-E9F9-4E18-AB9A-3D3ED8F36360}"/>
          </ac:spMkLst>
        </pc:spChg>
        <pc:spChg chg="add mod ord modVis">
          <ac:chgData name="Ken Popkin" userId="3c94c39e-c43b-4805-99ab-8da17777f1ac" providerId="ADAL" clId="{E440F346-DC68-4DD4-BA80-8DE6476F8949}" dt="2021-06-01T20:58:47.118" v="104223"/>
          <ac:spMkLst>
            <pc:docMk/>
            <pc:sldMk cId="3450880574" sldId="2146846027"/>
            <ac:spMk id="192" creationId="{76017D39-9C89-44C6-8AB1-CD4003B42555}"/>
          </ac:spMkLst>
        </pc:spChg>
        <pc:spChg chg="add mod ord modVis">
          <ac:chgData name="Ken Popkin" userId="3c94c39e-c43b-4805-99ab-8da17777f1ac" providerId="ADAL" clId="{E440F346-DC68-4DD4-BA80-8DE6476F8949}" dt="2021-06-01T20:58:47.118" v="104225"/>
          <ac:spMkLst>
            <pc:docMk/>
            <pc:sldMk cId="3450880574" sldId="2146846027"/>
            <ac:spMk id="193" creationId="{28B387E0-0FEA-4881-A87A-0BB0C2E80600}"/>
          </ac:spMkLst>
        </pc:spChg>
        <pc:spChg chg="add mod ord modVis">
          <ac:chgData name="Ken Popkin" userId="3c94c39e-c43b-4805-99ab-8da17777f1ac" providerId="ADAL" clId="{E440F346-DC68-4DD4-BA80-8DE6476F8949}" dt="2021-06-01T20:58:47.118" v="104227"/>
          <ac:spMkLst>
            <pc:docMk/>
            <pc:sldMk cId="3450880574" sldId="2146846027"/>
            <ac:spMk id="194" creationId="{75D93013-CC9A-47B9-B31C-DECC7C1D3B11}"/>
          </ac:spMkLst>
        </pc:spChg>
        <pc:spChg chg="add mod ord modVis">
          <ac:chgData name="Ken Popkin" userId="3c94c39e-c43b-4805-99ab-8da17777f1ac" providerId="ADAL" clId="{E440F346-DC68-4DD4-BA80-8DE6476F8949}" dt="2021-06-01T20:58:47.119" v="104229"/>
          <ac:spMkLst>
            <pc:docMk/>
            <pc:sldMk cId="3450880574" sldId="2146846027"/>
            <ac:spMk id="195" creationId="{F5F2FD5A-AFC4-4D5F-972C-174CF35EFFEB}"/>
          </ac:spMkLst>
        </pc:spChg>
        <pc:spChg chg="add mod ord modVis">
          <ac:chgData name="Ken Popkin" userId="3c94c39e-c43b-4805-99ab-8da17777f1ac" providerId="ADAL" clId="{E440F346-DC68-4DD4-BA80-8DE6476F8949}" dt="2021-06-01T20:58:47.119" v="104231"/>
          <ac:spMkLst>
            <pc:docMk/>
            <pc:sldMk cId="3450880574" sldId="2146846027"/>
            <ac:spMk id="196" creationId="{DF13EE35-CA8C-4528-B51F-EFDE65342EB0}"/>
          </ac:spMkLst>
        </pc:spChg>
        <pc:spChg chg="add mod ord topLvl">
          <ac:chgData name="Ken Popkin" userId="3c94c39e-c43b-4805-99ab-8da17777f1ac" providerId="ADAL" clId="{E440F346-DC68-4DD4-BA80-8DE6476F8949}" dt="2021-06-01T21:19:08.612" v="113879"/>
          <ac:spMkLst>
            <pc:docMk/>
            <pc:sldMk cId="3450880574" sldId="2146846027"/>
            <ac:spMk id="197" creationId="{6DB33C22-1ED8-4BE5-8741-36EF7B68D2B6}"/>
          </ac:spMkLst>
        </pc:spChg>
        <pc:spChg chg="add mod topLvl">
          <ac:chgData name="Ken Popkin" userId="3c94c39e-c43b-4805-99ab-8da17777f1ac" providerId="ADAL" clId="{E440F346-DC68-4DD4-BA80-8DE6476F8949}" dt="2021-06-01T21:19:08.475" v="113694"/>
          <ac:spMkLst>
            <pc:docMk/>
            <pc:sldMk cId="3450880574" sldId="2146846027"/>
            <ac:spMk id="198" creationId="{AB74523D-3979-4083-ADC3-83AAE2294AD8}"/>
          </ac:spMkLst>
        </pc:spChg>
        <pc:spChg chg="add mod topLvl">
          <ac:chgData name="Ken Popkin" userId="3c94c39e-c43b-4805-99ab-8da17777f1ac" providerId="ADAL" clId="{E440F346-DC68-4DD4-BA80-8DE6476F8949}" dt="2021-06-01T21:19:08.471" v="113684"/>
          <ac:spMkLst>
            <pc:docMk/>
            <pc:sldMk cId="3450880574" sldId="2146846027"/>
            <ac:spMk id="199" creationId="{20D96C5B-DA1C-4C0E-B2A3-D9D75AB4DA3E}"/>
          </ac:spMkLst>
        </pc:spChg>
        <pc:spChg chg="add mod topLvl">
          <ac:chgData name="Ken Popkin" userId="3c94c39e-c43b-4805-99ab-8da17777f1ac" providerId="ADAL" clId="{E440F346-DC68-4DD4-BA80-8DE6476F8949}" dt="2021-06-01T21:19:08.479" v="113704"/>
          <ac:spMkLst>
            <pc:docMk/>
            <pc:sldMk cId="3450880574" sldId="2146846027"/>
            <ac:spMk id="200" creationId="{65EA39B1-D909-412C-83B1-67E561752AC4}"/>
          </ac:spMkLst>
        </pc:spChg>
        <pc:spChg chg="add mod topLvl">
          <ac:chgData name="Ken Popkin" userId="3c94c39e-c43b-4805-99ab-8da17777f1ac" providerId="ADAL" clId="{E440F346-DC68-4DD4-BA80-8DE6476F8949}" dt="2021-06-01T21:19:08.484" v="113714"/>
          <ac:spMkLst>
            <pc:docMk/>
            <pc:sldMk cId="3450880574" sldId="2146846027"/>
            <ac:spMk id="201" creationId="{EEC64A58-5A3E-42FA-A55D-2E4B75A848BC}"/>
          </ac:spMkLst>
        </pc:spChg>
        <pc:spChg chg="add mod ord topLvl">
          <ac:chgData name="Ken Popkin" userId="3c94c39e-c43b-4805-99ab-8da17777f1ac" providerId="ADAL" clId="{E440F346-DC68-4DD4-BA80-8DE6476F8949}" dt="2021-06-01T21:19:08.464" v="113668"/>
          <ac:spMkLst>
            <pc:docMk/>
            <pc:sldMk cId="3450880574" sldId="2146846027"/>
            <ac:spMk id="202" creationId="{299DDF43-7FAC-4957-9F3A-61771E46A2E4}"/>
          </ac:spMkLst>
        </pc:spChg>
        <pc:spChg chg="add mod ord topLvl">
          <ac:chgData name="Ken Popkin" userId="3c94c39e-c43b-4805-99ab-8da17777f1ac" providerId="ADAL" clId="{E440F346-DC68-4DD4-BA80-8DE6476F8949}" dt="2021-06-01T21:19:08.465" v="113672"/>
          <ac:spMkLst>
            <pc:docMk/>
            <pc:sldMk cId="3450880574" sldId="2146846027"/>
            <ac:spMk id="203" creationId="{3C1D45B4-5169-418E-AD93-550A1183399D}"/>
          </ac:spMkLst>
        </pc:spChg>
        <pc:spChg chg="add mod topLvl">
          <ac:chgData name="Ken Popkin" userId="3c94c39e-c43b-4805-99ab-8da17777f1ac" providerId="ADAL" clId="{E440F346-DC68-4DD4-BA80-8DE6476F8949}" dt="2021-06-01T21:19:08.466" v="113674"/>
          <ac:spMkLst>
            <pc:docMk/>
            <pc:sldMk cId="3450880574" sldId="2146846027"/>
            <ac:spMk id="204" creationId="{20D038F3-9CA0-488C-B947-9CF35A8F8720}"/>
          </ac:spMkLst>
        </pc:spChg>
        <pc:spChg chg="add del mod">
          <ac:chgData name="Ken Popkin" userId="3c94c39e-c43b-4805-99ab-8da17777f1ac" providerId="ADAL" clId="{E440F346-DC68-4DD4-BA80-8DE6476F8949}" dt="2021-05-29T18:34:58.301" v="31806"/>
          <ac:spMkLst>
            <pc:docMk/>
            <pc:sldMk cId="3450880574" sldId="2146846027"/>
            <ac:spMk id="205" creationId="{E1B6E908-A8D6-4C65-9E8C-9E1CD07250D6}"/>
          </ac:spMkLst>
        </pc:spChg>
        <pc:spChg chg="add del mod">
          <ac:chgData name="Ken Popkin" userId="3c94c39e-c43b-4805-99ab-8da17777f1ac" providerId="ADAL" clId="{E440F346-DC68-4DD4-BA80-8DE6476F8949}" dt="2021-05-29T18:35:08.073" v="31808" actId="478"/>
          <ac:spMkLst>
            <pc:docMk/>
            <pc:sldMk cId="3450880574" sldId="2146846027"/>
            <ac:spMk id="206" creationId="{4D31EC2E-9006-4C30-9337-E0985FA7ACAA}"/>
          </ac:spMkLst>
        </pc:spChg>
        <pc:spChg chg="add del mod">
          <ac:chgData name="Ken Popkin" userId="3c94c39e-c43b-4805-99ab-8da17777f1ac" providerId="ADAL" clId="{E440F346-DC68-4DD4-BA80-8DE6476F8949}" dt="2021-05-29T18:35:08.073" v="31808" actId="478"/>
          <ac:spMkLst>
            <pc:docMk/>
            <pc:sldMk cId="3450880574" sldId="2146846027"/>
            <ac:spMk id="207" creationId="{40F6B0B4-91DC-4216-8B43-81FD0D20404A}"/>
          </ac:spMkLst>
        </pc:spChg>
        <pc:spChg chg="add mod ord">
          <ac:chgData name="Ken Popkin" userId="3c94c39e-c43b-4805-99ab-8da17777f1ac" providerId="ADAL" clId="{E440F346-DC68-4DD4-BA80-8DE6476F8949}" dt="2021-06-01T21:19:09.085" v="113881"/>
          <ac:spMkLst>
            <pc:docMk/>
            <pc:sldMk cId="3450880574" sldId="2146846027"/>
            <ac:spMk id="208" creationId="{14779655-B198-48F4-AF78-EFC364D62AC8}"/>
          </ac:spMkLst>
        </pc:spChg>
        <pc:spChg chg="add mod ord topLvl">
          <ac:chgData name="Ken Popkin" userId="3c94c39e-c43b-4805-99ab-8da17777f1ac" providerId="ADAL" clId="{E440F346-DC68-4DD4-BA80-8DE6476F8949}" dt="2021-06-01T21:19:08.459" v="113652"/>
          <ac:spMkLst>
            <pc:docMk/>
            <pc:sldMk cId="3450880574" sldId="2146846027"/>
            <ac:spMk id="209" creationId="{A4D80DB1-318F-48CD-BCF9-232E6DF3A38F}"/>
          </ac:spMkLst>
        </pc:spChg>
        <pc:spChg chg="add mod ord topLvl">
          <ac:chgData name="Ken Popkin" userId="3c94c39e-c43b-4805-99ab-8da17777f1ac" providerId="ADAL" clId="{E440F346-DC68-4DD4-BA80-8DE6476F8949}" dt="2021-06-01T21:19:08.460" v="113654"/>
          <ac:spMkLst>
            <pc:docMk/>
            <pc:sldMk cId="3450880574" sldId="2146846027"/>
            <ac:spMk id="210" creationId="{72039B64-D096-44D5-8D9F-712616328AF3}"/>
          </ac:spMkLst>
        </pc:spChg>
        <pc:spChg chg="add mod ord topLvl">
          <ac:chgData name="Ken Popkin" userId="3c94c39e-c43b-4805-99ab-8da17777f1ac" providerId="ADAL" clId="{E440F346-DC68-4DD4-BA80-8DE6476F8949}" dt="2021-06-01T21:19:08.460" v="113656"/>
          <ac:spMkLst>
            <pc:docMk/>
            <pc:sldMk cId="3450880574" sldId="2146846027"/>
            <ac:spMk id="211" creationId="{D98A794E-A8C3-4173-B0CD-DFEF6DC23513}"/>
          </ac:spMkLst>
        </pc:spChg>
        <pc:spChg chg="add mod ord">
          <ac:chgData name="Ken Popkin" userId="3c94c39e-c43b-4805-99ab-8da17777f1ac" providerId="ADAL" clId="{E440F346-DC68-4DD4-BA80-8DE6476F8949}" dt="2021-06-01T21:19:09.085" v="113883"/>
          <ac:spMkLst>
            <pc:docMk/>
            <pc:sldMk cId="3450880574" sldId="2146846027"/>
            <ac:spMk id="215" creationId="{AE4EDC57-2BBE-4EC4-B4AE-DAF48D9B4E2A}"/>
          </ac:spMkLst>
        </pc:spChg>
        <pc:spChg chg="add mod ord">
          <ac:chgData name="Ken Popkin" userId="3c94c39e-c43b-4805-99ab-8da17777f1ac" providerId="ADAL" clId="{E440F346-DC68-4DD4-BA80-8DE6476F8949}" dt="2021-06-01T21:19:09.086" v="113885"/>
          <ac:spMkLst>
            <pc:docMk/>
            <pc:sldMk cId="3450880574" sldId="2146846027"/>
            <ac:spMk id="216" creationId="{B0AA3632-2AC4-49E7-BF18-450A716A0EDF}"/>
          </ac:spMkLst>
        </pc:spChg>
        <pc:spChg chg="add del mod topLvl">
          <ac:chgData name="Ken Popkin" userId="3c94c39e-c43b-4805-99ab-8da17777f1ac" providerId="ADAL" clId="{E440F346-DC68-4DD4-BA80-8DE6476F8949}" dt="2021-05-29T20:06:51.775" v="59258"/>
          <ac:spMkLst>
            <pc:docMk/>
            <pc:sldMk cId="3450880574" sldId="2146846027"/>
            <ac:spMk id="217" creationId="{0E31F5DE-31CC-410D-A88C-2DE775A8E1F5}"/>
          </ac:spMkLst>
        </pc:spChg>
        <pc:grpChg chg="add del mod">
          <ac:chgData name="Ken Popkin" userId="3c94c39e-c43b-4805-99ab-8da17777f1ac" providerId="ADAL" clId="{E440F346-DC68-4DD4-BA80-8DE6476F8949}" dt="2021-05-29T20:06:51.552" v="59257"/>
          <ac:grpSpMkLst>
            <pc:docMk/>
            <pc:sldMk cId="3450880574" sldId="2146846027"/>
            <ac:grpSpMk id="218" creationId="{8F05F76F-6A36-464C-A8B7-02BD8AA8537B}"/>
          </ac:grpSpMkLst>
        </pc:grpChg>
        <pc:cxnChg chg="add del mod ord">
          <ac:chgData name="Ken Popkin" userId="3c94c39e-c43b-4805-99ab-8da17777f1ac" providerId="ADAL" clId="{E440F346-DC68-4DD4-BA80-8DE6476F8949}" dt="2021-05-29T18:23:14.131" v="25236"/>
          <ac:cxnSpMkLst>
            <pc:docMk/>
            <pc:sldMk cId="3450880574" sldId="2146846027"/>
            <ac:cxnSpMk id="20" creationId="{E2DDA6DC-BF36-44AF-BA68-19DF359FF5EA}"/>
          </ac:cxnSpMkLst>
        </pc:cxnChg>
        <pc:cxnChg chg="add del mod ord">
          <ac:chgData name="Ken Popkin" userId="3c94c39e-c43b-4805-99ab-8da17777f1ac" providerId="ADAL" clId="{E440F346-DC68-4DD4-BA80-8DE6476F8949}" dt="2021-05-29T18:23:33.194" v="25938"/>
          <ac:cxnSpMkLst>
            <pc:docMk/>
            <pc:sldMk cId="3450880574" sldId="2146846027"/>
            <ac:cxnSpMk id="21" creationId="{DB73514A-BAD5-4527-80BE-85F38D2E97E5}"/>
          </ac:cxnSpMkLst>
        </pc:cxnChg>
        <pc:cxnChg chg="add del mod ord">
          <ac:chgData name="Ken Popkin" userId="3c94c39e-c43b-4805-99ab-8da17777f1ac" providerId="ADAL" clId="{E440F346-DC68-4DD4-BA80-8DE6476F8949}" dt="2021-05-29T18:23:33.195" v="25940"/>
          <ac:cxnSpMkLst>
            <pc:docMk/>
            <pc:sldMk cId="3450880574" sldId="2146846027"/>
            <ac:cxnSpMk id="22" creationId="{B74C7C3C-7E30-43DA-A798-83A4C1DDD405}"/>
          </ac:cxnSpMkLst>
        </pc:cxnChg>
        <pc:cxnChg chg="add del mod ord">
          <ac:chgData name="Ken Popkin" userId="3c94c39e-c43b-4805-99ab-8da17777f1ac" providerId="ADAL" clId="{E440F346-DC68-4DD4-BA80-8DE6476F8949}" dt="2021-05-29T18:23:33.195" v="25942"/>
          <ac:cxnSpMkLst>
            <pc:docMk/>
            <pc:sldMk cId="3450880574" sldId="2146846027"/>
            <ac:cxnSpMk id="23" creationId="{51248889-5928-481F-8F1B-0DD595B7AEEC}"/>
          </ac:cxnSpMkLst>
        </pc:cxnChg>
        <pc:cxnChg chg="add mod ord topLvl">
          <ac:chgData name="Ken Popkin" userId="3c94c39e-c43b-4805-99ab-8da17777f1ac" providerId="ADAL" clId="{E440F346-DC68-4DD4-BA80-8DE6476F8949}" dt="2021-06-01T21:09:12.094" v="109623"/>
          <ac:cxnSpMkLst>
            <pc:docMk/>
            <pc:sldMk cId="3450880574" sldId="2146846027"/>
            <ac:cxnSpMk id="64" creationId="{276AC867-44BB-4193-B741-F01491EDDC8F}"/>
          </ac:cxnSpMkLst>
        </pc:cxnChg>
        <pc:cxnChg chg="add mod ord topLvl">
          <ac:chgData name="Ken Popkin" userId="3c94c39e-c43b-4805-99ab-8da17777f1ac" providerId="ADAL" clId="{E440F346-DC68-4DD4-BA80-8DE6476F8949}" dt="2021-06-01T21:09:12.094" v="109625"/>
          <ac:cxnSpMkLst>
            <pc:docMk/>
            <pc:sldMk cId="3450880574" sldId="2146846027"/>
            <ac:cxnSpMk id="65" creationId="{1C441E1E-E63E-47D6-8CD9-8A6D8B8755A0}"/>
          </ac:cxnSpMkLst>
        </pc:cxnChg>
        <pc:cxnChg chg="add mod ord topLvl">
          <ac:chgData name="Ken Popkin" userId="3c94c39e-c43b-4805-99ab-8da17777f1ac" providerId="ADAL" clId="{E440F346-DC68-4DD4-BA80-8DE6476F8949}" dt="2021-06-01T21:09:12.095" v="109627"/>
          <ac:cxnSpMkLst>
            <pc:docMk/>
            <pc:sldMk cId="3450880574" sldId="2146846027"/>
            <ac:cxnSpMk id="66" creationId="{84965DC8-CC3F-4453-A082-094E80AF8F3B}"/>
          </ac:cxnSpMkLst>
        </pc:cxnChg>
        <pc:cxnChg chg="add mod ord topLvl">
          <ac:chgData name="Ken Popkin" userId="3c94c39e-c43b-4805-99ab-8da17777f1ac" providerId="ADAL" clId="{E440F346-DC68-4DD4-BA80-8DE6476F8949}" dt="2021-06-01T21:09:12.095" v="109629"/>
          <ac:cxnSpMkLst>
            <pc:docMk/>
            <pc:sldMk cId="3450880574" sldId="2146846027"/>
            <ac:cxnSpMk id="67" creationId="{214010CF-F660-4C9E-B652-4DD6C0D23E4D}"/>
          </ac:cxnSpMkLst>
        </pc:cxnChg>
        <pc:cxnChg chg="add mod ord topLvl">
          <ac:chgData name="Ken Popkin" userId="3c94c39e-c43b-4805-99ab-8da17777f1ac" providerId="ADAL" clId="{E440F346-DC68-4DD4-BA80-8DE6476F8949}" dt="2021-06-01T21:09:12.095" v="109631"/>
          <ac:cxnSpMkLst>
            <pc:docMk/>
            <pc:sldMk cId="3450880574" sldId="2146846027"/>
            <ac:cxnSpMk id="68" creationId="{2F811EF6-63DA-427F-AA1E-B69099B569C2}"/>
          </ac:cxnSpMkLst>
        </pc:cxnChg>
        <pc:cxnChg chg="add mod ord topLvl">
          <ac:chgData name="Ken Popkin" userId="3c94c39e-c43b-4805-99ab-8da17777f1ac" providerId="ADAL" clId="{E440F346-DC68-4DD4-BA80-8DE6476F8949}" dt="2021-06-01T21:09:12.096" v="109633"/>
          <ac:cxnSpMkLst>
            <pc:docMk/>
            <pc:sldMk cId="3450880574" sldId="2146846027"/>
            <ac:cxnSpMk id="69" creationId="{0F7022D1-E6DD-4428-A9C7-2E8621776AE9}"/>
          </ac:cxnSpMkLst>
        </pc:cxnChg>
        <pc:cxnChg chg="add mod ord topLvl">
          <ac:chgData name="Ken Popkin" userId="3c94c39e-c43b-4805-99ab-8da17777f1ac" providerId="ADAL" clId="{E440F346-DC68-4DD4-BA80-8DE6476F8949}" dt="2021-06-01T21:09:12.096" v="109635"/>
          <ac:cxnSpMkLst>
            <pc:docMk/>
            <pc:sldMk cId="3450880574" sldId="2146846027"/>
            <ac:cxnSpMk id="212" creationId="{EA7D4CBF-510A-4ADE-9866-A67DD224FCC0}"/>
          </ac:cxnSpMkLst>
        </pc:cxnChg>
        <pc:cxnChg chg="add mod ord topLvl">
          <ac:chgData name="Ken Popkin" userId="3c94c39e-c43b-4805-99ab-8da17777f1ac" providerId="ADAL" clId="{E440F346-DC68-4DD4-BA80-8DE6476F8949}" dt="2021-06-01T21:09:12.097" v="109637"/>
          <ac:cxnSpMkLst>
            <pc:docMk/>
            <pc:sldMk cId="3450880574" sldId="2146846027"/>
            <ac:cxnSpMk id="213" creationId="{7C91C1D8-AE72-4C17-9CD5-D511F1B5F24C}"/>
          </ac:cxnSpMkLst>
        </pc:cxnChg>
        <pc:cxnChg chg="add mod ord topLvl">
          <ac:chgData name="Ken Popkin" userId="3c94c39e-c43b-4805-99ab-8da17777f1ac" providerId="ADAL" clId="{E440F346-DC68-4DD4-BA80-8DE6476F8949}" dt="2021-06-01T21:09:12.097" v="109639"/>
          <ac:cxnSpMkLst>
            <pc:docMk/>
            <pc:sldMk cId="3450880574" sldId="2146846027"/>
            <ac:cxnSpMk id="214" creationId="{3B99AA85-457C-4644-9D71-1591C2CFCB8C}"/>
          </ac:cxnSpMkLst>
        </pc:cxnChg>
      </pc:sldChg>
      <pc:sldChg chg="addSp delSp modSp add mod setBg">
        <pc:chgData name="Ken Popkin" userId="3c94c39e-c43b-4805-99ab-8da17777f1ac" providerId="ADAL" clId="{E440F346-DC68-4DD4-BA80-8DE6476F8949}" dt="2021-06-01T21:20:01.552" v="113889" actId="478"/>
        <pc:sldMkLst>
          <pc:docMk/>
          <pc:sldMk cId="1750121902" sldId="2146846028"/>
        </pc:sldMkLst>
        <pc:spChg chg="mod ord">
          <ac:chgData name="Ken Popkin" userId="3c94c39e-c43b-4805-99ab-8da17777f1ac" providerId="ADAL" clId="{E440F346-DC68-4DD4-BA80-8DE6476F8949}" dt="2021-05-29T19:47:20.301" v="58592"/>
          <ac:spMkLst>
            <pc:docMk/>
            <pc:sldMk cId="1750121902" sldId="2146846028"/>
            <ac:spMk id="2" creationId="{B9A1695B-08F2-4992-B920-11ACD520CC6E}"/>
          </ac:spMkLst>
        </pc:spChg>
        <pc:spChg chg="mod ord">
          <ac:chgData name="Ken Popkin" userId="3c94c39e-c43b-4805-99ab-8da17777f1ac" providerId="ADAL" clId="{E440F346-DC68-4DD4-BA80-8DE6476F8949}" dt="2021-05-29T19:47:20.300" v="58590"/>
          <ac:spMkLst>
            <pc:docMk/>
            <pc:sldMk cId="1750121902" sldId="2146846028"/>
            <ac:spMk id="3" creationId="{6E5869C7-57AB-496C-BF54-9AB6698ACFFB}"/>
          </ac:spMkLst>
        </pc:spChg>
        <pc:spChg chg="mod ord">
          <ac:chgData name="Ken Popkin" userId="3c94c39e-c43b-4805-99ab-8da17777f1ac" providerId="ADAL" clId="{E440F346-DC68-4DD4-BA80-8DE6476F8949}" dt="2021-05-29T19:47:20.300" v="58588"/>
          <ac:spMkLst>
            <pc:docMk/>
            <pc:sldMk cId="1750121902" sldId="2146846028"/>
            <ac:spMk id="4" creationId="{4AB95AF0-5C6A-49AD-A7C3-9C2C633BDCB5}"/>
          </ac:spMkLst>
        </pc:spChg>
        <pc:spChg chg="add mod ord modVis">
          <ac:chgData name="Ken Popkin" userId="3c94c39e-c43b-4805-99ab-8da17777f1ac" providerId="ADAL" clId="{E440F346-DC68-4DD4-BA80-8DE6476F8949}" dt="2021-05-29T19:40:19.107" v="57417"/>
          <ac:spMkLst>
            <pc:docMk/>
            <pc:sldMk cId="1750121902" sldId="2146846028"/>
            <ac:spMk id="5" creationId="{8087D848-7B68-4263-AF0C-29951D429B08}"/>
          </ac:spMkLst>
        </pc:spChg>
        <pc:spChg chg="add mod ord">
          <ac:chgData name="Ken Popkin" userId="3c94c39e-c43b-4805-99ab-8da17777f1ac" providerId="ADAL" clId="{E440F346-DC68-4DD4-BA80-8DE6476F8949}" dt="2021-05-29T19:47:46.747" v="58632" actId="1037"/>
          <ac:spMkLst>
            <pc:docMk/>
            <pc:sldMk cId="1750121902" sldId="2146846028"/>
            <ac:spMk id="6" creationId="{ED9B7C1E-D2F2-4D57-83C9-D178A1BE3A22}"/>
          </ac:spMkLst>
        </pc:spChg>
        <pc:spChg chg="add del mod">
          <ac:chgData name="Ken Popkin" userId="3c94c39e-c43b-4805-99ab-8da17777f1ac" providerId="ADAL" clId="{E440F346-DC68-4DD4-BA80-8DE6476F8949}" dt="2021-06-01T21:20:01.552" v="113889" actId="478"/>
          <ac:spMkLst>
            <pc:docMk/>
            <pc:sldMk cId="1750121902" sldId="2146846028"/>
            <ac:spMk id="7" creationId="{50C2F2B5-530D-4CC2-8A44-8510893388F6}"/>
          </ac:spMkLst>
        </pc:spChg>
        <pc:spChg chg="add del mod">
          <ac:chgData name="Ken Popkin" userId="3c94c39e-c43b-4805-99ab-8da17777f1ac" providerId="ADAL" clId="{E440F346-DC68-4DD4-BA80-8DE6476F8949}" dt="2021-05-29T19:20:39.945" v="52301"/>
          <ac:spMkLst>
            <pc:docMk/>
            <pc:sldMk cId="1750121902" sldId="2146846028"/>
            <ac:spMk id="7" creationId="{8C44240A-85A7-4717-9117-B544F9DCA108}"/>
          </ac:spMkLst>
        </pc:spChg>
        <pc:spChg chg="add del mod">
          <ac:chgData name="Ken Popkin" userId="3c94c39e-c43b-4805-99ab-8da17777f1ac" providerId="ADAL" clId="{E440F346-DC68-4DD4-BA80-8DE6476F8949}" dt="2021-05-29T19:20:39.956" v="52328"/>
          <ac:spMkLst>
            <pc:docMk/>
            <pc:sldMk cId="1750121902" sldId="2146846028"/>
            <ac:spMk id="8" creationId="{04619677-3A80-448A-A4E4-7A736BE84979}"/>
          </ac:spMkLst>
        </pc:spChg>
        <pc:spChg chg="add mod">
          <ac:chgData name="Ken Popkin" userId="3c94c39e-c43b-4805-99ab-8da17777f1ac" providerId="ADAL" clId="{E440F346-DC68-4DD4-BA80-8DE6476F8949}" dt="2021-05-29T19:47:46.747" v="58632" actId="1037"/>
          <ac:spMkLst>
            <pc:docMk/>
            <pc:sldMk cId="1750121902" sldId="2146846028"/>
            <ac:spMk id="9" creationId="{D9B7FBFF-AD81-45CC-BD86-EABD3FB9EEC2}"/>
          </ac:spMkLst>
        </pc:spChg>
        <pc:spChg chg="add mod ord">
          <ac:chgData name="Ken Popkin" userId="3c94c39e-c43b-4805-99ab-8da17777f1ac" providerId="ADAL" clId="{E440F346-DC68-4DD4-BA80-8DE6476F8949}" dt="2021-05-29T19:47:46.747" v="58632" actId="1037"/>
          <ac:spMkLst>
            <pc:docMk/>
            <pc:sldMk cId="1750121902" sldId="2146846028"/>
            <ac:spMk id="10" creationId="{F098019E-22D1-4345-B859-3F7DA0A1655F}"/>
          </ac:spMkLst>
        </pc:spChg>
        <pc:spChg chg="add mod ord">
          <ac:chgData name="Ken Popkin" userId="3c94c39e-c43b-4805-99ab-8da17777f1ac" providerId="ADAL" clId="{E440F346-DC68-4DD4-BA80-8DE6476F8949}" dt="2021-05-29T19:47:46.747" v="58632" actId="1037"/>
          <ac:spMkLst>
            <pc:docMk/>
            <pc:sldMk cId="1750121902" sldId="2146846028"/>
            <ac:spMk id="11" creationId="{D52742B4-DEBC-46AD-934F-92EF195D74CD}"/>
          </ac:spMkLst>
        </pc:spChg>
        <pc:spChg chg="add mod ord">
          <ac:chgData name="Ken Popkin" userId="3c94c39e-c43b-4805-99ab-8da17777f1ac" providerId="ADAL" clId="{E440F346-DC68-4DD4-BA80-8DE6476F8949}" dt="2021-05-29T19:47:46.747" v="58632" actId="1037"/>
          <ac:spMkLst>
            <pc:docMk/>
            <pc:sldMk cId="1750121902" sldId="2146846028"/>
            <ac:spMk id="12" creationId="{88442120-1CDB-4538-9E24-7F5B3DCC8F8E}"/>
          </ac:spMkLst>
        </pc:spChg>
        <pc:spChg chg="add mod ord">
          <ac:chgData name="Ken Popkin" userId="3c94c39e-c43b-4805-99ab-8da17777f1ac" providerId="ADAL" clId="{E440F346-DC68-4DD4-BA80-8DE6476F8949}" dt="2021-05-29T19:47:46.747" v="58632" actId="1037"/>
          <ac:spMkLst>
            <pc:docMk/>
            <pc:sldMk cId="1750121902" sldId="2146846028"/>
            <ac:spMk id="13" creationId="{7BCC51C6-73D4-4C0F-8CED-4D65C8C12559}"/>
          </ac:spMkLst>
        </pc:spChg>
        <pc:spChg chg="add mod ord">
          <ac:chgData name="Ken Popkin" userId="3c94c39e-c43b-4805-99ab-8da17777f1ac" providerId="ADAL" clId="{E440F346-DC68-4DD4-BA80-8DE6476F8949}" dt="2021-05-29T19:47:46.747" v="58632" actId="1037"/>
          <ac:spMkLst>
            <pc:docMk/>
            <pc:sldMk cId="1750121902" sldId="2146846028"/>
            <ac:spMk id="14" creationId="{F2A8988E-4AC6-4EF9-99DB-BED93DE37315}"/>
          </ac:spMkLst>
        </pc:spChg>
        <pc:spChg chg="add mod ord">
          <ac:chgData name="Ken Popkin" userId="3c94c39e-c43b-4805-99ab-8da17777f1ac" providerId="ADAL" clId="{E440F346-DC68-4DD4-BA80-8DE6476F8949}" dt="2021-05-29T19:47:46.747" v="58632" actId="1037"/>
          <ac:spMkLst>
            <pc:docMk/>
            <pc:sldMk cId="1750121902" sldId="2146846028"/>
            <ac:spMk id="15" creationId="{5BE9C460-381B-4206-85FD-842AC00D649F}"/>
          </ac:spMkLst>
        </pc:spChg>
        <pc:spChg chg="add mod ord">
          <ac:chgData name="Ken Popkin" userId="3c94c39e-c43b-4805-99ab-8da17777f1ac" providerId="ADAL" clId="{E440F346-DC68-4DD4-BA80-8DE6476F8949}" dt="2021-05-29T19:47:46.747" v="58632" actId="1037"/>
          <ac:spMkLst>
            <pc:docMk/>
            <pc:sldMk cId="1750121902" sldId="2146846028"/>
            <ac:spMk id="16" creationId="{0276CED1-9F90-4290-889F-EDEFBCCE32BC}"/>
          </ac:spMkLst>
        </pc:spChg>
        <pc:spChg chg="add mod ord">
          <ac:chgData name="Ken Popkin" userId="3c94c39e-c43b-4805-99ab-8da17777f1ac" providerId="ADAL" clId="{E440F346-DC68-4DD4-BA80-8DE6476F8949}" dt="2021-05-29T19:47:46.747" v="58632" actId="1037"/>
          <ac:spMkLst>
            <pc:docMk/>
            <pc:sldMk cId="1750121902" sldId="2146846028"/>
            <ac:spMk id="17" creationId="{A9DE555A-2C19-4BE7-8EEC-38D7EF83EF54}"/>
          </ac:spMkLst>
        </pc:spChg>
        <pc:spChg chg="add mod ord">
          <ac:chgData name="Ken Popkin" userId="3c94c39e-c43b-4805-99ab-8da17777f1ac" providerId="ADAL" clId="{E440F346-DC68-4DD4-BA80-8DE6476F8949}" dt="2021-05-29T19:47:46.747" v="58632" actId="1037"/>
          <ac:spMkLst>
            <pc:docMk/>
            <pc:sldMk cId="1750121902" sldId="2146846028"/>
            <ac:spMk id="18" creationId="{2D8D4C06-E6C5-41D2-9FD8-72498B4502A7}"/>
          </ac:spMkLst>
        </pc:spChg>
        <pc:spChg chg="add mod ord">
          <ac:chgData name="Ken Popkin" userId="3c94c39e-c43b-4805-99ab-8da17777f1ac" providerId="ADAL" clId="{E440F346-DC68-4DD4-BA80-8DE6476F8949}" dt="2021-05-29T19:47:46.747" v="58632" actId="1037"/>
          <ac:spMkLst>
            <pc:docMk/>
            <pc:sldMk cId="1750121902" sldId="2146846028"/>
            <ac:spMk id="19" creationId="{81BE37F9-9D4A-4759-A444-B917A7A15361}"/>
          </ac:spMkLst>
        </pc:spChg>
        <pc:spChg chg="add del mod ord">
          <ac:chgData name="Ken Popkin" userId="3c94c39e-c43b-4805-99ab-8da17777f1ac" providerId="ADAL" clId="{E440F346-DC68-4DD4-BA80-8DE6476F8949}" dt="2021-05-29T19:40:53.871" v="57895"/>
          <ac:spMkLst>
            <pc:docMk/>
            <pc:sldMk cId="1750121902" sldId="2146846028"/>
            <ac:spMk id="20" creationId="{82DE9A90-2089-44C7-B3A2-6FD97901E7D1}"/>
          </ac:spMkLst>
        </pc:spChg>
        <pc:spChg chg="add del mod ord">
          <ac:chgData name="Ken Popkin" userId="3c94c39e-c43b-4805-99ab-8da17777f1ac" providerId="ADAL" clId="{E440F346-DC68-4DD4-BA80-8DE6476F8949}" dt="2021-05-29T19:39:23.303" v="57058"/>
          <ac:spMkLst>
            <pc:docMk/>
            <pc:sldMk cId="1750121902" sldId="2146846028"/>
            <ac:spMk id="21" creationId="{359D02EA-E3CB-410C-88E3-75BF3F8E84A5}"/>
          </ac:spMkLst>
        </pc:spChg>
        <pc:spChg chg="add del mod ord">
          <ac:chgData name="Ken Popkin" userId="3c94c39e-c43b-4805-99ab-8da17777f1ac" providerId="ADAL" clId="{E440F346-DC68-4DD4-BA80-8DE6476F8949}" dt="2021-05-29T19:20:40.312" v="53162"/>
          <ac:spMkLst>
            <pc:docMk/>
            <pc:sldMk cId="1750121902" sldId="2146846028"/>
            <ac:spMk id="22" creationId="{C8AB0861-E75C-42C4-8AB3-838197184D63}"/>
          </ac:spMkLst>
        </pc:spChg>
        <pc:spChg chg="add del mod">
          <ac:chgData name="Ken Popkin" userId="3c94c39e-c43b-4805-99ab-8da17777f1ac" providerId="ADAL" clId="{E440F346-DC68-4DD4-BA80-8DE6476F8949}" dt="2021-05-29T19:20:40.118" v="52626"/>
          <ac:spMkLst>
            <pc:docMk/>
            <pc:sldMk cId="1750121902" sldId="2146846028"/>
            <ac:spMk id="23" creationId="{069A30D6-401D-403D-826D-56DF8F8C79EA}"/>
          </ac:spMkLst>
        </pc:spChg>
        <pc:spChg chg="add del mod modVis">
          <ac:chgData name="Ken Popkin" userId="3c94c39e-c43b-4805-99ab-8da17777f1ac" providerId="ADAL" clId="{E440F346-DC68-4DD4-BA80-8DE6476F8949}" dt="2021-05-29T19:20:40.125" v="52646"/>
          <ac:spMkLst>
            <pc:docMk/>
            <pc:sldMk cId="1750121902" sldId="2146846028"/>
            <ac:spMk id="24" creationId="{20BE96FD-65E1-4B43-8449-15B19A8744B7}"/>
          </ac:spMkLst>
        </pc:spChg>
        <pc:spChg chg="add del mod ord modVis">
          <ac:chgData name="Ken Popkin" userId="3c94c39e-c43b-4805-99ab-8da17777f1ac" providerId="ADAL" clId="{E440F346-DC68-4DD4-BA80-8DE6476F8949}" dt="2021-05-29T19:39:23.303" v="57060"/>
          <ac:spMkLst>
            <pc:docMk/>
            <pc:sldMk cId="1750121902" sldId="2146846028"/>
            <ac:spMk id="25" creationId="{E915918E-9F38-47E9-ABE6-EBCCD3CCE003}"/>
          </ac:spMkLst>
        </pc:spChg>
        <pc:spChg chg="add del mod ord modVis">
          <ac:chgData name="Ken Popkin" userId="3c94c39e-c43b-4805-99ab-8da17777f1ac" providerId="ADAL" clId="{E440F346-DC68-4DD4-BA80-8DE6476F8949}" dt="2021-05-29T19:39:23.304" v="57062"/>
          <ac:spMkLst>
            <pc:docMk/>
            <pc:sldMk cId="1750121902" sldId="2146846028"/>
            <ac:spMk id="26" creationId="{9FDF1B8E-4EE3-4AC6-AE0B-4C67EEDAA570}"/>
          </ac:spMkLst>
        </pc:spChg>
        <pc:spChg chg="add del mod ord modVis">
          <ac:chgData name="Ken Popkin" userId="3c94c39e-c43b-4805-99ab-8da17777f1ac" providerId="ADAL" clId="{E440F346-DC68-4DD4-BA80-8DE6476F8949}" dt="2021-05-29T19:39:23.304" v="57064"/>
          <ac:spMkLst>
            <pc:docMk/>
            <pc:sldMk cId="1750121902" sldId="2146846028"/>
            <ac:spMk id="27" creationId="{538C302E-2A1D-43DC-A51D-1C9854E0440A}"/>
          </ac:spMkLst>
        </pc:spChg>
        <pc:spChg chg="add del mod ord modVis">
          <ac:chgData name="Ken Popkin" userId="3c94c39e-c43b-4805-99ab-8da17777f1ac" providerId="ADAL" clId="{E440F346-DC68-4DD4-BA80-8DE6476F8949}" dt="2021-05-29T19:39:23.305" v="57066"/>
          <ac:spMkLst>
            <pc:docMk/>
            <pc:sldMk cId="1750121902" sldId="2146846028"/>
            <ac:spMk id="28" creationId="{9BEB91A0-2C1E-469B-9445-2B8293E5A278}"/>
          </ac:spMkLst>
        </pc:spChg>
        <pc:spChg chg="add del mod ord">
          <ac:chgData name="Ken Popkin" userId="3c94c39e-c43b-4805-99ab-8da17777f1ac" providerId="ADAL" clId="{E440F346-DC68-4DD4-BA80-8DE6476F8949}" dt="2021-05-29T19:39:23.305" v="57068"/>
          <ac:spMkLst>
            <pc:docMk/>
            <pc:sldMk cId="1750121902" sldId="2146846028"/>
            <ac:spMk id="29" creationId="{9DA407CD-9555-4606-966C-159DFD48A443}"/>
          </ac:spMkLst>
        </pc:spChg>
        <pc:spChg chg="add del mod ord">
          <ac:chgData name="Ken Popkin" userId="3c94c39e-c43b-4805-99ab-8da17777f1ac" providerId="ADAL" clId="{E440F346-DC68-4DD4-BA80-8DE6476F8949}" dt="2021-05-29T19:39:23.306" v="57070"/>
          <ac:spMkLst>
            <pc:docMk/>
            <pc:sldMk cId="1750121902" sldId="2146846028"/>
            <ac:spMk id="30" creationId="{6E22B1A7-EB26-42BC-85F9-7F358EC5DA51}"/>
          </ac:spMkLst>
        </pc:spChg>
        <pc:spChg chg="add del mod">
          <ac:chgData name="Ken Popkin" userId="3c94c39e-c43b-4805-99ab-8da17777f1ac" providerId="ADAL" clId="{E440F346-DC68-4DD4-BA80-8DE6476F8949}" dt="2021-05-29T19:20:40.141" v="52681"/>
          <ac:spMkLst>
            <pc:docMk/>
            <pc:sldMk cId="1750121902" sldId="2146846028"/>
            <ac:spMk id="31" creationId="{C2D8295E-43E2-4E1D-AE2E-684219E4F016}"/>
          </ac:spMkLst>
        </pc:spChg>
        <pc:spChg chg="add del mod modVis">
          <ac:chgData name="Ken Popkin" userId="3c94c39e-c43b-4805-99ab-8da17777f1ac" providerId="ADAL" clId="{E440F346-DC68-4DD4-BA80-8DE6476F8949}" dt="2021-05-29T19:20:40.149" v="52701"/>
          <ac:spMkLst>
            <pc:docMk/>
            <pc:sldMk cId="1750121902" sldId="2146846028"/>
            <ac:spMk id="32" creationId="{85FC0AF7-B32D-41EF-BA06-D09974311070}"/>
          </ac:spMkLst>
        </pc:spChg>
        <pc:spChg chg="add mod ord modVis">
          <ac:chgData name="Ken Popkin" userId="3c94c39e-c43b-4805-99ab-8da17777f1ac" providerId="ADAL" clId="{E440F346-DC68-4DD4-BA80-8DE6476F8949}" dt="2021-05-29T19:40:19.116" v="57463"/>
          <ac:spMkLst>
            <pc:docMk/>
            <pc:sldMk cId="1750121902" sldId="2146846028"/>
            <ac:spMk id="33" creationId="{BDE8AC05-2BC2-47CB-BEF2-27969DC421E8}"/>
          </ac:spMkLst>
        </pc:spChg>
        <pc:spChg chg="add mod ord modVis">
          <ac:chgData name="Ken Popkin" userId="3c94c39e-c43b-4805-99ab-8da17777f1ac" providerId="ADAL" clId="{E440F346-DC68-4DD4-BA80-8DE6476F8949}" dt="2021-05-29T19:40:19.116" v="57465"/>
          <ac:spMkLst>
            <pc:docMk/>
            <pc:sldMk cId="1750121902" sldId="2146846028"/>
            <ac:spMk id="34" creationId="{CCE7E621-2BB3-43C1-AD1C-7F106452ECB3}"/>
          </ac:spMkLst>
        </pc:spChg>
        <pc:spChg chg="add mod ord modVis">
          <ac:chgData name="Ken Popkin" userId="3c94c39e-c43b-4805-99ab-8da17777f1ac" providerId="ADAL" clId="{E440F346-DC68-4DD4-BA80-8DE6476F8949}" dt="2021-05-29T19:40:19.116" v="57467"/>
          <ac:spMkLst>
            <pc:docMk/>
            <pc:sldMk cId="1750121902" sldId="2146846028"/>
            <ac:spMk id="35" creationId="{E770FED8-8B5B-4E6E-A30B-BAA7D122B1BF}"/>
          </ac:spMkLst>
        </pc:spChg>
        <pc:spChg chg="add mod ord modVis">
          <ac:chgData name="Ken Popkin" userId="3c94c39e-c43b-4805-99ab-8da17777f1ac" providerId="ADAL" clId="{E440F346-DC68-4DD4-BA80-8DE6476F8949}" dt="2021-05-29T19:40:19.117" v="57469"/>
          <ac:spMkLst>
            <pc:docMk/>
            <pc:sldMk cId="1750121902" sldId="2146846028"/>
            <ac:spMk id="36" creationId="{9403CBD8-3E03-4C9B-B1C8-F093438A203E}"/>
          </ac:spMkLst>
        </pc:spChg>
        <pc:spChg chg="add mod ord">
          <ac:chgData name="Ken Popkin" userId="3c94c39e-c43b-4805-99ab-8da17777f1ac" providerId="ADAL" clId="{E440F346-DC68-4DD4-BA80-8DE6476F8949}" dt="2021-05-29T19:47:46.747" v="58632" actId="1037"/>
          <ac:spMkLst>
            <pc:docMk/>
            <pc:sldMk cId="1750121902" sldId="2146846028"/>
            <ac:spMk id="37" creationId="{2C729963-1E84-4238-A0BC-D513F3E8A0A1}"/>
          </ac:spMkLst>
        </pc:spChg>
        <pc:spChg chg="add mod ord">
          <ac:chgData name="Ken Popkin" userId="3c94c39e-c43b-4805-99ab-8da17777f1ac" providerId="ADAL" clId="{E440F346-DC68-4DD4-BA80-8DE6476F8949}" dt="2021-05-29T19:47:46.747" v="58632" actId="1037"/>
          <ac:spMkLst>
            <pc:docMk/>
            <pc:sldMk cId="1750121902" sldId="2146846028"/>
            <ac:spMk id="38" creationId="{E0963663-332E-4B22-87ED-4DF80B0B4D9B}"/>
          </ac:spMkLst>
        </pc:spChg>
        <pc:spChg chg="add del mod">
          <ac:chgData name="Ken Popkin" userId="3c94c39e-c43b-4805-99ab-8da17777f1ac" providerId="ADAL" clId="{E440F346-DC68-4DD4-BA80-8DE6476F8949}" dt="2021-05-29T19:20:40.164" v="52735"/>
          <ac:spMkLst>
            <pc:docMk/>
            <pc:sldMk cId="1750121902" sldId="2146846028"/>
            <ac:spMk id="39" creationId="{B9CDE9E8-C283-4A08-BAE8-CC822006F27D}"/>
          </ac:spMkLst>
        </pc:spChg>
        <pc:spChg chg="add del mod modVis">
          <ac:chgData name="Ken Popkin" userId="3c94c39e-c43b-4805-99ab-8da17777f1ac" providerId="ADAL" clId="{E440F346-DC68-4DD4-BA80-8DE6476F8949}" dt="2021-05-29T19:20:40.171" v="52755"/>
          <ac:spMkLst>
            <pc:docMk/>
            <pc:sldMk cId="1750121902" sldId="2146846028"/>
            <ac:spMk id="40" creationId="{4B62FCFF-13CF-4D1A-AA55-8B62191E29A7}"/>
          </ac:spMkLst>
        </pc:spChg>
        <pc:spChg chg="add mod ord modVis">
          <ac:chgData name="Ken Popkin" userId="3c94c39e-c43b-4805-99ab-8da17777f1ac" providerId="ADAL" clId="{E440F346-DC68-4DD4-BA80-8DE6476F8949}" dt="2021-05-29T19:40:19.117" v="57475"/>
          <ac:spMkLst>
            <pc:docMk/>
            <pc:sldMk cId="1750121902" sldId="2146846028"/>
            <ac:spMk id="41" creationId="{966C0310-0A1C-4E3F-BA8B-A732D7BE9509}"/>
          </ac:spMkLst>
        </pc:spChg>
        <pc:spChg chg="add mod ord modVis">
          <ac:chgData name="Ken Popkin" userId="3c94c39e-c43b-4805-99ab-8da17777f1ac" providerId="ADAL" clId="{E440F346-DC68-4DD4-BA80-8DE6476F8949}" dt="2021-05-29T19:40:19.118" v="57477"/>
          <ac:spMkLst>
            <pc:docMk/>
            <pc:sldMk cId="1750121902" sldId="2146846028"/>
            <ac:spMk id="42" creationId="{1C0B3F1A-CE77-4B99-B3C6-8885BE942B6B}"/>
          </ac:spMkLst>
        </pc:spChg>
        <pc:spChg chg="add mod ord modVis">
          <ac:chgData name="Ken Popkin" userId="3c94c39e-c43b-4805-99ab-8da17777f1ac" providerId="ADAL" clId="{E440F346-DC68-4DD4-BA80-8DE6476F8949}" dt="2021-05-29T19:40:19.118" v="57479"/>
          <ac:spMkLst>
            <pc:docMk/>
            <pc:sldMk cId="1750121902" sldId="2146846028"/>
            <ac:spMk id="43" creationId="{2282DB6B-E68C-403C-B81F-DB8F6CF04B80}"/>
          </ac:spMkLst>
        </pc:spChg>
        <pc:spChg chg="add mod ord modVis">
          <ac:chgData name="Ken Popkin" userId="3c94c39e-c43b-4805-99ab-8da17777f1ac" providerId="ADAL" clId="{E440F346-DC68-4DD4-BA80-8DE6476F8949}" dt="2021-05-29T19:40:19.118" v="57481"/>
          <ac:spMkLst>
            <pc:docMk/>
            <pc:sldMk cId="1750121902" sldId="2146846028"/>
            <ac:spMk id="44" creationId="{E4B21C47-744E-4423-B92C-D1800B6E69ED}"/>
          </ac:spMkLst>
        </pc:spChg>
        <pc:spChg chg="add mod ord modVis">
          <ac:chgData name="Ken Popkin" userId="3c94c39e-c43b-4805-99ab-8da17777f1ac" providerId="ADAL" clId="{E440F346-DC68-4DD4-BA80-8DE6476F8949}" dt="2021-05-29T19:40:19.118" v="57483"/>
          <ac:spMkLst>
            <pc:docMk/>
            <pc:sldMk cId="1750121902" sldId="2146846028"/>
            <ac:spMk id="45" creationId="{9E5A4DD7-60D2-4246-9ABE-55242A1E7FAD}"/>
          </ac:spMkLst>
        </pc:spChg>
        <pc:spChg chg="add mod ord">
          <ac:chgData name="Ken Popkin" userId="3c94c39e-c43b-4805-99ab-8da17777f1ac" providerId="ADAL" clId="{E440F346-DC68-4DD4-BA80-8DE6476F8949}" dt="2021-05-29T19:47:46.747" v="58632" actId="1037"/>
          <ac:spMkLst>
            <pc:docMk/>
            <pc:sldMk cId="1750121902" sldId="2146846028"/>
            <ac:spMk id="46" creationId="{E870CCD1-410A-4725-8FFB-7BA8D4B45224}"/>
          </ac:spMkLst>
        </pc:spChg>
        <pc:spChg chg="add del mod">
          <ac:chgData name="Ken Popkin" userId="3c94c39e-c43b-4805-99ab-8da17777f1ac" providerId="ADAL" clId="{E440F346-DC68-4DD4-BA80-8DE6476F8949}" dt="2021-05-29T19:20:40.191" v="52793"/>
          <ac:spMkLst>
            <pc:docMk/>
            <pc:sldMk cId="1750121902" sldId="2146846028"/>
            <ac:spMk id="47" creationId="{0DD8CCCC-3A66-442F-80B0-439C852FA5A6}"/>
          </ac:spMkLst>
        </pc:spChg>
        <pc:spChg chg="add del mod modVis">
          <ac:chgData name="Ken Popkin" userId="3c94c39e-c43b-4805-99ab-8da17777f1ac" providerId="ADAL" clId="{E440F346-DC68-4DD4-BA80-8DE6476F8949}" dt="2021-05-29T19:20:40.199" v="52813"/>
          <ac:spMkLst>
            <pc:docMk/>
            <pc:sldMk cId="1750121902" sldId="2146846028"/>
            <ac:spMk id="48" creationId="{86C1870F-2906-4969-8F3B-504821D2A6C4}"/>
          </ac:spMkLst>
        </pc:spChg>
        <pc:spChg chg="add mod ord modVis">
          <ac:chgData name="Ken Popkin" userId="3c94c39e-c43b-4805-99ab-8da17777f1ac" providerId="ADAL" clId="{E440F346-DC68-4DD4-BA80-8DE6476F8949}" dt="2021-05-29T19:40:19.119" v="57487"/>
          <ac:spMkLst>
            <pc:docMk/>
            <pc:sldMk cId="1750121902" sldId="2146846028"/>
            <ac:spMk id="49" creationId="{4DCC6F63-435B-42E8-A1E7-9B06843974DB}"/>
          </ac:spMkLst>
        </pc:spChg>
        <pc:spChg chg="add mod ord modVis">
          <ac:chgData name="Ken Popkin" userId="3c94c39e-c43b-4805-99ab-8da17777f1ac" providerId="ADAL" clId="{E440F346-DC68-4DD4-BA80-8DE6476F8949}" dt="2021-05-29T19:40:19.119" v="57489"/>
          <ac:spMkLst>
            <pc:docMk/>
            <pc:sldMk cId="1750121902" sldId="2146846028"/>
            <ac:spMk id="50" creationId="{62A797AE-5CC4-419E-A861-116B755678CE}"/>
          </ac:spMkLst>
        </pc:spChg>
        <pc:spChg chg="add mod ord modVis">
          <ac:chgData name="Ken Popkin" userId="3c94c39e-c43b-4805-99ab-8da17777f1ac" providerId="ADAL" clId="{E440F346-DC68-4DD4-BA80-8DE6476F8949}" dt="2021-05-29T19:40:19.120" v="57491"/>
          <ac:spMkLst>
            <pc:docMk/>
            <pc:sldMk cId="1750121902" sldId="2146846028"/>
            <ac:spMk id="51" creationId="{0C7EEF0F-C615-4B4A-8AD4-662526B087DA}"/>
          </ac:spMkLst>
        </pc:spChg>
        <pc:spChg chg="add mod ord modVis">
          <ac:chgData name="Ken Popkin" userId="3c94c39e-c43b-4805-99ab-8da17777f1ac" providerId="ADAL" clId="{E440F346-DC68-4DD4-BA80-8DE6476F8949}" dt="2021-05-29T19:40:19.120" v="57493"/>
          <ac:spMkLst>
            <pc:docMk/>
            <pc:sldMk cId="1750121902" sldId="2146846028"/>
            <ac:spMk id="52" creationId="{EC32A29F-DD3B-481B-8308-F11DDF42920F}"/>
          </ac:spMkLst>
        </pc:spChg>
        <pc:spChg chg="add mod ord">
          <ac:chgData name="Ken Popkin" userId="3c94c39e-c43b-4805-99ab-8da17777f1ac" providerId="ADAL" clId="{E440F346-DC68-4DD4-BA80-8DE6476F8949}" dt="2021-05-29T19:47:46.747" v="58632" actId="1037"/>
          <ac:spMkLst>
            <pc:docMk/>
            <pc:sldMk cId="1750121902" sldId="2146846028"/>
            <ac:spMk id="53" creationId="{45CE0AD8-0D03-4E43-A0A8-EF8D99000088}"/>
          </ac:spMkLst>
        </pc:spChg>
        <pc:spChg chg="add mod ord">
          <ac:chgData name="Ken Popkin" userId="3c94c39e-c43b-4805-99ab-8da17777f1ac" providerId="ADAL" clId="{E440F346-DC68-4DD4-BA80-8DE6476F8949}" dt="2021-05-29T19:47:46.747" v="58632" actId="1037"/>
          <ac:spMkLst>
            <pc:docMk/>
            <pc:sldMk cId="1750121902" sldId="2146846028"/>
            <ac:spMk id="54" creationId="{A1171388-07A2-4A0B-944C-5EEA37D319AC}"/>
          </ac:spMkLst>
        </pc:spChg>
        <pc:spChg chg="add del mod">
          <ac:chgData name="Ken Popkin" userId="3c94c39e-c43b-4805-99ab-8da17777f1ac" providerId="ADAL" clId="{E440F346-DC68-4DD4-BA80-8DE6476F8949}" dt="2021-05-29T19:20:40.215" v="52848"/>
          <ac:spMkLst>
            <pc:docMk/>
            <pc:sldMk cId="1750121902" sldId="2146846028"/>
            <ac:spMk id="55" creationId="{2977F3A0-1E1B-445D-8278-1087AFF7D98F}"/>
          </ac:spMkLst>
        </pc:spChg>
        <pc:spChg chg="add del mod modVis">
          <ac:chgData name="Ken Popkin" userId="3c94c39e-c43b-4805-99ab-8da17777f1ac" providerId="ADAL" clId="{E440F346-DC68-4DD4-BA80-8DE6476F8949}" dt="2021-05-29T19:20:40.223" v="52868"/>
          <ac:spMkLst>
            <pc:docMk/>
            <pc:sldMk cId="1750121902" sldId="2146846028"/>
            <ac:spMk id="56" creationId="{81620E87-686D-45B3-8CEB-6E07C23FC798}"/>
          </ac:spMkLst>
        </pc:spChg>
        <pc:spChg chg="add mod ord modVis">
          <ac:chgData name="Ken Popkin" userId="3c94c39e-c43b-4805-99ab-8da17777f1ac" providerId="ADAL" clId="{E440F346-DC68-4DD4-BA80-8DE6476F8949}" dt="2021-05-29T19:40:19.120" v="57499"/>
          <ac:spMkLst>
            <pc:docMk/>
            <pc:sldMk cId="1750121902" sldId="2146846028"/>
            <ac:spMk id="57" creationId="{8C9E596A-E862-4ED9-923F-AB9A0E9F544B}"/>
          </ac:spMkLst>
        </pc:spChg>
        <pc:spChg chg="add mod ord modVis">
          <ac:chgData name="Ken Popkin" userId="3c94c39e-c43b-4805-99ab-8da17777f1ac" providerId="ADAL" clId="{E440F346-DC68-4DD4-BA80-8DE6476F8949}" dt="2021-05-29T19:40:19.121" v="57501"/>
          <ac:spMkLst>
            <pc:docMk/>
            <pc:sldMk cId="1750121902" sldId="2146846028"/>
            <ac:spMk id="58" creationId="{967B5BAE-1F3B-46D3-BB28-6329A27C3961}"/>
          </ac:spMkLst>
        </pc:spChg>
        <pc:spChg chg="add mod ord modVis">
          <ac:chgData name="Ken Popkin" userId="3c94c39e-c43b-4805-99ab-8da17777f1ac" providerId="ADAL" clId="{E440F346-DC68-4DD4-BA80-8DE6476F8949}" dt="2021-05-29T19:40:19.121" v="57503"/>
          <ac:spMkLst>
            <pc:docMk/>
            <pc:sldMk cId="1750121902" sldId="2146846028"/>
            <ac:spMk id="59" creationId="{6B85CAD5-B455-4A81-BF8E-0A58AD37AE84}"/>
          </ac:spMkLst>
        </pc:spChg>
        <pc:spChg chg="add mod ord modVis">
          <ac:chgData name="Ken Popkin" userId="3c94c39e-c43b-4805-99ab-8da17777f1ac" providerId="ADAL" clId="{E440F346-DC68-4DD4-BA80-8DE6476F8949}" dt="2021-05-29T19:40:19.121" v="57505"/>
          <ac:spMkLst>
            <pc:docMk/>
            <pc:sldMk cId="1750121902" sldId="2146846028"/>
            <ac:spMk id="60" creationId="{C2955742-6C19-444A-943F-0E09481E33BB}"/>
          </ac:spMkLst>
        </pc:spChg>
        <pc:spChg chg="add mod ord">
          <ac:chgData name="Ken Popkin" userId="3c94c39e-c43b-4805-99ab-8da17777f1ac" providerId="ADAL" clId="{E440F346-DC68-4DD4-BA80-8DE6476F8949}" dt="2021-05-29T19:47:46.747" v="58632" actId="1037"/>
          <ac:spMkLst>
            <pc:docMk/>
            <pc:sldMk cId="1750121902" sldId="2146846028"/>
            <ac:spMk id="61" creationId="{576D5037-34E6-42AF-945D-A5E619F91815}"/>
          </ac:spMkLst>
        </pc:spChg>
        <pc:spChg chg="add mod ord">
          <ac:chgData name="Ken Popkin" userId="3c94c39e-c43b-4805-99ab-8da17777f1ac" providerId="ADAL" clId="{E440F346-DC68-4DD4-BA80-8DE6476F8949}" dt="2021-05-29T19:47:46.747" v="58632" actId="1037"/>
          <ac:spMkLst>
            <pc:docMk/>
            <pc:sldMk cId="1750121902" sldId="2146846028"/>
            <ac:spMk id="62" creationId="{E94344FD-0D96-46CF-B89B-5BCC293531D6}"/>
          </ac:spMkLst>
        </pc:spChg>
        <pc:spChg chg="add del mod">
          <ac:chgData name="Ken Popkin" userId="3c94c39e-c43b-4805-99ab-8da17777f1ac" providerId="ADAL" clId="{E440F346-DC68-4DD4-BA80-8DE6476F8949}" dt="2021-05-29T19:20:40.243" v="52913"/>
          <ac:spMkLst>
            <pc:docMk/>
            <pc:sldMk cId="1750121902" sldId="2146846028"/>
            <ac:spMk id="63" creationId="{E66BB728-3122-43E2-9052-AEC1751A72D5}"/>
          </ac:spMkLst>
        </pc:spChg>
        <pc:spChg chg="add del mod modVis">
          <ac:chgData name="Ken Popkin" userId="3c94c39e-c43b-4805-99ab-8da17777f1ac" providerId="ADAL" clId="{E440F346-DC68-4DD4-BA80-8DE6476F8949}" dt="2021-05-29T19:20:40.251" v="52933"/>
          <ac:spMkLst>
            <pc:docMk/>
            <pc:sldMk cId="1750121902" sldId="2146846028"/>
            <ac:spMk id="64" creationId="{D4D98136-895B-4127-98CE-063FB817FA59}"/>
          </ac:spMkLst>
        </pc:spChg>
        <pc:spChg chg="add mod ord modVis">
          <ac:chgData name="Ken Popkin" userId="3c94c39e-c43b-4805-99ab-8da17777f1ac" providerId="ADAL" clId="{E440F346-DC68-4DD4-BA80-8DE6476F8949}" dt="2021-05-29T19:40:19.122" v="57511"/>
          <ac:spMkLst>
            <pc:docMk/>
            <pc:sldMk cId="1750121902" sldId="2146846028"/>
            <ac:spMk id="65" creationId="{12019098-DF98-4943-83F8-1F7CD101C087}"/>
          </ac:spMkLst>
        </pc:spChg>
        <pc:spChg chg="add mod ord modVis">
          <ac:chgData name="Ken Popkin" userId="3c94c39e-c43b-4805-99ab-8da17777f1ac" providerId="ADAL" clId="{E440F346-DC68-4DD4-BA80-8DE6476F8949}" dt="2021-05-29T19:40:19.122" v="57513"/>
          <ac:spMkLst>
            <pc:docMk/>
            <pc:sldMk cId="1750121902" sldId="2146846028"/>
            <ac:spMk id="66" creationId="{542E7B5C-3586-4144-BFB7-FBE35B915F28}"/>
          </ac:spMkLst>
        </pc:spChg>
        <pc:spChg chg="add mod ord modVis">
          <ac:chgData name="Ken Popkin" userId="3c94c39e-c43b-4805-99ab-8da17777f1ac" providerId="ADAL" clId="{E440F346-DC68-4DD4-BA80-8DE6476F8949}" dt="2021-05-29T19:40:19.123" v="57515"/>
          <ac:spMkLst>
            <pc:docMk/>
            <pc:sldMk cId="1750121902" sldId="2146846028"/>
            <ac:spMk id="67" creationId="{A3ACFD12-D4B6-4067-9346-F0F6834BA09F}"/>
          </ac:spMkLst>
        </pc:spChg>
        <pc:spChg chg="add mod ord modVis">
          <ac:chgData name="Ken Popkin" userId="3c94c39e-c43b-4805-99ab-8da17777f1ac" providerId="ADAL" clId="{E440F346-DC68-4DD4-BA80-8DE6476F8949}" dt="2021-05-29T19:40:19.123" v="57517"/>
          <ac:spMkLst>
            <pc:docMk/>
            <pc:sldMk cId="1750121902" sldId="2146846028"/>
            <ac:spMk id="68" creationId="{72B7CFCF-2EFD-4A7D-9A93-C7963A3540D9}"/>
          </ac:spMkLst>
        </pc:spChg>
        <pc:spChg chg="add mod ord modVis">
          <ac:chgData name="Ken Popkin" userId="3c94c39e-c43b-4805-99ab-8da17777f1ac" providerId="ADAL" clId="{E440F346-DC68-4DD4-BA80-8DE6476F8949}" dt="2021-05-29T19:40:19.123" v="57519"/>
          <ac:spMkLst>
            <pc:docMk/>
            <pc:sldMk cId="1750121902" sldId="2146846028"/>
            <ac:spMk id="69" creationId="{14F2FDAC-12BD-451F-9E51-EFB1D457C254}"/>
          </ac:spMkLst>
        </pc:spChg>
        <pc:spChg chg="add mod ord">
          <ac:chgData name="Ken Popkin" userId="3c94c39e-c43b-4805-99ab-8da17777f1ac" providerId="ADAL" clId="{E440F346-DC68-4DD4-BA80-8DE6476F8949}" dt="2021-05-29T19:47:46.747" v="58632" actId="1037"/>
          <ac:spMkLst>
            <pc:docMk/>
            <pc:sldMk cId="1750121902" sldId="2146846028"/>
            <ac:spMk id="70" creationId="{D39F6A96-1414-4FB2-AA55-8A09C2222C86}"/>
          </ac:spMkLst>
        </pc:spChg>
        <pc:spChg chg="add mod">
          <ac:chgData name="Ken Popkin" userId="3c94c39e-c43b-4805-99ab-8da17777f1ac" providerId="ADAL" clId="{E440F346-DC68-4DD4-BA80-8DE6476F8949}" dt="2021-05-29T19:47:46.747" v="58632" actId="1037"/>
          <ac:spMkLst>
            <pc:docMk/>
            <pc:sldMk cId="1750121902" sldId="2146846028"/>
            <ac:spMk id="71" creationId="{2554E5C3-FF26-4993-9277-6EFD9F905410}"/>
          </ac:spMkLst>
        </pc:spChg>
        <pc:spChg chg="add mod modVis">
          <ac:chgData name="Ken Popkin" userId="3c94c39e-c43b-4805-99ab-8da17777f1ac" providerId="ADAL" clId="{E440F346-DC68-4DD4-BA80-8DE6476F8949}" dt="2021-05-29T19:47:19.759" v="58570"/>
          <ac:spMkLst>
            <pc:docMk/>
            <pc:sldMk cId="1750121902" sldId="2146846028"/>
            <ac:spMk id="72" creationId="{AD75E3D3-9B3F-4066-94AC-B3B77B7DA0B0}"/>
          </ac:spMkLst>
        </pc:spChg>
        <pc:spChg chg="add mod ord modVis">
          <ac:chgData name="Ken Popkin" userId="3c94c39e-c43b-4805-99ab-8da17777f1ac" providerId="ADAL" clId="{E440F346-DC68-4DD4-BA80-8DE6476F8949}" dt="2021-05-29T19:40:19.124" v="57523"/>
          <ac:spMkLst>
            <pc:docMk/>
            <pc:sldMk cId="1750121902" sldId="2146846028"/>
            <ac:spMk id="73" creationId="{02EF89A3-126D-4801-8FFC-FFC059E12ACA}"/>
          </ac:spMkLst>
        </pc:spChg>
        <pc:spChg chg="add mod ord modVis">
          <ac:chgData name="Ken Popkin" userId="3c94c39e-c43b-4805-99ab-8da17777f1ac" providerId="ADAL" clId="{E440F346-DC68-4DD4-BA80-8DE6476F8949}" dt="2021-05-29T19:40:19.124" v="57525"/>
          <ac:spMkLst>
            <pc:docMk/>
            <pc:sldMk cId="1750121902" sldId="2146846028"/>
            <ac:spMk id="74" creationId="{B19A5005-FF34-408C-957A-B27CB34B3F74}"/>
          </ac:spMkLst>
        </pc:spChg>
        <pc:spChg chg="add mod ord modVis">
          <ac:chgData name="Ken Popkin" userId="3c94c39e-c43b-4805-99ab-8da17777f1ac" providerId="ADAL" clId="{E440F346-DC68-4DD4-BA80-8DE6476F8949}" dt="2021-05-29T19:40:19.124" v="57527"/>
          <ac:spMkLst>
            <pc:docMk/>
            <pc:sldMk cId="1750121902" sldId="2146846028"/>
            <ac:spMk id="75" creationId="{CEB06FFE-5878-4274-A932-C83CBB4004BE}"/>
          </ac:spMkLst>
        </pc:spChg>
        <pc:spChg chg="add mod ord modVis">
          <ac:chgData name="Ken Popkin" userId="3c94c39e-c43b-4805-99ab-8da17777f1ac" providerId="ADAL" clId="{E440F346-DC68-4DD4-BA80-8DE6476F8949}" dt="2021-05-29T19:40:19.125" v="57529"/>
          <ac:spMkLst>
            <pc:docMk/>
            <pc:sldMk cId="1750121902" sldId="2146846028"/>
            <ac:spMk id="76" creationId="{F03E976A-BE7F-40B3-9959-471945E39EBE}"/>
          </ac:spMkLst>
        </pc:spChg>
        <pc:spChg chg="add mod ord modVis">
          <ac:chgData name="Ken Popkin" userId="3c94c39e-c43b-4805-99ab-8da17777f1ac" providerId="ADAL" clId="{E440F346-DC68-4DD4-BA80-8DE6476F8949}" dt="2021-05-29T19:40:19.125" v="57531"/>
          <ac:spMkLst>
            <pc:docMk/>
            <pc:sldMk cId="1750121902" sldId="2146846028"/>
            <ac:spMk id="77" creationId="{5696C6E8-B4B3-4CAB-959B-A62BE471CE31}"/>
          </ac:spMkLst>
        </pc:spChg>
        <pc:spChg chg="add mod ord">
          <ac:chgData name="Ken Popkin" userId="3c94c39e-c43b-4805-99ab-8da17777f1ac" providerId="ADAL" clId="{E440F346-DC68-4DD4-BA80-8DE6476F8949}" dt="2021-05-29T19:47:46.747" v="58632" actId="1037"/>
          <ac:spMkLst>
            <pc:docMk/>
            <pc:sldMk cId="1750121902" sldId="2146846028"/>
            <ac:spMk id="78" creationId="{58461439-E66D-4F1E-908D-C7E883D49C31}"/>
          </ac:spMkLst>
        </pc:spChg>
        <pc:spChg chg="add mod">
          <ac:chgData name="Ken Popkin" userId="3c94c39e-c43b-4805-99ab-8da17777f1ac" providerId="ADAL" clId="{E440F346-DC68-4DD4-BA80-8DE6476F8949}" dt="2021-05-29T19:47:46.747" v="58632" actId="1037"/>
          <ac:spMkLst>
            <pc:docMk/>
            <pc:sldMk cId="1750121902" sldId="2146846028"/>
            <ac:spMk id="79" creationId="{20630F13-B340-4985-BB1A-7F258EFC1A94}"/>
          </ac:spMkLst>
        </pc:spChg>
        <pc:spChg chg="add mod modVis">
          <ac:chgData name="Ken Popkin" userId="3c94c39e-c43b-4805-99ab-8da17777f1ac" providerId="ADAL" clId="{E440F346-DC68-4DD4-BA80-8DE6476F8949}" dt="2021-05-29T19:47:19.763" v="58578"/>
          <ac:spMkLst>
            <pc:docMk/>
            <pc:sldMk cId="1750121902" sldId="2146846028"/>
            <ac:spMk id="80" creationId="{F66FAE17-0255-4D89-AB42-E65BD948E18E}"/>
          </ac:spMkLst>
        </pc:spChg>
        <pc:spChg chg="add mod ord modVis">
          <ac:chgData name="Ken Popkin" userId="3c94c39e-c43b-4805-99ab-8da17777f1ac" providerId="ADAL" clId="{E440F346-DC68-4DD4-BA80-8DE6476F8949}" dt="2021-05-29T19:40:19.126" v="57535"/>
          <ac:spMkLst>
            <pc:docMk/>
            <pc:sldMk cId="1750121902" sldId="2146846028"/>
            <ac:spMk id="81" creationId="{E038741D-5BAF-4727-83C7-9D36B1CE1F93}"/>
          </ac:spMkLst>
        </pc:spChg>
        <pc:spChg chg="add mod ord modVis">
          <ac:chgData name="Ken Popkin" userId="3c94c39e-c43b-4805-99ab-8da17777f1ac" providerId="ADAL" clId="{E440F346-DC68-4DD4-BA80-8DE6476F8949}" dt="2021-05-29T19:40:19.126" v="57537"/>
          <ac:spMkLst>
            <pc:docMk/>
            <pc:sldMk cId="1750121902" sldId="2146846028"/>
            <ac:spMk id="82" creationId="{95393ED0-692C-4EC1-AC6C-8E26AE06CA1C}"/>
          </ac:spMkLst>
        </pc:spChg>
        <pc:spChg chg="add mod ord modVis">
          <ac:chgData name="Ken Popkin" userId="3c94c39e-c43b-4805-99ab-8da17777f1ac" providerId="ADAL" clId="{E440F346-DC68-4DD4-BA80-8DE6476F8949}" dt="2021-05-29T19:40:19.126" v="57539"/>
          <ac:spMkLst>
            <pc:docMk/>
            <pc:sldMk cId="1750121902" sldId="2146846028"/>
            <ac:spMk id="83" creationId="{5A1544C1-B3C4-4F2E-A269-EB17C569EBB6}"/>
          </ac:spMkLst>
        </pc:spChg>
        <pc:spChg chg="add mod ord modVis">
          <ac:chgData name="Ken Popkin" userId="3c94c39e-c43b-4805-99ab-8da17777f1ac" providerId="ADAL" clId="{E440F346-DC68-4DD4-BA80-8DE6476F8949}" dt="2021-05-29T19:40:19.126" v="57541"/>
          <ac:spMkLst>
            <pc:docMk/>
            <pc:sldMk cId="1750121902" sldId="2146846028"/>
            <ac:spMk id="84" creationId="{50477BC4-C1DB-4FCD-BA7F-D2DEF058C0B4}"/>
          </ac:spMkLst>
        </pc:spChg>
        <pc:spChg chg="add mod ord modVis">
          <ac:chgData name="Ken Popkin" userId="3c94c39e-c43b-4805-99ab-8da17777f1ac" providerId="ADAL" clId="{E440F346-DC68-4DD4-BA80-8DE6476F8949}" dt="2021-05-29T19:40:19.127" v="57543"/>
          <ac:spMkLst>
            <pc:docMk/>
            <pc:sldMk cId="1750121902" sldId="2146846028"/>
            <ac:spMk id="85" creationId="{5E5C1C9C-2543-49C0-990F-F1703EBD8C84}"/>
          </ac:spMkLst>
        </pc:spChg>
        <pc:spChg chg="add mod ord">
          <ac:chgData name="Ken Popkin" userId="3c94c39e-c43b-4805-99ab-8da17777f1ac" providerId="ADAL" clId="{E440F346-DC68-4DD4-BA80-8DE6476F8949}" dt="2021-05-29T19:47:46.747" v="58632" actId="1037"/>
          <ac:spMkLst>
            <pc:docMk/>
            <pc:sldMk cId="1750121902" sldId="2146846028"/>
            <ac:spMk id="86" creationId="{9FB9D698-9FBB-4D34-9AEC-05D07A6271A4}"/>
          </ac:spMkLst>
        </pc:spChg>
        <pc:spChg chg="add mod">
          <ac:chgData name="Ken Popkin" userId="3c94c39e-c43b-4805-99ab-8da17777f1ac" providerId="ADAL" clId="{E440F346-DC68-4DD4-BA80-8DE6476F8949}" dt="2021-05-29T19:47:46.747" v="58632" actId="1037"/>
          <ac:spMkLst>
            <pc:docMk/>
            <pc:sldMk cId="1750121902" sldId="2146846028"/>
            <ac:spMk id="87" creationId="{98B88152-9A8E-44BA-8CEA-4102F1B88223}"/>
          </ac:spMkLst>
        </pc:spChg>
        <pc:spChg chg="add mod">
          <ac:chgData name="Ken Popkin" userId="3c94c39e-c43b-4805-99ab-8da17777f1ac" providerId="ADAL" clId="{E440F346-DC68-4DD4-BA80-8DE6476F8949}" dt="2021-05-29T19:47:46.747" v="58632" actId="1037"/>
          <ac:spMkLst>
            <pc:docMk/>
            <pc:sldMk cId="1750121902" sldId="2146846028"/>
            <ac:spMk id="88" creationId="{D1E83A46-1CB8-4DE9-B396-9E6099D28A17}"/>
          </ac:spMkLst>
        </pc:spChg>
        <pc:spChg chg="add mod">
          <ac:chgData name="Ken Popkin" userId="3c94c39e-c43b-4805-99ab-8da17777f1ac" providerId="ADAL" clId="{E440F346-DC68-4DD4-BA80-8DE6476F8949}" dt="2021-05-29T19:47:46.747" v="58632" actId="1037"/>
          <ac:spMkLst>
            <pc:docMk/>
            <pc:sldMk cId="1750121902" sldId="2146846028"/>
            <ac:spMk id="89" creationId="{9A0D1923-3F3E-4801-8E55-5EF737415B12}"/>
          </ac:spMkLst>
        </pc:spChg>
        <pc:spChg chg="add del mod">
          <ac:chgData name="Ken Popkin" userId="3c94c39e-c43b-4805-99ab-8da17777f1ac" providerId="ADAL" clId="{E440F346-DC68-4DD4-BA80-8DE6476F8949}" dt="2021-06-01T21:19:58.090" v="113888" actId="478"/>
          <ac:spMkLst>
            <pc:docMk/>
            <pc:sldMk cId="1750121902" sldId="2146846028"/>
            <ac:spMk id="90" creationId="{040EE6DB-88CE-4FD8-A3BE-B2CEB62A53E2}"/>
          </ac:spMkLst>
        </pc:spChg>
        <pc:spChg chg="add del mod">
          <ac:chgData name="Ken Popkin" userId="3c94c39e-c43b-4805-99ab-8da17777f1ac" providerId="ADAL" clId="{E440F346-DC68-4DD4-BA80-8DE6476F8949}" dt="2021-05-29T19:39:23.306" v="57071"/>
          <ac:spMkLst>
            <pc:docMk/>
            <pc:sldMk cId="1750121902" sldId="2146846028"/>
            <ac:spMk id="90" creationId="{EB703C9E-0352-4B09-94E1-7620EC939340}"/>
          </ac:spMkLst>
        </pc:spChg>
        <pc:spChg chg="add del mod modVis">
          <ac:chgData name="Ken Popkin" userId="3c94c39e-c43b-4805-99ab-8da17777f1ac" providerId="ADAL" clId="{E440F346-DC68-4DD4-BA80-8DE6476F8949}" dt="2021-05-29T19:39:23.308" v="57072"/>
          <ac:spMkLst>
            <pc:docMk/>
            <pc:sldMk cId="1750121902" sldId="2146846028"/>
            <ac:spMk id="91" creationId="{94C57E6A-274D-433A-A7BC-8785238FE00A}"/>
          </ac:spMkLst>
        </pc:spChg>
        <pc:spChg chg="add mod">
          <ac:chgData name="Ken Popkin" userId="3c94c39e-c43b-4805-99ab-8da17777f1ac" providerId="ADAL" clId="{E440F346-DC68-4DD4-BA80-8DE6476F8949}" dt="2021-05-29T19:47:46.747" v="58632" actId="1037"/>
          <ac:spMkLst>
            <pc:docMk/>
            <pc:sldMk cId="1750121902" sldId="2146846028"/>
            <ac:spMk id="92" creationId="{7F83B6D6-C981-4A52-8805-D6D49A2350E4}"/>
          </ac:spMkLst>
        </pc:spChg>
        <pc:spChg chg="add mod modVis">
          <ac:chgData name="Ken Popkin" userId="3c94c39e-c43b-4805-99ab-8da17777f1ac" providerId="ADAL" clId="{E440F346-DC68-4DD4-BA80-8DE6476F8949}" dt="2021-05-29T19:47:19.740" v="58526"/>
          <ac:spMkLst>
            <pc:docMk/>
            <pc:sldMk cId="1750121902" sldId="2146846028"/>
            <ac:spMk id="93" creationId="{7539D464-D376-4741-A981-5BB3A15A7238}"/>
          </ac:spMkLst>
        </pc:spChg>
        <pc:spChg chg="add mod">
          <ac:chgData name="Ken Popkin" userId="3c94c39e-c43b-4805-99ab-8da17777f1ac" providerId="ADAL" clId="{E440F346-DC68-4DD4-BA80-8DE6476F8949}" dt="2021-05-29T19:47:46.747" v="58632" actId="1037"/>
          <ac:spMkLst>
            <pc:docMk/>
            <pc:sldMk cId="1750121902" sldId="2146846028"/>
            <ac:spMk id="94" creationId="{113AECD3-EACF-4D98-BDA3-468F18A8C756}"/>
          </ac:spMkLst>
        </pc:spChg>
        <pc:spChg chg="add mod modVis">
          <ac:chgData name="Ken Popkin" userId="3c94c39e-c43b-4805-99ab-8da17777f1ac" providerId="ADAL" clId="{E440F346-DC68-4DD4-BA80-8DE6476F8949}" dt="2021-05-29T19:47:19.745" v="58538"/>
          <ac:spMkLst>
            <pc:docMk/>
            <pc:sldMk cId="1750121902" sldId="2146846028"/>
            <ac:spMk id="95" creationId="{7A1C411C-E1EC-406D-9FFA-1BE34360FAAA}"/>
          </ac:spMkLst>
        </pc:spChg>
        <pc:spChg chg="add mod">
          <ac:chgData name="Ken Popkin" userId="3c94c39e-c43b-4805-99ab-8da17777f1ac" providerId="ADAL" clId="{E440F346-DC68-4DD4-BA80-8DE6476F8949}" dt="2021-05-29T19:47:46.747" v="58632" actId="1037"/>
          <ac:spMkLst>
            <pc:docMk/>
            <pc:sldMk cId="1750121902" sldId="2146846028"/>
            <ac:spMk id="96" creationId="{E5971753-8C27-4D13-B552-FCD43D91D76D}"/>
          </ac:spMkLst>
        </pc:spChg>
        <pc:spChg chg="add mod modVis">
          <ac:chgData name="Ken Popkin" userId="3c94c39e-c43b-4805-99ab-8da17777f1ac" providerId="ADAL" clId="{E440F346-DC68-4DD4-BA80-8DE6476F8949}" dt="2021-05-29T19:47:19.749" v="58546"/>
          <ac:spMkLst>
            <pc:docMk/>
            <pc:sldMk cId="1750121902" sldId="2146846028"/>
            <ac:spMk id="97" creationId="{0EBF0043-4CBA-4CF0-9DCE-EE7FD66E6AA7}"/>
          </ac:spMkLst>
        </pc:spChg>
        <pc:spChg chg="add mod">
          <ac:chgData name="Ken Popkin" userId="3c94c39e-c43b-4805-99ab-8da17777f1ac" providerId="ADAL" clId="{E440F346-DC68-4DD4-BA80-8DE6476F8949}" dt="2021-05-29T19:47:46.747" v="58632" actId="1037"/>
          <ac:spMkLst>
            <pc:docMk/>
            <pc:sldMk cId="1750121902" sldId="2146846028"/>
            <ac:spMk id="98" creationId="{98F45747-F2B6-49BC-AC35-2546733C6E6B}"/>
          </ac:spMkLst>
        </pc:spChg>
        <pc:spChg chg="add mod modVis">
          <ac:chgData name="Ken Popkin" userId="3c94c39e-c43b-4805-99ab-8da17777f1ac" providerId="ADAL" clId="{E440F346-DC68-4DD4-BA80-8DE6476F8949}" dt="2021-05-29T19:47:19.754" v="58558"/>
          <ac:spMkLst>
            <pc:docMk/>
            <pc:sldMk cId="1750121902" sldId="2146846028"/>
            <ac:spMk id="99" creationId="{734967B0-5CDC-4C71-95F2-30819D4DAE45}"/>
          </ac:spMkLst>
        </pc:spChg>
        <pc:spChg chg="add mod">
          <ac:chgData name="Ken Popkin" userId="3c94c39e-c43b-4805-99ab-8da17777f1ac" providerId="ADAL" clId="{E440F346-DC68-4DD4-BA80-8DE6476F8949}" dt="2021-05-29T19:47:46.747" v="58632" actId="1037"/>
          <ac:spMkLst>
            <pc:docMk/>
            <pc:sldMk cId="1750121902" sldId="2146846028"/>
            <ac:spMk id="100" creationId="{CB273349-8F21-4FCE-8DDF-DE1C8270B57D}"/>
          </ac:spMkLst>
        </pc:spChg>
        <pc:spChg chg="add mod modVis">
          <ac:chgData name="Ken Popkin" userId="3c94c39e-c43b-4805-99ab-8da17777f1ac" providerId="ADAL" clId="{E440F346-DC68-4DD4-BA80-8DE6476F8949}" dt="2021-05-29T19:47:19.735" v="58518"/>
          <ac:spMkLst>
            <pc:docMk/>
            <pc:sldMk cId="1750121902" sldId="2146846028"/>
            <ac:spMk id="101" creationId="{23BEEC5A-5CDC-4E34-8FFB-E9664FB3FD8B}"/>
          </ac:spMkLst>
        </pc:spChg>
        <pc:spChg chg="add mod ord">
          <ac:chgData name="Ken Popkin" userId="3c94c39e-c43b-4805-99ab-8da17777f1ac" providerId="ADAL" clId="{E440F346-DC68-4DD4-BA80-8DE6476F8949}" dt="2021-05-29T19:47:20.299" v="58584"/>
          <ac:spMkLst>
            <pc:docMk/>
            <pc:sldMk cId="1750121902" sldId="2146846028"/>
            <ac:spMk id="102" creationId="{3A01A4E5-30F4-41D0-983A-97C7EA686742}"/>
          </ac:spMkLst>
        </pc:spChg>
        <pc:spChg chg="add del mod ord">
          <ac:chgData name="Ken Popkin" userId="3c94c39e-c43b-4805-99ab-8da17777f1ac" providerId="ADAL" clId="{E440F346-DC68-4DD4-BA80-8DE6476F8949}" dt="2021-05-29T19:40:19.130" v="57564"/>
          <ac:spMkLst>
            <pc:docMk/>
            <pc:sldMk cId="1750121902" sldId="2146846028"/>
            <ac:spMk id="103" creationId="{6E493D42-7706-4427-8DEF-4FAF59264F81}"/>
          </ac:spMkLst>
        </pc:spChg>
        <pc:spChg chg="add del mod ord">
          <ac:chgData name="Ken Popkin" userId="3c94c39e-c43b-4805-99ab-8da17777f1ac" providerId="ADAL" clId="{E440F346-DC68-4DD4-BA80-8DE6476F8949}" dt="2021-05-29T19:40:19.130" v="57566"/>
          <ac:spMkLst>
            <pc:docMk/>
            <pc:sldMk cId="1750121902" sldId="2146846028"/>
            <ac:spMk id="104" creationId="{0A699F44-D7D7-432A-929D-6B34FD04E786}"/>
          </ac:spMkLst>
        </pc:spChg>
        <pc:spChg chg="add del mod">
          <ac:chgData name="Ken Popkin" userId="3c94c39e-c43b-4805-99ab-8da17777f1ac" providerId="ADAL" clId="{E440F346-DC68-4DD4-BA80-8DE6476F8949}" dt="2021-05-29T19:40:19.130" v="57567"/>
          <ac:spMkLst>
            <pc:docMk/>
            <pc:sldMk cId="1750121902" sldId="2146846028"/>
            <ac:spMk id="105" creationId="{29F12B2B-73D9-4DD1-B4D4-E533786C86C7}"/>
          </ac:spMkLst>
        </pc:spChg>
        <pc:spChg chg="add mod">
          <ac:chgData name="Ken Popkin" userId="3c94c39e-c43b-4805-99ab-8da17777f1ac" providerId="ADAL" clId="{E440F346-DC68-4DD4-BA80-8DE6476F8949}" dt="2021-05-29T19:47:46.747" v="58632" actId="1037"/>
          <ac:spMkLst>
            <pc:docMk/>
            <pc:sldMk cId="1750121902" sldId="2146846028"/>
            <ac:spMk id="106" creationId="{CB67B8B8-D15B-4146-AF6A-A5AC0767BDDB}"/>
          </ac:spMkLst>
        </pc:spChg>
        <pc:spChg chg="add mod">
          <ac:chgData name="Ken Popkin" userId="3c94c39e-c43b-4805-99ab-8da17777f1ac" providerId="ADAL" clId="{E440F346-DC68-4DD4-BA80-8DE6476F8949}" dt="2021-05-29T19:47:46.747" v="58632" actId="1037"/>
          <ac:spMkLst>
            <pc:docMk/>
            <pc:sldMk cId="1750121902" sldId="2146846028"/>
            <ac:spMk id="107" creationId="{A2D9B3DC-54F3-4106-B21D-3EA9E2CA136E}"/>
          </ac:spMkLst>
        </pc:spChg>
        <pc:spChg chg="add mod ord modVis">
          <ac:chgData name="Ken Popkin" userId="3c94c39e-c43b-4805-99ab-8da17777f1ac" providerId="ADAL" clId="{E440F346-DC68-4DD4-BA80-8DE6476F8949}" dt="2021-05-29T19:40:19.127" v="57547"/>
          <ac:spMkLst>
            <pc:docMk/>
            <pc:sldMk cId="1750121902" sldId="2146846028"/>
            <ac:spMk id="108" creationId="{AC5BFA16-0D9E-4DF5-A557-6F26EBE22437}"/>
          </ac:spMkLst>
        </pc:spChg>
        <pc:spChg chg="add mod ord modVis">
          <ac:chgData name="Ken Popkin" userId="3c94c39e-c43b-4805-99ab-8da17777f1ac" providerId="ADAL" clId="{E440F346-DC68-4DD4-BA80-8DE6476F8949}" dt="2021-05-29T19:40:19.127" v="57549"/>
          <ac:spMkLst>
            <pc:docMk/>
            <pc:sldMk cId="1750121902" sldId="2146846028"/>
            <ac:spMk id="109" creationId="{9E9761B5-9EE9-4691-ABB9-909218116D97}"/>
          </ac:spMkLst>
        </pc:spChg>
        <pc:spChg chg="add mod ord modVis">
          <ac:chgData name="Ken Popkin" userId="3c94c39e-c43b-4805-99ab-8da17777f1ac" providerId="ADAL" clId="{E440F346-DC68-4DD4-BA80-8DE6476F8949}" dt="2021-05-29T19:40:19.128" v="57551"/>
          <ac:spMkLst>
            <pc:docMk/>
            <pc:sldMk cId="1750121902" sldId="2146846028"/>
            <ac:spMk id="110" creationId="{451BE209-22EE-4904-BB2D-6FAC7CA54A47}"/>
          </ac:spMkLst>
        </pc:spChg>
        <pc:spChg chg="add mod ord">
          <ac:chgData name="Ken Popkin" userId="3c94c39e-c43b-4805-99ab-8da17777f1ac" providerId="ADAL" clId="{E440F346-DC68-4DD4-BA80-8DE6476F8949}" dt="2021-05-29T19:47:46.747" v="58632" actId="1037"/>
          <ac:spMkLst>
            <pc:docMk/>
            <pc:sldMk cId="1750121902" sldId="2146846028"/>
            <ac:spMk id="111" creationId="{96CBDF68-807C-476A-8DCE-399342D3A43B}"/>
          </ac:spMkLst>
        </pc:spChg>
        <pc:spChg chg="add mod ord">
          <ac:chgData name="Ken Popkin" userId="3c94c39e-c43b-4805-99ab-8da17777f1ac" providerId="ADAL" clId="{E440F346-DC68-4DD4-BA80-8DE6476F8949}" dt="2021-05-29T19:47:46.747" v="58632" actId="1037"/>
          <ac:spMkLst>
            <pc:docMk/>
            <pc:sldMk cId="1750121902" sldId="2146846028"/>
            <ac:spMk id="112" creationId="{FE9230E7-AAC4-4642-BEB0-F77025EE6428}"/>
          </ac:spMkLst>
        </pc:spChg>
        <pc:spChg chg="add mod ord modVis">
          <ac:chgData name="Ken Popkin" userId="3c94c39e-c43b-4805-99ab-8da17777f1ac" providerId="ADAL" clId="{E440F346-DC68-4DD4-BA80-8DE6476F8949}" dt="2021-05-29T19:40:19.128" v="57557"/>
          <ac:spMkLst>
            <pc:docMk/>
            <pc:sldMk cId="1750121902" sldId="2146846028"/>
            <ac:spMk id="113" creationId="{1FA95E7F-ACBB-42AD-973A-1F3E4CABC912}"/>
          </ac:spMkLst>
        </pc:spChg>
        <pc:spChg chg="add mod ord">
          <ac:chgData name="Ken Popkin" userId="3c94c39e-c43b-4805-99ab-8da17777f1ac" providerId="ADAL" clId="{E440F346-DC68-4DD4-BA80-8DE6476F8949}" dt="2021-05-29T19:52:28.119" v="58686" actId="20577"/>
          <ac:spMkLst>
            <pc:docMk/>
            <pc:sldMk cId="1750121902" sldId="2146846028"/>
            <ac:spMk id="114" creationId="{896F580F-B822-4ED9-9077-C3432646649E}"/>
          </ac:spMkLst>
        </pc:spChg>
      </pc:sldChg>
      <pc:sldChg chg="addSp delSp modSp add mod">
        <pc:chgData name="Ken Popkin" userId="3c94c39e-c43b-4805-99ab-8da17777f1ac" providerId="ADAL" clId="{E440F346-DC68-4DD4-BA80-8DE6476F8949}" dt="2021-06-02T15:08:32.837" v="114287" actId="20577"/>
        <pc:sldMkLst>
          <pc:docMk/>
          <pc:sldMk cId="1125456126" sldId="2146846029"/>
        </pc:sldMkLst>
        <pc:graphicFrameChg chg="add mod modGraphic">
          <ac:chgData name="Ken Popkin" userId="3c94c39e-c43b-4805-99ab-8da17777f1ac" providerId="ADAL" clId="{E440F346-DC68-4DD4-BA80-8DE6476F8949}" dt="2021-06-02T15:08:32.837" v="114287" actId="20577"/>
          <ac:graphicFrameMkLst>
            <pc:docMk/>
            <pc:sldMk cId="1125456126" sldId="2146846029"/>
            <ac:graphicFrameMk id="4" creationId="{167033AF-DEA8-4AE3-BA0D-14819896C916}"/>
          </ac:graphicFrameMkLst>
        </pc:graphicFrameChg>
        <pc:graphicFrameChg chg="del modGraphic">
          <ac:chgData name="Ken Popkin" userId="3c94c39e-c43b-4805-99ab-8da17777f1ac" providerId="ADAL" clId="{E440F346-DC68-4DD4-BA80-8DE6476F8949}" dt="2021-06-02T15:06:33.878" v="113987" actId="478"/>
          <ac:graphicFrameMkLst>
            <pc:docMk/>
            <pc:sldMk cId="1125456126" sldId="2146846029"/>
            <ac:graphicFrameMk id="12" creationId="{C77BAEC2-275F-4355-B5D2-6829D9958BC5}"/>
          </ac:graphicFrameMkLst>
        </pc:graphicFrameChg>
      </pc:sldChg>
      <pc:sldChg chg="add del setBg">
        <pc:chgData name="Ken Popkin" userId="3c94c39e-c43b-4805-99ab-8da17777f1ac" providerId="ADAL" clId="{E440F346-DC68-4DD4-BA80-8DE6476F8949}" dt="2021-05-29T20:20:17.927" v="59262"/>
        <pc:sldMkLst>
          <pc:docMk/>
          <pc:sldMk cId="2858879978" sldId="2146846029"/>
        </pc:sldMkLst>
      </pc:sldChg>
      <pc:sldChg chg="add ord">
        <pc:chgData name="Ken Popkin" userId="3c94c39e-c43b-4805-99ab-8da17777f1ac" providerId="ADAL" clId="{E440F346-DC68-4DD4-BA80-8DE6476F8949}" dt="2021-05-29T20:21:19.345" v="59275" actId="20578"/>
        <pc:sldMkLst>
          <pc:docMk/>
          <pc:sldMk cId="182815512" sldId="2146846054"/>
        </pc:sldMkLst>
      </pc:sldChg>
      <pc:sldChg chg="addSp modSp add del mod">
        <pc:chgData name="Ken Popkin" userId="3c94c39e-c43b-4805-99ab-8da17777f1ac" providerId="ADAL" clId="{E440F346-DC68-4DD4-BA80-8DE6476F8949}" dt="2021-05-29T20:53:21.351" v="61243" actId="47"/>
        <pc:sldMkLst>
          <pc:docMk/>
          <pc:sldMk cId="758697652" sldId="2146846055"/>
        </pc:sldMkLst>
        <pc:spChg chg="mod ord">
          <ac:chgData name="Ken Popkin" userId="3c94c39e-c43b-4805-99ab-8da17777f1ac" providerId="ADAL" clId="{E440F346-DC68-4DD4-BA80-8DE6476F8949}" dt="2021-05-29T20:53:18.022" v="61242"/>
          <ac:spMkLst>
            <pc:docMk/>
            <pc:sldMk cId="758697652" sldId="2146846055"/>
            <ac:spMk id="2" creationId="{B3E106DE-32E2-4132-8735-E6CA4033573D}"/>
          </ac:spMkLst>
        </pc:spChg>
        <pc:spChg chg="mod ord">
          <ac:chgData name="Ken Popkin" userId="3c94c39e-c43b-4805-99ab-8da17777f1ac" providerId="ADAL" clId="{E440F346-DC68-4DD4-BA80-8DE6476F8949}" dt="2021-05-29T20:53:18.022" v="61240"/>
          <ac:spMkLst>
            <pc:docMk/>
            <pc:sldMk cId="758697652" sldId="2146846055"/>
            <ac:spMk id="3" creationId="{436E7EBC-4325-4B08-A56A-34DF77A19D68}"/>
          </ac:spMkLst>
        </pc:spChg>
        <pc:spChg chg="mod ord">
          <ac:chgData name="Ken Popkin" userId="3c94c39e-c43b-4805-99ab-8da17777f1ac" providerId="ADAL" clId="{E440F346-DC68-4DD4-BA80-8DE6476F8949}" dt="2021-05-29T20:53:18.022" v="61238"/>
          <ac:spMkLst>
            <pc:docMk/>
            <pc:sldMk cId="758697652" sldId="2146846055"/>
            <ac:spMk id="4" creationId="{FEC1B8FE-D644-41E8-A03E-12CEF4F30584}"/>
          </ac:spMkLst>
        </pc:spChg>
        <pc:spChg chg="add mod ord modVis">
          <ac:chgData name="Ken Popkin" userId="3c94c39e-c43b-4805-99ab-8da17777f1ac" providerId="ADAL" clId="{E440F346-DC68-4DD4-BA80-8DE6476F8949}" dt="2021-05-29T20:52:41.194" v="60997"/>
          <ac:spMkLst>
            <pc:docMk/>
            <pc:sldMk cId="758697652" sldId="2146846055"/>
            <ac:spMk id="5" creationId="{2E600C8D-7D58-49AC-BB5E-9EDA7817871D}"/>
          </ac:spMkLst>
        </pc:spChg>
        <pc:spChg chg="add mod ord">
          <ac:chgData name="Ken Popkin" userId="3c94c39e-c43b-4805-99ab-8da17777f1ac" providerId="ADAL" clId="{E440F346-DC68-4DD4-BA80-8DE6476F8949}" dt="2021-05-29T20:53:17.316" v="61101"/>
          <ac:spMkLst>
            <pc:docMk/>
            <pc:sldMk cId="758697652" sldId="2146846055"/>
            <ac:spMk id="6" creationId="{F39FA59C-ABD4-4AF0-A26F-A5CDD3C94B47}"/>
          </ac:spMkLst>
        </pc:spChg>
        <pc:spChg chg="add mod">
          <ac:chgData name="Ken Popkin" userId="3c94c39e-c43b-4805-99ab-8da17777f1ac" providerId="ADAL" clId="{E440F346-DC68-4DD4-BA80-8DE6476F8949}" dt="2021-05-29T20:53:17.316" v="61102"/>
          <ac:spMkLst>
            <pc:docMk/>
            <pc:sldMk cId="758697652" sldId="2146846055"/>
            <ac:spMk id="7" creationId="{F103FA39-9A5F-4884-A71F-9317AB2A340E}"/>
          </ac:spMkLst>
        </pc:spChg>
        <pc:spChg chg="add mod modVis">
          <ac:chgData name="Ken Popkin" userId="3c94c39e-c43b-4805-99ab-8da17777f1ac" providerId="ADAL" clId="{E440F346-DC68-4DD4-BA80-8DE6476F8949}" dt="2021-05-29T20:52:41.198" v="61023"/>
          <ac:spMkLst>
            <pc:docMk/>
            <pc:sldMk cId="758697652" sldId="2146846055"/>
            <ac:spMk id="8" creationId="{4E5F6B20-D288-486A-976A-D2272DDF615D}"/>
          </ac:spMkLst>
        </pc:spChg>
        <pc:spChg chg="add mod modVis">
          <ac:chgData name="Ken Popkin" userId="3c94c39e-c43b-4805-99ab-8da17777f1ac" providerId="ADAL" clId="{E440F346-DC68-4DD4-BA80-8DE6476F8949}" dt="2021-05-29T20:53:17.319" v="61104"/>
          <ac:spMkLst>
            <pc:docMk/>
            <pc:sldMk cId="758697652" sldId="2146846055"/>
            <ac:spMk id="9" creationId="{BB2945AB-92D6-48EE-829D-9AF05728AA58}"/>
          </ac:spMkLst>
        </pc:spChg>
        <pc:spChg chg="add mod ord modVis">
          <ac:chgData name="Ken Popkin" userId="3c94c39e-c43b-4805-99ab-8da17777f1ac" providerId="ADAL" clId="{E440F346-DC68-4DD4-BA80-8DE6476F8949}" dt="2021-05-29T20:53:17.319" v="61106"/>
          <ac:spMkLst>
            <pc:docMk/>
            <pc:sldMk cId="758697652" sldId="2146846055"/>
            <ac:spMk id="10" creationId="{861BFC27-C2A8-4B9B-B304-8C74CFF94F9C}"/>
          </ac:spMkLst>
        </pc:spChg>
        <pc:spChg chg="add mod ord">
          <ac:chgData name="Ken Popkin" userId="3c94c39e-c43b-4805-99ab-8da17777f1ac" providerId="ADAL" clId="{E440F346-DC68-4DD4-BA80-8DE6476F8949}" dt="2021-05-29T20:53:17.320" v="61108"/>
          <ac:spMkLst>
            <pc:docMk/>
            <pc:sldMk cId="758697652" sldId="2146846055"/>
            <ac:spMk id="11" creationId="{FA11D380-E8A9-4505-B7FF-FF7D46479093}"/>
          </ac:spMkLst>
        </pc:spChg>
        <pc:spChg chg="add mod ord">
          <ac:chgData name="Ken Popkin" userId="3c94c39e-c43b-4805-99ab-8da17777f1ac" providerId="ADAL" clId="{E440F346-DC68-4DD4-BA80-8DE6476F8949}" dt="2021-05-29T20:53:17.321" v="61110"/>
          <ac:spMkLst>
            <pc:docMk/>
            <pc:sldMk cId="758697652" sldId="2146846055"/>
            <ac:spMk id="12" creationId="{9AAF48A9-4E41-4A8C-9808-A82A7A86997A}"/>
          </ac:spMkLst>
        </pc:spChg>
        <pc:spChg chg="add mod ord">
          <ac:chgData name="Ken Popkin" userId="3c94c39e-c43b-4805-99ab-8da17777f1ac" providerId="ADAL" clId="{E440F346-DC68-4DD4-BA80-8DE6476F8949}" dt="2021-05-29T20:53:17.321" v="61112"/>
          <ac:spMkLst>
            <pc:docMk/>
            <pc:sldMk cId="758697652" sldId="2146846055"/>
            <ac:spMk id="13" creationId="{0BEE1A31-55EC-4EB1-9359-6318F0990C1C}"/>
          </ac:spMkLst>
        </pc:spChg>
        <pc:spChg chg="add mod ord">
          <ac:chgData name="Ken Popkin" userId="3c94c39e-c43b-4805-99ab-8da17777f1ac" providerId="ADAL" clId="{E440F346-DC68-4DD4-BA80-8DE6476F8949}" dt="2021-05-29T20:53:17.322" v="61114"/>
          <ac:spMkLst>
            <pc:docMk/>
            <pc:sldMk cId="758697652" sldId="2146846055"/>
            <ac:spMk id="14" creationId="{1CD0E2E3-5221-4473-BD94-0F5A628B54CC}"/>
          </ac:spMkLst>
        </pc:spChg>
        <pc:spChg chg="add mod ord">
          <ac:chgData name="Ken Popkin" userId="3c94c39e-c43b-4805-99ab-8da17777f1ac" providerId="ADAL" clId="{E440F346-DC68-4DD4-BA80-8DE6476F8949}" dt="2021-05-29T20:53:17.323" v="61116"/>
          <ac:spMkLst>
            <pc:docMk/>
            <pc:sldMk cId="758697652" sldId="2146846055"/>
            <ac:spMk id="15" creationId="{0DBC6D3C-3230-468F-848D-227F6A992124}"/>
          </ac:spMkLst>
        </pc:spChg>
        <pc:spChg chg="add mod ord">
          <ac:chgData name="Ken Popkin" userId="3c94c39e-c43b-4805-99ab-8da17777f1ac" providerId="ADAL" clId="{E440F346-DC68-4DD4-BA80-8DE6476F8949}" dt="2021-05-29T20:53:17.323" v="61118"/>
          <ac:spMkLst>
            <pc:docMk/>
            <pc:sldMk cId="758697652" sldId="2146846055"/>
            <ac:spMk id="16" creationId="{0AE4A77E-FB7D-42AB-9A42-5E4648ADE70D}"/>
          </ac:spMkLst>
        </pc:spChg>
        <pc:spChg chg="add mod ord">
          <ac:chgData name="Ken Popkin" userId="3c94c39e-c43b-4805-99ab-8da17777f1ac" providerId="ADAL" clId="{E440F346-DC68-4DD4-BA80-8DE6476F8949}" dt="2021-05-29T20:53:17.324" v="61122"/>
          <ac:spMkLst>
            <pc:docMk/>
            <pc:sldMk cId="758697652" sldId="2146846055"/>
            <ac:spMk id="17" creationId="{C4B374DF-D449-4F58-B81C-E6007DAA1DD7}"/>
          </ac:spMkLst>
        </pc:spChg>
        <pc:spChg chg="add mod ord">
          <ac:chgData name="Ken Popkin" userId="3c94c39e-c43b-4805-99ab-8da17777f1ac" providerId="ADAL" clId="{E440F346-DC68-4DD4-BA80-8DE6476F8949}" dt="2021-05-29T20:53:17.324" v="61126"/>
          <ac:spMkLst>
            <pc:docMk/>
            <pc:sldMk cId="758697652" sldId="2146846055"/>
            <ac:spMk id="18" creationId="{2A72C3B1-B497-4E9A-9D76-56259D08F482}"/>
          </ac:spMkLst>
        </pc:spChg>
        <pc:spChg chg="add mod ord">
          <ac:chgData name="Ken Popkin" userId="3c94c39e-c43b-4805-99ab-8da17777f1ac" providerId="ADAL" clId="{E440F346-DC68-4DD4-BA80-8DE6476F8949}" dt="2021-05-29T20:53:17.327" v="61130"/>
          <ac:spMkLst>
            <pc:docMk/>
            <pc:sldMk cId="758697652" sldId="2146846055"/>
            <ac:spMk id="30" creationId="{662F5A93-C63E-4604-8D57-C168D1E46AC5}"/>
          </ac:spMkLst>
        </pc:spChg>
        <pc:spChg chg="add mod ord">
          <ac:chgData name="Ken Popkin" userId="3c94c39e-c43b-4805-99ab-8da17777f1ac" providerId="ADAL" clId="{E440F346-DC68-4DD4-BA80-8DE6476F8949}" dt="2021-05-29T20:53:17.328" v="61134"/>
          <ac:spMkLst>
            <pc:docMk/>
            <pc:sldMk cId="758697652" sldId="2146846055"/>
            <ac:spMk id="31" creationId="{44FCF0F8-517E-45FC-8D02-008CAF2905B0}"/>
          </ac:spMkLst>
        </pc:spChg>
        <pc:spChg chg="add mod">
          <ac:chgData name="Ken Popkin" userId="3c94c39e-c43b-4805-99ab-8da17777f1ac" providerId="ADAL" clId="{E440F346-DC68-4DD4-BA80-8DE6476F8949}" dt="2021-05-29T20:53:17.329" v="61136"/>
          <ac:spMkLst>
            <pc:docMk/>
            <pc:sldMk cId="758697652" sldId="2146846055"/>
            <ac:spMk id="32" creationId="{6957305A-2D2B-4332-8D6A-F8806CD874C4}"/>
          </ac:spMkLst>
        </pc:spChg>
        <pc:spChg chg="add mod ord">
          <ac:chgData name="Ken Popkin" userId="3c94c39e-c43b-4805-99ab-8da17777f1ac" providerId="ADAL" clId="{E440F346-DC68-4DD4-BA80-8DE6476F8949}" dt="2021-05-29T20:53:17.330" v="61140"/>
          <ac:spMkLst>
            <pc:docMk/>
            <pc:sldMk cId="758697652" sldId="2146846055"/>
            <ac:spMk id="33" creationId="{C3E0E8F3-6825-4CA0-BF5C-F2C286622A38}"/>
          </ac:spMkLst>
        </pc:spChg>
        <pc:spChg chg="add mod ord">
          <ac:chgData name="Ken Popkin" userId="3c94c39e-c43b-4805-99ab-8da17777f1ac" providerId="ADAL" clId="{E440F346-DC68-4DD4-BA80-8DE6476F8949}" dt="2021-05-29T20:53:17.331" v="61144"/>
          <ac:spMkLst>
            <pc:docMk/>
            <pc:sldMk cId="758697652" sldId="2146846055"/>
            <ac:spMk id="34" creationId="{532A8ACA-0DE3-4A71-9B9C-CE0C9ECD66B4}"/>
          </ac:spMkLst>
        </pc:spChg>
        <pc:spChg chg="add mod">
          <ac:chgData name="Ken Popkin" userId="3c94c39e-c43b-4805-99ab-8da17777f1ac" providerId="ADAL" clId="{E440F346-DC68-4DD4-BA80-8DE6476F8949}" dt="2021-05-29T20:53:17.331" v="61146"/>
          <ac:spMkLst>
            <pc:docMk/>
            <pc:sldMk cId="758697652" sldId="2146846055"/>
            <ac:spMk id="35" creationId="{B30DE753-02C8-4113-9F9B-9E2DF883D41F}"/>
          </ac:spMkLst>
        </pc:spChg>
        <pc:spChg chg="add mod ord">
          <ac:chgData name="Ken Popkin" userId="3c94c39e-c43b-4805-99ab-8da17777f1ac" providerId="ADAL" clId="{E440F346-DC68-4DD4-BA80-8DE6476F8949}" dt="2021-05-29T20:53:17.333" v="61150"/>
          <ac:spMkLst>
            <pc:docMk/>
            <pc:sldMk cId="758697652" sldId="2146846055"/>
            <ac:spMk id="36" creationId="{1827BE6F-346F-45EC-9F47-22F435D9C567}"/>
          </ac:spMkLst>
        </pc:spChg>
        <pc:spChg chg="add mod ord">
          <ac:chgData name="Ken Popkin" userId="3c94c39e-c43b-4805-99ab-8da17777f1ac" providerId="ADAL" clId="{E440F346-DC68-4DD4-BA80-8DE6476F8949}" dt="2021-05-29T20:53:17.334" v="61154"/>
          <ac:spMkLst>
            <pc:docMk/>
            <pc:sldMk cId="758697652" sldId="2146846055"/>
            <ac:spMk id="37" creationId="{CF3E7669-7E71-4826-82F1-0EC2EE681263}"/>
          </ac:spMkLst>
        </pc:spChg>
        <pc:spChg chg="add mod">
          <ac:chgData name="Ken Popkin" userId="3c94c39e-c43b-4805-99ab-8da17777f1ac" providerId="ADAL" clId="{E440F346-DC68-4DD4-BA80-8DE6476F8949}" dt="2021-05-29T20:53:17.335" v="61156"/>
          <ac:spMkLst>
            <pc:docMk/>
            <pc:sldMk cId="758697652" sldId="2146846055"/>
            <ac:spMk id="38" creationId="{E672A283-49C5-4CF5-9912-410FFD8F40C0}"/>
          </ac:spMkLst>
        </pc:spChg>
        <pc:spChg chg="add mod ord">
          <ac:chgData name="Ken Popkin" userId="3c94c39e-c43b-4805-99ab-8da17777f1ac" providerId="ADAL" clId="{E440F346-DC68-4DD4-BA80-8DE6476F8949}" dt="2021-05-29T20:53:17.336" v="61160"/>
          <ac:spMkLst>
            <pc:docMk/>
            <pc:sldMk cId="758697652" sldId="2146846055"/>
            <ac:spMk id="39" creationId="{2D2B6229-1105-4CBD-9688-6C3E8EC2A235}"/>
          </ac:spMkLst>
        </pc:spChg>
        <pc:spChg chg="add mod ord">
          <ac:chgData name="Ken Popkin" userId="3c94c39e-c43b-4805-99ab-8da17777f1ac" providerId="ADAL" clId="{E440F346-DC68-4DD4-BA80-8DE6476F8949}" dt="2021-05-29T20:53:17.337" v="61164"/>
          <ac:spMkLst>
            <pc:docMk/>
            <pc:sldMk cId="758697652" sldId="2146846055"/>
            <ac:spMk id="40" creationId="{B5D120FD-CBBE-42F1-ACDD-EBB5D3ACE5B1}"/>
          </ac:spMkLst>
        </pc:spChg>
        <pc:spChg chg="add mod">
          <ac:chgData name="Ken Popkin" userId="3c94c39e-c43b-4805-99ab-8da17777f1ac" providerId="ADAL" clId="{E440F346-DC68-4DD4-BA80-8DE6476F8949}" dt="2021-05-29T20:53:17.338" v="61166"/>
          <ac:spMkLst>
            <pc:docMk/>
            <pc:sldMk cId="758697652" sldId="2146846055"/>
            <ac:spMk id="41" creationId="{4DC8FB89-7DB9-49FD-B3E6-C531C61BD42F}"/>
          </ac:spMkLst>
        </pc:spChg>
        <pc:spChg chg="add mod ord">
          <ac:chgData name="Ken Popkin" userId="3c94c39e-c43b-4805-99ab-8da17777f1ac" providerId="ADAL" clId="{E440F346-DC68-4DD4-BA80-8DE6476F8949}" dt="2021-05-29T20:53:17.339" v="61170"/>
          <ac:spMkLst>
            <pc:docMk/>
            <pc:sldMk cId="758697652" sldId="2146846055"/>
            <ac:spMk id="42" creationId="{FF254C61-0E51-4C57-BF8A-5BCA72E84501}"/>
          </ac:spMkLst>
        </pc:spChg>
        <pc:spChg chg="add mod ord">
          <ac:chgData name="Ken Popkin" userId="3c94c39e-c43b-4805-99ab-8da17777f1ac" providerId="ADAL" clId="{E440F346-DC68-4DD4-BA80-8DE6476F8949}" dt="2021-05-29T20:53:17.341" v="61174"/>
          <ac:spMkLst>
            <pc:docMk/>
            <pc:sldMk cId="758697652" sldId="2146846055"/>
            <ac:spMk id="43" creationId="{B06ACA71-C2B9-4825-9FD9-ADFC16DF093C}"/>
          </ac:spMkLst>
        </pc:spChg>
        <pc:spChg chg="add mod">
          <ac:chgData name="Ken Popkin" userId="3c94c39e-c43b-4805-99ab-8da17777f1ac" providerId="ADAL" clId="{E440F346-DC68-4DD4-BA80-8DE6476F8949}" dt="2021-05-29T20:53:17.341" v="61176"/>
          <ac:spMkLst>
            <pc:docMk/>
            <pc:sldMk cId="758697652" sldId="2146846055"/>
            <ac:spMk id="44" creationId="{5FA6E1E4-8209-44E0-A8AE-58B30D71AAFF}"/>
          </ac:spMkLst>
        </pc:spChg>
        <pc:spChg chg="add mod ord">
          <ac:chgData name="Ken Popkin" userId="3c94c39e-c43b-4805-99ab-8da17777f1ac" providerId="ADAL" clId="{E440F346-DC68-4DD4-BA80-8DE6476F8949}" dt="2021-05-29T20:53:17.344" v="61180"/>
          <ac:spMkLst>
            <pc:docMk/>
            <pc:sldMk cId="758697652" sldId="2146846055"/>
            <ac:spMk id="45" creationId="{3C3B0AA5-F2A9-488C-B3F9-DEE89BA4D455}"/>
          </ac:spMkLst>
        </pc:spChg>
        <pc:spChg chg="add mod ord">
          <ac:chgData name="Ken Popkin" userId="3c94c39e-c43b-4805-99ab-8da17777f1ac" providerId="ADAL" clId="{E440F346-DC68-4DD4-BA80-8DE6476F8949}" dt="2021-05-29T20:53:17.345" v="61184"/>
          <ac:spMkLst>
            <pc:docMk/>
            <pc:sldMk cId="758697652" sldId="2146846055"/>
            <ac:spMk id="46" creationId="{F282B8F3-6620-4EAE-B40C-1C7FCD7B643F}"/>
          </ac:spMkLst>
        </pc:spChg>
        <pc:spChg chg="add mod">
          <ac:chgData name="Ken Popkin" userId="3c94c39e-c43b-4805-99ab-8da17777f1ac" providerId="ADAL" clId="{E440F346-DC68-4DD4-BA80-8DE6476F8949}" dt="2021-05-29T20:53:17.345" v="61186"/>
          <ac:spMkLst>
            <pc:docMk/>
            <pc:sldMk cId="758697652" sldId="2146846055"/>
            <ac:spMk id="47" creationId="{8CCC663E-9B11-453B-B928-9E4D41091005}"/>
          </ac:spMkLst>
        </pc:spChg>
        <pc:spChg chg="add mod ord">
          <ac:chgData name="Ken Popkin" userId="3c94c39e-c43b-4805-99ab-8da17777f1ac" providerId="ADAL" clId="{E440F346-DC68-4DD4-BA80-8DE6476F8949}" dt="2021-05-29T20:53:17.347" v="61190"/>
          <ac:spMkLst>
            <pc:docMk/>
            <pc:sldMk cId="758697652" sldId="2146846055"/>
            <ac:spMk id="48" creationId="{70EC90F6-23F3-497E-A4D7-F94CDC7A01BA}"/>
          </ac:spMkLst>
        </pc:spChg>
        <pc:spChg chg="add mod ord">
          <ac:chgData name="Ken Popkin" userId="3c94c39e-c43b-4805-99ab-8da17777f1ac" providerId="ADAL" clId="{E440F346-DC68-4DD4-BA80-8DE6476F8949}" dt="2021-05-29T20:53:17.348" v="61194"/>
          <ac:spMkLst>
            <pc:docMk/>
            <pc:sldMk cId="758697652" sldId="2146846055"/>
            <ac:spMk id="49" creationId="{7FE235E7-14D6-4FF5-A876-5E87F62423C5}"/>
          </ac:spMkLst>
        </pc:spChg>
        <pc:spChg chg="add mod">
          <ac:chgData name="Ken Popkin" userId="3c94c39e-c43b-4805-99ab-8da17777f1ac" providerId="ADAL" clId="{E440F346-DC68-4DD4-BA80-8DE6476F8949}" dt="2021-05-29T20:53:17.349" v="61196"/>
          <ac:spMkLst>
            <pc:docMk/>
            <pc:sldMk cId="758697652" sldId="2146846055"/>
            <ac:spMk id="50" creationId="{0B137FD2-8564-4238-86EB-36D3F6CB5DCE}"/>
          </ac:spMkLst>
        </pc:spChg>
        <pc:spChg chg="add mod ord">
          <ac:chgData name="Ken Popkin" userId="3c94c39e-c43b-4805-99ab-8da17777f1ac" providerId="ADAL" clId="{E440F346-DC68-4DD4-BA80-8DE6476F8949}" dt="2021-05-29T20:53:17.350" v="61200"/>
          <ac:spMkLst>
            <pc:docMk/>
            <pc:sldMk cId="758697652" sldId="2146846055"/>
            <ac:spMk id="51" creationId="{C0172FCB-D195-41ED-933C-018B659FCBA7}"/>
          </ac:spMkLst>
        </pc:spChg>
        <pc:spChg chg="add mod ord">
          <ac:chgData name="Ken Popkin" userId="3c94c39e-c43b-4805-99ab-8da17777f1ac" providerId="ADAL" clId="{E440F346-DC68-4DD4-BA80-8DE6476F8949}" dt="2021-05-29T20:53:17.351" v="61204"/>
          <ac:spMkLst>
            <pc:docMk/>
            <pc:sldMk cId="758697652" sldId="2146846055"/>
            <ac:spMk id="52" creationId="{9E24BC07-4794-45D7-9AE5-1C836129ED8C}"/>
          </ac:spMkLst>
        </pc:spChg>
        <pc:spChg chg="add mod">
          <ac:chgData name="Ken Popkin" userId="3c94c39e-c43b-4805-99ab-8da17777f1ac" providerId="ADAL" clId="{E440F346-DC68-4DD4-BA80-8DE6476F8949}" dt="2021-05-29T20:53:17.352" v="61206"/>
          <ac:spMkLst>
            <pc:docMk/>
            <pc:sldMk cId="758697652" sldId="2146846055"/>
            <ac:spMk id="53" creationId="{C9D491AB-1B32-4920-ACF9-F9E3884367C6}"/>
          </ac:spMkLst>
        </pc:spChg>
        <pc:spChg chg="add mod ord">
          <ac:chgData name="Ken Popkin" userId="3c94c39e-c43b-4805-99ab-8da17777f1ac" providerId="ADAL" clId="{E440F346-DC68-4DD4-BA80-8DE6476F8949}" dt="2021-05-29T20:53:17.353" v="61210"/>
          <ac:spMkLst>
            <pc:docMk/>
            <pc:sldMk cId="758697652" sldId="2146846055"/>
            <ac:spMk id="54" creationId="{F0EACBAD-ECCA-4742-BD14-BF258CD94DF6}"/>
          </ac:spMkLst>
        </pc:spChg>
        <pc:spChg chg="add mod ord">
          <ac:chgData name="Ken Popkin" userId="3c94c39e-c43b-4805-99ab-8da17777f1ac" providerId="ADAL" clId="{E440F346-DC68-4DD4-BA80-8DE6476F8949}" dt="2021-05-29T20:53:17.354" v="61214"/>
          <ac:spMkLst>
            <pc:docMk/>
            <pc:sldMk cId="758697652" sldId="2146846055"/>
            <ac:spMk id="55" creationId="{05EAFE67-C61F-46B4-B157-FE63B748B491}"/>
          </ac:spMkLst>
        </pc:spChg>
        <pc:spChg chg="add mod">
          <ac:chgData name="Ken Popkin" userId="3c94c39e-c43b-4805-99ab-8da17777f1ac" providerId="ADAL" clId="{E440F346-DC68-4DD4-BA80-8DE6476F8949}" dt="2021-05-29T20:53:17.355" v="61216"/>
          <ac:spMkLst>
            <pc:docMk/>
            <pc:sldMk cId="758697652" sldId="2146846055"/>
            <ac:spMk id="56" creationId="{0B701827-05C1-4B52-AFE5-65050AA30E4E}"/>
          </ac:spMkLst>
        </pc:spChg>
        <pc:spChg chg="add mod ord">
          <ac:chgData name="Ken Popkin" userId="3c94c39e-c43b-4805-99ab-8da17777f1ac" providerId="ADAL" clId="{E440F346-DC68-4DD4-BA80-8DE6476F8949}" dt="2021-05-29T20:53:17.357" v="61220"/>
          <ac:spMkLst>
            <pc:docMk/>
            <pc:sldMk cId="758697652" sldId="2146846055"/>
            <ac:spMk id="57" creationId="{8670B14B-D5CC-4BA6-A0CC-8790069C275C}"/>
          </ac:spMkLst>
        </pc:spChg>
        <pc:spChg chg="add mod ord">
          <ac:chgData name="Ken Popkin" userId="3c94c39e-c43b-4805-99ab-8da17777f1ac" providerId="ADAL" clId="{E440F346-DC68-4DD4-BA80-8DE6476F8949}" dt="2021-05-29T20:53:17.357" v="61224"/>
          <ac:spMkLst>
            <pc:docMk/>
            <pc:sldMk cId="758697652" sldId="2146846055"/>
            <ac:spMk id="58" creationId="{2C6A6401-DC09-4BB7-99CE-1419CCC795C3}"/>
          </ac:spMkLst>
        </pc:spChg>
        <pc:spChg chg="add mod">
          <ac:chgData name="Ken Popkin" userId="3c94c39e-c43b-4805-99ab-8da17777f1ac" providerId="ADAL" clId="{E440F346-DC68-4DD4-BA80-8DE6476F8949}" dt="2021-05-29T20:53:17.359" v="61226"/>
          <ac:spMkLst>
            <pc:docMk/>
            <pc:sldMk cId="758697652" sldId="2146846055"/>
            <ac:spMk id="59" creationId="{6A3C759F-0397-478E-A07F-E6714C5DA90F}"/>
          </ac:spMkLst>
        </pc:spChg>
        <pc:spChg chg="add mod ord">
          <ac:chgData name="Ken Popkin" userId="3c94c39e-c43b-4805-99ab-8da17777f1ac" providerId="ADAL" clId="{E440F346-DC68-4DD4-BA80-8DE6476F8949}" dt="2021-05-29T20:53:17.360" v="61230"/>
          <ac:spMkLst>
            <pc:docMk/>
            <pc:sldMk cId="758697652" sldId="2146846055"/>
            <ac:spMk id="60" creationId="{21325AF6-D351-4E5E-9942-7667E4625BB0}"/>
          </ac:spMkLst>
        </pc:spChg>
        <pc:spChg chg="add mod ord">
          <ac:chgData name="Ken Popkin" userId="3c94c39e-c43b-4805-99ab-8da17777f1ac" providerId="ADAL" clId="{E440F346-DC68-4DD4-BA80-8DE6476F8949}" dt="2021-05-29T20:53:17.361" v="61234"/>
          <ac:spMkLst>
            <pc:docMk/>
            <pc:sldMk cId="758697652" sldId="2146846055"/>
            <ac:spMk id="61" creationId="{B8A20BDD-A4F8-4FA5-A0D7-16D2D530A0E2}"/>
          </ac:spMkLst>
        </pc:spChg>
        <pc:spChg chg="add mod">
          <ac:chgData name="Ken Popkin" userId="3c94c39e-c43b-4805-99ab-8da17777f1ac" providerId="ADAL" clId="{E440F346-DC68-4DD4-BA80-8DE6476F8949}" dt="2021-05-29T20:53:17.361" v="61236"/>
          <ac:spMkLst>
            <pc:docMk/>
            <pc:sldMk cId="758697652" sldId="2146846055"/>
            <ac:spMk id="62" creationId="{46AE8067-CF11-4255-8B19-528CF771F728}"/>
          </ac:spMkLst>
        </pc:spChg>
        <pc:cxnChg chg="add mod ord">
          <ac:chgData name="Ken Popkin" userId="3c94c39e-c43b-4805-99ab-8da17777f1ac" providerId="ADAL" clId="{E440F346-DC68-4DD4-BA80-8DE6476F8949}" dt="2021-05-29T20:52:41.194" v="61001"/>
          <ac:cxnSpMkLst>
            <pc:docMk/>
            <pc:sldMk cId="758697652" sldId="2146846055"/>
            <ac:cxnSpMk id="19" creationId="{CADB25B8-64A5-483B-966C-8EAF1420542F}"/>
          </ac:cxnSpMkLst>
        </pc:cxnChg>
        <pc:cxnChg chg="add mod ord">
          <ac:chgData name="Ken Popkin" userId="3c94c39e-c43b-4805-99ab-8da17777f1ac" providerId="ADAL" clId="{E440F346-DC68-4DD4-BA80-8DE6476F8949}" dt="2021-05-29T20:52:41.195" v="61003"/>
          <ac:cxnSpMkLst>
            <pc:docMk/>
            <pc:sldMk cId="758697652" sldId="2146846055"/>
            <ac:cxnSpMk id="20" creationId="{0F51637E-DACE-465A-A7BA-F624104B806C}"/>
          </ac:cxnSpMkLst>
        </pc:cxnChg>
        <pc:cxnChg chg="add mod ord">
          <ac:chgData name="Ken Popkin" userId="3c94c39e-c43b-4805-99ab-8da17777f1ac" providerId="ADAL" clId="{E440F346-DC68-4DD4-BA80-8DE6476F8949}" dt="2021-05-29T20:52:41.195" v="61005"/>
          <ac:cxnSpMkLst>
            <pc:docMk/>
            <pc:sldMk cId="758697652" sldId="2146846055"/>
            <ac:cxnSpMk id="21" creationId="{36D3A33E-3F33-45F1-AE63-E8E4BFD090EE}"/>
          </ac:cxnSpMkLst>
        </pc:cxnChg>
        <pc:cxnChg chg="add mod ord">
          <ac:chgData name="Ken Popkin" userId="3c94c39e-c43b-4805-99ab-8da17777f1ac" providerId="ADAL" clId="{E440F346-DC68-4DD4-BA80-8DE6476F8949}" dt="2021-05-29T20:52:41.195" v="61007"/>
          <ac:cxnSpMkLst>
            <pc:docMk/>
            <pc:sldMk cId="758697652" sldId="2146846055"/>
            <ac:cxnSpMk id="22" creationId="{1CF3E3AE-16B0-4992-B56F-092A748A5E54}"/>
          </ac:cxnSpMkLst>
        </pc:cxnChg>
        <pc:cxnChg chg="add mod ord">
          <ac:chgData name="Ken Popkin" userId="3c94c39e-c43b-4805-99ab-8da17777f1ac" providerId="ADAL" clId="{E440F346-DC68-4DD4-BA80-8DE6476F8949}" dt="2021-05-29T20:52:41.196" v="61009"/>
          <ac:cxnSpMkLst>
            <pc:docMk/>
            <pc:sldMk cId="758697652" sldId="2146846055"/>
            <ac:cxnSpMk id="23" creationId="{B3A1C231-DCF1-4830-844B-9FC9A365F347}"/>
          </ac:cxnSpMkLst>
        </pc:cxnChg>
        <pc:cxnChg chg="add mod ord">
          <ac:chgData name="Ken Popkin" userId="3c94c39e-c43b-4805-99ab-8da17777f1ac" providerId="ADAL" clId="{E440F346-DC68-4DD4-BA80-8DE6476F8949}" dt="2021-05-29T20:52:41.196" v="61011"/>
          <ac:cxnSpMkLst>
            <pc:docMk/>
            <pc:sldMk cId="758697652" sldId="2146846055"/>
            <ac:cxnSpMk id="24" creationId="{35538C72-2D00-4652-A370-6FFEC1EB6E92}"/>
          </ac:cxnSpMkLst>
        </pc:cxnChg>
        <pc:cxnChg chg="add mod ord">
          <ac:chgData name="Ken Popkin" userId="3c94c39e-c43b-4805-99ab-8da17777f1ac" providerId="ADAL" clId="{E440F346-DC68-4DD4-BA80-8DE6476F8949}" dt="2021-05-29T20:52:41.196" v="61013"/>
          <ac:cxnSpMkLst>
            <pc:docMk/>
            <pc:sldMk cId="758697652" sldId="2146846055"/>
            <ac:cxnSpMk id="25" creationId="{43E2DCF3-36DB-4552-93AA-0100D9A83E5A}"/>
          </ac:cxnSpMkLst>
        </pc:cxnChg>
        <pc:cxnChg chg="add mod ord">
          <ac:chgData name="Ken Popkin" userId="3c94c39e-c43b-4805-99ab-8da17777f1ac" providerId="ADAL" clId="{E440F346-DC68-4DD4-BA80-8DE6476F8949}" dt="2021-05-29T20:52:41.197" v="61015"/>
          <ac:cxnSpMkLst>
            <pc:docMk/>
            <pc:sldMk cId="758697652" sldId="2146846055"/>
            <ac:cxnSpMk id="26" creationId="{4D753416-3F37-4799-9425-319450F9DE36}"/>
          </ac:cxnSpMkLst>
        </pc:cxnChg>
        <pc:cxnChg chg="add mod ord">
          <ac:chgData name="Ken Popkin" userId="3c94c39e-c43b-4805-99ab-8da17777f1ac" providerId="ADAL" clId="{E440F346-DC68-4DD4-BA80-8DE6476F8949}" dt="2021-05-29T20:52:41.197" v="61017"/>
          <ac:cxnSpMkLst>
            <pc:docMk/>
            <pc:sldMk cId="758697652" sldId="2146846055"/>
            <ac:cxnSpMk id="27" creationId="{12E2951C-5A54-407B-859A-3CE585EBBEDB}"/>
          </ac:cxnSpMkLst>
        </pc:cxnChg>
        <pc:cxnChg chg="add mod ord">
          <ac:chgData name="Ken Popkin" userId="3c94c39e-c43b-4805-99ab-8da17777f1ac" providerId="ADAL" clId="{E440F346-DC68-4DD4-BA80-8DE6476F8949}" dt="2021-05-29T20:52:41.197" v="61019"/>
          <ac:cxnSpMkLst>
            <pc:docMk/>
            <pc:sldMk cId="758697652" sldId="2146846055"/>
            <ac:cxnSpMk id="28" creationId="{F71A2C10-A67C-4462-9A02-CCA710795353}"/>
          </ac:cxnSpMkLst>
        </pc:cxnChg>
        <pc:cxnChg chg="add mod ord">
          <ac:chgData name="Ken Popkin" userId="3c94c39e-c43b-4805-99ab-8da17777f1ac" providerId="ADAL" clId="{E440F346-DC68-4DD4-BA80-8DE6476F8949}" dt="2021-05-29T20:52:41.198" v="61021"/>
          <ac:cxnSpMkLst>
            <pc:docMk/>
            <pc:sldMk cId="758697652" sldId="2146846055"/>
            <ac:cxnSpMk id="29" creationId="{3D8F3D3D-B62E-4A0F-9112-47EAAAB71DD4}"/>
          </ac:cxnSpMkLst>
        </pc:cxnChg>
      </pc:sldChg>
      <pc:sldChg chg="addSp delSp modSp add del mod">
        <pc:chgData name="Ken Popkin" userId="3c94c39e-c43b-4805-99ab-8da17777f1ac" providerId="ADAL" clId="{E440F346-DC68-4DD4-BA80-8DE6476F8949}" dt="2021-05-29T22:12:21.243" v="90583" actId="47"/>
        <pc:sldMkLst>
          <pc:docMk/>
          <pc:sldMk cId="1070238881" sldId="2146846055"/>
        </pc:sldMkLst>
        <pc:spChg chg="del mod ord">
          <ac:chgData name="Ken Popkin" userId="3c94c39e-c43b-4805-99ab-8da17777f1ac" providerId="ADAL" clId="{E440F346-DC68-4DD4-BA80-8DE6476F8949}" dt="2021-05-29T22:04:39.809" v="85833" actId="478"/>
          <ac:spMkLst>
            <pc:docMk/>
            <pc:sldMk cId="1070238881" sldId="2146846055"/>
            <ac:spMk id="2" creationId="{1E2C9966-48DE-4EFB-AD76-C681D38BC911}"/>
          </ac:spMkLst>
        </pc:spChg>
        <pc:spChg chg="del mod ord">
          <ac:chgData name="Ken Popkin" userId="3c94c39e-c43b-4805-99ab-8da17777f1ac" providerId="ADAL" clId="{E440F346-DC68-4DD4-BA80-8DE6476F8949}" dt="2021-05-29T22:04:39.809" v="85833" actId="478"/>
          <ac:spMkLst>
            <pc:docMk/>
            <pc:sldMk cId="1070238881" sldId="2146846055"/>
            <ac:spMk id="3" creationId="{269A625F-48E9-458C-9CA6-823984D0795B}"/>
          </ac:spMkLst>
        </pc:spChg>
        <pc:spChg chg="del mod ord">
          <ac:chgData name="Ken Popkin" userId="3c94c39e-c43b-4805-99ab-8da17777f1ac" providerId="ADAL" clId="{E440F346-DC68-4DD4-BA80-8DE6476F8949}" dt="2021-05-29T22:04:39.809" v="85833" actId="478"/>
          <ac:spMkLst>
            <pc:docMk/>
            <pc:sldMk cId="1070238881" sldId="2146846055"/>
            <ac:spMk id="4" creationId="{0AC71E34-E33C-41FF-8562-B34FE33FA4D8}"/>
          </ac:spMkLst>
        </pc:spChg>
        <pc:spChg chg="add mod ord modVis">
          <ac:chgData name="Ken Popkin" userId="3c94c39e-c43b-4805-99ab-8da17777f1ac" providerId="ADAL" clId="{E440F346-DC68-4DD4-BA80-8DE6476F8949}" dt="2021-05-29T22:09:47.903" v="86671"/>
          <ac:spMkLst>
            <pc:docMk/>
            <pc:sldMk cId="1070238881" sldId="2146846055"/>
            <ac:spMk id="5" creationId="{AFE9D370-59C0-4551-AD4D-AC3F0720BEF9}"/>
          </ac:spMkLst>
        </pc:spChg>
        <pc:spChg chg="add mod ord">
          <ac:chgData name="Ken Popkin" userId="3c94c39e-c43b-4805-99ab-8da17777f1ac" providerId="ADAL" clId="{E440F346-DC68-4DD4-BA80-8DE6476F8949}" dt="2021-05-29T22:09:47.903" v="86673"/>
          <ac:spMkLst>
            <pc:docMk/>
            <pc:sldMk cId="1070238881" sldId="2146846055"/>
            <ac:spMk id="6" creationId="{B40CDBD4-F356-4206-A39D-9E9A15F44FD1}"/>
          </ac:spMkLst>
        </pc:spChg>
        <pc:spChg chg="add del mod">
          <ac:chgData name="Ken Popkin" userId="3c94c39e-c43b-4805-99ab-8da17777f1ac" providerId="ADAL" clId="{E440F346-DC68-4DD4-BA80-8DE6476F8949}" dt="2021-05-29T22:09:47.612" v="86076"/>
          <ac:spMkLst>
            <pc:docMk/>
            <pc:sldMk cId="1070238881" sldId="2146846055"/>
            <ac:spMk id="7" creationId="{4C577B3D-5A37-47D2-A66B-DDCDDBD74F7C}"/>
          </ac:spMkLst>
        </pc:spChg>
        <pc:spChg chg="add del mod modVis">
          <ac:chgData name="Ken Popkin" userId="3c94c39e-c43b-4805-99ab-8da17777f1ac" providerId="ADAL" clId="{E440F346-DC68-4DD4-BA80-8DE6476F8949}" dt="2021-05-29T22:09:47.619" v="86091"/>
          <ac:spMkLst>
            <pc:docMk/>
            <pc:sldMk cId="1070238881" sldId="2146846055"/>
            <ac:spMk id="8" creationId="{20E8F040-DEC0-4EC3-A058-9CD047050921}"/>
          </ac:spMkLst>
        </pc:spChg>
        <pc:spChg chg="add mod modVis">
          <ac:chgData name="Ken Popkin" userId="3c94c39e-c43b-4805-99ab-8da17777f1ac" providerId="ADAL" clId="{E440F346-DC68-4DD4-BA80-8DE6476F8949}" dt="2021-05-29T22:09:47.911" v="86711"/>
          <ac:spMkLst>
            <pc:docMk/>
            <pc:sldMk cId="1070238881" sldId="2146846055"/>
            <ac:spMk id="9" creationId="{C98875BF-02BB-4C32-B28C-F9B777E7A87D}"/>
          </ac:spMkLst>
        </pc:spChg>
        <pc:spChg chg="add mod ord modVis">
          <ac:chgData name="Ken Popkin" userId="3c94c39e-c43b-4805-99ab-8da17777f1ac" providerId="ADAL" clId="{E440F346-DC68-4DD4-BA80-8DE6476F8949}" dt="2021-05-29T22:09:47.911" v="86713"/>
          <ac:spMkLst>
            <pc:docMk/>
            <pc:sldMk cId="1070238881" sldId="2146846055"/>
            <ac:spMk id="10" creationId="{4AAEE6A8-EA4D-4A00-BB1B-249A0B5107DF}"/>
          </ac:spMkLst>
        </pc:spChg>
        <pc:spChg chg="add mod ord">
          <ac:chgData name="Ken Popkin" userId="3c94c39e-c43b-4805-99ab-8da17777f1ac" providerId="ADAL" clId="{E440F346-DC68-4DD4-BA80-8DE6476F8949}" dt="2021-05-29T22:09:47.911" v="86715"/>
          <ac:spMkLst>
            <pc:docMk/>
            <pc:sldMk cId="1070238881" sldId="2146846055"/>
            <ac:spMk id="11" creationId="{7540A465-B108-4DFF-BE87-26D0DACE0DF8}"/>
          </ac:spMkLst>
        </pc:spChg>
        <pc:spChg chg="add mod ord">
          <ac:chgData name="Ken Popkin" userId="3c94c39e-c43b-4805-99ab-8da17777f1ac" providerId="ADAL" clId="{E440F346-DC68-4DD4-BA80-8DE6476F8949}" dt="2021-05-29T22:09:47.912" v="86717"/>
          <ac:spMkLst>
            <pc:docMk/>
            <pc:sldMk cId="1070238881" sldId="2146846055"/>
            <ac:spMk id="12" creationId="{A74508BF-897F-4299-ACBF-5A74D00F5C90}"/>
          </ac:spMkLst>
        </pc:spChg>
        <pc:spChg chg="add mod ord">
          <ac:chgData name="Ken Popkin" userId="3c94c39e-c43b-4805-99ab-8da17777f1ac" providerId="ADAL" clId="{E440F346-DC68-4DD4-BA80-8DE6476F8949}" dt="2021-05-29T22:09:47.912" v="86719"/>
          <ac:spMkLst>
            <pc:docMk/>
            <pc:sldMk cId="1070238881" sldId="2146846055"/>
            <ac:spMk id="13" creationId="{03113CBE-973C-4E2C-9B26-043974587BCA}"/>
          </ac:spMkLst>
        </pc:spChg>
        <pc:spChg chg="add mod ord">
          <ac:chgData name="Ken Popkin" userId="3c94c39e-c43b-4805-99ab-8da17777f1ac" providerId="ADAL" clId="{E440F346-DC68-4DD4-BA80-8DE6476F8949}" dt="2021-05-29T22:09:47.912" v="86721"/>
          <ac:spMkLst>
            <pc:docMk/>
            <pc:sldMk cId="1070238881" sldId="2146846055"/>
            <ac:spMk id="14" creationId="{FA6D39A2-E70A-4521-BAFB-A885B0BAF8CB}"/>
          </ac:spMkLst>
        </pc:spChg>
        <pc:spChg chg="add del mod ord">
          <ac:chgData name="Ken Popkin" userId="3c94c39e-c43b-4805-99ab-8da17777f1ac" providerId="ADAL" clId="{E440F346-DC68-4DD4-BA80-8DE6476F8949}" dt="2021-05-29T21:58:09.328" v="85482"/>
          <ac:spMkLst>
            <pc:docMk/>
            <pc:sldMk cId="1070238881" sldId="2146846055"/>
            <ac:spMk id="15" creationId="{D59D3E88-9CA6-4A7B-9E35-17CE7A0C6C85}"/>
          </ac:spMkLst>
        </pc:spChg>
        <pc:spChg chg="add del mod ord">
          <ac:chgData name="Ken Popkin" userId="3c94c39e-c43b-4805-99ab-8da17777f1ac" providerId="ADAL" clId="{E440F346-DC68-4DD4-BA80-8DE6476F8949}" dt="2021-05-29T21:58:09.328" v="85484"/>
          <ac:spMkLst>
            <pc:docMk/>
            <pc:sldMk cId="1070238881" sldId="2146846055"/>
            <ac:spMk id="16" creationId="{475DFEC9-18BC-439D-A748-88179093681B}"/>
          </ac:spMkLst>
        </pc:spChg>
        <pc:spChg chg="add del mod ord">
          <ac:chgData name="Ken Popkin" userId="3c94c39e-c43b-4805-99ab-8da17777f1ac" providerId="ADAL" clId="{E440F346-DC68-4DD4-BA80-8DE6476F8949}" dt="2021-05-29T21:58:09.330" v="85486"/>
          <ac:spMkLst>
            <pc:docMk/>
            <pc:sldMk cId="1070238881" sldId="2146846055"/>
            <ac:spMk id="17" creationId="{A9CDD959-2EBB-4460-B9B8-566BCE99E6DB}"/>
          </ac:spMkLst>
        </pc:spChg>
        <pc:spChg chg="add del mod ord">
          <ac:chgData name="Ken Popkin" userId="3c94c39e-c43b-4805-99ab-8da17777f1ac" providerId="ADAL" clId="{E440F346-DC68-4DD4-BA80-8DE6476F8949}" dt="2021-05-29T21:58:09.330" v="85488"/>
          <ac:spMkLst>
            <pc:docMk/>
            <pc:sldMk cId="1070238881" sldId="2146846055"/>
            <ac:spMk id="18" creationId="{A774CDC1-7F26-4F9E-86D6-5EA85946CB64}"/>
          </ac:spMkLst>
        </pc:spChg>
        <pc:spChg chg="add del mod ord">
          <ac:chgData name="Ken Popkin" userId="3c94c39e-c43b-4805-99ab-8da17777f1ac" providerId="ADAL" clId="{E440F346-DC68-4DD4-BA80-8DE6476F8949}" dt="2021-05-29T21:58:09.331" v="85490"/>
          <ac:spMkLst>
            <pc:docMk/>
            <pc:sldMk cId="1070238881" sldId="2146846055"/>
            <ac:spMk id="19" creationId="{841CB355-C85E-42C9-A763-CA3064521BBD}"/>
          </ac:spMkLst>
        </pc:spChg>
        <pc:spChg chg="add del mod ord">
          <ac:chgData name="Ken Popkin" userId="3c94c39e-c43b-4805-99ab-8da17777f1ac" providerId="ADAL" clId="{E440F346-DC68-4DD4-BA80-8DE6476F8949}" dt="2021-05-29T21:58:09.331" v="85492"/>
          <ac:spMkLst>
            <pc:docMk/>
            <pc:sldMk cId="1070238881" sldId="2146846055"/>
            <ac:spMk id="20" creationId="{4942D991-5F11-4DE9-8F01-29DBBA268D70}"/>
          </ac:spMkLst>
        </pc:spChg>
        <pc:spChg chg="add del mod ord">
          <ac:chgData name="Ken Popkin" userId="3c94c39e-c43b-4805-99ab-8da17777f1ac" providerId="ADAL" clId="{E440F346-DC68-4DD4-BA80-8DE6476F8949}" dt="2021-05-29T22:09:47.922" v="86789"/>
          <ac:spMkLst>
            <pc:docMk/>
            <pc:sldMk cId="1070238881" sldId="2146846055"/>
            <ac:spMk id="21" creationId="{DED8194F-A042-4AEA-A2BB-AE144C85BD54}"/>
          </ac:spMkLst>
        </pc:spChg>
        <pc:spChg chg="add del mod ord">
          <ac:chgData name="Ken Popkin" userId="3c94c39e-c43b-4805-99ab-8da17777f1ac" providerId="ADAL" clId="{E440F346-DC68-4DD4-BA80-8DE6476F8949}" dt="2021-05-29T22:09:47.922" v="86791"/>
          <ac:spMkLst>
            <pc:docMk/>
            <pc:sldMk cId="1070238881" sldId="2146846055"/>
            <ac:spMk id="22" creationId="{4E895CE2-B39B-4FBB-A887-92C829B8F78C}"/>
          </ac:spMkLst>
        </pc:spChg>
        <pc:spChg chg="add mod">
          <ac:chgData name="Ken Popkin" userId="3c94c39e-c43b-4805-99ab-8da17777f1ac" providerId="ADAL" clId="{E440F346-DC68-4DD4-BA80-8DE6476F8949}" dt="2021-05-29T22:09:47.901" v="86665"/>
          <ac:spMkLst>
            <pc:docMk/>
            <pc:sldMk cId="1070238881" sldId="2146846055"/>
            <ac:spMk id="23" creationId="{3595F31D-0CF0-45FC-AF0E-C4F673F4B4FE}"/>
          </ac:spMkLst>
        </pc:spChg>
        <pc:spChg chg="add mod">
          <ac:chgData name="Ken Popkin" userId="3c94c39e-c43b-4805-99ab-8da17777f1ac" providerId="ADAL" clId="{E440F346-DC68-4DD4-BA80-8DE6476F8949}" dt="2021-05-29T22:09:47.903" v="86675"/>
          <ac:spMkLst>
            <pc:docMk/>
            <pc:sldMk cId="1070238881" sldId="2146846055"/>
            <ac:spMk id="24" creationId="{6786AEF1-4E47-4530-9784-AFBCC7A6F6F2}"/>
          </ac:spMkLst>
        </pc:spChg>
        <pc:spChg chg="add mod ord">
          <ac:chgData name="Ken Popkin" userId="3c94c39e-c43b-4805-99ab-8da17777f1ac" providerId="ADAL" clId="{E440F346-DC68-4DD4-BA80-8DE6476F8949}" dt="2021-05-29T22:09:47.910" v="86702"/>
          <ac:spMkLst>
            <pc:docMk/>
            <pc:sldMk cId="1070238881" sldId="2146846055"/>
            <ac:spMk id="25" creationId="{5CD06E4B-5360-4B41-B6CC-EE01A196FDAF}"/>
          </ac:spMkLst>
        </pc:spChg>
        <pc:spChg chg="add mod">
          <ac:chgData name="Ken Popkin" userId="3c94c39e-c43b-4805-99ab-8da17777f1ac" providerId="ADAL" clId="{E440F346-DC68-4DD4-BA80-8DE6476F8949}" dt="2021-05-29T22:09:47.901" v="86666"/>
          <ac:spMkLst>
            <pc:docMk/>
            <pc:sldMk cId="1070238881" sldId="2146846055"/>
            <ac:spMk id="26" creationId="{D73EABDF-7D86-4D11-BBD8-7139F0E8DA7B}"/>
          </ac:spMkLst>
        </pc:spChg>
        <pc:spChg chg="add mod">
          <ac:chgData name="Ken Popkin" userId="3c94c39e-c43b-4805-99ab-8da17777f1ac" providerId="ADAL" clId="{E440F346-DC68-4DD4-BA80-8DE6476F8949}" dt="2021-05-29T22:09:47.904" v="86676"/>
          <ac:spMkLst>
            <pc:docMk/>
            <pc:sldMk cId="1070238881" sldId="2146846055"/>
            <ac:spMk id="27" creationId="{0FE86B4E-CEE0-48F4-9083-B0F4C11D8B88}"/>
          </ac:spMkLst>
        </pc:spChg>
        <pc:spChg chg="add mod ord">
          <ac:chgData name="Ken Popkin" userId="3c94c39e-c43b-4805-99ab-8da17777f1ac" providerId="ADAL" clId="{E440F346-DC68-4DD4-BA80-8DE6476F8949}" dt="2021-05-29T22:09:47.910" v="86704"/>
          <ac:spMkLst>
            <pc:docMk/>
            <pc:sldMk cId="1070238881" sldId="2146846055"/>
            <ac:spMk id="28" creationId="{6642CBCE-40BD-4E7A-A578-5B644CF2DCF7}"/>
          </ac:spMkLst>
        </pc:spChg>
        <pc:spChg chg="add del mod">
          <ac:chgData name="Ken Popkin" userId="3c94c39e-c43b-4805-99ab-8da17777f1ac" providerId="ADAL" clId="{E440F346-DC68-4DD4-BA80-8DE6476F8949}" dt="2021-05-29T22:09:47.902" v="86667"/>
          <ac:spMkLst>
            <pc:docMk/>
            <pc:sldMk cId="1070238881" sldId="2146846055"/>
            <ac:spMk id="29" creationId="{03309A23-35D5-4F16-8F51-D66210D10B30}"/>
          </ac:spMkLst>
        </pc:spChg>
        <pc:spChg chg="add mod">
          <ac:chgData name="Ken Popkin" userId="3c94c39e-c43b-4805-99ab-8da17777f1ac" providerId="ADAL" clId="{E440F346-DC68-4DD4-BA80-8DE6476F8949}" dt="2021-05-29T22:09:47.904" v="86677"/>
          <ac:spMkLst>
            <pc:docMk/>
            <pc:sldMk cId="1070238881" sldId="2146846055"/>
            <ac:spMk id="30" creationId="{119F03FD-247B-4891-9861-D335B9E338F4}"/>
          </ac:spMkLst>
        </pc:spChg>
        <pc:spChg chg="add mod ord">
          <ac:chgData name="Ken Popkin" userId="3c94c39e-c43b-4805-99ab-8da17777f1ac" providerId="ADAL" clId="{E440F346-DC68-4DD4-BA80-8DE6476F8949}" dt="2021-05-29T22:09:47.910" v="86706"/>
          <ac:spMkLst>
            <pc:docMk/>
            <pc:sldMk cId="1070238881" sldId="2146846055"/>
            <ac:spMk id="31" creationId="{FBA15C46-CC48-499C-9A98-CF6DCE345400}"/>
          </ac:spMkLst>
        </pc:spChg>
        <pc:spChg chg="add mod">
          <ac:chgData name="Ken Popkin" userId="3c94c39e-c43b-4805-99ab-8da17777f1ac" providerId="ADAL" clId="{E440F346-DC68-4DD4-BA80-8DE6476F8949}" dt="2021-05-29T22:09:47.902" v="86668"/>
          <ac:spMkLst>
            <pc:docMk/>
            <pc:sldMk cId="1070238881" sldId="2146846055"/>
            <ac:spMk id="32" creationId="{0C68DEF0-F249-4FE2-8FDB-930E5F8DC348}"/>
          </ac:spMkLst>
        </pc:spChg>
        <pc:spChg chg="add mod">
          <ac:chgData name="Ken Popkin" userId="3c94c39e-c43b-4805-99ab-8da17777f1ac" providerId="ADAL" clId="{E440F346-DC68-4DD4-BA80-8DE6476F8949}" dt="2021-05-29T22:09:47.904" v="86678"/>
          <ac:spMkLst>
            <pc:docMk/>
            <pc:sldMk cId="1070238881" sldId="2146846055"/>
            <ac:spMk id="33" creationId="{35BCAAF5-B1DD-485E-A755-9F84F908FB04}"/>
          </ac:spMkLst>
        </pc:spChg>
        <pc:spChg chg="add mod ord">
          <ac:chgData name="Ken Popkin" userId="3c94c39e-c43b-4805-99ab-8da17777f1ac" providerId="ADAL" clId="{E440F346-DC68-4DD4-BA80-8DE6476F8949}" dt="2021-05-29T22:09:47.910" v="86708"/>
          <ac:spMkLst>
            <pc:docMk/>
            <pc:sldMk cId="1070238881" sldId="2146846055"/>
            <ac:spMk id="34" creationId="{4E608C2B-02A6-4972-A067-3598BB73D36E}"/>
          </ac:spMkLst>
        </pc:spChg>
        <pc:spChg chg="add mod">
          <ac:chgData name="Ken Popkin" userId="3c94c39e-c43b-4805-99ab-8da17777f1ac" providerId="ADAL" clId="{E440F346-DC68-4DD4-BA80-8DE6476F8949}" dt="2021-05-29T22:09:47.902" v="86669"/>
          <ac:spMkLst>
            <pc:docMk/>
            <pc:sldMk cId="1070238881" sldId="2146846055"/>
            <ac:spMk id="35" creationId="{2E22502A-D4FF-40C3-8B1A-B379F01BD419}"/>
          </ac:spMkLst>
        </pc:spChg>
        <pc:spChg chg="add mod">
          <ac:chgData name="Ken Popkin" userId="3c94c39e-c43b-4805-99ab-8da17777f1ac" providerId="ADAL" clId="{E440F346-DC68-4DD4-BA80-8DE6476F8949}" dt="2021-05-29T22:09:47.905" v="86679"/>
          <ac:spMkLst>
            <pc:docMk/>
            <pc:sldMk cId="1070238881" sldId="2146846055"/>
            <ac:spMk id="36" creationId="{02A964D9-AA20-4F6E-A522-470B0FD1D1CB}"/>
          </ac:spMkLst>
        </pc:spChg>
        <pc:spChg chg="add mod ord">
          <ac:chgData name="Ken Popkin" userId="3c94c39e-c43b-4805-99ab-8da17777f1ac" providerId="ADAL" clId="{E440F346-DC68-4DD4-BA80-8DE6476F8949}" dt="2021-05-29T22:09:47.911" v="86710"/>
          <ac:spMkLst>
            <pc:docMk/>
            <pc:sldMk cId="1070238881" sldId="2146846055"/>
            <ac:spMk id="37" creationId="{6D2C9853-CD3B-485E-8329-8A5796604AE6}"/>
          </ac:spMkLst>
        </pc:spChg>
        <pc:spChg chg="add del mod">
          <ac:chgData name="Ken Popkin" userId="3c94c39e-c43b-4805-99ab-8da17777f1ac" providerId="ADAL" clId="{E440F346-DC68-4DD4-BA80-8DE6476F8949}" dt="2021-05-29T21:49:53.280" v="79879"/>
          <ac:spMkLst>
            <pc:docMk/>
            <pc:sldMk cId="1070238881" sldId="2146846055"/>
            <ac:spMk id="47" creationId="{A6C4611F-1D47-4805-9C9E-E54321564AF3}"/>
          </ac:spMkLst>
        </pc:spChg>
        <pc:spChg chg="add mod ord">
          <ac:chgData name="Ken Popkin" userId="3c94c39e-c43b-4805-99ab-8da17777f1ac" providerId="ADAL" clId="{E440F346-DC68-4DD4-BA80-8DE6476F8949}" dt="2021-05-29T22:09:47.913" v="86727"/>
          <ac:spMkLst>
            <pc:docMk/>
            <pc:sldMk cId="1070238881" sldId="2146846055"/>
            <ac:spMk id="48" creationId="{EFA9C7F5-0D46-4BD5-BBDB-E341043DB51D}"/>
          </ac:spMkLst>
        </pc:spChg>
        <pc:spChg chg="add mod ord modVis">
          <ac:chgData name="Ken Popkin" userId="3c94c39e-c43b-4805-99ab-8da17777f1ac" providerId="ADAL" clId="{E440F346-DC68-4DD4-BA80-8DE6476F8949}" dt="2021-05-29T22:09:47.913" v="86729"/>
          <ac:spMkLst>
            <pc:docMk/>
            <pc:sldMk cId="1070238881" sldId="2146846055"/>
            <ac:spMk id="49" creationId="{440CF7F9-D530-45D3-9CB0-3EBFE64CFB81}"/>
          </ac:spMkLst>
        </pc:spChg>
        <pc:spChg chg="add del mod">
          <ac:chgData name="Ken Popkin" userId="3c94c39e-c43b-4805-99ab-8da17777f1ac" providerId="ADAL" clId="{E440F346-DC68-4DD4-BA80-8DE6476F8949}" dt="2021-05-29T21:49:53.294" v="79911"/>
          <ac:spMkLst>
            <pc:docMk/>
            <pc:sldMk cId="1070238881" sldId="2146846055"/>
            <ac:spMk id="50" creationId="{BE30BF51-592D-4E28-81A7-AD2BEA385896}"/>
          </ac:spMkLst>
        </pc:spChg>
        <pc:spChg chg="add mod ord">
          <ac:chgData name="Ken Popkin" userId="3c94c39e-c43b-4805-99ab-8da17777f1ac" providerId="ADAL" clId="{E440F346-DC68-4DD4-BA80-8DE6476F8949}" dt="2021-05-29T22:09:47.913" v="86731"/>
          <ac:spMkLst>
            <pc:docMk/>
            <pc:sldMk cId="1070238881" sldId="2146846055"/>
            <ac:spMk id="51" creationId="{54C76DE6-7DA7-4CE1-B216-B94390E5FB99}"/>
          </ac:spMkLst>
        </pc:spChg>
        <pc:spChg chg="add mod ord modVis">
          <ac:chgData name="Ken Popkin" userId="3c94c39e-c43b-4805-99ab-8da17777f1ac" providerId="ADAL" clId="{E440F346-DC68-4DD4-BA80-8DE6476F8949}" dt="2021-05-29T22:09:47.914" v="86733"/>
          <ac:spMkLst>
            <pc:docMk/>
            <pc:sldMk cId="1070238881" sldId="2146846055"/>
            <ac:spMk id="52" creationId="{6FEF90D9-F4EE-4633-8211-AC7082CE5342}"/>
          </ac:spMkLst>
        </pc:spChg>
        <pc:spChg chg="add del mod">
          <ac:chgData name="Ken Popkin" userId="3c94c39e-c43b-4805-99ab-8da17777f1ac" providerId="ADAL" clId="{E440F346-DC68-4DD4-BA80-8DE6476F8949}" dt="2021-05-29T21:49:53.308" v="79943"/>
          <ac:spMkLst>
            <pc:docMk/>
            <pc:sldMk cId="1070238881" sldId="2146846055"/>
            <ac:spMk id="53" creationId="{5C1C88D4-EA06-44C2-9356-EE9AF4F6B2B6}"/>
          </ac:spMkLst>
        </pc:spChg>
        <pc:spChg chg="add mod ord">
          <ac:chgData name="Ken Popkin" userId="3c94c39e-c43b-4805-99ab-8da17777f1ac" providerId="ADAL" clId="{E440F346-DC68-4DD4-BA80-8DE6476F8949}" dt="2021-05-29T22:09:47.914" v="86735"/>
          <ac:spMkLst>
            <pc:docMk/>
            <pc:sldMk cId="1070238881" sldId="2146846055"/>
            <ac:spMk id="54" creationId="{3A91C40C-A7A7-48B1-B7B3-F4FA654FA13C}"/>
          </ac:spMkLst>
        </pc:spChg>
        <pc:spChg chg="add mod ord modVis">
          <ac:chgData name="Ken Popkin" userId="3c94c39e-c43b-4805-99ab-8da17777f1ac" providerId="ADAL" clId="{E440F346-DC68-4DD4-BA80-8DE6476F8949}" dt="2021-05-29T22:09:47.914" v="86737"/>
          <ac:spMkLst>
            <pc:docMk/>
            <pc:sldMk cId="1070238881" sldId="2146846055"/>
            <ac:spMk id="55" creationId="{4631F517-97B0-4FCE-8017-5422CE3B47AB}"/>
          </ac:spMkLst>
        </pc:spChg>
        <pc:spChg chg="add del mod">
          <ac:chgData name="Ken Popkin" userId="3c94c39e-c43b-4805-99ab-8da17777f1ac" providerId="ADAL" clId="{E440F346-DC68-4DD4-BA80-8DE6476F8949}" dt="2021-05-29T21:49:53.322" v="79975"/>
          <ac:spMkLst>
            <pc:docMk/>
            <pc:sldMk cId="1070238881" sldId="2146846055"/>
            <ac:spMk id="56" creationId="{740CE322-8D8D-441D-A50A-DF24E0BD729D}"/>
          </ac:spMkLst>
        </pc:spChg>
        <pc:spChg chg="add mod ord">
          <ac:chgData name="Ken Popkin" userId="3c94c39e-c43b-4805-99ab-8da17777f1ac" providerId="ADAL" clId="{E440F346-DC68-4DD4-BA80-8DE6476F8949}" dt="2021-05-29T22:09:47.914" v="86739"/>
          <ac:spMkLst>
            <pc:docMk/>
            <pc:sldMk cId="1070238881" sldId="2146846055"/>
            <ac:spMk id="57" creationId="{CEE641F4-7882-4AC1-B5E9-734F7002DAEF}"/>
          </ac:spMkLst>
        </pc:spChg>
        <pc:spChg chg="add mod ord modVis">
          <ac:chgData name="Ken Popkin" userId="3c94c39e-c43b-4805-99ab-8da17777f1ac" providerId="ADAL" clId="{E440F346-DC68-4DD4-BA80-8DE6476F8949}" dt="2021-05-29T22:09:47.916" v="86741"/>
          <ac:spMkLst>
            <pc:docMk/>
            <pc:sldMk cId="1070238881" sldId="2146846055"/>
            <ac:spMk id="58" creationId="{09263C91-805D-418A-AFE8-0AC48C85EDE9}"/>
          </ac:spMkLst>
        </pc:spChg>
        <pc:spChg chg="add del mod">
          <ac:chgData name="Ken Popkin" userId="3c94c39e-c43b-4805-99ab-8da17777f1ac" providerId="ADAL" clId="{E440F346-DC68-4DD4-BA80-8DE6476F8949}" dt="2021-05-29T21:49:53.336" v="80007"/>
          <ac:spMkLst>
            <pc:docMk/>
            <pc:sldMk cId="1070238881" sldId="2146846055"/>
            <ac:spMk id="59" creationId="{5ABDD076-5E46-4ACE-B9B2-A6A4A968B4C4}"/>
          </ac:spMkLst>
        </pc:spChg>
        <pc:spChg chg="add mod ord">
          <ac:chgData name="Ken Popkin" userId="3c94c39e-c43b-4805-99ab-8da17777f1ac" providerId="ADAL" clId="{E440F346-DC68-4DD4-BA80-8DE6476F8949}" dt="2021-05-29T22:09:47.916" v="86743"/>
          <ac:spMkLst>
            <pc:docMk/>
            <pc:sldMk cId="1070238881" sldId="2146846055"/>
            <ac:spMk id="60" creationId="{F793F82D-E50C-41E0-A0C5-27F9C9089A12}"/>
          </ac:spMkLst>
        </pc:spChg>
        <pc:spChg chg="add mod ord modVis">
          <ac:chgData name="Ken Popkin" userId="3c94c39e-c43b-4805-99ab-8da17777f1ac" providerId="ADAL" clId="{E440F346-DC68-4DD4-BA80-8DE6476F8949}" dt="2021-05-29T22:09:47.916" v="86745"/>
          <ac:spMkLst>
            <pc:docMk/>
            <pc:sldMk cId="1070238881" sldId="2146846055"/>
            <ac:spMk id="61" creationId="{48956066-9E89-42AD-8098-7030D36CEE12}"/>
          </ac:spMkLst>
        </pc:spChg>
        <pc:spChg chg="add del mod">
          <ac:chgData name="Ken Popkin" userId="3c94c39e-c43b-4805-99ab-8da17777f1ac" providerId="ADAL" clId="{E440F346-DC68-4DD4-BA80-8DE6476F8949}" dt="2021-05-29T21:49:53.350" v="80039"/>
          <ac:spMkLst>
            <pc:docMk/>
            <pc:sldMk cId="1070238881" sldId="2146846055"/>
            <ac:spMk id="62" creationId="{1629A65D-CFF8-4CD6-A41A-CD6E476CB1E0}"/>
          </ac:spMkLst>
        </pc:spChg>
        <pc:spChg chg="add mod ord">
          <ac:chgData name="Ken Popkin" userId="3c94c39e-c43b-4805-99ab-8da17777f1ac" providerId="ADAL" clId="{E440F346-DC68-4DD4-BA80-8DE6476F8949}" dt="2021-05-29T22:09:47.916" v="86747"/>
          <ac:spMkLst>
            <pc:docMk/>
            <pc:sldMk cId="1070238881" sldId="2146846055"/>
            <ac:spMk id="63" creationId="{930D0CCA-27FA-4361-9258-1495E5BD5F20}"/>
          </ac:spMkLst>
        </pc:spChg>
        <pc:spChg chg="add mod ord modVis">
          <ac:chgData name="Ken Popkin" userId="3c94c39e-c43b-4805-99ab-8da17777f1ac" providerId="ADAL" clId="{E440F346-DC68-4DD4-BA80-8DE6476F8949}" dt="2021-05-29T22:09:47.917" v="86749"/>
          <ac:spMkLst>
            <pc:docMk/>
            <pc:sldMk cId="1070238881" sldId="2146846055"/>
            <ac:spMk id="64" creationId="{A3246E6D-95FA-4712-ACA8-7C37F33BDB1D}"/>
          </ac:spMkLst>
        </pc:spChg>
        <pc:spChg chg="add del mod">
          <ac:chgData name="Ken Popkin" userId="3c94c39e-c43b-4805-99ab-8da17777f1ac" providerId="ADAL" clId="{E440F346-DC68-4DD4-BA80-8DE6476F8949}" dt="2021-05-29T21:49:53.365" v="80071"/>
          <ac:spMkLst>
            <pc:docMk/>
            <pc:sldMk cId="1070238881" sldId="2146846055"/>
            <ac:spMk id="65" creationId="{AF8C781D-DE89-4D9D-9050-886B79D4CDA4}"/>
          </ac:spMkLst>
        </pc:spChg>
        <pc:spChg chg="add mod ord">
          <ac:chgData name="Ken Popkin" userId="3c94c39e-c43b-4805-99ab-8da17777f1ac" providerId="ADAL" clId="{E440F346-DC68-4DD4-BA80-8DE6476F8949}" dt="2021-05-29T22:09:47.917" v="86751"/>
          <ac:spMkLst>
            <pc:docMk/>
            <pc:sldMk cId="1070238881" sldId="2146846055"/>
            <ac:spMk id="66" creationId="{0020B609-464B-42D0-98F7-6EE129364CE5}"/>
          </ac:spMkLst>
        </pc:spChg>
        <pc:spChg chg="add mod ord modVis">
          <ac:chgData name="Ken Popkin" userId="3c94c39e-c43b-4805-99ab-8da17777f1ac" providerId="ADAL" clId="{E440F346-DC68-4DD4-BA80-8DE6476F8949}" dt="2021-05-29T22:09:47.917" v="86753"/>
          <ac:spMkLst>
            <pc:docMk/>
            <pc:sldMk cId="1070238881" sldId="2146846055"/>
            <ac:spMk id="67" creationId="{04656D62-7E4C-4ED5-A13C-2EF1FDBF1C5C}"/>
          </ac:spMkLst>
        </pc:spChg>
        <pc:spChg chg="add del mod">
          <ac:chgData name="Ken Popkin" userId="3c94c39e-c43b-4805-99ab-8da17777f1ac" providerId="ADAL" clId="{E440F346-DC68-4DD4-BA80-8DE6476F8949}" dt="2021-05-29T21:49:53.379" v="80103"/>
          <ac:spMkLst>
            <pc:docMk/>
            <pc:sldMk cId="1070238881" sldId="2146846055"/>
            <ac:spMk id="68" creationId="{32BB4CC2-CC86-4AB2-AE3A-3B0B9738FF38}"/>
          </ac:spMkLst>
        </pc:spChg>
        <pc:spChg chg="add mod ord">
          <ac:chgData name="Ken Popkin" userId="3c94c39e-c43b-4805-99ab-8da17777f1ac" providerId="ADAL" clId="{E440F346-DC68-4DD4-BA80-8DE6476F8949}" dt="2021-05-29T22:09:47.917" v="86755"/>
          <ac:spMkLst>
            <pc:docMk/>
            <pc:sldMk cId="1070238881" sldId="2146846055"/>
            <ac:spMk id="69" creationId="{7CC012D9-298E-45F6-A7BC-AF09A3E3A0DF}"/>
          </ac:spMkLst>
        </pc:spChg>
        <pc:spChg chg="add mod ord modVis">
          <ac:chgData name="Ken Popkin" userId="3c94c39e-c43b-4805-99ab-8da17777f1ac" providerId="ADAL" clId="{E440F346-DC68-4DD4-BA80-8DE6476F8949}" dt="2021-05-29T22:09:47.918" v="86757"/>
          <ac:spMkLst>
            <pc:docMk/>
            <pc:sldMk cId="1070238881" sldId="2146846055"/>
            <ac:spMk id="70" creationId="{6BEE5D76-822C-4B65-8EEA-DF5143BDD169}"/>
          </ac:spMkLst>
        </pc:spChg>
        <pc:spChg chg="add del mod">
          <ac:chgData name="Ken Popkin" userId="3c94c39e-c43b-4805-99ab-8da17777f1ac" providerId="ADAL" clId="{E440F346-DC68-4DD4-BA80-8DE6476F8949}" dt="2021-05-29T21:49:53.393" v="80135"/>
          <ac:spMkLst>
            <pc:docMk/>
            <pc:sldMk cId="1070238881" sldId="2146846055"/>
            <ac:spMk id="71" creationId="{DA2D6E18-4BBC-4510-BD93-3C550D976E95}"/>
          </ac:spMkLst>
        </pc:spChg>
        <pc:spChg chg="add mod ord">
          <ac:chgData name="Ken Popkin" userId="3c94c39e-c43b-4805-99ab-8da17777f1ac" providerId="ADAL" clId="{E440F346-DC68-4DD4-BA80-8DE6476F8949}" dt="2021-05-29T22:09:47.918" v="86759"/>
          <ac:spMkLst>
            <pc:docMk/>
            <pc:sldMk cId="1070238881" sldId="2146846055"/>
            <ac:spMk id="72" creationId="{C30960AB-49BE-45FE-B776-3B87D9DFD4EC}"/>
          </ac:spMkLst>
        </pc:spChg>
        <pc:spChg chg="add mod ord modVis">
          <ac:chgData name="Ken Popkin" userId="3c94c39e-c43b-4805-99ab-8da17777f1ac" providerId="ADAL" clId="{E440F346-DC68-4DD4-BA80-8DE6476F8949}" dt="2021-05-29T22:09:47.918" v="86761"/>
          <ac:spMkLst>
            <pc:docMk/>
            <pc:sldMk cId="1070238881" sldId="2146846055"/>
            <ac:spMk id="73" creationId="{DBFCEEEC-540F-43AF-8CFB-C407183B9F74}"/>
          </ac:spMkLst>
        </pc:spChg>
        <pc:spChg chg="add del mod">
          <ac:chgData name="Ken Popkin" userId="3c94c39e-c43b-4805-99ab-8da17777f1ac" providerId="ADAL" clId="{E440F346-DC68-4DD4-BA80-8DE6476F8949}" dt="2021-05-29T21:49:53.407" v="80167"/>
          <ac:spMkLst>
            <pc:docMk/>
            <pc:sldMk cId="1070238881" sldId="2146846055"/>
            <ac:spMk id="74" creationId="{C0BFB28C-A78D-4EB8-8479-6B52C3EA9EAF}"/>
          </ac:spMkLst>
        </pc:spChg>
        <pc:spChg chg="add mod ord">
          <ac:chgData name="Ken Popkin" userId="3c94c39e-c43b-4805-99ab-8da17777f1ac" providerId="ADAL" clId="{E440F346-DC68-4DD4-BA80-8DE6476F8949}" dt="2021-05-29T22:09:47.918" v="86763"/>
          <ac:spMkLst>
            <pc:docMk/>
            <pc:sldMk cId="1070238881" sldId="2146846055"/>
            <ac:spMk id="75" creationId="{F7608122-916E-491D-A30B-3801E0B80661}"/>
          </ac:spMkLst>
        </pc:spChg>
        <pc:spChg chg="add mod ord modVis">
          <ac:chgData name="Ken Popkin" userId="3c94c39e-c43b-4805-99ab-8da17777f1ac" providerId="ADAL" clId="{E440F346-DC68-4DD4-BA80-8DE6476F8949}" dt="2021-05-29T22:09:47.919" v="86765"/>
          <ac:spMkLst>
            <pc:docMk/>
            <pc:sldMk cId="1070238881" sldId="2146846055"/>
            <ac:spMk id="76" creationId="{94610EF5-D840-4C49-9480-E4342C7792A5}"/>
          </ac:spMkLst>
        </pc:spChg>
        <pc:spChg chg="add del mod">
          <ac:chgData name="Ken Popkin" userId="3c94c39e-c43b-4805-99ab-8da17777f1ac" providerId="ADAL" clId="{E440F346-DC68-4DD4-BA80-8DE6476F8949}" dt="2021-05-29T21:49:53.422" v="80199"/>
          <ac:spMkLst>
            <pc:docMk/>
            <pc:sldMk cId="1070238881" sldId="2146846055"/>
            <ac:spMk id="77" creationId="{D9BF61C1-3A97-4BA4-866E-648C91F30386}"/>
          </ac:spMkLst>
        </pc:spChg>
        <pc:spChg chg="add mod ord">
          <ac:chgData name="Ken Popkin" userId="3c94c39e-c43b-4805-99ab-8da17777f1ac" providerId="ADAL" clId="{E440F346-DC68-4DD4-BA80-8DE6476F8949}" dt="2021-05-29T22:09:47.919" v="86767"/>
          <ac:spMkLst>
            <pc:docMk/>
            <pc:sldMk cId="1070238881" sldId="2146846055"/>
            <ac:spMk id="78" creationId="{429DA1BC-89C8-4C46-96E1-E11FA7427CD8}"/>
          </ac:spMkLst>
        </pc:spChg>
        <pc:spChg chg="add mod ord modVis">
          <ac:chgData name="Ken Popkin" userId="3c94c39e-c43b-4805-99ab-8da17777f1ac" providerId="ADAL" clId="{E440F346-DC68-4DD4-BA80-8DE6476F8949}" dt="2021-05-29T22:09:47.919" v="86769"/>
          <ac:spMkLst>
            <pc:docMk/>
            <pc:sldMk cId="1070238881" sldId="2146846055"/>
            <ac:spMk id="79" creationId="{05738CDE-03DE-48BA-BE4F-42C29FDF68A1}"/>
          </ac:spMkLst>
        </pc:spChg>
        <pc:spChg chg="add del mod">
          <ac:chgData name="Ken Popkin" userId="3c94c39e-c43b-4805-99ab-8da17777f1ac" providerId="ADAL" clId="{E440F346-DC68-4DD4-BA80-8DE6476F8949}" dt="2021-05-29T21:49:53.437" v="80231"/>
          <ac:spMkLst>
            <pc:docMk/>
            <pc:sldMk cId="1070238881" sldId="2146846055"/>
            <ac:spMk id="80" creationId="{5D29519B-004D-4B1E-8279-44640DD3FDE5}"/>
          </ac:spMkLst>
        </pc:spChg>
        <pc:spChg chg="add mod ord">
          <ac:chgData name="Ken Popkin" userId="3c94c39e-c43b-4805-99ab-8da17777f1ac" providerId="ADAL" clId="{E440F346-DC68-4DD4-BA80-8DE6476F8949}" dt="2021-05-29T22:09:47.919" v="86771"/>
          <ac:spMkLst>
            <pc:docMk/>
            <pc:sldMk cId="1070238881" sldId="2146846055"/>
            <ac:spMk id="81" creationId="{8ABC2CFB-7E73-4CEF-A09F-4D51F0D26E3D}"/>
          </ac:spMkLst>
        </pc:spChg>
        <pc:spChg chg="add mod ord modVis">
          <ac:chgData name="Ken Popkin" userId="3c94c39e-c43b-4805-99ab-8da17777f1ac" providerId="ADAL" clId="{E440F346-DC68-4DD4-BA80-8DE6476F8949}" dt="2021-05-29T22:09:47.920" v="86773"/>
          <ac:spMkLst>
            <pc:docMk/>
            <pc:sldMk cId="1070238881" sldId="2146846055"/>
            <ac:spMk id="82" creationId="{EE38BC35-6966-48B0-9120-AB273A2B6EFA}"/>
          </ac:spMkLst>
        </pc:spChg>
        <pc:spChg chg="add del mod">
          <ac:chgData name="Ken Popkin" userId="3c94c39e-c43b-4805-99ab-8da17777f1ac" providerId="ADAL" clId="{E440F346-DC68-4DD4-BA80-8DE6476F8949}" dt="2021-05-29T21:49:53.451" v="80263"/>
          <ac:spMkLst>
            <pc:docMk/>
            <pc:sldMk cId="1070238881" sldId="2146846055"/>
            <ac:spMk id="83" creationId="{BEE98923-EF6C-45D1-A4F4-5462E160313E}"/>
          </ac:spMkLst>
        </pc:spChg>
        <pc:spChg chg="add mod ord">
          <ac:chgData name="Ken Popkin" userId="3c94c39e-c43b-4805-99ab-8da17777f1ac" providerId="ADAL" clId="{E440F346-DC68-4DD4-BA80-8DE6476F8949}" dt="2021-05-29T22:09:47.920" v="86775"/>
          <ac:spMkLst>
            <pc:docMk/>
            <pc:sldMk cId="1070238881" sldId="2146846055"/>
            <ac:spMk id="84" creationId="{898E7A8F-E4EC-4573-B583-19183FB48CE3}"/>
          </ac:spMkLst>
        </pc:spChg>
        <pc:spChg chg="add mod ord modVis">
          <ac:chgData name="Ken Popkin" userId="3c94c39e-c43b-4805-99ab-8da17777f1ac" providerId="ADAL" clId="{E440F346-DC68-4DD4-BA80-8DE6476F8949}" dt="2021-05-29T22:09:47.920" v="86777"/>
          <ac:spMkLst>
            <pc:docMk/>
            <pc:sldMk cId="1070238881" sldId="2146846055"/>
            <ac:spMk id="85" creationId="{5B08BF74-2DF9-4037-9322-02440E9FB1F2}"/>
          </ac:spMkLst>
        </pc:spChg>
        <pc:spChg chg="add del mod">
          <ac:chgData name="Ken Popkin" userId="3c94c39e-c43b-4805-99ab-8da17777f1ac" providerId="ADAL" clId="{E440F346-DC68-4DD4-BA80-8DE6476F8949}" dt="2021-05-29T21:49:53.466" v="80295"/>
          <ac:spMkLst>
            <pc:docMk/>
            <pc:sldMk cId="1070238881" sldId="2146846055"/>
            <ac:spMk id="86" creationId="{376DC83A-1E8A-4653-B51F-B0FD167A0ABE}"/>
          </ac:spMkLst>
        </pc:spChg>
        <pc:spChg chg="add mod ord">
          <ac:chgData name="Ken Popkin" userId="3c94c39e-c43b-4805-99ab-8da17777f1ac" providerId="ADAL" clId="{E440F346-DC68-4DD4-BA80-8DE6476F8949}" dt="2021-05-29T22:09:47.920" v="86779"/>
          <ac:spMkLst>
            <pc:docMk/>
            <pc:sldMk cId="1070238881" sldId="2146846055"/>
            <ac:spMk id="87" creationId="{BB2B1DF3-CD83-40ED-A612-3C2F18E305A9}"/>
          </ac:spMkLst>
        </pc:spChg>
        <pc:spChg chg="add mod ord modVis">
          <ac:chgData name="Ken Popkin" userId="3c94c39e-c43b-4805-99ab-8da17777f1ac" providerId="ADAL" clId="{E440F346-DC68-4DD4-BA80-8DE6476F8949}" dt="2021-05-29T22:09:47.921" v="86781"/>
          <ac:spMkLst>
            <pc:docMk/>
            <pc:sldMk cId="1070238881" sldId="2146846055"/>
            <ac:spMk id="88" creationId="{7B5BE9A5-3647-4EE8-BEC1-528557B9F58A}"/>
          </ac:spMkLst>
        </pc:spChg>
        <pc:spChg chg="add del mod">
          <ac:chgData name="Ken Popkin" userId="3c94c39e-c43b-4805-99ab-8da17777f1ac" providerId="ADAL" clId="{E440F346-DC68-4DD4-BA80-8DE6476F8949}" dt="2021-05-29T21:51:47.088" v="81903"/>
          <ac:spMkLst>
            <pc:docMk/>
            <pc:sldMk cId="1070238881" sldId="2146846055"/>
            <ac:spMk id="89" creationId="{59377C4A-0784-444B-BE0A-38725067EB0F}"/>
          </ac:spMkLst>
        </pc:spChg>
        <pc:spChg chg="add del mod">
          <ac:chgData name="Ken Popkin" userId="3c94c39e-c43b-4805-99ab-8da17777f1ac" providerId="ADAL" clId="{E440F346-DC68-4DD4-BA80-8DE6476F8949}" dt="2021-05-29T21:52:02.634" v="82419"/>
          <ac:spMkLst>
            <pc:docMk/>
            <pc:sldMk cId="1070238881" sldId="2146846055"/>
            <ac:spMk id="90" creationId="{0350C950-3466-41B4-B9F2-6DEB014376AF}"/>
          </ac:spMkLst>
        </pc:spChg>
        <pc:spChg chg="add del mod">
          <ac:chgData name="Ken Popkin" userId="3c94c39e-c43b-4805-99ab-8da17777f1ac" providerId="ADAL" clId="{E440F346-DC68-4DD4-BA80-8DE6476F8949}" dt="2021-05-29T21:52:02.650" v="82442"/>
          <ac:spMkLst>
            <pc:docMk/>
            <pc:sldMk cId="1070238881" sldId="2146846055"/>
            <ac:spMk id="91" creationId="{6DF79ACD-C568-46F0-84DC-3C19F24E306D}"/>
          </ac:spMkLst>
        </pc:spChg>
        <pc:spChg chg="add del mod">
          <ac:chgData name="Ken Popkin" userId="3c94c39e-c43b-4805-99ab-8da17777f1ac" providerId="ADAL" clId="{E440F346-DC68-4DD4-BA80-8DE6476F8949}" dt="2021-05-29T21:52:02.665" v="82465"/>
          <ac:spMkLst>
            <pc:docMk/>
            <pc:sldMk cId="1070238881" sldId="2146846055"/>
            <ac:spMk id="92" creationId="{34C18409-8F59-48E6-ABDB-F736D92D1A58}"/>
          </ac:spMkLst>
        </pc:spChg>
        <pc:spChg chg="add del mod">
          <ac:chgData name="Ken Popkin" userId="3c94c39e-c43b-4805-99ab-8da17777f1ac" providerId="ADAL" clId="{E440F346-DC68-4DD4-BA80-8DE6476F8949}" dt="2021-05-29T21:52:02.683" v="82488"/>
          <ac:spMkLst>
            <pc:docMk/>
            <pc:sldMk cId="1070238881" sldId="2146846055"/>
            <ac:spMk id="93" creationId="{1705C913-1D97-41A3-9748-A4D4ECE04BE6}"/>
          </ac:spMkLst>
        </pc:spChg>
        <pc:spChg chg="add del mod">
          <ac:chgData name="Ken Popkin" userId="3c94c39e-c43b-4805-99ab-8da17777f1ac" providerId="ADAL" clId="{E440F346-DC68-4DD4-BA80-8DE6476F8949}" dt="2021-05-29T21:52:02.701" v="82511"/>
          <ac:spMkLst>
            <pc:docMk/>
            <pc:sldMk cId="1070238881" sldId="2146846055"/>
            <ac:spMk id="94" creationId="{3CB34604-934F-4DF9-9226-CF598111B701}"/>
          </ac:spMkLst>
        </pc:spChg>
        <pc:spChg chg="add del mod">
          <ac:chgData name="Ken Popkin" userId="3c94c39e-c43b-4805-99ab-8da17777f1ac" providerId="ADAL" clId="{E440F346-DC68-4DD4-BA80-8DE6476F8949}" dt="2021-05-29T21:52:02.720" v="82534"/>
          <ac:spMkLst>
            <pc:docMk/>
            <pc:sldMk cId="1070238881" sldId="2146846055"/>
            <ac:spMk id="95" creationId="{4924625F-DC73-4FA8-B112-65F19A028AAE}"/>
          </ac:spMkLst>
        </pc:spChg>
        <pc:spChg chg="add del mod">
          <ac:chgData name="Ken Popkin" userId="3c94c39e-c43b-4805-99ab-8da17777f1ac" providerId="ADAL" clId="{E440F346-DC68-4DD4-BA80-8DE6476F8949}" dt="2021-05-29T21:52:02.739" v="82557"/>
          <ac:spMkLst>
            <pc:docMk/>
            <pc:sldMk cId="1070238881" sldId="2146846055"/>
            <ac:spMk id="96" creationId="{1F36EDA2-8CD7-4BF9-B1E4-3A2A062A2C9F}"/>
          </ac:spMkLst>
        </pc:spChg>
        <pc:spChg chg="add del mod">
          <ac:chgData name="Ken Popkin" userId="3c94c39e-c43b-4805-99ab-8da17777f1ac" providerId="ADAL" clId="{E440F346-DC68-4DD4-BA80-8DE6476F8949}" dt="2021-05-29T21:52:02.757" v="82580"/>
          <ac:spMkLst>
            <pc:docMk/>
            <pc:sldMk cId="1070238881" sldId="2146846055"/>
            <ac:spMk id="97" creationId="{88BDD588-2241-41C3-8819-BB695C21047B}"/>
          </ac:spMkLst>
        </pc:spChg>
        <pc:spChg chg="add del mod">
          <ac:chgData name="Ken Popkin" userId="3c94c39e-c43b-4805-99ab-8da17777f1ac" providerId="ADAL" clId="{E440F346-DC68-4DD4-BA80-8DE6476F8949}" dt="2021-05-29T21:52:02.769" v="82603"/>
          <ac:spMkLst>
            <pc:docMk/>
            <pc:sldMk cId="1070238881" sldId="2146846055"/>
            <ac:spMk id="98" creationId="{17B98900-49FE-472A-B886-012BEDEE0B3A}"/>
          </ac:spMkLst>
        </pc:spChg>
        <pc:spChg chg="add del mod">
          <ac:chgData name="Ken Popkin" userId="3c94c39e-c43b-4805-99ab-8da17777f1ac" providerId="ADAL" clId="{E440F346-DC68-4DD4-BA80-8DE6476F8949}" dt="2021-05-29T21:52:02.778" v="82626"/>
          <ac:spMkLst>
            <pc:docMk/>
            <pc:sldMk cId="1070238881" sldId="2146846055"/>
            <ac:spMk id="99" creationId="{030B7789-6111-4213-B0BC-1555B3A045FB}"/>
          </ac:spMkLst>
        </pc:spChg>
        <pc:spChg chg="add del mod">
          <ac:chgData name="Ken Popkin" userId="3c94c39e-c43b-4805-99ab-8da17777f1ac" providerId="ADAL" clId="{E440F346-DC68-4DD4-BA80-8DE6476F8949}" dt="2021-05-29T21:52:02.789" v="82649"/>
          <ac:spMkLst>
            <pc:docMk/>
            <pc:sldMk cId="1070238881" sldId="2146846055"/>
            <ac:spMk id="100" creationId="{AB2959D0-E70C-4DF2-B5F1-97D43048E18B}"/>
          </ac:spMkLst>
        </pc:spChg>
        <pc:spChg chg="add del mod">
          <ac:chgData name="Ken Popkin" userId="3c94c39e-c43b-4805-99ab-8da17777f1ac" providerId="ADAL" clId="{E440F346-DC68-4DD4-BA80-8DE6476F8949}" dt="2021-05-29T21:52:02.799" v="82672"/>
          <ac:spMkLst>
            <pc:docMk/>
            <pc:sldMk cId="1070238881" sldId="2146846055"/>
            <ac:spMk id="101" creationId="{E77A790C-05C4-4BE5-A74B-864DF816E90A}"/>
          </ac:spMkLst>
        </pc:spChg>
        <pc:spChg chg="add del mod">
          <ac:chgData name="Ken Popkin" userId="3c94c39e-c43b-4805-99ab-8da17777f1ac" providerId="ADAL" clId="{E440F346-DC68-4DD4-BA80-8DE6476F8949}" dt="2021-05-29T21:52:02.809" v="82695"/>
          <ac:spMkLst>
            <pc:docMk/>
            <pc:sldMk cId="1070238881" sldId="2146846055"/>
            <ac:spMk id="102" creationId="{3D63FE29-4CDD-48BA-9064-1C6B7C613E83}"/>
          </ac:spMkLst>
        </pc:spChg>
        <pc:spChg chg="add mod">
          <ac:chgData name="Ken Popkin" userId="3c94c39e-c43b-4805-99ab-8da17777f1ac" providerId="ADAL" clId="{E440F346-DC68-4DD4-BA80-8DE6476F8949}" dt="2021-05-29T22:09:47.906" v="86687"/>
          <ac:spMkLst>
            <pc:docMk/>
            <pc:sldMk cId="1070238881" sldId="2146846055"/>
            <ac:spMk id="103" creationId="{44B091B0-E085-41E8-9DF6-8B2B6E9817F6}"/>
          </ac:spMkLst>
        </pc:spChg>
        <pc:spChg chg="add mod">
          <ac:chgData name="Ken Popkin" userId="3c94c39e-c43b-4805-99ab-8da17777f1ac" providerId="ADAL" clId="{E440F346-DC68-4DD4-BA80-8DE6476F8949}" dt="2021-05-29T22:09:47.907" v="86688"/>
          <ac:spMkLst>
            <pc:docMk/>
            <pc:sldMk cId="1070238881" sldId="2146846055"/>
            <ac:spMk id="104" creationId="{5220FD5E-F400-4886-9474-3E4E769D6F05}"/>
          </ac:spMkLst>
        </pc:spChg>
        <pc:spChg chg="add mod">
          <ac:chgData name="Ken Popkin" userId="3c94c39e-c43b-4805-99ab-8da17777f1ac" providerId="ADAL" clId="{E440F346-DC68-4DD4-BA80-8DE6476F8949}" dt="2021-05-29T22:09:47.907" v="86689"/>
          <ac:spMkLst>
            <pc:docMk/>
            <pc:sldMk cId="1070238881" sldId="2146846055"/>
            <ac:spMk id="105" creationId="{A6F5DDED-05BA-4ED6-8109-0736599B04A8}"/>
          </ac:spMkLst>
        </pc:spChg>
        <pc:spChg chg="add mod">
          <ac:chgData name="Ken Popkin" userId="3c94c39e-c43b-4805-99ab-8da17777f1ac" providerId="ADAL" clId="{E440F346-DC68-4DD4-BA80-8DE6476F8949}" dt="2021-05-29T22:09:47.907" v="86690"/>
          <ac:spMkLst>
            <pc:docMk/>
            <pc:sldMk cId="1070238881" sldId="2146846055"/>
            <ac:spMk id="106" creationId="{E625921D-48C4-41A6-8341-E2510F431D98}"/>
          </ac:spMkLst>
        </pc:spChg>
        <pc:spChg chg="add mod">
          <ac:chgData name="Ken Popkin" userId="3c94c39e-c43b-4805-99ab-8da17777f1ac" providerId="ADAL" clId="{E440F346-DC68-4DD4-BA80-8DE6476F8949}" dt="2021-05-29T22:09:47.907" v="86691"/>
          <ac:spMkLst>
            <pc:docMk/>
            <pc:sldMk cId="1070238881" sldId="2146846055"/>
            <ac:spMk id="107" creationId="{5C1E2DAC-EAF6-4B69-A57F-1E22AEBDE43C}"/>
          </ac:spMkLst>
        </pc:spChg>
        <pc:spChg chg="add mod">
          <ac:chgData name="Ken Popkin" userId="3c94c39e-c43b-4805-99ab-8da17777f1ac" providerId="ADAL" clId="{E440F346-DC68-4DD4-BA80-8DE6476F8949}" dt="2021-05-29T22:09:47.908" v="86692"/>
          <ac:spMkLst>
            <pc:docMk/>
            <pc:sldMk cId="1070238881" sldId="2146846055"/>
            <ac:spMk id="108" creationId="{9BE9CD58-E719-431D-942A-1EC966785C15}"/>
          </ac:spMkLst>
        </pc:spChg>
        <pc:spChg chg="add mod">
          <ac:chgData name="Ken Popkin" userId="3c94c39e-c43b-4805-99ab-8da17777f1ac" providerId="ADAL" clId="{E440F346-DC68-4DD4-BA80-8DE6476F8949}" dt="2021-05-29T22:09:47.908" v="86693"/>
          <ac:spMkLst>
            <pc:docMk/>
            <pc:sldMk cId="1070238881" sldId="2146846055"/>
            <ac:spMk id="109" creationId="{787A3A35-64A6-49F5-8E3A-8015C8FE4ADC}"/>
          </ac:spMkLst>
        </pc:spChg>
        <pc:spChg chg="add del mod">
          <ac:chgData name="Ken Popkin" userId="3c94c39e-c43b-4805-99ab-8da17777f1ac" providerId="ADAL" clId="{E440F346-DC68-4DD4-BA80-8DE6476F8949}" dt="2021-05-29T22:09:47.827" v="86517"/>
          <ac:spMkLst>
            <pc:docMk/>
            <pc:sldMk cId="1070238881" sldId="2146846055"/>
            <ac:spMk id="110" creationId="{88C61BA6-54B4-4128-9235-073E85E0C437}"/>
          </ac:spMkLst>
        </pc:spChg>
        <pc:spChg chg="add del mod">
          <ac:chgData name="Ken Popkin" userId="3c94c39e-c43b-4805-99ab-8da17777f1ac" providerId="ADAL" clId="{E440F346-DC68-4DD4-BA80-8DE6476F8949}" dt="2021-05-29T22:09:47.848" v="86559"/>
          <ac:spMkLst>
            <pc:docMk/>
            <pc:sldMk cId="1070238881" sldId="2146846055"/>
            <ac:spMk id="111" creationId="{122CBB3A-CB87-4679-A7BC-23689597F008}"/>
          </ac:spMkLst>
        </pc:spChg>
        <pc:spChg chg="add del mod">
          <ac:chgData name="Ken Popkin" userId="3c94c39e-c43b-4805-99ab-8da17777f1ac" providerId="ADAL" clId="{E440F346-DC68-4DD4-BA80-8DE6476F8949}" dt="2021-05-29T22:09:47.837" v="86538"/>
          <ac:spMkLst>
            <pc:docMk/>
            <pc:sldMk cId="1070238881" sldId="2146846055"/>
            <ac:spMk id="112" creationId="{AC1A2EB1-1F9F-4B6A-B809-7986A47FB859}"/>
          </ac:spMkLst>
        </pc:spChg>
        <pc:spChg chg="add del mod">
          <ac:chgData name="Ken Popkin" userId="3c94c39e-c43b-4805-99ab-8da17777f1ac" providerId="ADAL" clId="{E440F346-DC68-4DD4-BA80-8DE6476F8949}" dt="2021-05-29T22:09:47.858" v="86580"/>
          <ac:spMkLst>
            <pc:docMk/>
            <pc:sldMk cId="1070238881" sldId="2146846055"/>
            <ac:spMk id="113" creationId="{E0A5C9AB-1609-48E2-B6EC-80F7080C7B00}"/>
          </ac:spMkLst>
        </pc:spChg>
        <pc:spChg chg="add del mod">
          <ac:chgData name="Ken Popkin" userId="3c94c39e-c43b-4805-99ab-8da17777f1ac" providerId="ADAL" clId="{E440F346-DC68-4DD4-BA80-8DE6476F8949}" dt="2021-05-29T22:09:47.869" v="86601"/>
          <ac:spMkLst>
            <pc:docMk/>
            <pc:sldMk cId="1070238881" sldId="2146846055"/>
            <ac:spMk id="114" creationId="{C574AF9C-5A5C-4A34-A65E-FBF37D4A2A01}"/>
          </ac:spMkLst>
        </pc:spChg>
        <pc:spChg chg="add del mod">
          <ac:chgData name="Ken Popkin" userId="3c94c39e-c43b-4805-99ab-8da17777f1ac" providerId="ADAL" clId="{E440F346-DC68-4DD4-BA80-8DE6476F8949}" dt="2021-05-29T22:09:47.879" v="86623"/>
          <ac:spMkLst>
            <pc:docMk/>
            <pc:sldMk cId="1070238881" sldId="2146846055"/>
            <ac:spMk id="115" creationId="{D6A5017B-D329-43D8-ABB4-0B94A6FDB2CA}"/>
          </ac:spMkLst>
        </pc:spChg>
        <pc:spChg chg="add del mod">
          <ac:chgData name="Ken Popkin" userId="3c94c39e-c43b-4805-99ab-8da17777f1ac" providerId="ADAL" clId="{E440F346-DC68-4DD4-BA80-8DE6476F8949}" dt="2021-05-29T22:09:47.890" v="86644"/>
          <ac:spMkLst>
            <pc:docMk/>
            <pc:sldMk cId="1070238881" sldId="2146846055"/>
            <ac:spMk id="116" creationId="{88E14A27-E676-4D63-B107-E781EA39101E}"/>
          </ac:spMkLst>
        </pc:spChg>
        <pc:spChg chg="add mod">
          <ac:chgData name="Ken Popkin" userId="3c94c39e-c43b-4805-99ab-8da17777f1ac" providerId="ADAL" clId="{E440F346-DC68-4DD4-BA80-8DE6476F8949}" dt="2021-05-29T22:09:47.903" v="86674"/>
          <ac:spMkLst>
            <pc:docMk/>
            <pc:sldMk cId="1070238881" sldId="2146846055"/>
            <ac:spMk id="117" creationId="{9F0C30AE-E2FA-464E-B8D3-8E414F5EB40A}"/>
          </ac:spMkLst>
        </pc:spChg>
        <pc:spChg chg="add mod modVis">
          <ac:chgData name="Ken Popkin" userId="3c94c39e-c43b-4805-99ab-8da17777f1ac" providerId="ADAL" clId="{E440F346-DC68-4DD4-BA80-8DE6476F8949}" dt="2021-05-29T22:09:47.906" v="86686"/>
          <ac:spMkLst>
            <pc:docMk/>
            <pc:sldMk cId="1070238881" sldId="2146846055"/>
            <ac:spMk id="118" creationId="{8515A646-E607-4340-890F-206E23E528C4}"/>
          </ac:spMkLst>
        </pc:spChg>
        <pc:spChg chg="add mod">
          <ac:chgData name="Ken Popkin" userId="3c94c39e-c43b-4805-99ab-8da17777f1ac" providerId="ADAL" clId="{E440F346-DC68-4DD4-BA80-8DE6476F8949}" dt="2021-05-29T22:09:47.908" v="86694"/>
          <ac:spMkLst>
            <pc:docMk/>
            <pc:sldMk cId="1070238881" sldId="2146846055"/>
            <ac:spMk id="122" creationId="{0B741D50-3828-41A1-AC6C-386DB5E576A7}"/>
          </ac:spMkLst>
        </pc:spChg>
        <pc:spChg chg="add mod">
          <ac:chgData name="Ken Popkin" userId="3c94c39e-c43b-4805-99ab-8da17777f1ac" providerId="ADAL" clId="{E440F346-DC68-4DD4-BA80-8DE6476F8949}" dt="2021-05-29T22:09:47.908" v="86696"/>
          <ac:spMkLst>
            <pc:docMk/>
            <pc:sldMk cId="1070238881" sldId="2146846055"/>
            <ac:spMk id="123" creationId="{7CA00671-C4FB-4CEB-9CA7-F2B1CF9D4700}"/>
          </ac:spMkLst>
        </pc:spChg>
        <pc:spChg chg="add mod">
          <ac:chgData name="Ken Popkin" userId="3c94c39e-c43b-4805-99ab-8da17777f1ac" providerId="ADAL" clId="{E440F346-DC68-4DD4-BA80-8DE6476F8949}" dt="2021-05-29T22:09:47.908" v="86695"/>
          <ac:spMkLst>
            <pc:docMk/>
            <pc:sldMk cId="1070238881" sldId="2146846055"/>
            <ac:spMk id="124" creationId="{86A4236E-3CBC-449B-94E4-83C632D3D3D9}"/>
          </ac:spMkLst>
        </pc:spChg>
        <pc:spChg chg="add mod">
          <ac:chgData name="Ken Popkin" userId="3c94c39e-c43b-4805-99ab-8da17777f1ac" providerId="ADAL" clId="{E440F346-DC68-4DD4-BA80-8DE6476F8949}" dt="2021-05-29T22:09:47.909" v="86697"/>
          <ac:spMkLst>
            <pc:docMk/>
            <pc:sldMk cId="1070238881" sldId="2146846055"/>
            <ac:spMk id="125" creationId="{F6F08D21-9884-4334-8211-61D17704E7EA}"/>
          </ac:spMkLst>
        </pc:spChg>
        <pc:spChg chg="add mod">
          <ac:chgData name="Ken Popkin" userId="3c94c39e-c43b-4805-99ab-8da17777f1ac" providerId="ADAL" clId="{E440F346-DC68-4DD4-BA80-8DE6476F8949}" dt="2021-05-29T22:09:47.909" v="86698"/>
          <ac:spMkLst>
            <pc:docMk/>
            <pc:sldMk cId="1070238881" sldId="2146846055"/>
            <ac:spMk id="126" creationId="{B197C61B-BF94-4630-980B-37FD3027A440}"/>
          </ac:spMkLst>
        </pc:spChg>
        <pc:spChg chg="add mod">
          <ac:chgData name="Ken Popkin" userId="3c94c39e-c43b-4805-99ab-8da17777f1ac" providerId="ADAL" clId="{E440F346-DC68-4DD4-BA80-8DE6476F8949}" dt="2021-05-29T22:09:47.909" v="86699"/>
          <ac:spMkLst>
            <pc:docMk/>
            <pc:sldMk cId="1070238881" sldId="2146846055"/>
            <ac:spMk id="127" creationId="{1DE68CAA-0BA4-445F-A2EA-D648E0148FD3}"/>
          </ac:spMkLst>
        </pc:spChg>
        <pc:spChg chg="add mod">
          <ac:chgData name="Ken Popkin" userId="3c94c39e-c43b-4805-99ab-8da17777f1ac" providerId="ADAL" clId="{E440F346-DC68-4DD4-BA80-8DE6476F8949}" dt="2021-05-29T22:09:47.909" v="86700"/>
          <ac:spMkLst>
            <pc:docMk/>
            <pc:sldMk cId="1070238881" sldId="2146846055"/>
            <ac:spMk id="128" creationId="{074D31EB-397B-4716-8B43-36BAED09C7CF}"/>
          </ac:spMkLst>
        </pc:spChg>
        <pc:spChg chg="add mod">
          <ac:chgData name="Ken Popkin" userId="3c94c39e-c43b-4805-99ab-8da17777f1ac" providerId="ADAL" clId="{E440F346-DC68-4DD4-BA80-8DE6476F8949}" dt="2021-05-29T22:10:36.562" v="86796" actId="20577"/>
          <ac:spMkLst>
            <pc:docMk/>
            <pc:sldMk cId="1070238881" sldId="2146846055"/>
            <ac:spMk id="129" creationId="{8EC767AC-A174-423E-94F9-F48524FD9DA3}"/>
          </ac:spMkLst>
        </pc:spChg>
        <pc:cxnChg chg="add mod ord">
          <ac:chgData name="Ken Popkin" userId="3c94c39e-c43b-4805-99ab-8da17777f1ac" providerId="ADAL" clId="{E440F346-DC68-4DD4-BA80-8DE6476F8949}" dt="2021-05-29T22:09:47.905" v="86681"/>
          <ac:cxnSpMkLst>
            <pc:docMk/>
            <pc:sldMk cId="1070238881" sldId="2146846055"/>
            <ac:cxnSpMk id="38" creationId="{9FCF18E3-D9EE-4B6F-AA6C-882142E8A89B}"/>
          </ac:cxnSpMkLst>
        </pc:cxnChg>
        <pc:cxnChg chg="add mod ord">
          <ac:chgData name="Ken Popkin" userId="3c94c39e-c43b-4805-99ab-8da17777f1ac" providerId="ADAL" clId="{E440F346-DC68-4DD4-BA80-8DE6476F8949}" dt="2021-05-29T22:09:47.906" v="86683"/>
          <ac:cxnSpMkLst>
            <pc:docMk/>
            <pc:sldMk cId="1070238881" sldId="2146846055"/>
            <ac:cxnSpMk id="39" creationId="{AD4A74C2-E769-488A-B3E3-A4424A67F933}"/>
          </ac:cxnSpMkLst>
        </pc:cxnChg>
        <pc:cxnChg chg="add mod ord">
          <ac:chgData name="Ken Popkin" userId="3c94c39e-c43b-4805-99ab-8da17777f1ac" providerId="ADAL" clId="{E440F346-DC68-4DD4-BA80-8DE6476F8949}" dt="2021-05-29T22:09:47.906" v="86685"/>
          <ac:cxnSpMkLst>
            <pc:docMk/>
            <pc:sldMk cId="1070238881" sldId="2146846055"/>
            <ac:cxnSpMk id="40" creationId="{2E4DBB46-82AF-4A3E-B1A6-A3AD7AA36851}"/>
          </ac:cxnSpMkLst>
        </pc:cxnChg>
        <pc:cxnChg chg="add del mod ord">
          <ac:chgData name="Ken Popkin" userId="3c94c39e-c43b-4805-99ab-8da17777f1ac" providerId="ADAL" clId="{E440F346-DC68-4DD4-BA80-8DE6476F8949}" dt="2021-05-29T21:58:09.331" v="85494"/>
          <ac:cxnSpMkLst>
            <pc:docMk/>
            <pc:sldMk cId="1070238881" sldId="2146846055"/>
            <ac:cxnSpMk id="41" creationId="{3E32011B-9AD4-4A13-8070-65DE2EDCF20B}"/>
          </ac:cxnSpMkLst>
        </pc:cxnChg>
        <pc:cxnChg chg="add del mod ord">
          <ac:chgData name="Ken Popkin" userId="3c94c39e-c43b-4805-99ab-8da17777f1ac" providerId="ADAL" clId="{E440F346-DC68-4DD4-BA80-8DE6476F8949}" dt="2021-05-29T21:58:09.332" v="85496"/>
          <ac:cxnSpMkLst>
            <pc:docMk/>
            <pc:sldMk cId="1070238881" sldId="2146846055"/>
            <ac:cxnSpMk id="42" creationId="{D05F3ADC-1700-41BC-8ABE-19A2DC4D6F09}"/>
          </ac:cxnSpMkLst>
        </pc:cxnChg>
        <pc:cxnChg chg="add del mod ord">
          <ac:chgData name="Ken Popkin" userId="3c94c39e-c43b-4805-99ab-8da17777f1ac" providerId="ADAL" clId="{E440F346-DC68-4DD4-BA80-8DE6476F8949}" dt="2021-05-29T21:58:09.332" v="85498"/>
          <ac:cxnSpMkLst>
            <pc:docMk/>
            <pc:sldMk cId="1070238881" sldId="2146846055"/>
            <ac:cxnSpMk id="43" creationId="{70D90277-6D4A-4F3C-BB6F-0BB045A5B974}"/>
          </ac:cxnSpMkLst>
        </pc:cxnChg>
        <pc:cxnChg chg="add del mod ord">
          <ac:chgData name="Ken Popkin" userId="3c94c39e-c43b-4805-99ab-8da17777f1ac" providerId="ADAL" clId="{E440F346-DC68-4DD4-BA80-8DE6476F8949}" dt="2021-05-29T21:58:09.333" v="85500"/>
          <ac:cxnSpMkLst>
            <pc:docMk/>
            <pc:sldMk cId="1070238881" sldId="2146846055"/>
            <ac:cxnSpMk id="44" creationId="{EDC0258B-34AA-4A14-A40D-2854DBE3A6D0}"/>
          </ac:cxnSpMkLst>
        </pc:cxnChg>
        <pc:cxnChg chg="add del mod ord">
          <ac:chgData name="Ken Popkin" userId="3c94c39e-c43b-4805-99ab-8da17777f1ac" providerId="ADAL" clId="{E440F346-DC68-4DD4-BA80-8DE6476F8949}" dt="2021-05-29T21:58:09.333" v="85502"/>
          <ac:cxnSpMkLst>
            <pc:docMk/>
            <pc:sldMk cId="1070238881" sldId="2146846055"/>
            <ac:cxnSpMk id="45" creationId="{B8711276-F940-4B1E-B960-902B0008C25A}"/>
          </ac:cxnSpMkLst>
        </pc:cxnChg>
        <pc:cxnChg chg="add del mod ord">
          <ac:chgData name="Ken Popkin" userId="3c94c39e-c43b-4805-99ab-8da17777f1ac" providerId="ADAL" clId="{E440F346-DC68-4DD4-BA80-8DE6476F8949}" dt="2021-05-29T21:58:09.334" v="85504"/>
          <ac:cxnSpMkLst>
            <pc:docMk/>
            <pc:sldMk cId="1070238881" sldId="2146846055"/>
            <ac:cxnSpMk id="46" creationId="{39A9BC5E-8163-47BA-9E8F-2320BE226D39}"/>
          </ac:cxnSpMkLst>
        </pc:cxnChg>
        <pc:cxnChg chg="add mod ord">
          <ac:chgData name="Ken Popkin" userId="3c94c39e-c43b-4805-99ab-8da17777f1ac" providerId="ADAL" clId="{E440F346-DC68-4DD4-BA80-8DE6476F8949}" dt="2021-05-29T22:09:47.921" v="86783"/>
          <ac:cxnSpMkLst>
            <pc:docMk/>
            <pc:sldMk cId="1070238881" sldId="2146846055"/>
            <ac:cxnSpMk id="119" creationId="{B69CE35B-3EF7-487B-9FEB-11E175B40EDF}"/>
          </ac:cxnSpMkLst>
        </pc:cxnChg>
        <pc:cxnChg chg="add mod ord">
          <ac:chgData name="Ken Popkin" userId="3c94c39e-c43b-4805-99ab-8da17777f1ac" providerId="ADAL" clId="{E440F346-DC68-4DD4-BA80-8DE6476F8949}" dt="2021-05-29T22:09:47.921" v="86785"/>
          <ac:cxnSpMkLst>
            <pc:docMk/>
            <pc:sldMk cId="1070238881" sldId="2146846055"/>
            <ac:cxnSpMk id="120" creationId="{C21F7EEF-5112-4FB2-9284-25ABA5533E2B}"/>
          </ac:cxnSpMkLst>
        </pc:cxnChg>
        <pc:cxnChg chg="add mod ord">
          <ac:chgData name="Ken Popkin" userId="3c94c39e-c43b-4805-99ab-8da17777f1ac" providerId="ADAL" clId="{E440F346-DC68-4DD4-BA80-8DE6476F8949}" dt="2021-05-29T22:09:47.921" v="86787"/>
          <ac:cxnSpMkLst>
            <pc:docMk/>
            <pc:sldMk cId="1070238881" sldId="2146846055"/>
            <ac:cxnSpMk id="121" creationId="{6F4F01B6-0D4A-4F5F-AD06-91B48244EAD7}"/>
          </ac:cxnSpMkLst>
        </pc:cxnChg>
      </pc:sldChg>
      <pc:sldChg chg="addSp modSp add del mod">
        <pc:chgData name="Ken Popkin" userId="3c94c39e-c43b-4805-99ab-8da17777f1ac" providerId="ADAL" clId="{E440F346-DC68-4DD4-BA80-8DE6476F8949}" dt="2021-05-29T21:28:30.734" v="69583" actId="47"/>
        <pc:sldMkLst>
          <pc:docMk/>
          <pc:sldMk cId="2458866407" sldId="2146846055"/>
        </pc:sldMkLst>
        <pc:spChg chg="add mod ord modVis">
          <ac:chgData name="Ken Popkin" userId="3c94c39e-c43b-4805-99ab-8da17777f1ac" providerId="ADAL" clId="{E440F346-DC68-4DD4-BA80-8DE6476F8949}" dt="2021-05-29T20:54:47.581" v="65167"/>
          <ac:spMkLst>
            <pc:docMk/>
            <pc:sldMk cId="2458866407" sldId="2146846055"/>
            <ac:spMk id="5" creationId="{CA82F705-8D72-4D46-A700-221FE8964AFA}"/>
          </ac:spMkLst>
        </pc:spChg>
        <pc:spChg chg="add mod ord">
          <ac:chgData name="Ken Popkin" userId="3c94c39e-c43b-4805-99ab-8da17777f1ac" providerId="ADAL" clId="{E440F346-DC68-4DD4-BA80-8DE6476F8949}" dt="2021-05-29T20:54:47.582" v="65169"/>
          <ac:spMkLst>
            <pc:docMk/>
            <pc:sldMk cId="2458866407" sldId="2146846055"/>
            <ac:spMk id="6" creationId="{C3ACB421-C24D-49E2-81A5-6A4E9EDED828}"/>
          </ac:spMkLst>
        </pc:spChg>
        <pc:spChg chg="add mod">
          <ac:chgData name="Ken Popkin" userId="3c94c39e-c43b-4805-99ab-8da17777f1ac" providerId="ADAL" clId="{E440F346-DC68-4DD4-BA80-8DE6476F8949}" dt="2021-05-29T20:54:47.584" v="65178"/>
          <ac:spMkLst>
            <pc:docMk/>
            <pc:sldMk cId="2458866407" sldId="2146846055"/>
            <ac:spMk id="7" creationId="{D5AFEEEE-6DF0-46E1-86BC-55FD2A662FDC}"/>
          </ac:spMkLst>
        </pc:spChg>
        <pc:spChg chg="add mod modVis">
          <ac:chgData name="Ken Popkin" userId="3c94c39e-c43b-4805-99ab-8da17777f1ac" providerId="ADAL" clId="{E440F346-DC68-4DD4-BA80-8DE6476F8949}" dt="2021-05-29T20:54:47.593" v="65211"/>
          <ac:spMkLst>
            <pc:docMk/>
            <pc:sldMk cId="2458866407" sldId="2146846055"/>
            <ac:spMk id="8" creationId="{09291FDA-C913-4A71-9910-823289904A9A}"/>
          </ac:spMkLst>
        </pc:spChg>
        <pc:spChg chg="add mod modVis">
          <ac:chgData name="Ken Popkin" userId="3c94c39e-c43b-4805-99ab-8da17777f1ac" providerId="ADAL" clId="{E440F346-DC68-4DD4-BA80-8DE6476F8949}" dt="2021-05-29T20:54:47.601" v="65236"/>
          <ac:spMkLst>
            <pc:docMk/>
            <pc:sldMk cId="2458866407" sldId="2146846055"/>
            <ac:spMk id="9" creationId="{A1A8D21C-F32C-4604-9383-B98D2B421EB3}"/>
          </ac:spMkLst>
        </pc:spChg>
        <pc:spChg chg="add mod ord modVis">
          <ac:chgData name="Ken Popkin" userId="3c94c39e-c43b-4805-99ab-8da17777f1ac" providerId="ADAL" clId="{E440F346-DC68-4DD4-BA80-8DE6476F8949}" dt="2021-05-29T20:54:47.602" v="65238"/>
          <ac:spMkLst>
            <pc:docMk/>
            <pc:sldMk cId="2458866407" sldId="2146846055"/>
            <ac:spMk id="10" creationId="{AD638DF6-5B7A-48DA-81B3-4C586D5D277C}"/>
          </ac:spMkLst>
        </pc:spChg>
        <pc:spChg chg="add mod ord">
          <ac:chgData name="Ken Popkin" userId="3c94c39e-c43b-4805-99ab-8da17777f1ac" providerId="ADAL" clId="{E440F346-DC68-4DD4-BA80-8DE6476F8949}" dt="2021-05-29T20:54:47.602" v="65240"/>
          <ac:spMkLst>
            <pc:docMk/>
            <pc:sldMk cId="2458866407" sldId="2146846055"/>
            <ac:spMk id="11" creationId="{A46D1DCF-941C-43E6-AAEE-DA489FFFFFB6}"/>
          </ac:spMkLst>
        </pc:spChg>
        <pc:spChg chg="add mod ord">
          <ac:chgData name="Ken Popkin" userId="3c94c39e-c43b-4805-99ab-8da17777f1ac" providerId="ADAL" clId="{E440F346-DC68-4DD4-BA80-8DE6476F8949}" dt="2021-05-29T20:54:47.602" v="65242"/>
          <ac:spMkLst>
            <pc:docMk/>
            <pc:sldMk cId="2458866407" sldId="2146846055"/>
            <ac:spMk id="12" creationId="{57AD8693-9D05-4F8D-A63E-20AD650DA384}"/>
          </ac:spMkLst>
        </pc:spChg>
        <pc:spChg chg="add mod ord">
          <ac:chgData name="Ken Popkin" userId="3c94c39e-c43b-4805-99ab-8da17777f1ac" providerId="ADAL" clId="{E440F346-DC68-4DD4-BA80-8DE6476F8949}" dt="2021-05-29T20:54:47.603" v="65244"/>
          <ac:spMkLst>
            <pc:docMk/>
            <pc:sldMk cId="2458866407" sldId="2146846055"/>
            <ac:spMk id="13" creationId="{54D5B1A1-50B4-4075-A16E-A455728CE9C0}"/>
          </ac:spMkLst>
        </pc:spChg>
        <pc:spChg chg="add mod ord">
          <ac:chgData name="Ken Popkin" userId="3c94c39e-c43b-4805-99ab-8da17777f1ac" providerId="ADAL" clId="{E440F346-DC68-4DD4-BA80-8DE6476F8949}" dt="2021-05-29T20:54:47.604" v="65246"/>
          <ac:spMkLst>
            <pc:docMk/>
            <pc:sldMk cId="2458866407" sldId="2146846055"/>
            <ac:spMk id="14" creationId="{8D2FF45E-9327-4972-81E8-735F6342965F}"/>
          </ac:spMkLst>
        </pc:spChg>
        <pc:spChg chg="add mod ord">
          <ac:chgData name="Ken Popkin" userId="3c94c39e-c43b-4805-99ab-8da17777f1ac" providerId="ADAL" clId="{E440F346-DC68-4DD4-BA80-8DE6476F8949}" dt="2021-05-29T20:54:47.604" v="65248"/>
          <ac:spMkLst>
            <pc:docMk/>
            <pc:sldMk cId="2458866407" sldId="2146846055"/>
            <ac:spMk id="15" creationId="{C7B6CFC8-7E62-4BE2-BF9D-5A3794A72C8F}"/>
          </ac:spMkLst>
        </pc:spChg>
        <pc:spChg chg="add mod ord">
          <ac:chgData name="Ken Popkin" userId="3c94c39e-c43b-4805-99ab-8da17777f1ac" providerId="ADAL" clId="{E440F346-DC68-4DD4-BA80-8DE6476F8949}" dt="2021-05-29T20:54:47.604" v="65250"/>
          <ac:spMkLst>
            <pc:docMk/>
            <pc:sldMk cId="2458866407" sldId="2146846055"/>
            <ac:spMk id="16" creationId="{A1DAA999-2A09-4865-B803-972352633178}"/>
          </ac:spMkLst>
        </pc:spChg>
        <pc:spChg chg="add mod ord">
          <ac:chgData name="Ken Popkin" userId="3c94c39e-c43b-4805-99ab-8da17777f1ac" providerId="ADAL" clId="{E440F346-DC68-4DD4-BA80-8DE6476F8949}" dt="2021-05-29T20:54:47.605" v="65252"/>
          <ac:spMkLst>
            <pc:docMk/>
            <pc:sldMk cId="2458866407" sldId="2146846055"/>
            <ac:spMk id="17" creationId="{93E4FEEB-C128-456F-BCDD-550233577FBC}"/>
          </ac:spMkLst>
        </pc:spChg>
        <pc:spChg chg="add mod ord">
          <ac:chgData name="Ken Popkin" userId="3c94c39e-c43b-4805-99ab-8da17777f1ac" providerId="ADAL" clId="{E440F346-DC68-4DD4-BA80-8DE6476F8949}" dt="2021-05-29T20:54:47.605" v="65254"/>
          <ac:spMkLst>
            <pc:docMk/>
            <pc:sldMk cId="2458866407" sldId="2146846055"/>
            <ac:spMk id="18" creationId="{358C0B71-B0E7-4418-9DA6-2CEE12CE74AD}"/>
          </ac:spMkLst>
        </pc:spChg>
        <pc:spChg chg="add mod ord">
          <ac:chgData name="Ken Popkin" userId="3c94c39e-c43b-4805-99ab-8da17777f1ac" providerId="ADAL" clId="{E440F346-DC68-4DD4-BA80-8DE6476F8949}" dt="2021-05-29T20:54:47.606" v="65256"/>
          <ac:spMkLst>
            <pc:docMk/>
            <pc:sldMk cId="2458866407" sldId="2146846055"/>
            <ac:spMk id="19" creationId="{4C1916BB-52D9-4C61-A054-7C09BB2A0DA5}"/>
          </ac:spMkLst>
        </pc:spChg>
        <pc:spChg chg="add mod ord">
          <ac:chgData name="Ken Popkin" userId="3c94c39e-c43b-4805-99ab-8da17777f1ac" providerId="ADAL" clId="{E440F346-DC68-4DD4-BA80-8DE6476F8949}" dt="2021-05-29T20:54:47.606" v="65258"/>
          <ac:spMkLst>
            <pc:docMk/>
            <pc:sldMk cId="2458866407" sldId="2146846055"/>
            <ac:spMk id="20" creationId="{E1E3831D-735D-40A2-9B50-432349EC98F2}"/>
          </ac:spMkLst>
        </pc:spChg>
        <pc:spChg chg="add mod ord">
          <ac:chgData name="Ken Popkin" userId="3c94c39e-c43b-4805-99ab-8da17777f1ac" providerId="ADAL" clId="{E440F346-DC68-4DD4-BA80-8DE6476F8949}" dt="2021-05-29T20:54:47.606" v="65260"/>
          <ac:spMkLst>
            <pc:docMk/>
            <pc:sldMk cId="2458866407" sldId="2146846055"/>
            <ac:spMk id="21" creationId="{86E4002C-9F9E-4FC6-AF0D-9DAA0957266D}"/>
          </ac:spMkLst>
        </pc:spChg>
        <pc:spChg chg="add mod ord">
          <ac:chgData name="Ken Popkin" userId="3c94c39e-c43b-4805-99ab-8da17777f1ac" providerId="ADAL" clId="{E440F346-DC68-4DD4-BA80-8DE6476F8949}" dt="2021-05-29T20:54:47.607" v="65262"/>
          <ac:spMkLst>
            <pc:docMk/>
            <pc:sldMk cId="2458866407" sldId="2146846055"/>
            <ac:spMk id="22" creationId="{4C39282A-6038-4E9E-B028-ABC213804236}"/>
          </ac:spMkLst>
        </pc:spChg>
        <pc:spChg chg="add mod ord">
          <ac:chgData name="Ken Popkin" userId="3c94c39e-c43b-4805-99ab-8da17777f1ac" providerId="ADAL" clId="{E440F346-DC68-4DD4-BA80-8DE6476F8949}" dt="2021-05-29T20:54:47.635" v="65396"/>
          <ac:spMkLst>
            <pc:docMk/>
            <pc:sldMk cId="2458866407" sldId="2146846055"/>
            <ac:spMk id="27" creationId="{2FAFDC60-4625-44EF-89C3-A9FBEBDFA4F6}"/>
          </ac:spMkLst>
        </pc:spChg>
        <pc:spChg chg="add mod ord">
          <ac:chgData name="Ken Popkin" userId="3c94c39e-c43b-4805-99ab-8da17777f1ac" providerId="ADAL" clId="{E440F346-DC68-4DD4-BA80-8DE6476F8949}" dt="2021-05-29T20:54:47.635" v="65398"/>
          <ac:spMkLst>
            <pc:docMk/>
            <pc:sldMk cId="2458866407" sldId="2146846055"/>
            <ac:spMk id="28" creationId="{9030B41D-B896-4EF8-BE35-B6D5BF515807}"/>
          </ac:spMkLst>
        </pc:spChg>
        <pc:spChg chg="add mod">
          <ac:chgData name="Ken Popkin" userId="3c94c39e-c43b-4805-99ab-8da17777f1ac" providerId="ADAL" clId="{E440F346-DC68-4DD4-BA80-8DE6476F8949}" dt="2021-05-29T20:54:47.633" v="65391"/>
          <ac:spMkLst>
            <pc:docMk/>
            <pc:sldMk cId="2458866407" sldId="2146846055"/>
            <ac:spMk id="29" creationId="{8EEA2D1A-D197-4A98-B4C4-FF5857E1F71A}"/>
          </ac:spMkLst>
        </pc:spChg>
        <pc:spChg chg="add mod ord">
          <ac:chgData name="Ken Popkin" userId="3c94c39e-c43b-4805-99ab-8da17777f1ac" providerId="ADAL" clId="{E440F346-DC68-4DD4-BA80-8DE6476F8949}" dt="2021-05-29T20:54:47.635" v="65400"/>
          <ac:spMkLst>
            <pc:docMk/>
            <pc:sldMk cId="2458866407" sldId="2146846055"/>
            <ac:spMk id="30" creationId="{6BE8ABD5-D5C1-4173-9883-779C6C68B5E5}"/>
          </ac:spMkLst>
        </pc:spChg>
        <pc:spChg chg="add mod ord">
          <ac:chgData name="Ken Popkin" userId="3c94c39e-c43b-4805-99ab-8da17777f1ac" providerId="ADAL" clId="{E440F346-DC68-4DD4-BA80-8DE6476F8949}" dt="2021-05-29T20:54:47.636" v="65402"/>
          <ac:spMkLst>
            <pc:docMk/>
            <pc:sldMk cId="2458866407" sldId="2146846055"/>
            <ac:spMk id="31" creationId="{53E0EB0B-CFBE-418B-A8CD-E2C0962C9AD6}"/>
          </ac:spMkLst>
        </pc:spChg>
        <pc:spChg chg="add mod">
          <ac:chgData name="Ken Popkin" userId="3c94c39e-c43b-4805-99ab-8da17777f1ac" providerId="ADAL" clId="{E440F346-DC68-4DD4-BA80-8DE6476F8949}" dt="2021-05-29T20:54:47.634" v="65392"/>
          <ac:spMkLst>
            <pc:docMk/>
            <pc:sldMk cId="2458866407" sldId="2146846055"/>
            <ac:spMk id="32" creationId="{EE4582E3-E702-4990-8D3F-0EEC11F90459}"/>
          </ac:spMkLst>
        </pc:spChg>
        <pc:spChg chg="add mod ord">
          <ac:chgData name="Ken Popkin" userId="3c94c39e-c43b-4805-99ab-8da17777f1ac" providerId="ADAL" clId="{E440F346-DC68-4DD4-BA80-8DE6476F8949}" dt="2021-05-29T20:54:47.636" v="65404"/>
          <ac:spMkLst>
            <pc:docMk/>
            <pc:sldMk cId="2458866407" sldId="2146846055"/>
            <ac:spMk id="33" creationId="{1F3E2408-448D-4B65-8BC8-4696515D237B}"/>
          </ac:spMkLst>
        </pc:spChg>
        <pc:spChg chg="add mod ord">
          <ac:chgData name="Ken Popkin" userId="3c94c39e-c43b-4805-99ab-8da17777f1ac" providerId="ADAL" clId="{E440F346-DC68-4DD4-BA80-8DE6476F8949}" dt="2021-05-29T20:54:47.636" v="65406"/>
          <ac:spMkLst>
            <pc:docMk/>
            <pc:sldMk cId="2458866407" sldId="2146846055"/>
            <ac:spMk id="34" creationId="{C90FDCF9-338A-44A5-9E93-B4C0FAE0C5A2}"/>
          </ac:spMkLst>
        </pc:spChg>
        <pc:spChg chg="add mod">
          <ac:chgData name="Ken Popkin" userId="3c94c39e-c43b-4805-99ab-8da17777f1ac" providerId="ADAL" clId="{E440F346-DC68-4DD4-BA80-8DE6476F8949}" dt="2021-05-29T20:54:47.634" v="65393"/>
          <ac:spMkLst>
            <pc:docMk/>
            <pc:sldMk cId="2458866407" sldId="2146846055"/>
            <ac:spMk id="35" creationId="{17592564-EC93-41B1-BD0A-D082682879D0}"/>
          </ac:spMkLst>
        </pc:spChg>
        <pc:spChg chg="add mod ord">
          <ac:chgData name="Ken Popkin" userId="3c94c39e-c43b-4805-99ab-8da17777f1ac" providerId="ADAL" clId="{E440F346-DC68-4DD4-BA80-8DE6476F8949}" dt="2021-05-29T20:54:47.637" v="65408"/>
          <ac:spMkLst>
            <pc:docMk/>
            <pc:sldMk cId="2458866407" sldId="2146846055"/>
            <ac:spMk id="36" creationId="{B2B7A6C1-6169-46B4-BA19-BF8BE51F16E9}"/>
          </ac:spMkLst>
        </pc:spChg>
        <pc:spChg chg="add mod ord">
          <ac:chgData name="Ken Popkin" userId="3c94c39e-c43b-4805-99ab-8da17777f1ac" providerId="ADAL" clId="{E440F346-DC68-4DD4-BA80-8DE6476F8949}" dt="2021-05-29T20:54:47.637" v="65410"/>
          <ac:spMkLst>
            <pc:docMk/>
            <pc:sldMk cId="2458866407" sldId="2146846055"/>
            <ac:spMk id="37" creationId="{7F051CD3-784B-4CBC-8ADE-6DC5059E3674}"/>
          </ac:spMkLst>
        </pc:spChg>
        <pc:spChg chg="add mod">
          <ac:chgData name="Ken Popkin" userId="3c94c39e-c43b-4805-99ab-8da17777f1ac" providerId="ADAL" clId="{E440F346-DC68-4DD4-BA80-8DE6476F8949}" dt="2021-05-29T20:54:47.634" v="65394"/>
          <ac:spMkLst>
            <pc:docMk/>
            <pc:sldMk cId="2458866407" sldId="2146846055"/>
            <ac:spMk id="38" creationId="{CC70D07A-E406-4840-ACB4-BF0488F8344F}"/>
          </ac:spMkLst>
        </pc:spChg>
        <pc:spChg chg="add mod">
          <ac:chgData name="Ken Popkin" userId="3c94c39e-c43b-4805-99ab-8da17777f1ac" providerId="ADAL" clId="{E440F346-DC68-4DD4-BA80-8DE6476F8949}" dt="2021-05-29T20:54:47.580" v="65162"/>
          <ac:spMkLst>
            <pc:docMk/>
            <pc:sldMk cId="2458866407" sldId="2146846055"/>
            <ac:spMk id="39" creationId="{BDAC5AF7-DCC5-49C5-ABA5-21D94B159217}"/>
          </ac:spMkLst>
        </pc:spChg>
        <pc:spChg chg="add mod">
          <ac:chgData name="Ken Popkin" userId="3c94c39e-c43b-4805-99ab-8da17777f1ac" providerId="ADAL" clId="{E440F346-DC68-4DD4-BA80-8DE6476F8949}" dt="2021-05-29T20:54:47.584" v="65179"/>
          <ac:spMkLst>
            <pc:docMk/>
            <pc:sldMk cId="2458866407" sldId="2146846055"/>
            <ac:spMk id="40" creationId="{EDADDE01-911A-43DF-A231-2A9941CD935F}"/>
          </ac:spMkLst>
        </pc:spChg>
        <pc:spChg chg="add mod ord">
          <ac:chgData name="Ken Popkin" userId="3c94c39e-c43b-4805-99ab-8da17777f1ac" providerId="ADAL" clId="{E440F346-DC68-4DD4-BA80-8DE6476F8949}" dt="2021-05-29T20:54:47.600" v="65229"/>
          <ac:spMkLst>
            <pc:docMk/>
            <pc:sldMk cId="2458866407" sldId="2146846055"/>
            <ac:spMk id="41" creationId="{7C1B91AF-9F42-48D9-B22D-4547702AF1C8}"/>
          </ac:spMkLst>
        </pc:spChg>
        <pc:spChg chg="add mod">
          <ac:chgData name="Ken Popkin" userId="3c94c39e-c43b-4805-99ab-8da17777f1ac" providerId="ADAL" clId="{E440F346-DC68-4DD4-BA80-8DE6476F8949}" dt="2021-05-29T20:54:47.580" v="65163"/>
          <ac:spMkLst>
            <pc:docMk/>
            <pc:sldMk cId="2458866407" sldId="2146846055"/>
            <ac:spMk id="42" creationId="{05D84BB5-CB86-4F09-A152-006A4888B91F}"/>
          </ac:spMkLst>
        </pc:spChg>
        <pc:spChg chg="add mod">
          <ac:chgData name="Ken Popkin" userId="3c94c39e-c43b-4805-99ab-8da17777f1ac" providerId="ADAL" clId="{E440F346-DC68-4DD4-BA80-8DE6476F8949}" dt="2021-05-29T20:54:47.585" v="65180"/>
          <ac:spMkLst>
            <pc:docMk/>
            <pc:sldMk cId="2458866407" sldId="2146846055"/>
            <ac:spMk id="43" creationId="{FE24486E-E87D-4582-B684-156E1BA286CE}"/>
          </ac:spMkLst>
        </pc:spChg>
        <pc:spChg chg="add mod ord">
          <ac:chgData name="Ken Popkin" userId="3c94c39e-c43b-4805-99ab-8da17777f1ac" providerId="ADAL" clId="{E440F346-DC68-4DD4-BA80-8DE6476F8949}" dt="2021-05-29T20:54:47.600" v="65231"/>
          <ac:spMkLst>
            <pc:docMk/>
            <pc:sldMk cId="2458866407" sldId="2146846055"/>
            <ac:spMk id="44" creationId="{9C0F29C1-00D8-4C5D-A5B0-F5F29024413C}"/>
          </ac:spMkLst>
        </pc:spChg>
        <pc:spChg chg="add mod">
          <ac:chgData name="Ken Popkin" userId="3c94c39e-c43b-4805-99ab-8da17777f1ac" providerId="ADAL" clId="{E440F346-DC68-4DD4-BA80-8DE6476F8949}" dt="2021-05-29T20:54:47.581" v="65164"/>
          <ac:spMkLst>
            <pc:docMk/>
            <pc:sldMk cId="2458866407" sldId="2146846055"/>
            <ac:spMk id="45" creationId="{626E9A8B-B243-44CD-BD6E-7F780D90C785}"/>
          </ac:spMkLst>
        </pc:spChg>
        <pc:spChg chg="add mod">
          <ac:chgData name="Ken Popkin" userId="3c94c39e-c43b-4805-99ab-8da17777f1ac" providerId="ADAL" clId="{E440F346-DC68-4DD4-BA80-8DE6476F8949}" dt="2021-05-29T20:54:47.585" v="65181"/>
          <ac:spMkLst>
            <pc:docMk/>
            <pc:sldMk cId="2458866407" sldId="2146846055"/>
            <ac:spMk id="46" creationId="{E5517294-39DE-4B0F-B164-AD3387A5276C}"/>
          </ac:spMkLst>
        </pc:spChg>
        <pc:spChg chg="add mod ord">
          <ac:chgData name="Ken Popkin" userId="3c94c39e-c43b-4805-99ab-8da17777f1ac" providerId="ADAL" clId="{E440F346-DC68-4DD4-BA80-8DE6476F8949}" dt="2021-05-29T20:54:47.601" v="65233"/>
          <ac:spMkLst>
            <pc:docMk/>
            <pc:sldMk cId="2458866407" sldId="2146846055"/>
            <ac:spMk id="47" creationId="{59EFDF36-9BB8-4166-88A1-1B05EAF9E6AD}"/>
          </ac:spMkLst>
        </pc:spChg>
        <pc:spChg chg="add mod">
          <ac:chgData name="Ken Popkin" userId="3c94c39e-c43b-4805-99ab-8da17777f1ac" providerId="ADAL" clId="{E440F346-DC68-4DD4-BA80-8DE6476F8949}" dt="2021-05-29T20:54:47.581" v="65165"/>
          <ac:spMkLst>
            <pc:docMk/>
            <pc:sldMk cId="2458866407" sldId="2146846055"/>
            <ac:spMk id="48" creationId="{5CBE17DD-A127-4285-ABE5-A0B1A5D77BBF}"/>
          </ac:spMkLst>
        </pc:spChg>
        <pc:spChg chg="add mod">
          <ac:chgData name="Ken Popkin" userId="3c94c39e-c43b-4805-99ab-8da17777f1ac" providerId="ADAL" clId="{E440F346-DC68-4DD4-BA80-8DE6476F8949}" dt="2021-05-29T20:54:47.585" v="65182"/>
          <ac:spMkLst>
            <pc:docMk/>
            <pc:sldMk cId="2458866407" sldId="2146846055"/>
            <ac:spMk id="49" creationId="{A2A3FAC4-CF79-4251-A2EE-1AA4F60CC66E}"/>
          </ac:spMkLst>
        </pc:spChg>
        <pc:spChg chg="add mod ord">
          <ac:chgData name="Ken Popkin" userId="3c94c39e-c43b-4805-99ab-8da17777f1ac" providerId="ADAL" clId="{E440F346-DC68-4DD4-BA80-8DE6476F8949}" dt="2021-05-29T20:54:47.601" v="65235"/>
          <ac:spMkLst>
            <pc:docMk/>
            <pc:sldMk cId="2458866407" sldId="2146846055"/>
            <ac:spMk id="50" creationId="{1BAA95C6-F1D5-45B6-B853-91E98B761F6D}"/>
          </ac:spMkLst>
        </pc:spChg>
        <pc:spChg chg="add mod">
          <ac:chgData name="Ken Popkin" userId="3c94c39e-c43b-4805-99ab-8da17777f1ac" providerId="ADAL" clId="{E440F346-DC68-4DD4-BA80-8DE6476F8949}" dt="2021-05-29T20:54:47.590" v="65203"/>
          <ac:spMkLst>
            <pc:docMk/>
            <pc:sldMk cId="2458866407" sldId="2146846055"/>
            <ac:spMk id="61" creationId="{4C5E8973-BB37-4CE4-A0A3-AB469A72AA6C}"/>
          </ac:spMkLst>
        </pc:spChg>
        <pc:spChg chg="add mod modVis">
          <ac:chgData name="Ken Popkin" userId="3c94c39e-c43b-4805-99ab-8da17777f1ac" providerId="ADAL" clId="{E440F346-DC68-4DD4-BA80-8DE6476F8949}" dt="2021-05-29T20:54:47.594" v="65212"/>
          <ac:spMkLst>
            <pc:docMk/>
            <pc:sldMk cId="2458866407" sldId="2146846055"/>
            <ac:spMk id="62" creationId="{56B2AF2F-9B7B-4F62-BA1C-582538E1A71F}"/>
          </ac:spMkLst>
        </pc:spChg>
        <pc:spChg chg="add mod ord modVis">
          <ac:chgData name="Ken Popkin" userId="3c94c39e-c43b-4805-99ab-8da17777f1ac" providerId="ADAL" clId="{E440F346-DC68-4DD4-BA80-8DE6476F8949}" dt="2021-05-29T20:54:47.607" v="65264"/>
          <ac:spMkLst>
            <pc:docMk/>
            <pc:sldMk cId="2458866407" sldId="2146846055"/>
            <ac:spMk id="63" creationId="{D23354DB-2CFF-4917-AD4F-FC03D8A1149A}"/>
          </ac:spMkLst>
        </pc:spChg>
        <pc:spChg chg="add mod ord modVis">
          <ac:chgData name="Ken Popkin" userId="3c94c39e-c43b-4805-99ab-8da17777f1ac" providerId="ADAL" clId="{E440F346-DC68-4DD4-BA80-8DE6476F8949}" dt="2021-05-29T20:54:47.608" v="65266"/>
          <ac:spMkLst>
            <pc:docMk/>
            <pc:sldMk cId="2458866407" sldId="2146846055"/>
            <ac:spMk id="64" creationId="{5F74DCE6-C52F-448B-9110-2E79524332D0}"/>
          </ac:spMkLst>
        </pc:spChg>
        <pc:spChg chg="add mod ord modVis">
          <ac:chgData name="Ken Popkin" userId="3c94c39e-c43b-4805-99ab-8da17777f1ac" providerId="ADAL" clId="{E440F346-DC68-4DD4-BA80-8DE6476F8949}" dt="2021-05-29T20:54:47.608" v="65268"/>
          <ac:spMkLst>
            <pc:docMk/>
            <pc:sldMk cId="2458866407" sldId="2146846055"/>
            <ac:spMk id="65" creationId="{79EC7660-29AB-4828-BCE0-B541769E3C00}"/>
          </ac:spMkLst>
        </pc:spChg>
        <pc:spChg chg="add mod ord modVis">
          <ac:chgData name="Ken Popkin" userId="3c94c39e-c43b-4805-99ab-8da17777f1ac" providerId="ADAL" clId="{E440F346-DC68-4DD4-BA80-8DE6476F8949}" dt="2021-05-29T20:54:47.608" v="65270"/>
          <ac:spMkLst>
            <pc:docMk/>
            <pc:sldMk cId="2458866407" sldId="2146846055"/>
            <ac:spMk id="66" creationId="{C104463D-075B-494C-A273-25546D9896F7}"/>
          </ac:spMkLst>
        </pc:spChg>
        <pc:spChg chg="add mod ord">
          <ac:chgData name="Ken Popkin" userId="3c94c39e-c43b-4805-99ab-8da17777f1ac" providerId="ADAL" clId="{E440F346-DC68-4DD4-BA80-8DE6476F8949}" dt="2021-05-29T20:54:47.609" v="65272"/>
          <ac:spMkLst>
            <pc:docMk/>
            <pc:sldMk cId="2458866407" sldId="2146846055"/>
            <ac:spMk id="67" creationId="{97B0DD80-67A0-4BDD-B8EF-20917CE5B885}"/>
          </ac:spMkLst>
        </pc:spChg>
        <pc:spChg chg="add mod ord">
          <ac:chgData name="Ken Popkin" userId="3c94c39e-c43b-4805-99ab-8da17777f1ac" providerId="ADAL" clId="{E440F346-DC68-4DD4-BA80-8DE6476F8949}" dt="2021-05-29T20:54:47.609" v="65274"/>
          <ac:spMkLst>
            <pc:docMk/>
            <pc:sldMk cId="2458866407" sldId="2146846055"/>
            <ac:spMk id="68" creationId="{F919881B-CBAC-4560-9ACE-947A9188A700}"/>
          </ac:spMkLst>
        </pc:spChg>
        <pc:spChg chg="add mod">
          <ac:chgData name="Ken Popkin" userId="3c94c39e-c43b-4805-99ab-8da17777f1ac" providerId="ADAL" clId="{E440F346-DC68-4DD4-BA80-8DE6476F8949}" dt="2021-05-29T20:54:47.591" v="65204"/>
          <ac:spMkLst>
            <pc:docMk/>
            <pc:sldMk cId="2458866407" sldId="2146846055"/>
            <ac:spMk id="69" creationId="{B59603A6-E82A-42AB-9CB2-C09F37ED61BD}"/>
          </ac:spMkLst>
        </pc:spChg>
        <pc:spChg chg="add mod modVis">
          <ac:chgData name="Ken Popkin" userId="3c94c39e-c43b-4805-99ab-8da17777f1ac" providerId="ADAL" clId="{E440F346-DC68-4DD4-BA80-8DE6476F8949}" dt="2021-05-29T20:54:47.594" v="65213"/>
          <ac:spMkLst>
            <pc:docMk/>
            <pc:sldMk cId="2458866407" sldId="2146846055"/>
            <ac:spMk id="70" creationId="{5AF3EFED-AFBC-4C20-B740-171DB933E575}"/>
          </ac:spMkLst>
        </pc:spChg>
        <pc:spChg chg="add mod ord modVis">
          <ac:chgData name="Ken Popkin" userId="3c94c39e-c43b-4805-99ab-8da17777f1ac" providerId="ADAL" clId="{E440F346-DC68-4DD4-BA80-8DE6476F8949}" dt="2021-05-29T20:54:47.610" v="65276"/>
          <ac:spMkLst>
            <pc:docMk/>
            <pc:sldMk cId="2458866407" sldId="2146846055"/>
            <ac:spMk id="71" creationId="{E4DC5F87-94FC-4035-BA21-9FCA6370E50B}"/>
          </ac:spMkLst>
        </pc:spChg>
        <pc:spChg chg="add mod ord modVis">
          <ac:chgData name="Ken Popkin" userId="3c94c39e-c43b-4805-99ab-8da17777f1ac" providerId="ADAL" clId="{E440F346-DC68-4DD4-BA80-8DE6476F8949}" dt="2021-05-29T20:54:47.610" v="65278"/>
          <ac:spMkLst>
            <pc:docMk/>
            <pc:sldMk cId="2458866407" sldId="2146846055"/>
            <ac:spMk id="72" creationId="{148632CD-782D-4D49-B5C4-D38E8D5FFDA3}"/>
          </ac:spMkLst>
        </pc:spChg>
        <pc:spChg chg="add mod ord modVis">
          <ac:chgData name="Ken Popkin" userId="3c94c39e-c43b-4805-99ab-8da17777f1ac" providerId="ADAL" clId="{E440F346-DC68-4DD4-BA80-8DE6476F8949}" dt="2021-05-29T20:54:47.610" v="65280"/>
          <ac:spMkLst>
            <pc:docMk/>
            <pc:sldMk cId="2458866407" sldId="2146846055"/>
            <ac:spMk id="73" creationId="{12E972D7-5FCA-4006-9536-6BEA9083EB82}"/>
          </ac:spMkLst>
        </pc:spChg>
        <pc:spChg chg="add mod ord modVis">
          <ac:chgData name="Ken Popkin" userId="3c94c39e-c43b-4805-99ab-8da17777f1ac" providerId="ADAL" clId="{E440F346-DC68-4DD4-BA80-8DE6476F8949}" dt="2021-05-29T20:54:47.611" v="65282"/>
          <ac:spMkLst>
            <pc:docMk/>
            <pc:sldMk cId="2458866407" sldId="2146846055"/>
            <ac:spMk id="74" creationId="{5536E4FA-16D7-44D4-BA1A-811BDFDA3131}"/>
          </ac:spMkLst>
        </pc:spChg>
        <pc:spChg chg="add mod ord">
          <ac:chgData name="Ken Popkin" userId="3c94c39e-c43b-4805-99ab-8da17777f1ac" providerId="ADAL" clId="{E440F346-DC68-4DD4-BA80-8DE6476F8949}" dt="2021-05-29T20:54:47.611" v="65284"/>
          <ac:spMkLst>
            <pc:docMk/>
            <pc:sldMk cId="2458866407" sldId="2146846055"/>
            <ac:spMk id="75" creationId="{2940CD3B-5E31-4595-8A3E-1C4EEF01F9C6}"/>
          </ac:spMkLst>
        </pc:spChg>
        <pc:spChg chg="add mod ord">
          <ac:chgData name="Ken Popkin" userId="3c94c39e-c43b-4805-99ab-8da17777f1ac" providerId="ADAL" clId="{E440F346-DC68-4DD4-BA80-8DE6476F8949}" dt="2021-05-29T20:54:47.612" v="65286"/>
          <ac:spMkLst>
            <pc:docMk/>
            <pc:sldMk cId="2458866407" sldId="2146846055"/>
            <ac:spMk id="76" creationId="{CA27F7F5-9345-4BBC-928C-0CCD8440F277}"/>
          </ac:spMkLst>
        </pc:spChg>
        <pc:spChg chg="add mod">
          <ac:chgData name="Ken Popkin" userId="3c94c39e-c43b-4805-99ab-8da17777f1ac" providerId="ADAL" clId="{E440F346-DC68-4DD4-BA80-8DE6476F8949}" dt="2021-05-29T20:54:47.591" v="65205"/>
          <ac:spMkLst>
            <pc:docMk/>
            <pc:sldMk cId="2458866407" sldId="2146846055"/>
            <ac:spMk id="77" creationId="{217C6763-79CA-4AF4-AF82-299DD9C2119A}"/>
          </ac:spMkLst>
        </pc:spChg>
        <pc:spChg chg="add mod modVis">
          <ac:chgData name="Ken Popkin" userId="3c94c39e-c43b-4805-99ab-8da17777f1ac" providerId="ADAL" clId="{E440F346-DC68-4DD4-BA80-8DE6476F8949}" dt="2021-05-29T20:54:47.594" v="65214"/>
          <ac:spMkLst>
            <pc:docMk/>
            <pc:sldMk cId="2458866407" sldId="2146846055"/>
            <ac:spMk id="78" creationId="{F3FFDD8F-19AF-4DFD-B313-3D190E2E7690}"/>
          </ac:spMkLst>
        </pc:spChg>
        <pc:spChg chg="add mod ord modVis">
          <ac:chgData name="Ken Popkin" userId="3c94c39e-c43b-4805-99ab-8da17777f1ac" providerId="ADAL" clId="{E440F346-DC68-4DD4-BA80-8DE6476F8949}" dt="2021-05-29T20:54:47.612" v="65288"/>
          <ac:spMkLst>
            <pc:docMk/>
            <pc:sldMk cId="2458866407" sldId="2146846055"/>
            <ac:spMk id="79" creationId="{ABF492B4-9DEF-4968-B9B3-DBCBC7DD46EB}"/>
          </ac:spMkLst>
        </pc:spChg>
        <pc:spChg chg="add mod ord modVis">
          <ac:chgData name="Ken Popkin" userId="3c94c39e-c43b-4805-99ab-8da17777f1ac" providerId="ADAL" clId="{E440F346-DC68-4DD4-BA80-8DE6476F8949}" dt="2021-05-29T20:54:47.612" v="65290"/>
          <ac:spMkLst>
            <pc:docMk/>
            <pc:sldMk cId="2458866407" sldId="2146846055"/>
            <ac:spMk id="80" creationId="{F0D6AF6A-F9A6-4527-B71B-463ABEF840BF}"/>
          </ac:spMkLst>
        </pc:spChg>
        <pc:spChg chg="add mod ord modVis">
          <ac:chgData name="Ken Popkin" userId="3c94c39e-c43b-4805-99ab-8da17777f1ac" providerId="ADAL" clId="{E440F346-DC68-4DD4-BA80-8DE6476F8949}" dt="2021-05-29T20:54:47.613" v="65292"/>
          <ac:spMkLst>
            <pc:docMk/>
            <pc:sldMk cId="2458866407" sldId="2146846055"/>
            <ac:spMk id="81" creationId="{C21E21C0-76C4-43F5-8F0E-6135272F594E}"/>
          </ac:spMkLst>
        </pc:spChg>
        <pc:spChg chg="add mod ord modVis">
          <ac:chgData name="Ken Popkin" userId="3c94c39e-c43b-4805-99ab-8da17777f1ac" providerId="ADAL" clId="{E440F346-DC68-4DD4-BA80-8DE6476F8949}" dt="2021-05-29T20:54:47.613" v="65294"/>
          <ac:spMkLst>
            <pc:docMk/>
            <pc:sldMk cId="2458866407" sldId="2146846055"/>
            <ac:spMk id="82" creationId="{248DDBCB-66B8-4F02-ADC0-9C77ACF0DA5B}"/>
          </ac:spMkLst>
        </pc:spChg>
        <pc:spChg chg="add mod ord">
          <ac:chgData name="Ken Popkin" userId="3c94c39e-c43b-4805-99ab-8da17777f1ac" providerId="ADAL" clId="{E440F346-DC68-4DD4-BA80-8DE6476F8949}" dt="2021-05-29T20:54:47.614" v="65296"/>
          <ac:spMkLst>
            <pc:docMk/>
            <pc:sldMk cId="2458866407" sldId="2146846055"/>
            <ac:spMk id="83" creationId="{39918AFD-CE1C-4C90-90B0-81C0177A0EB6}"/>
          </ac:spMkLst>
        </pc:spChg>
        <pc:spChg chg="add mod ord">
          <ac:chgData name="Ken Popkin" userId="3c94c39e-c43b-4805-99ab-8da17777f1ac" providerId="ADAL" clId="{E440F346-DC68-4DD4-BA80-8DE6476F8949}" dt="2021-05-29T20:54:47.614" v="65298"/>
          <ac:spMkLst>
            <pc:docMk/>
            <pc:sldMk cId="2458866407" sldId="2146846055"/>
            <ac:spMk id="84" creationId="{0D19FDE9-F383-4A96-AA0E-0067F886978B}"/>
          </ac:spMkLst>
        </pc:spChg>
        <pc:spChg chg="add mod">
          <ac:chgData name="Ken Popkin" userId="3c94c39e-c43b-4805-99ab-8da17777f1ac" providerId="ADAL" clId="{E440F346-DC68-4DD4-BA80-8DE6476F8949}" dt="2021-05-29T20:54:47.595" v="65215"/>
          <ac:spMkLst>
            <pc:docMk/>
            <pc:sldMk cId="2458866407" sldId="2146846055"/>
            <ac:spMk id="85" creationId="{C070BF5C-D9E7-4C04-A0F0-B5E5807C134C}"/>
          </ac:spMkLst>
        </pc:spChg>
        <pc:spChg chg="add mod ord">
          <ac:chgData name="Ken Popkin" userId="3c94c39e-c43b-4805-99ab-8da17777f1ac" providerId="ADAL" clId="{E440F346-DC68-4DD4-BA80-8DE6476F8949}" dt="2021-05-29T20:54:47.614" v="65300"/>
          <ac:spMkLst>
            <pc:docMk/>
            <pc:sldMk cId="2458866407" sldId="2146846055"/>
            <ac:spMk id="86" creationId="{480B26DE-54B3-4F7C-B266-DE13E313A9C9}"/>
          </ac:spMkLst>
        </pc:spChg>
        <pc:spChg chg="add mod ord">
          <ac:chgData name="Ken Popkin" userId="3c94c39e-c43b-4805-99ab-8da17777f1ac" providerId="ADAL" clId="{E440F346-DC68-4DD4-BA80-8DE6476F8949}" dt="2021-05-29T20:54:47.614" v="65302"/>
          <ac:spMkLst>
            <pc:docMk/>
            <pc:sldMk cId="2458866407" sldId="2146846055"/>
            <ac:spMk id="87" creationId="{798DE59E-C498-447B-BD4C-7111E0712EDB}"/>
          </ac:spMkLst>
        </pc:spChg>
        <pc:spChg chg="add mod">
          <ac:chgData name="Ken Popkin" userId="3c94c39e-c43b-4805-99ab-8da17777f1ac" providerId="ADAL" clId="{E440F346-DC68-4DD4-BA80-8DE6476F8949}" dt="2021-05-29T20:54:47.591" v="65206"/>
          <ac:spMkLst>
            <pc:docMk/>
            <pc:sldMk cId="2458866407" sldId="2146846055"/>
            <ac:spMk id="88" creationId="{89E8520E-2756-4BEF-B032-1C8B954C6211}"/>
          </ac:spMkLst>
        </pc:spChg>
        <pc:spChg chg="add mod modVis">
          <ac:chgData name="Ken Popkin" userId="3c94c39e-c43b-4805-99ab-8da17777f1ac" providerId="ADAL" clId="{E440F346-DC68-4DD4-BA80-8DE6476F8949}" dt="2021-05-29T20:54:47.595" v="65216"/>
          <ac:spMkLst>
            <pc:docMk/>
            <pc:sldMk cId="2458866407" sldId="2146846055"/>
            <ac:spMk id="89" creationId="{9B719960-597F-469D-9E04-957B9EFD6B41}"/>
          </ac:spMkLst>
        </pc:spChg>
        <pc:spChg chg="add mod ord modVis">
          <ac:chgData name="Ken Popkin" userId="3c94c39e-c43b-4805-99ab-8da17777f1ac" providerId="ADAL" clId="{E440F346-DC68-4DD4-BA80-8DE6476F8949}" dt="2021-05-29T20:54:47.615" v="65304"/>
          <ac:spMkLst>
            <pc:docMk/>
            <pc:sldMk cId="2458866407" sldId="2146846055"/>
            <ac:spMk id="90" creationId="{55F1988E-7367-44C7-8DA4-D78DDDA8CCD5}"/>
          </ac:spMkLst>
        </pc:spChg>
        <pc:spChg chg="add mod ord modVis">
          <ac:chgData name="Ken Popkin" userId="3c94c39e-c43b-4805-99ab-8da17777f1ac" providerId="ADAL" clId="{E440F346-DC68-4DD4-BA80-8DE6476F8949}" dt="2021-05-29T20:54:47.615" v="65306"/>
          <ac:spMkLst>
            <pc:docMk/>
            <pc:sldMk cId="2458866407" sldId="2146846055"/>
            <ac:spMk id="91" creationId="{FA931F25-33BF-4016-9D37-0EC639C8EE26}"/>
          </ac:spMkLst>
        </pc:spChg>
        <pc:spChg chg="add mod ord modVis">
          <ac:chgData name="Ken Popkin" userId="3c94c39e-c43b-4805-99ab-8da17777f1ac" providerId="ADAL" clId="{E440F346-DC68-4DD4-BA80-8DE6476F8949}" dt="2021-05-29T20:54:47.616" v="65308"/>
          <ac:spMkLst>
            <pc:docMk/>
            <pc:sldMk cId="2458866407" sldId="2146846055"/>
            <ac:spMk id="92" creationId="{4B7121C7-6758-4E95-8195-4D5FA93862CE}"/>
          </ac:spMkLst>
        </pc:spChg>
        <pc:spChg chg="add mod ord modVis">
          <ac:chgData name="Ken Popkin" userId="3c94c39e-c43b-4805-99ab-8da17777f1ac" providerId="ADAL" clId="{E440F346-DC68-4DD4-BA80-8DE6476F8949}" dt="2021-05-29T20:54:47.616" v="65310"/>
          <ac:spMkLst>
            <pc:docMk/>
            <pc:sldMk cId="2458866407" sldId="2146846055"/>
            <ac:spMk id="93" creationId="{46BF163F-0573-4D5D-BB78-D8B0E4EB15F5}"/>
          </ac:spMkLst>
        </pc:spChg>
        <pc:spChg chg="add mod ord">
          <ac:chgData name="Ken Popkin" userId="3c94c39e-c43b-4805-99ab-8da17777f1ac" providerId="ADAL" clId="{E440F346-DC68-4DD4-BA80-8DE6476F8949}" dt="2021-05-29T20:54:47.616" v="65312"/>
          <ac:spMkLst>
            <pc:docMk/>
            <pc:sldMk cId="2458866407" sldId="2146846055"/>
            <ac:spMk id="94" creationId="{0C5FA003-803B-49EA-B279-A10EB0D436CC}"/>
          </ac:spMkLst>
        </pc:spChg>
        <pc:spChg chg="add mod ord">
          <ac:chgData name="Ken Popkin" userId="3c94c39e-c43b-4805-99ab-8da17777f1ac" providerId="ADAL" clId="{E440F346-DC68-4DD4-BA80-8DE6476F8949}" dt="2021-05-29T20:54:47.617" v="65314"/>
          <ac:spMkLst>
            <pc:docMk/>
            <pc:sldMk cId="2458866407" sldId="2146846055"/>
            <ac:spMk id="95" creationId="{8E239133-6DD6-4CF5-A1A2-98F9B336DBF6}"/>
          </ac:spMkLst>
        </pc:spChg>
        <pc:spChg chg="add mod">
          <ac:chgData name="Ken Popkin" userId="3c94c39e-c43b-4805-99ab-8da17777f1ac" providerId="ADAL" clId="{E440F346-DC68-4DD4-BA80-8DE6476F8949}" dt="2021-05-29T20:54:47.592" v="65207"/>
          <ac:spMkLst>
            <pc:docMk/>
            <pc:sldMk cId="2458866407" sldId="2146846055"/>
            <ac:spMk id="96" creationId="{D6D917D7-4F6F-4011-979A-3B34A029E657}"/>
          </ac:spMkLst>
        </pc:spChg>
        <pc:spChg chg="add mod modVis">
          <ac:chgData name="Ken Popkin" userId="3c94c39e-c43b-4805-99ab-8da17777f1ac" providerId="ADAL" clId="{E440F346-DC68-4DD4-BA80-8DE6476F8949}" dt="2021-05-29T20:54:47.596" v="65217"/>
          <ac:spMkLst>
            <pc:docMk/>
            <pc:sldMk cId="2458866407" sldId="2146846055"/>
            <ac:spMk id="97" creationId="{A92F3D4A-7302-4C4D-9525-9A5BA226555D}"/>
          </ac:spMkLst>
        </pc:spChg>
        <pc:spChg chg="add mod ord modVis">
          <ac:chgData name="Ken Popkin" userId="3c94c39e-c43b-4805-99ab-8da17777f1ac" providerId="ADAL" clId="{E440F346-DC68-4DD4-BA80-8DE6476F8949}" dt="2021-05-29T20:54:47.618" v="65316"/>
          <ac:spMkLst>
            <pc:docMk/>
            <pc:sldMk cId="2458866407" sldId="2146846055"/>
            <ac:spMk id="98" creationId="{3451DFEF-985C-4BE5-B8FA-1914DFE6623D}"/>
          </ac:spMkLst>
        </pc:spChg>
        <pc:spChg chg="add mod ord modVis">
          <ac:chgData name="Ken Popkin" userId="3c94c39e-c43b-4805-99ab-8da17777f1ac" providerId="ADAL" clId="{E440F346-DC68-4DD4-BA80-8DE6476F8949}" dt="2021-05-29T20:54:47.618" v="65318"/>
          <ac:spMkLst>
            <pc:docMk/>
            <pc:sldMk cId="2458866407" sldId="2146846055"/>
            <ac:spMk id="99" creationId="{93FD2FF6-0008-4E3D-B4DD-D6D773994453}"/>
          </ac:spMkLst>
        </pc:spChg>
        <pc:spChg chg="add mod ord modVis">
          <ac:chgData name="Ken Popkin" userId="3c94c39e-c43b-4805-99ab-8da17777f1ac" providerId="ADAL" clId="{E440F346-DC68-4DD4-BA80-8DE6476F8949}" dt="2021-05-29T20:54:47.618" v="65320"/>
          <ac:spMkLst>
            <pc:docMk/>
            <pc:sldMk cId="2458866407" sldId="2146846055"/>
            <ac:spMk id="100" creationId="{C21C4A70-FC41-4ACD-8A9E-E7E6B9B6DB71}"/>
          </ac:spMkLst>
        </pc:spChg>
        <pc:spChg chg="add mod ord modVis">
          <ac:chgData name="Ken Popkin" userId="3c94c39e-c43b-4805-99ab-8da17777f1ac" providerId="ADAL" clId="{E440F346-DC68-4DD4-BA80-8DE6476F8949}" dt="2021-05-29T20:54:47.619" v="65322"/>
          <ac:spMkLst>
            <pc:docMk/>
            <pc:sldMk cId="2458866407" sldId="2146846055"/>
            <ac:spMk id="101" creationId="{07274170-F421-4B09-9455-8BB8B1FA7D18}"/>
          </ac:spMkLst>
        </pc:spChg>
        <pc:spChg chg="add mod ord">
          <ac:chgData name="Ken Popkin" userId="3c94c39e-c43b-4805-99ab-8da17777f1ac" providerId="ADAL" clId="{E440F346-DC68-4DD4-BA80-8DE6476F8949}" dt="2021-05-29T20:54:47.619" v="65324"/>
          <ac:spMkLst>
            <pc:docMk/>
            <pc:sldMk cId="2458866407" sldId="2146846055"/>
            <ac:spMk id="102" creationId="{ABDA19F5-090D-4974-A92D-18D29D8263B2}"/>
          </ac:spMkLst>
        </pc:spChg>
        <pc:spChg chg="add mod ord">
          <ac:chgData name="Ken Popkin" userId="3c94c39e-c43b-4805-99ab-8da17777f1ac" providerId="ADAL" clId="{E440F346-DC68-4DD4-BA80-8DE6476F8949}" dt="2021-05-29T20:54:47.619" v="65326"/>
          <ac:spMkLst>
            <pc:docMk/>
            <pc:sldMk cId="2458866407" sldId="2146846055"/>
            <ac:spMk id="103" creationId="{56C7A074-8150-4743-B127-65966B250CDE}"/>
          </ac:spMkLst>
        </pc:spChg>
        <pc:spChg chg="add mod">
          <ac:chgData name="Ken Popkin" userId="3c94c39e-c43b-4805-99ab-8da17777f1ac" providerId="ADAL" clId="{E440F346-DC68-4DD4-BA80-8DE6476F8949}" dt="2021-05-29T20:54:47.596" v="65218"/>
          <ac:spMkLst>
            <pc:docMk/>
            <pc:sldMk cId="2458866407" sldId="2146846055"/>
            <ac:spMk id="104" creationId="{D839A97B-B571-4B9E-B916-B4B278157C31}"/>
          </ac:spMkLst>
        </pc:spChg>
        <pc:spChg chg="add mod ord">
          <ac:chgData name="Ken Popkin" userId="3c94c39e-c43b-4805-99ab-8da17777f1ac" providerId="ADAL" clId="{E440F346-DC68-4DD4-BA80-8DE6476F8949}" dt="2021-05-29T20:54:47.620" v="65328"/>
          <ac:spMkLst>
            <pc:docMk/>
            <pc:sldMk cId="2458866407" sldId="2146846055"/>
            <ac:spMk id="105" creationId="{8EA8B75C-0BC2-432C-B8B2-C203B738DCCA}"/>
          </ac:spMkLst>
        </pc:spChg>
        <pc:spChg chg="add mod ord">
          <ac:chgData name="Ken Popkin" userId="3c94c39e-c43b-4805-99ab-8da17777f1ac" providerId="ADAL" clId="{E440F346-DC68-4DD4-BA80-8DE6476F8949}" dt="2021-05-29T20:54:47.620" v="65330"/>
          <ac:spMkLst>
            <pc:docMk/>
            <pc:sldMk cId="2458866407" sldId="2146846055"/>
            <ac:spMk id="106" creationId="{11CB61B4-B044-462F-BE48-687576802D88}"/>
          </ac:spMkLst>
        </pc:spChg>
        <pc:spChg chg="add mod">
          <ac:chgData name="Ken Popkin" userId="3c94c39e-c43b-4805-99ab-8da17777f1ac" providerId="ADAL" clId="{E440F346-DC68-4DD4-BA80-8DE6476F8949}" dt="2021-05-29T20:54:47.596" v="65219"/>
          <ac:spMkLst>
            <pc:docMk/>
            <pc:sldMk cId="2458866407" sldId="2146846055"/>
            <ac:spMk id="107" creationId="{AF521F10-BFE1-4DC5-A3AC-0483660CA085}"/>
          </ac:spMkLst>
        </pc:spChg>
        <pc:spChg chg="add mod ord">
          <ac:chgData name="Ken Popkin" userId="3c94c39e-c43b-4805-99ab-8da17777f1ac" providerId="ADAL" clId="{E440F346-DC68-4DD4-BA80-8DE6476F8949}" dt="2021-05-29T20:54:47.621" v="65332"/>
          <ac:spMkLst>
            <pc:docMk/>
            <pc:sldMk cId="2458866407" sldId="2146846055"/>
            <ac:spMk id="108" creationId="{FA6B450D-E610-4C25-8025-4B533FA9D9A1}"/>
          </ac:spMkLst>
        </pc:spChg>
        <pc:spChg chg="add mod ord">
          <ac:chgData name="Ken Popkin" userId="3c94c39e-c43b-4805-99ab-8da17777f1ac" providerId="ADAL" clId="{E440F346-DC68-4DD4-BA80-8DE6476F8949}" dt="2021-05-29T20:54:47.621" v="65334"/>
          <ac:spMkLst>
            <pc:docMk/>
            <pc:sldMk cId="2458866407" sldId="2146846055"/>
            <ac:spMk id="109" creationId="{DE532838-D914-4473-B6B3-5E12AB604D27}"/>
          </ac:spMkLst>
        </pc:spChg>
        <pc:spChg chg="add mod">
          <ac:chgData name="Ken Popkin" userId="3c94c39e-c43b-4805-99ab-8da17777f1ac" providerId="ADAL" clId="{E440F346-DC68-4DD4-BA80-8DE6476F8949}" dt="2021-05-29T20:54:47.592" v="65208"/>
          <ac:spMkLst>
            <pc:docMk/>
            <pc:sldMk cId="2458866407" sldId="2146846055"/>
            <ac:spMk id="110" creationId="{F6DC64D2-34CA-4A4D-BF32-ABEDFC38EB1B}"/>
          </ac:spMkLst>
        </pc:spChg>
        <pc:spChg chg="add mod modVis">
          <ac:chgData name="Ken Popkin" userId="3c94c39e-c43b-4805-99ab-8da17777f1ac" providerId="ADAL" clId="{E440F346-DC68-4DD4-BA80-8DE6476F8949}" dt="2021-05-29T20:54:47.597" v="65220"/>
          <ac:spMkLst>
            <pc:docMk/>
            <pc:sldMk cId="2458866407" sldId="2146846055"/>
            <ac:spMk id="111" creationId="{8048D3A4-8BF6-417C-8B3D-ECF188447DED}"/>
          </ac:spMkLst>
        </pc:spChg>
        <pc:spChg chg="add mod ord modVis">
          <ac:chgData name="Ken Popkin" userId="3c94c39e-c43b-4805-99ab-8da17777f1ac" providerId="ADAL" clId="{E440F346-DC68-4DD4-BA80-8DE6476F8949}" dt="2021-05-29T20:54:47.621" v="65336"/>
          <ac:spMkLst>
            <pc:docMk/>
            <pc:sldMk cId="2458866407" sldId="2146846055"/>
            <ac:spMk id="112" creationId="{42FAA22E-EAC3-4034-A951-79CD2CD351F2}"/>
          </ac:spMkLst>
        </pc:spChg>
        <pc:spChg chg="add mod ord modVis">
          <ac:chgData name="Ken Popkin" userId="3c94c39e-c43b-4805-99ab-8da17777f1ac" providerId="ADAL" clId="{E440F346-DC68-4DD4-BA80-8DE6476F8949}" dt="2021-05-29T20:54:47.622" v="65338"/>
          <ac:spMkLst>
            <pc:docMk/>
            <pc:sldMk cId="2458866407" sldId="2146846055"/>
            <ac:spMk id="113" creationId="{BAC0CEA6-707E-417D-8A52-CD638DA4D6A3}"/>
          </ac:spMkLst>
        </pc:spChg>
        <pc:spChg chg="add mod ord modVis">
          <ac:chgData name="Ken Popkin" userId="3c94c39e-c43b-4805-99ab-8da17777f1ac" providerId="ADAL" clId="{E440F346-DC68-4DD4-BA80-8DE6476F8949}" dt="2021-05-29T20:54:47.622" v="65340"/>
          <ac:spMkLst>
            <pc:docMk/>
            <pc:sldMk cId="2458866407" sldId="2146846055"/>
            <ac:spMk id="114" creationId="{D13E558C-D4E4-4B22-89D0-5C857B0D9EE6}"/>
          </ac:spMkLst>
        </pc:spChg>
        <pc:spChg chg="add mod ord modVis">
          <ac:chgData name="Ken Popkin" userId="3c94c39e-c43b-4805-99ab-8da17777f1ac" providerId="ADAL" clId="{E440F346-DC68-4DD4-BA80-8DE6476F8949}" dt="2021-05-29T20:54:47.622" v="65342"/>
          <ac:spMkLst>
            <pc:docMk/>
            <pc:sldMk cId="2458866407" sldId="2146846055"/>
            <ac:spMk id="115" creationId="{10DEC709-7DFA-461C-9A30-31E3E113F59A}"/>
          </ac:spMkLst>
        </pc:spChg>
        <pc:spChg chg="add mod ord">
          <ac:chgData name="Ken Popkin" userId="3c94c39e-c43b-4805-99ab-8da17777f1ac" providerId="ADAL" clId="{E440F346-DC68-4DD4-BA80-8DE6476F8949}" dt="2021-05-29T20:54:47.624" v="65344"/>
          <ac:spMkLst>
            <pc:docMk/>
            <pc:sldMk cId="2458866407" sldId="2146846055"/>
            <ac:spMk id="116" creationId="{679C6D8C-31EB-46CB-87E6-3A27C5E71CEA}"/>
          </ac:spMkLst>
        </pc:spChg>
        <pc:spChg chg="add mod ord">
          <ac:chgData name="Ken Popkin" userId="3c94c39e-c43b-4805-99ab-8da17777f1ac" providerId="ADAL" clId="{E440F346-DC68-4DD4-BA80-8DE6476F8949}" dt="2021-05-29T20:54:47.624" v="65346"/>
          <ac:spMkLst>
            <pc:docMk/>
            <pc:sldMk cId="2458866407" sldId="2146846055"/>
            <ac:spMk id="117" creationId="{DCCFC056-4A61-4FF6-9AB4-70DE068DB6CA}"/>
          </ac:spMkLst>
        </pc:spChg>
        <pc:spChg chg="add mod">
          <ac:chgData name="Ken Popkin" userId="3c94c39e-c43b-4805-99ab-8da17777f1ac" providerId="ADAL" clId="{E440F346-DC68-4DD4-BA80-8DE6476F8949}" dt="2021-05-29T20:54:47.593" v="65209"/>
          <ac:spMkLst>
            <pc:docMk/>
            <pc:sldMk cId="2458866407" sldId="2146846055"/>
            <ac:spMk id="118" creationId="{DE0114AC-E890-423D-8054-B636B2A0DB65}"/>
          </ac:spMkLst>
        </pc:spChg>
        <pc:spChg chg="add mod modVis">
          <ac:chgData name="Ken Popkin" userId="3c94c39e-c43b-4805-99ab-8da17777f1ac" providerId="ADAL" clId="{E440F346-DC68-4DD4-BA80-8DE6476F8949}" dt="2021-05-29T20:54:47.597" v="65221"/>
          <ac:spMkLst>
            <pc:docMk/>
            <pc:sldMk cId="2458866407" sldId="2146846055"/>
            <ac:spMk id="119" creationId="{C613B225-D77B-4676-82E9-D4B71E80A923}"/>
          </ac:spMkLst>
        </pc:spChg>
        <pc:spChg chg="add mod ord modVis">
          <ac:chgData name="Ken Popkin" userId="3c94c39e-c43b-4805-99ab-8da17777f1ac" providerId="ADAL" clId="{E440F346-DC68-4DD4-BA80-8DE6476F8949}" dt="2021-05-29T20:54:47.624" v="65348"/>
          <ac:spMkLst>
            <pc:docMk/>
            <pc:sldMk cId="2458866407" sldId="2146846055"/>
            <ac:spMk id="120" creationId="{E2CE4FE1-3B13-42FB-96AC-AFB8428C5B53}"/>
          </ac:spMkLst>
        </pc:spChg>
        <pc:spChg chg="add mod ord modVis">
          <ac:chgData name="Ken Popkin" userId="3c94c39e-c43b-4805-99ab-8da17777f1ac" providerId="ADAL" clId="{E440F346-DC68-4DD4-BA80-8DE6476F8949}" dt="2021-05-29T20:54:47.624" v="65350"/>
          <ac:spMkLst>
            <pc:docMk/>
            <pc:sldMk cId="2458866407" sldId="2146846055"/>
            <ac:spMk id="121" creationId="{19E54110-6136-415C-A1A5-08ECEA59C510}"/>
          </ac:spMkLst>
        </pc:spChg>
        <pc:spChg chg="add mod ord modVis">
          <ac:chgData name="Ken Popkin" userId="3c94c39e-c43b-4805-99ab-8da17777f1ac" providerId="ADAL" clId="{E440F346-DC68-4DD4-BA80-8DE6476F8949}" dt="2021-05-29T20:54:47.625" v="65352"/>
          <ac:spMkLst>
            <pc:docMk/>
            <pc:sldMk cId="2458866407" sldId="2146846055"/>
            <ac:spMk id="122" creationId="{12478199-A104-4F47-933B-FDE66C2A6260}"/>
          </ac:spMkLst>
        </pc:spChg>
        <pc:spChg chg="add mod ord modVis">
          <ac:chgData name="Ken Popkin" userId="3c94c39e-c43b-4805-99ab-8da17777f1ac" providerId="ADAL" clId="{E440F346-DC68-4DD4-BA80-8DE6476F8949}" dt="2021-05-29T20:54:47.625" v="65354"/>
          <ac:spMkLst>
            <pc:docMk/>
            <pc:sldMk cId="2458866407" sldId="2146846055"/>
            <ac:spMk id="123" creationId="{BA9D577F-319E-443A-9F18-1980D2947CCB}"/>
          </ac:spMkLst>
        </pc:spChg>
        <pc:spChg chg="add mod ord">
          <ac:chgData name="Ken Popkin" userId="3c94c39e-c43b-4805-99ab-8da17777f1ac" providerId="ADAL" clId="{E440F346-DC68-4DD4-BA80-8DE6476F8949}" dt="2021-05-29T20:54:47.626" v="65356"/>
          <ac:spMkLst>
            <pc:docMk/>
            <pc:sldMk cId="2458866407" sldId="2146846055"/>
            <ac:spMk id="124" creationId="{19576230-F769-4495-89B9-8F546EA8E1BB}"/>
          </ac:spMkLst>
        </pc:spChg>
        <pc:spChg chg="add mod ord">
          <ac:chgData name="Ken Popkin" userId="3c94c39e-c43b-4805-99ab-8da17777f1ac" providerId="ADAL" clId="{E440F346-DC68-4DD4-BA80-8DE6476F8949}" dt="2021-05-29T20:54:47.627" v="65358"/>
          <ac:spMkLst>
            <pc:docMk/>
            <pc:sldMk cId="2458866407" sldId="2146846055"/>
            <ac:spMk id="125" creationId="{7EE3803A-AC94-42CF-86DF-98F3DBBAA9A2}"/>
          </ac:spMkLst>
        </pc:spChg>
        <pc:spChg chg="add mod">
          <ac:chgData name="Ken Popkin" userId="3c94c39e-c43b-4805-99ab-8da17777f1ac" providerId="ADAL" clId="{E440F346-DC68-4DD4-BA80-8DE6476F8949}" dt="2021-05-29T20:54:47.593" v="65210"/>
          <ac:spMkLst>
            <pc:docMk/>
            <pc:sldMk cId="2458866407" sldId="2146846055"/>
            <ac:spMk id="126" creationId="{0C71CF9E-A486-4A7A-804A-860B91F2B8BB}"/>
          </ac:spMkLst>
        </pc:spChg>
        <pc:spChg chg="add mod modVis">
          <ac:chgData name="Ken Popkin" userId="3c94c39e-c43b-4805-99ab-8da17777f1ac" providerId="ADAL" clId="{E440F346-DC68-4DD4-BA80-8DE6476F8949}" dt="2021-05-29T20:54:47.597" v="65222"/>
          <ac:spMkLst>
            <pc:docMk/>
            <pc:sldMk cId="2458866407" sldId="2146846055"/>
            <ac:spMk id="127" creationId="{E4487675-EA52-4C46-A922-C2769633EAEB}"/>
          </ac:spMkLst>
        </pc:spChg>
        <pc:spChg chg="add mod ord modVis">
          <ac:chgData name="Ken Popkin" userId="3c94c39e-c43b-4805-99ab-8da17777f1ac" providerId="ADAL" clId="{E440F346-DC68-4DD4-BA80-8DE6476F8949}" dt="2021-05-29T20:54:47.627" v="65360"/>
          <ac:spMkLst>
            <pc:docMk/>
            <pc:sldMk cId="2458866407" sldId="2146846055"/>
            <ac:spMk id="128" creationId="{B8159397-2429-4B40-BBAC-515B77EBDAD1}"/>
          </ac:spMkLst>
        </pc:spChg>
        <pc:spChg chg="add mod ord modVis">
          <ac:chgData name="Ken Popkin" userId="3c94c39e-c43b-4805-99ab-8da17777f1ac" providerId="ADAL" clId="{E440F346-DC68-4DD4-BA80-8DE6476F8949}" dt="2021-05-29T20:54:47.627" v="65362"/>
          <ac:spMkLst>
            <pc:docMk/>
            <pc:sldMk cId="2458866407" sldId="2146846055"/>
            <ac:spMk id="129" creationId="{88E95F5B-131D-469E-B130-2C72D7FD9E1D}"/>
          </ac:spMkLst>
        </pc:spChg>
        <pc:spChg chg="add mod ord modVis">
          <ac:chgData name="Ken Popkin" userId="3c94c39e-c43b-4805-99ab-8da17777f1ac" providerId="ADAL" clId="{E440F346-DC68-4DD4-BA80-8DE6476F8949}" dt="2021-05-29T20:54:47.628" v="65364"/>
          <ac:spMkLst>
            <pc:docMk/>
            <pc:sldMk cId="2458866407" sldId="2146846055"/>
            <ac:spMk id="130" creationId="{535F1267-9426-4320-829E-03F8A4EEF196}"/>
          </ac:spMkLst>
        </pc:spChg>
        <pc:spChg chg="add mod ord modVis">
          <ac:chgData name="Ken Popkin" userId="3c94c39e-c43b-4805-99ab-8da17777f1ac" providerId="ADAL" clId="{E440F346-DC68-4DD4-BA80-8DE6476F8949}" dt="2021-05-29T20:54:47.628" v="65366"/>
          <ac:spMkLst>
            <pc:docMk/>
            <pc:sldMk cId="2458866407" sldId="2146846055"/>
            <ac:spMk id="131" creationId="{91216C6D-723A-47DE-8D57-281450362E2D}"/>
          </ac:spMkLst>
        </pc:spChg>
        <pc:spChg chg="add mod ord">
          <ac:chgData name="Ken Popkin" userId="3c94c39e-c43b-4805-99ab-8da17777f1ac" providerId="ADAL" clId="{E440F346-DC68-4DD4-BA80-8DE6476F8949}" dt="2021-05-29T20:54:47.628" v="65368"/>
          <ac:spMkLst>
            <pc:docMk/>
            <pc:sldMk cId="2458866407" sldId="2146846055"/>
            <ac:spMk id="132" creationId="{A43EBEA8-DB81-4E9E-BAB9-D26B290C4DB0}"/>
          </ac:spMkLst>
        </pc:spChg>
        <pc:spChg chg="add mod ord">
          <ac:chgData name="Ken Popkin" userId="3c94c39e-c43b-4805-99ab-8da17777f1ac" providerId="ADAL" clId="{E440F346-DC68-4DD4-BA80-8DE6476F8949}" dt="2021-05-29T20:54:47.629" v="65370"/>
          <ac:spMkLst>
            <pc:docMk/>
            <pc:sldMk cId="2458866407" sldId="2146846055"/>
            <ac:spMk id="133" creationId="{31299F2C-A124-4F8F-83BE-D1596F962079}"/>
          </ac:spMkLst>
        </pc:spChg>
        <pc:spChg chg="add mod">
          <ac:chgData name="Ken Popkin" userId="3c94c39e-c43b-4805-99ab-8da17777f1ac" providerId="ADAL" clId="{E440F346-DC68-4DD4-BA80-8DE6476F8949}" dt="2021-05-29T20:54:47.598" v="65223"/>
          <ac:spMkLst>
            <pc:docMk/>
            <pc:sldMk cId="2458866407" sldId="2146846055"/>
            <ac:spMk id="134" creationId="{65F5A35F-DBE8-448F-89BB-709D3F1EB26D}"/>
          </ac:spMkLst>
        </pc:spChg>
        <pc:spChg chg="add mod ord">
          <ac:chgData name="Ken Popkin" userId="3c94c39e-c43b-4805-99ab-8da17777f1ac" providerId="ADAL" clId="{E440F346-DC68-4DD4-BA80-8DE6476F8949}" dt="2021-05-29T20:54:47.629" v="65372"/>
          <ac:spMkLst>
            <pc:docMk/>
            <pc:sldMk cId="2458866407" sldId="2146846055"/>
            <ac:spMk id="135" creationId="{F86717A2-8D9F-4DCC-9F2E-6740011A8CD0}"/>
          </ac:spMkLst>
        </pc:spChg>
        <pc:spChg chg="add mod ord">
          <ac:chgData name="Ken Popkin" userId="3c94c39e-c43b-4805-99ab-8da17777f1ac" providerId="ADAL" clId="{E440F346-DC68-4DD4-BA80-8DE6476F8949}" dt="2021-05-29T20:54:47.629" v="65374"/>
          <ac:spMkLst>
            <pc:docMk/>
            <pc:sldMk cId="2458866407" sldId="2146846055"/>
            <ac:spMk id="136" creationId="{A76092D3-3817-4668-B255-F74DFC9C44B4}"/>
          </ac:spMkLst>
        </pc:spChg>
        <pc:spChg chg="add mod">
          <ac:chgData name="Ken Popkin" userId="3c94c39e-c43b-4805-99ab-8da17777f1ac" providerId="ADAL" clId="{E440F346-DC68-4DD4-BA80-8DE6476F8949}" dt="2021-05-29T20:54:47.598" v="65224"/>
          <ac:spMkLst>
            <pc:docMk/>
            <pc:sldMk cId="2458866407" sldId="2146846055"/>
            <ac:spMk id="137" creationId="{15A44FE0-C5B6-491F-A0D0-6CDDB932C089}"/>
          </ac:spMkLst>
        </pc:spChg>
        <pc:spChg chg="add mod ord">
          <ac:chgData name="Ken Popkin" userId="3c94c39e-c43b-4805-99ab-8da17777f1ac" providerId="ADAL" clId="{E440F346-DC68-4DD4-BA80-8DE6476F8949}" dt="2021-05-29T20:54:47.630" v="65376"/>
          <ac:spMkLst>
            <pc:docMk/>
            <pc:sldMk cId="2458866407" sldId="2146846055"/>
            <ac:spMk id="138" creationId="{5C0B8CDA-ADDE-41F3-8938-8356A7CE4D81}"/>
          </ac:spMkLst>
        </pc:spChg>
        <pc:spChg chg="add mod ord">
          <ac:chgData name="Ken Popkin" userId="3c94c39e-c43b-4805-99ab-8da17777f1ac" providerId="ADAL" clId="{E440F346-DC68-4DD4-BA80-8DE6476F8949}" dt="2021-05-29T20:54:47.630" v="65378"/>
          <ac:spMkLst>
            <pc:docMk/>
            <pc:sldMk cId="2458866407" sldId="2146846055"/>
            <ac:spMk id="139" creationId="{07F1BE01-48E3-4A5D-92D3-9CBEC6DECFAD}"/>
          </ac:spMkLst>
        </pc:spChg>
        <pc:spChg chg="add mod">
          <ac:chgData name="Ken Popkin" userId="3c94c39e-c43b-4805-99ab-8da17777f1ac" providerId="ADAL" clId="{E440F346-DC68-4DD4-BA80-8DE6476F8949}" dt="2021-05-29T20:54:47.599" v="65225"/>
          <ac:spMkLst>
            <pc:docMk/>
            <pc:sldMk cId="2458866407" sldId="2146846055"/>
            <ac:spMk id="140" creationId="{96493E92-A748-490A-8BF2-B4FD431FE5FE}"/>
          </ac:spMkLst>
        </pc:spChg>
        <pc:spChg chg="add mod ord">
          <ac:chgData name="Ken Popkin" userId="3c94c39e-c43b-4805-99ab-8da17777f1ac" providerId="ADAL" clId="{E440F346-DC68-4DD4-BA80-8DE6476F8949}" dt="2021-05-29T20:54:47.631" v="65380"/>
          <ac:spMkLst>
            <pc:docMk/>
            <pc:sldMk cId="2458866407" sldId="2146846055"/>
            <ac:spMk id="141" creationId="{33F4899C-3CB1-4ADA-8BCF-D6DED8008CA6}"/>
          </ac:spMkLst>
        </pc:spChg>
        <pc:spChg chg="add mod ord">
          <ac:chgData name="Ken Popkin" userId="3c94c39e-c43b-4805-99ab-8da17777f1ac" providerId="ADAL" clId="{E440F346-DC68-4DD4-BA80-8DE6476F8949}" dt="2021-05-29T20:54:47.631" v="65382"/>
          <ac:spMkLst>
            <pc:docMk/>
            <pc:sldMk cId="2458866407" sldId="2146846055"/>
            <ac:spMk id="142" creationId="{8DEA502A-33CE-4B81-A8E6-B75DE5AD438B}"/>
          </ac:spMkLst>
        </pc:spChg>
        <pc:spChg chg="add mod">
          <ac:chgData name="Ken Popkin" userId="3c94c39e-c43b-4805-99ab-8da17777f1ac" providerId="ADAL" clId="{E440F346-DC68-4DD4-BA80-8DE6476F8949}" dt="2021-05-29T20:54:47.599" v="65226"/>
          <ac:spMkLst>
            <pc:docMk/>
            <pc:sldMk cId="2458866407" sldId="2146846055"/>
            <ac:spMk id="143" creationId="{CF6E2154-A6A3-42F4-9D20-FE640BDB820F}"/>
          </ac:spMkLst>
        </pc:spChg>
        <pc:spChg chg="add mod ord">
          <ac:chgData name="Ken Popkin" userId="3c94c39e-c43b-4805-99ab-8da17777f1ac" providerId="ADAL" clId="{E440F346-DC68-4DD4-BA80-8DE6476F8949}" dt="2021-05-29T20:54:47.631" v="65384"/>
          <ac:spMkLst>
            <pc:docMk/>
            <pc:sldMk cId="2458866407" sldId="2146846055"/>
            <ac:spMk id="144" creationId="{3F1A8186-F132-48CB-866B-018B8DC3BD5F}"/>
          </ac:spMkLst>
        </pc:spChg>
        <pc:spChg chg="add mod ord">
          <ac:chgData name="Ken Popkin" userId="3c94c39e-c43b-4805-99ab-8da17777f1ac" providerId="ADAL" clId="{E440F346-DC68-4DD4-BA80-8DE6476F8949}" dt="2021-05-29T20:54:47.632" v="65386"/>
          <ac:spMkLst>
            <pc:docMk/>
            <pc:sldMk cId="2458866407" sldId="2146846055"/>
            <ac:spMk id="145" creationId="{FBB1C7F7-1ED9-4666-86B0-99EFEA7CBDFF}"/>
          </ac:spMkLst>
        </pc:spChg>
        <pc:spChg chg="add mod">
          <ac:chgData name="Ken Popkin" userId="3c94c39e-c43b-4805-99ab-8da17777f1ac" providerId="ADAL" clId="{E440F346-DC68-4DD4-BA80-8DE6476F8949}" dt="2021-05-29T20:54:47.599" v="65227"/>
          <ac:spMkLst>
            <pc:docMk/>
            <pc:sldMk cId="2458866407" sldId="2146846055"/>
            <ac:spMk id="146" creationId="{D73950A7-3F1F-4C32-BE16-F4F558773751}"/>
          </ac:spMkLst>
        </pc:spChg>
        <pc:spChg chg="add mod ord">
          <ac:chgData name="Ken Popkin" userId="3c94c39e-c43b-4805-99ab-8da17777f1ac" providerId="ADAL" clId="{E440F346-DC68-4DD4-BA80-8DE6476F8949}" dt="2021-05-29T20:54:47.633" v="65388"/>
          <ac:spMkLst>
            <pc:docMk/>
            <pc:sldMk cId="2458866407" sldId="2146846055"/>
            <ac:spMk id="147" creationId="{ACF34B51-7446-4A44-81FE-C4AA9ED8C5A2}"/>
          </ac:spMkLst>
        </pc:spChg>
        <pc:spChg chg="add mod ord">
          <ac:chgData name="Ken Popkin" userId="3c94c39e-c43b-4805-99ab-8da17777f1ac" providerId="ADAL" clId="{E440F346-DC68-4DD4-BA80-8DE6476F8949}" dt="2021-05-29T20:54:47.633" v="65390"/>
          <ac:spMkLst>
            <pc:docMk/>
            <pc:sldMk cId="2458866407" sldId="2146846055"/>
            <ac:spMk id="148" creationId="{D68ACAAB-0412-4D83-B92C-3BB08E8D0B47}"/>
          </ac:spMkLst>
        </pc:spChg>
        <pc:cxnChg chg="add mod ord">
          <ac:chgData name="Ken Popkin" userId="3c94c39e-c43b-4805-99ab-8da17777f1ac" providerId="ADAL" clId="{E440F346-DC68-4DD4-BA80-8DE6476F8949}" dt="2021-05-29T20:54:47.582" v="65171"/>
          <ac:cxnSpMkLst>
            <pc:docMk/>
            <pc:sldMk cId="2458866407" sldId="2146846055"/>
            <ac:cxnSpMk id="23" creationId="{D79A7261-F2A4-42E0-8782-1F3B47B7F6F2}"/>
          </ac:cxnSpMkLst>
        </pc:cxnChg>
        <pc:cxnChg chg="add mod ord">
          <ac:chgData name="Ken Popkin" userId="3c94c39e-c43b-4805-99ab-8da17777f1ac" providerId="ADAL" clId="{E440F346-DC68-4DD4-BA80-8DE6476F8949}" dt="2021-05-29T20:54:47.583" v="65173"/>
          <ac:cxnSpMkLst>
            <pc:docMk/>
            <pc:sldMk cId="2458866407" sldId="2146846055"/>
            <ac:cxnSpMk id="24" creationId="{1C32A77D-6780-45AF-AFF1-977A47445694}"/>
          </ac:cxnSpMkLst>
        </pc:cxnChg>
        <pc:cxnChg chg="add mod ord">
          <ac:chgData name="Ken Popkin" userId="3c94c39e-c43b-4805-99ab-8da17777f1ac" providerId="ADAL" clId="{E440F346-DC68-4DD4-BA80-8DE6476F8949}" dt="2021-05-29T20:54:47.583" v="65175"/>
          <ac:cxnSpMkLst>
            <pc:docMk/>
            <pc:sldMk cId="2458866407" sldId="2146846055"/>
            <ac:cxnSpMk id="25" creationId="{73624767-911E-4FDF-B1B8-3A572A922871}"/>
          </ac:cxnSpMkLst>
        </pc:cxnChg>
        <pc:cxnChg chg="add mod ord">
          <ac:chgData name="Ken Popkin" userId="3c94c39e-c43b-4805-99ab-8da17777f1ac" providerId="ADAL" clId="{E440F346-DC68-4DD4-BA80-8DE6476F8949}" dt="2021-05-29T20:54:47.584" v="65177"/>
          <ac:cxnSpMkLst>
            <pc:docMk/>
            <pc:sldMk cId="2458866407" sldId="2146846055"/>
            <ac:cxnSpMk id="26" creationId="{FCA00CF7-8FC4-40DA-A6C0-5B886EF7774C}"/>
          </ac:cxnSpMkLst>
        </pc:cxnChg>
        <pc:cxnChg chg="add mod ord">
          <ac:chgData name="Ken Popkin" userId="3c94c39e-c43b-4805-99ab-8da17777f1ac" providerId="ADAL" clId="{E440F346-DC68-4DD4-BA80-8DE6476F8949}" dt="2021-05-29T20:54:47.586" v="65184"/>
          <ac:cxnSpMkLst>
            <pc:docMk/>
            <pc:sldMk cId="2458866407" sldId="2146846055"/>
            <ac:cxnSpMk id="51" creationId="{B0E0B967-8641-4CB0-8C90-9632C0CB8AC9}"/>
          </ac:cxnSpMkLst>
        </pc:cxnChg>
        <pc:cxnChg chg="add mod ord">
          <ac:chgData name="Ken Popkin" userId="3c94c39e-c43b-4805-99ab-8da17777f1ac" providerId="ADAL" clId="{E440F346-DC68-4DD4-BA80-8DE6476F8949}" dt="2021-05-29T20:54:47.586" v="65186"/>
          <ac:cxnSpMkLst>
            <pc:docMk/>
            <pc:sldMk cId="2458866407" sldId="2146846055"/>
            <ac:cxnSpMk id="52" creationId="{ACD38117-36C5-4F06-8B03-C3333B59E278}"/>
          </ac:cxnSpMkLst>
        </pc:cxnChg>
        <pc:cxnChg chg="add mod ord">
          <ac:chgData name="Ken Popkin" userId="3c94c39e-c43b-4805-99ab-8da17777f1ac" providerId="ADAL" clId="{E440F346-DC68-4DD4-BA80-8DE6476F8949}" dt="2021-05-29T20:54:47.587" v="65188"/>
          <ac:cxnSpMkLst>
            <pc:docMk/>
            <pc:sldMk cId="2458866407" sldId="2146846055"/>
            <ac:cxnSpMk id="53" creationId="{EC4796CF-4BCE-4BCE-B8F2-B567E0F66122}"/>
          </ac:cxnSpMkLst>
        </pc:cxnChg>
        <pc:cxnChg chg="add mod ord">
          <ac:chgData name="Ken Popkin" userId="3c94c39e-c43b-4805-99ab-8da17777f1ac" providerId="ADAL" clId="{E440F346-DC68-4DD4-BA80-8DE6476F8949}" dt="2021-05-29T20:54:47.588" v="65190"/>
          <ac:cxnSpMkLst>
            <pc:docMk/>
            <pc:sldMk cId="2458866407" sldId="2146846055"/>
            <ac:cxnSpMk id="54" creationId="{21D3FA03-A9AA-4B98-935D-C0B34E465530}"/>
          </ac:cxnSpMkLst>
        </pc:cxnChg>
        <pc:cxnChg chg="add mod ord">
          <ac:chgData name="Ken Popkin" userId="3c94c39e-c43b-4805-99ab-8da17777f1ac" providerId="ADAL" clId="{E440F346-DC68-4DD4-BA80-8DE6476F8949}" dt="2021-05-29T20:54:47.588" v="65192"/>
          <ac:cxnSpMkLst>
            <pc:docMk/>
            <pc:sldMk cId="2458866407" sldId="2146846055"/>
            <ac:cxnSpMk id="55" creationId="{8EA0F149-BE70-4BD2-B172-20D201254D42}"/>
          </ac:cxnSpMkLst>
        </pc:cxnChg>
        <pc:cxnChg chg="add mod ord">
          <ac:chgData name="Ken Popkin" userId="3c94c39e-c43b-4805-99ab-8da17777f1ac" providerId="ADAL" clId="{E440F346-DC68-4DD4-BA80-8DE6476F8949}" dt="2021-05-29T20:54:47.588" v="65194"/>
          <ac:cxnSpMkLst>
            <pc:docMk/>
            <pc:sldMk cId="2458866407" sldId="2146846055"/>
            <ac:cxnSpMk id="56" creationId="{C46519AE-7C92-44CD-AAA9-11CAB9F838FB}"/>
          </ac:cxnSpMkLst>
        </pc:cxnChg>
        <pc:cxnChg chg="add mod ord">
          <ac:chgData name="Ken Popkin" userId="3c94c39e-c43b-4805-99ab-8da17777f1ac" providerId="ADAL" clId="{E440F346-DC68-4DD4-BA80-8DE6476F8949}" dt="2021-05-29T20:54:47.589" v="65196"/>
          <ac:cxnSpMkLst>
            <pc:docMk/>
            <pc:sldMk cId="2458866407" sldId="2146846055"/>
            <ac:cxnSpMk id="57" creationId="{ED68C77F-2971-43AA-A38D-EF3AF6EAC7A4}"/>
          </ac:cxnSpMkLst>
        </pc:cxnChg>
        <pc:cxnChg chg="add mod ord">
          <ac:chgData name="Ken Popkin" userId="3c94c39e-c43b-4805-99ab-8da17777f1ac" providerId="ADAL" clId="{E440F346-DC68-4DD4-BA80-8DE6476F8949}" dt="2021-05-29T20:54:47.589" v="65198"/>
          <ac:cxnSpMkLst>
            <pc:docMk/>
            <pc:sldMk cId="2458866407" sldId="2146846055"/>
            <ac:cxnSpMk id="58" creationId="{BEE16923-CA76-4429-8312-38EC7DF1C926}"/>
          </ac:cxnSpMkLst>
        </pc:cxnChg>
        <pc:cxnChg chg="add mod ord">
          <ac:chgData name="Ken Popkin" userId="3c94c39e-c43b-4805-99ab-8da17777f1ac" providerId="ADAL" clId="{E440F346-DC68-4DD4-BA80-8DE6476F8949}" dt="2021-05-29T20:54:47.590" v="65200"/>
          <ac:cxnSpMkLst>
            <pc:docMk/>
            <pc:sldMk cId="2458866407" sldId="2146846055"/>
            <ac:cxnSpMk id="59" creationId="{A33EF48B-31A0-4435-988F-D5100F640BA0}"/>
          </ac:cxnSpMkLst>
        </pc:cxnChg>
        <pc:cxnChg chg="add mod ord">
          <ac:chgData name="Ken Popkin" userId="3c94c39e-c43b-4805-99ab-8da17777f1ac" providerId="ADAL" clId="{E440F346-DC68-4DD4-BA80-8DE6476F8949}" dt="2021-05-29T20:54:47.590" v="65202"/>
          <ac:cxnSpMkLst>
            <pc:docMk/>
            <pc:sldMk cId="2458866407" sldId="2146846055"/>
            <ac:cxnSpMk id="60" creationId="{F1BBD2A0-7565-4481-A952-9CAED328CCC5}"/>
          </ac:cxnSpMkLst>
        </pc:cxnChg>
      </pc:sldChg>
      <pc:sldChg chg="addSp delSp modSp add del mod setBg">
        <pc:chgData name="Ken Popkin" userId="3c94c39e-c43b-4805-99ab-8da17777f1ac" providerId="ADAL" clId="{E440F346-DC68-4DD4-BA80-8DE6476F8949}" dt="2021-05-29T21:49:07.885" v="77111" actId="47"/>
        <pc:sldMkLst>
          <pc:docMk/>
          <pc:sldMk cId="3651431723" sldId="2146846055"/>
        </pc:sldMkLst>
        <pc:spChg chg="mod ord">
          <ac:chgData name="Ken Popkin" userId="3c94c39e-c43b-4805-99ab-8da17777f1ac" providerId="ADAL" clId="{E440F346-DC68-4DD4-BA80-8DE6476F8949}" dt="2021-05-29T21:48:56.600" v="77110"/>
          <ac:spMkLst>
            <pc:docMk/>
            <pc:sldMk cId="3651431723" sldId="2146846055"/>
            <ac:spMk id="2" creationId="{C0CD0667-3DBC-499E-BAA0-A19C5530556A}"/>
          </ac:spMkLst>
        </pc:spChg>
        <pc:spChg chg="mod ord">
          <ac:chgData name="Ken Popkin" userId="3c94c39e-c43b-4805-99ab-8da17777f1ac" providerId="ADAL" clId="{E440F346-DC68-4DD4-BA80-8DE6476F8949}" dt="2021-05-29T21:48:56.599" v="77108"/>
          <ac:spMkLst>
            <pc:docMk/>
            <pc:sldMk cId="3651431723" sldId="2146846055"/>
            <ac:spMk id="3" creationId="{96BE8A57-35E2-47B3-B137-17B275387084}"/>
          </ac:spMkLst>
        </pc:spChg>
        <pc:spChg chg="mod ord">
          <ac:chgData name="Ken Popkin" userId="3c94c39e-c43b-4805-99ab-8da17777f1ac" providerId="ADAL" clId="{E440F346-DC68-4DD4-BA80-8DE6476F8949}" dt="2021-05-29T21:48:56.599" v="77106"/>
          <ac:spMkLst>
            <pc:docMk/>
            <pc:sldMk cId="3651431723" sldId="2146846055"/>
            <ac:spMk id="4" creationId="{B16B4C3E-F559-4A91-83E4-B2A7119D619B}"/>
          </ac:spMkLst>
        </pc:spChg>
        <pc:spChg chg="add mod ord modVis">
          <ac:chgData name="Ken Popkin" userId="3c94c39e-c43b-4805-99ab-8da17777f1ac" providerId="ADAL" clId="{E440F346-DC68-4DD4-BA80-8DE6476F8949}" dt="2021-05-29T21:48:55.580" v="76911"/>
          <ac:spMkLst>
            <pc:docMk/>
            <pc:sldMk cId="3651431723" sldId="2146846055"/>
            <ac:spMk id="5" creationId="{CD104446-7BAC-4ADB-83C6-00D08B7A892D}"/>
          </ac:spMkLst>
        </pc:spChg>
        <pc:spChg chg="add mod ord">
          <ac:chgData name="Ken Popkin" userId="3c94c39e-c43b-4805-99ab-8da17777f1ac" providerId="ADAL" clId="{E440F346-DC68-4DD4-BA80-8DE6476F8949}" dt="2021-05-29T21:48:55.582" v="76915"/>
          <ac:spMkLst>
            <pc:docMk/>
            <pc:sldMk cId="3651431723" sldId="2146846055"/>
            <ac:spMk id="6" creationId="{20FD94AD-53C9-41D2-B2A2-AEB7F7396F05}"/>
          </ac:spMkLst>
        </pc:spChg>
        <pc:spChg chg="add mod">
          <ac:chgData name="Ken Popkin" userId="3c94c39e-c43b-4805-99ab-8da17777f1ac" providerId="ADAL" clId="{E440F346-DC68-4DD4-BA80-8DE6476F8949}" dt="2021-05-29T21:48:55.583" v="76917"/>
          <ac:spMkLst>
            <pc:docMk/>
            <pc:sldMk cId="3651431723" sldId="2146846055"/>
            <ac:spMk id="7" creationId="{0B509AA1-D8D8-490A-8277-6DFDB550AF9D}"/>
          </ac:spMkLst>
        </pc:spChg>
        <pc:spChg chg="add mod modVis">
          <ac:chgData name="Ken Popkin" userId="3c94c39e-c43b-4805-99ab-8da17777f1ac" providerId="ADAL" clId="{E440F346-DC68-4DD4-BA80-8DE6476F8949}" dt="2021-05-29T21:48:55.586" v="76919"/>
          <ac:spMkLst>
            <pc:docMk/>
            <pc:sldMk cId="3651431723" sldId="2146846055"/>
            <ac:spMk id="8" creationId="{6127A398-420D-47B4-87D0-DDFF72B0E88A}"/>
          </ac:spMkLst>
        </pc:spChg>
        <pc:spChg chg="add mod modVis">
          <ac:chgData name="Ken Popkin" userId="3c94c39e-c43b-4805-99ab-8da17777f1ac" providerId="ADAL" clId="{E440F346-DC68-4DD4-BA80-8DE6476F8949}" dt="2021-05-29T21:48:55.587" v="76922"/>
          <ac:spMkLst>
            <pc:docMk/>
            <pc:sldMk cId="3651431723" sldId="2146846055"/>
            <ac:spMk id="9" creationId="{61A2741B-E240-41B4-AFF3-44FE3C7EB65D}"/>
          </ac:spMkLst>
        </pc:spChg>
        <pc:spChg chg="add mod ord modVis">
          <ac:chgData name="Ken Popkin" userId="3c94c39e-c43b-4805-99ab-8da17777f1ac" providerId="ADAL" clId="{E440F346-DC68-4DD4-BA80-8DE6476F8949}" dt="2021-05-29T21:46:20.703" v="75700"/>
          <ac:spMkLst>
            <pc:docMk/>
            <pc:sldMk cId="3651431723" sldId="2146846055"/>
            <ac:spMk id="10" creationId="{D222A301-13F6-4994-B520-46057FDDCE36}"/>
          </ac:spMkLst>
        </pc:spChg>
        <pc:spChg chg="add mod ord">
          <ac:chgData name="Ken Popkin" userId="3c94c39e-c43b-4805-99ab-8da17777f1ac" providerId="ADAL" clId="{E440F346-DC68-4DD4-BA80-8DE6476F8949}" dt="2021-05-29T21:48:55.589" v="76926"/>
          <ac:spMkLst>
            <pc:docMk/>
            <pc:sldMk cId="3651431723" sldId="2146846055"/>
            <ac:spMk id="11" creationId="{3BD75CD5-90F8-477A-8BE5-A670DA45EDE3}"/>
          </ac:spMkLst>
        </pc:spChg>
        <pc:spChg chg="add mod ord">
          <ac:chgData name="Ken Popkin" userId="3c94c39e-c43b-4805-99ab-8da17777f1ac" providerId="ADAL" clId="{E440F346-DC68-4DD4-BA80-8DE6476F8949}" dt="2021-05-29T21:48:55.590" v="76930"/>
          <ac:spMkLst>
            <pc:docMk/>
            <pc:sldMk cId="3651431723" sldId="2146846055"/>
            <ac:spMk id="12" creationId="{C4D42999-5482-406C-B786-C196BCA06150}"/>
          </ac:spMkLst>
        </pc:spChg>
        <pc:spChg chg="add mod ord">
          <ac:chgData name="Ken Popkin" userId="3c94c39e-c43b-4805-99ab-8da17777f1ac" providerId="ADAL" clId="{E440F346-DC68-4DD4-BA80-8DE6476F8949}" dt="2021-05-29T21:48:55.591" v="76934"/>
          <ac:spMkLst>
            <pc:docMk/>
            <pc:sldMk cId="3651431723" sldId="2146846055"/>
            <ac:spMk id="13" creationId="{0BA8A38C-57D2-4BDB-B199-C9CC2A371B3A}"/>
          </ac:spMkLst>
        </pc:spChg>
        <pc:spChg chg="add mod ord">
          <ac:chgData name="Ken Popkin" userId="3c94c39e-c43b-4805-99ab-8da17777f1ac" providerId="ADAL" clId="{E440F346-DC68-4DD4-BA80-8DE6476F8949}" dt="2021-05-29T21:48:55.592" v="76938"/>
          <ac:spMkLst>
            <pc:docMk/>
            <pc:sldMk cId="3651431723" sldId="2146846055"/>
            <ac:spMk id="14" creationId="{6B356BE7-FAB7-4712-9B8F-0F15220A6FA3}"/>
          </ac:spMkLst>
        </pc:spChg>
        <pc:spChg chg="add del mod ord">
          <ac:chgData name="Ken Popkin" userId="3c94c39e-c43b-4805-99ab-8da17777f1ac" providerId="ADAL" clId="{E440F346-DC68-4DD4-BA80-8DE6476F8949}" dt="2021-05-29T21:46:36.558" v="76110"/>
          <ac:spMkLst>
            <pc:docMk/>
            <pc:sldMk cId="3651431723" sldId="2146846055"/>
            <ac:spMk id="15" creationId="{BD135C94-73E7-49B7-A011-3AE7AEE56503}"/>
          </ac:spMkLst>
        </pc:spChg>
        <pc:spChg chg="add del mod ord">
          <ac:chgData name="Ken Popkin" userId="3c94c39e-c43b-4805-99ab-8da17777f1ac" providerId="ADAL" clId="{E440F346-DC68-4DD4-BA80-8DE6476F8949}" dt="2021-05-29T21:46:36.558" v="76112"/>
          <ac:spMkLst>
            <pc:docMk/>
            <pc:sldMk cId="3651431723" sldId="2146846055"/>
            <ac:spMk id="16" creationId="{CA721635-B828-43A5-9D51-F5F552C99631}"/>
          </ac:spMkLst>
        </pc:spChg>
        <pc:spChg chg="add del mod ord">
          <ac:chgData name="Ken Popkin" userId="3c94c39e-c43b-4805-99ab-8da17777f1ac" providerId="ADAL" clId="{E440F346-DC68-4DD4-BA80-8DE6476F8949}" dt="2021-05-29T21:46:36.558" v="76114"/>
          <ac:spMkLst>
            <pc:docMk/>
            <pc:sldMk cId="3651431723" sldId="2146846055"/>
            <ac:spMk id="17" creationId="{09562476-B323-4564-A992-35F786D8E0F8}"/>
          </ac:spMkLst>
        </pc:spChg>
        <pc:spChg chg="add del mod ord">
          <ac:chgData name="Ken Popkin" userId="3c94c39e-c43b-4805-99ab-8da17777f1ac" providerId="ADAL" clId="{E440F346-DC68-4DD4-BA80-8DE6476F8949}" dt="2021-05-29T21:46:36.560" v="76116"/>
          <ac:spMkLst>
            <pc:docMk/>
            <pc:sldMk cId="3651431723" sldId="2146846055"/>
            <ac:spMk id="18" creationId="{896C2502-D84E-44E7-9005-890D071D9516}"/>
          </ac:spMkLst>
        </pc:spChg>
        <pc:spChg chg="add del mod ord">
          <ac:chgData name="Ken Popkin" userId="3c94c39e-c43b-4805-99ab-8da17777f1ac" providerId="ADAL" clId="{E440F346-DC68-4DD4-BA80-8DE6476F8949}" dt="2021-05-29T21:46:36.560" v="76118"/>
          <ac:spMkLst>
            <pc:docMk/>
            <pc:sldMk cId="3651431723" sldId="2146846055"/>
            <ac:spMk id="19" creationId="{90166F24-9750-4422-B4A8-86E0B3292DBC}"/>
          </ac:spMkLst>
        </pc:spChg>
        <pc:spChg chg="add del mod ord">
          <ac:chgData name="Ken Popkin" userId="3c94c39e-c43b-4805-99ab-8da17777f1ac" providerId="ADAL" clId="{E440F346-DC68-4DD4-BA80-8DE6476F8949}" dt="2021-05-29T21:46:36.560" v="76120"/>
          <ac:spMkLst>
            <pc:docMk/>
            <pc:sldMk cId="3651431723" sldId="2146846055"/>
            <ac:spMk id="20" creationId="{D4156D78-A576-4ACB-A42D-89768FC28E6C}"/>
          </ac:spMkLst>
        </pc:spChg>
        <pc:spChg chg="add mod ord">
          <ac:chgData name="Ken Popkin" userId="3c94c39e-c43b-4805-99ab-8da17777f1ac" providerId="ADAL" clId="{E440F346-DC68-4DD4-BA80-8DE6476F8949}" dt="2021-05-29T21:48:55.593" v="76942"/>
          <ac:spMkLst>
            <pc:docMk/>
            <pc:sldMk cId="3651431723" sldId="2146846055"/>
            <ac:spMk id="21" creationId="{83BFE6AE-51CD-4269-8FBA-EE4D7FD41732}"/>
          </ac:spMkLst>
        </pc:spChg>
        <pc:spChg chg="add mod ord">
          <ac:chgData name="Ken Popkin" userId="3c94c39e-c43b-4805-99ab-8da17777f1ac" providerId="ADAL" clId="{E440F346-DC68-4DD4-BA80-8DE6476F8949}" dt="2021-05-29T21:48:55.594" v="76946"/>
          <ac:spMkLst>
            <pc:docMk/>
            <pc:sldMk cId="3651431723" sldId="2146846055"/>
            <ac:spMk id="22" creationId="{7CEACCAC-58DD-4B70-B828-40F75469E203}"/>
          </ac:spMkLst>
        </pc:spChg>
        <pc:spChg chg="add mod">
          <ac:chgData name="Ken Popkin" userId="3c94c39e-c43b-4805-99ab-8da17777f1ac" providerId="ADAL" clId="{E440F346-DC68-4DD4-BA80-8DE6476F8949}" dt="2021-05-29T21:48:55.596" v="76947"/>
          <ac:spMkLst>
            <pc:docMk/>
            <pc:sldMk cId="3651431723" sldId="2146846055"/>
            <ac:spMk id="23" creationId="{F40D163E-2329-47F2-97D7-3B23D78CC525}"/>
          </ac:spMkLst>
        </pc:spChg>
        <pc:spChg chg="add mod">
          <ac:chgData name="Ken Popkin" userId="3c94c39e-c43b-4805-99ab-8da17777f1ac" providerId="ADAL" clId="{E440F346-DC68-4DD4-BA80-8DE6476F8949}" dt="2021-05-29T21:48:55.598" v="76950"/>
          <ac:spMkLst>
            <pc:docMk/>
            <pc:sldMk cId="3651431723" sldId="2146846055"/>
            <ac:spMk id="24" creationId="{AB5FA928-4C69-43A4-8CC0-57A36A31C1F7}"/>
          </ac:spMkLst>
        </pc:spChg>
        <pc:spChg chg="add mod ord">
          <ac:chgData name="Ken Popkin" userId="3c94c39e-c43b-4805-99ab-8da17777f1ac" providerId="ADAL" clId="{E440F346-DC68-4DD4-BA80-8DE6476F8949}" dt="2021-05-29T21:48:55.599" v="76952"/>
          <ac:spMkLst>
            <pc:docMk/>
            <pc:sldMk cId="3651431723" sldId="2146846055"/>
            <ac:spMk id="25" creationId="{BA70A9C8-D456-4E4E-8681-ED802E1EB746}"/>
          </ac:spMkLst>
        </pc:spChg>
        <pc:spChg chg="add mod">
          <ac:chgData name="Ken Popkin" userId="3c94c39e-c43b-4805-99ab-8da17777f1ac" providerId="ADAL" clId="{E440F346-DC68-4DD4-BA80-8DE6476F8949}" dt="2021-05-29T21:48:55.599" v="76953"/>
          <ac:spMkLst>
            <pc:docMk/>
            <pc:sldMk cId="3651431723" sldId="2146846055"/>
            <ac:spMk id="26" creationId="{96393D21-A27C-48FD-8051-5E61575A81E1}"/>
          </ac:spMkLst>
        </pc:spChg>
        <pc:spChg chg="add mod">
          <ac:chgData name="Ken Popkin" userId="3c94c39e-c43b-4805-99ab-8da17777f1ac" providerId="ADAL" clId="{E440F346-DC68-4DD4-BA80-8DE6476F8949}" dt="2021-05-29T21:48:55.600" v="76954"/>
          <ac:spMkLst>
            <pc:docMk/>
            <pc:sldMk cId="3651431723" sldId="2146846055"/>
            <ac:spMk id="27" creationId="{133EBBD7-9D0B-48EC-881F-C80029C57318}"/>
          </ac:spMkLst>
        </pc:spChg>
        <pc:spChg chg="add mod ord">
          <ac:chgData name="Ken Popkin" userId="3c94c39e-c43b-4805-99ab-8da17777f1ac" providerId="ADAL" clId="{E440F346-DC68-4DD4-BA80-8DE6476F8949}" dt="2021-05-29T21:48:55.601" v="76956"/>
          <ac:spMkLst>
            <pc:docMk/>
            <pc:sldMk cId="3651431723" sldId="2146846055"/>
            <ac:spMk id="28" creationId="{653C9E66-0845-4BEE-BC30-6833A7D65842}"/>
          </ac:spMkLst>
        </pc:spChg>
        <pc:spChg chg="add mod">
          <ac:chgData name="Ken Popkin" userId="3c94c39e-c43b-4805-99ab-8da17777f1ac" providerId="ADAL" clId="{E440F346-DC68-4DD4-BA80-8DE6476F8949}" dt="2021-05-29T21:48:55.602" v="76957"/>
          <ac:spMkLst>
            <pc:docMk/>
            <pc:sldMk cId="3651431723" sldId="2146846055"/>
            <ac:spMk id="29" creationId="{3BCD9909-A74B-4C9D-B7F9-7164DCC41546}"/>
          </ac:spMkLst>
        </pc:spChg>
        <pc:spChg chg="add mod">
          <ac:chgData name="Ken Popkin" userId="3c94c39e-c43b-4805-99ab-8da17777f1ac" providerId="ADAL" clId="{E440F346-DC68-4DD4-BA80-8DE6476F8949}" dt="2021-05-29T21:48:55.602" v="76958"/>
          <ac:spMkLst>
            <pc:docMk/>
            <pc:sldMk cId="3651431723" sldId="2146846055"/>
            <ac:spMk id="30" creationId="{750E8A0C-4E50-41FE-AD99-0B018C706A40}"/>
          </ac:spMkLst>
        </pc:spChg>
        <pc:spChg chg="add mod ord">
          <ac:chgData name="Ken Popkin" userId="3c94c39e-c43b-4805-99ab-8da17777f1ac" providerId="ADAL" clId="{E440F346-DC68-4DD4-BA80-8DE6476F8949}" dt="2021-05-29T21:48:55.603" v="76960"/>
          <ac:spMkLst>
            <pc:docMk/>
            <pc:sldMk cId="3651431723" sldId="2146846055"/>
            <ac:spMk id="31" creationId="{970F55A0-A828-41E5-8222-3C3F3BB018C5}"/>
          </ac:spMkLst>
        </pc:spChg>
        <pc:spChg chg="add mod">
          <ac:chgData name="Ken Popkin" userId="3c94c39e-c43b-4805-99ab-8da17777f1ac" providerId="ADAL" clId="{E440F346-DC68-4DD4-BA80-8DE6476F8949}" dt="2021-05-29T21:48:55.603" v="76961"/>
          <ac:spMkLst>
            <pc:docMk/>
            <pc:sldMk cId="3651431723" sldId="2146846055"/>
            <ac:spMk id="32" creationId="{CB0AA886-338A-43F3-AA0E-45D948B818C0}"/>
          </ac:spMkLst>
        </pc:spChg>
        <pc:spChg chg="add mod">
          <ac:chgData name="Ken Popkin" userId="3c94c39e-c43b-4805-99ab-8da17777f1ac" providerId="ADAL" clId="{E440F346-DC68-4DD4-BA80-8DE6476F8949}" dt="2021-05-29T21:48:55.604" v="76962"/>
          <ac:spMkLst>
            <pc:docMk/>
            <pc:sldMk cId="3651431723" sldId="2146846055"/>
            <ac:spMk id="33" creationId="{B2160AC2-5B56-4853-A7CB-58572F5DBDF2}"/>
          </ac:spMkLst>
        </pc:spChg>
        <pc:spChg chg="add mod ord">
          <ac:chgData name="Ken Popkin" userId="3c94c39e-c43b-4805-99ab-8da17777f1ac" providerId="ADAL" clId="{E440F346-DC68-4DD4-BA80-8DE6476F8949}" dt="2021-05-29T21:48:55.605" v="76964"/>
          <ac:spMkLst>
            <pc:docMk/>
            <pc:sldMk cId="3651431723" sldId="2146846055"/>
            <ac:spMk id="34" creationId="{E72581F9-E3DE-4EF1-AE57-8323D048DC43}"/>
          </ac:spMkLst>
        </pc:spChg>
        <pc:spChg chg="add mod">
          <ac:chgData name="Ken Popkin" userId="3c94c39e-c43b-4805-99ab-8da17777f1ac" providerId="ADAL" clId="{E440F346-DC68-4DD4-BA80-8DE6476F8949}" dt="2021-05-29T21:48:55.605" v="76965"/>
          <ac:spMkLst>
            <pc:docMk/>
            <pc:sldMk cId="3651431723" sldId="2146846055"/>
            <ac:spMk id="35" creationId="{3DEC5F60-DA1F-417F-A42C-9E84826D495B}"/>
          </ac:spMkLst>
        </pc:spChg>
        <pc:spChg chg="add mod">
          <ac:chgData name="Ken Popkin" userId="3c94c39e-c43b-4805-99ab-8da17777f1ac" providerId="ADAL" clId="{E440F346-DC68-4DD4-BA80-8DE6476F8949}" dt="2021-05-29T21:48:55.605" v="76966"/>
          <ac:spMkLst>
            <pc:docMk/>
            <pc:sldMk cId="3651431723" sldId="2146846055"/>
            <ac:spMk id="36" creationId="{F33640F5-31A3-4E4E-BC97-1287AFFA9AD8}"/>
          </ac:spMkLst>
        </pc:spChg>
        <pc:spChg chg="add mod ord">
          <ac:chgData name="Ken Popkin" userId="3c94c39e-c43b-4805-99ab-8da17777f1ac" providerId="ADAL" clId="{E440F346-DC68-4DD4-BA80-8DE6476F8949}" dt="2021-05-29T21:48:55.606" v="76968"/>
          <ac:spMkLst>
            <pc:docMk/>
            <pc:sldMk cId="3651431723" sldId="2146846055"/>
            <ac:spMk id="37" creationId="{322ED245-F81A-4CD3-B90B-36981C1D1C1E}"/>
          </ac:spMkLst>
        </pc:spChg>
        <pc:spChg chg="add del mod">
          <ac:chgData name="Ken Popkin" userId="3c94c39e-c43b-4805-99ab-8da17777f1ac" providerId="ADAL" clId="{E440F346-DC68-4DD4-BA80-8DE6476F8949}" dt="2021-05-29T21:44:46.240" v="73976"/>
          <ac:spMkLst>
            <pc:docMk/>
            <pc:sldMk cId="3651431723" sldId="2146846055"/>
            <ac:spMk id="47" creationId="{C7BE58AD-3EBD-49E9-B5AD-CDE1DA9A62C8}"/>
          </ac:spMkLst>
        </pc:spChg>
        <pc:spChg chg="add mod ord">
          <ac:chgData name="Ken Popkin" userId="3c94c39e-c43b-4805-99ab-8da17777f1ac" providerId="ADAL" clId="{E440F346-DC68-4DD4-BA80-8DE6476F8949}" dt="2021-05-29T21:48:55.609" v="76974"/>
          <ac:spMkLst>
            <pc:docMk/>
            <pc:sldMk cId="3651431723" sldId="2146846055"/>
            <ac:spMk id="48" creationId="{DE719365-DE45-4A15-B8FC-A7D1FF961EB9}"/>
          </ac:spMkLst>
        </pc:spChg>
        <pc:spChg chg="add mod ord">
          <ac:chgData name="Ken Popkin" userId="3c94c39e-c43b-4805-99ab-8da17777f1ac" providerId="ADAL" clId="{E440F346-DC68-4DD4-BA80-8DE6476F8949}" dt="2021-05-29T21:48:55.609" v="76978"/>
          <ac:spMkLst>
            <pc:docMk/>
            <pc:sldMk cId="3651431723" sldId="2146846055"/>
            <ac:spMk id="49" creationId="{DB3357FD-F3C0-4F7A-AEDE-EA7D3FEDC700}"/>
          </ac:spMkLst>
        </pc:spChg>
        <pc:spChg chg="add del mod">
          <ac:chgData name="Ken Popkin" userId="3c94c39e-c43b-4805-99ab-8da17777f1ac" providerId="ADAL" clId="{E440F346-DC68-4DD4-BA80-8DE6476F8949}" dt="2021-05-29T21:44:46.253" v="74008"/>
          <ac:spMkLst>
            <pc:docMk/>
            <pc:sldMk cId="3651431723" sldId="2146846055"/>
            <ac:spMk id="50" creationId="{6F5B1945-E69C-478F-BB7B-3F34026B0309}"/>
          </ac:spMkLst>
        </pc:spChg>
        <pc:spChg chg="add mod ord">
          <ac:chgData name="Ken Popkin" userId="3c94c39e-c43b-4805-99ab-8da17777f1ac" providerId="ADAL" clId="{E440F346-DC68-4DD4-BA80-8DE6476F8949}" dt="2021-05-29T21:48:55.612" v="76984"/>
          <ac:spMkLst>
            <pc:docMk/>
            <pc:sldMk cId="3651431723" sldId="2146846055"/>
            <ac:spMk id="51" creationId="{DB3D0DF9-5445-4E9D-BECE-43286F9DA2A6}"/>
          </ac:spMkLst>
        </pc:spChg>
        <pc:spChg chg="add mod ord">
          <ac:chgData name="Ken Popkin" userId="3c94c39e-c43b-4805-99ab-8da17777f1ac" providerId="ADAL" clId="{E440F346-DC68-4DD4-BA80-8DE6476F8949}" dt="2021-05-29T21:48:55.612" v="76988"/>
          <ac:spMkLst>
            <pc:docMk/>
            <pc:sldMk cId="3651431723" sldId="2146846055"/>
            <ac:spMk id="52" creationId="{5C931A60-418E-4316-B1FA-E938E256B6FF}"/>
          </ac:spMkLst>
        </pc:spChg>
        <pc:spChg chg="add del mod">
          <ac:chgData name="Ken Popkin" userId="3c94c39e-c43b-4805-99ab-8da17777f1ac" providerId="ADAL" clId="{E440F346-DC68-4DD4-BA80-8DE6476F8949}" dt="2021-05-29T21:44:46.270" v="74040"/>
          <ac:spMkLst>
            <pc:docMk/>
            <pc:sldMk cId="3651431723" sldId="2146846055"/>
            <ac:spMk id="53" creationId="{F52DC3D4-BC24-4FE0-8AFD-B4581D6AD538}"/>
          </ac:spMkLst>
        </pc:spChg>
        <pc:spChg chg="add mod ord">
          <ac:chgData name="Ken Popkin" userId="3c94c39e-c43b-4805-99ab-8da17777f1ac" providerId="ADAL" clId="{E440F346-DC68-4DD4-BA80-8DE6476F8949}" dt="2021-05-29T21:48:55.614" v="76994"/>
          <ac:spMkLst>
            <pc:docMk/>
            <pc:sldMk cId="3651431723" sldId="2146846055"/>
            <ac:spMk id="54" creationId="{5A921577-78F5-4B13-8D91-F579FBC78280}"/>
          </ac:spMkLst>
        </pc:spChg>
        <pc:spChg chg="add mod ord">
          <ac:chgData name="Ken Popkin" userId="3c94c39e-c43b-4805-99ab-8da17777f1ac" providerId="ADAL" clId="{E440F346-DC68-4DD4-BA80-8DE6476F8949}" dt="2021-05-29T21:48:55.615" v="76998"/>
          <ac:spMkLst>
            <pc:docMk/>
            <pc:sldMk cId="3651431723" sldId="2146846055"/>
            <ac:spMk id="55" creationId="{EEC2F93D-180F-4207-8BDB-B87C3CF1248D}"/>
          </ac:spMkLst>
        </pc:spChg>
        <pc:spChg chg="add del mod">
          <ac:chgData name="Ken Popkin" userId="3c94c39e-c43b-4805-99ab-8da17777f1ac" providerId="ADAL" clId="{E440F346-DC68-4DD4-BA80-8DE6476F8949}" dt="2021-05-29T21:44:46.288" v="74072"/>
          <ac:spMkLst>
            <pc:docMk/>
            <pc:sldMk cId="3651431723" sldId="2146846055"/>
            <ac:spMk id="56" creationId="{B1349D67-8740-4530-8281-B853952F4C6E}"/>
          </ac:spMkLst>
        </pc:spChg>
        <pc:spChg chg="add mod ord">
          <ac:chgData name="Ken Popkin" userId="3c94c39e-c43b-4805-99ab-8da17777f1ac" providerId="ADAL" clId="{E440F346-DC68-4DD4-BA80-8DE6476F8949}" dt="2021-05-29T21:48:55.616" v="77003"/>
          <ac:spMkLst>
            <pc:docMk/>
            <pc:sldMk cId="3651431723" sldId="2146846055"/>
            <ac:spMk id="57" creationId="{BA08614F-C561-422D-A7DB-2330C03FB0DB}"/>
          </ac:spMkLst>
        </pc:spChg>
        <pc:spChg chg="add mod ord">
          <ac:chgData name="Ken Popkin" userId="3c94c39e-c43b-4805-99ab-8da17777f1ac" providerId="ADAL" clId="{E440F346-DC68-4DD4-BA80-8DE6476F8949}" dt="2021-05-29T21:48:55.617" v="77007"/>
          <ac:spMkLst>
            <pc:docMk/>
            <pc:sldMk cId="3651431723" sldId="2146846055"/>
            <ac:spMk id="58" creationId="{F4F0550B-7C9B-48C6-A791-EF1F69E3B92D}"/>
          </ac:spMkLst>
        </pc:spChg>
        <pc:spChg chg="add del mod">
          <ac:chgData name="Ken Popkin" userId="3c94c39e-c43b-4805-99ab-8da17777f1ac" providerId="ADAL" clId="{E440F346-DC68-4DD4-BA80-8DE6476F8949}" dt="2021-05-29T21:44:46.309" v="74104"/>
          <ac:spMkLst>
            <pc:docMk/>
            <pc:sldMk cId="3651431723" sldId="2146846055"/>
            <ac:spMk id="59" creationId="{EC1F175A-4A43-4AD1-B64D-49D15206CB9E}"/>
          </ac:spMkLst>
        </pc:spChg>
        <pc:spChg chg="add mod ord">
          <ac:chgData name="Ken Popkin" userId="3c94c39e-c43b-4805-99ab-8da17777f1ac" providerId="ADAL" clId="{E440F346-DC68-4DD4-BA80-8DE6476F8949}" dt="2021-05-29T21:48:55.619" v="77012"/>
          <ac:spMkLst>
            <pc:docMk/>
            <pc:sldMk cId="3651431723" sldId="2146846055"/>
            <ac:spMk id="60" creationId="{85501A90-0E2B-425F-8EB6-4B02208A827F}"/>
          </ac:spMkLst>
        </pc:spChg>
        <pc:spChg chg="add mod ord">
          <ac:chgData name="Ken Popkin" userId="3c94c39e-c43b-4805-99ab-8da17777f1ac" providerId="ADAL" clId="{E440F346-DC68-4DD4-BA80-8DE6476F8949}" dt="2021-05-29T21:48:55.620" v="77016"/>
          <ac:spMkLst>
            <pc:docMk/>
            <pc:sldMk cId="3651431723" sldId="2146846055"/>
            <ac:spMk id="61" creationId="{8BB6C082-D6B7-43FB-A382-5AE2AB42650D}"/>
          </ac:spMkLst>
        </pc:spChg>
        <pc:spChg chg="add del mod">
          <ac:chgData name="Ken Popkin" userId="3c94c39e-c43b-4805-99ab-8da17777f1ac" providerId="ADAL" clId="{E440F346-DC68-4DD4-BA80-8DE6476F8949}" dt="2021-05-29T21:44:46.328" v="74136"/>
          <ac:spMkLst>
            <pc:docMk/>
            <pc:sldMk cId="3651431723" sldId="2146846055"/>
            <ac:spMk id="62" creationId="{49FC6052-F1B2-493A-9D41-23F93F32B98D}"/>
          </ac:spMkLst>
        </pc:spChg>
        <pc:spChg chg="add mod ord">
          <ac:chgData name="Ken Popkin" userId="3c94c39e-c43b-4805-99ab-8da17777f1ac" providerId="ADAL" clId="{E440F346-DC68-4DD4-BA80-8DE6476F8949}" dt="2021-05-29T21:48:55.621" v="77021"/>
          <ac:spMkLst>
            <pc:docMk/>
            <pc:sldMk cId="3651431723" sldId="2146846055"/>
            <ac:spMk id="63" creationId="{91150630-80D1-4DE4-89E5-C6BA65549180}"/>
          </ac:spMkLst>
        </pc:spChg>
        <pc:spChg chg="add mod ord">
          <ac:chgData name="Ken Popkin" userId="3c94c39e-c43b-4805-99ab-8da17777f1ac" providerId="ADAL" clId="{E440F346-DC68-4DD4-BA80-8DE6476F8949}" dt="2021-05-29T21:48:55.622" v="77025"/>
          <ac:spMkLst>
            <pc:docMk/>
            <pc:sldMk cId="3651431723" sldId="2146846055"/>
            <ac:spMk id="64" creationId="{7A96E0A9-A130-4E88-9668-02D58D8FB96C}"/>
          </ac:spMkLst>
        </pc:spChg>
        <pc:spChg chg="add del mod">
          <ac:chgData name="Ken Popkin" userId="3c94c39e-c43b-4805-99ab-8da17777f1ac" providerId="ADAL" clId="{E440F346-DC68-4DD4-BA80-8DE6476F8949}" dt="2021-05-29T21:44:46.348" v="74168"/>
          <ac:spMkLst>
            <pc:docMk/>
            <pc:sldMk cId="3651431723" sldId="2146846055"/>
            <ac:spMk id="65" creationId="{FC32BE7D-FFDD-4C47-9C68-D9738630B97A}"/>
          </ac:spMkLst>
        </pc:spChg>
        <pc:spChg chg="add mod ord">
          <ac:chgData name="Ken Popkin" userId="3c94c39e-c43b-4805-99ab-8da17777f1ac" providerId="ADAL" clId="{E440F346-DC68-4DD4-BA80-8DE6476F8949}" dt="2021-05-29T21:48:55.623" v="77030"/>
          <ac:spMkLst>
            <pc:docMk/>
            <pc:sldMk cId="3651431723" sldId="2146846055"/>
            <ac:spMk id="66" creationId="{E9A74209-65F8-4BE6-B70B-97D83E005246}"/>
          </ac:spMkLst>
        </pc:spChg>
        <pc:spChg chg="add mod ord">
          <ac:chgData name="Ken Popkin" userId="3c94c39e-c43b-4805-99ab-8da17777f1ac" providerId="ADAL" clId="{E440F346-DC68-4DD4-BA80-8DE6476F8949}" dt="2021-05-29T21:48:55.624" v="77034"/>
          <ac:spMkLst>
            <pc:docMk/>
            <pc:sldMk cId="3651431723" sldId="2146846055"/>
            <ac:spMk id="67" creationId="{FCC07F58-3F12-4C4D-B4D4-76F4F36CB7E0}"/>
          </ac:spMkLst>
        </pc:spChg>
        <pc:spChg chg="add del mod">
          <ac:chgData name="Ken Popkin" userId="3c94c39e-c43b-4805-99ab-8da17777f1ac" providerId="ADAL" clId="{E440F346-DC68-4DD4-BA80-8DE6476F8949}" dt="2021-05-29T21:44:46.368" v="74200"/>
          <ac:spMkLst>
            <pc:docMk/>
            <pc:sldMk cId="3651431723" sldId="2146846055"/>
            <ac:spMk id="68" creationId="{25B0EB20-9DC2-4B27-879E-AF29D657A918}"/>
          </ac:spMkLst>
        </pc:spChg>
        <pc:spChg chg="add mod ord">
          <ac:chgData name="Ken Popkin" userId="3c94c39e-c43b-4805-99ab-8da17777f1ac" providerId="ADAL" clId="{E440F346-DC68-4DD4-BA80-8DE6476F8949}" dt="2021-05-29T21:48:55.625" v="77040"/>
          <ac:spMkLst>
            <pc:docMk/>
            <pc:sldMk cId="3651431723" sldId="2146846055"/>
            <ac:spMk id="69" creationId="{BEA3E35A-6F17-402A-898D-0A316A764299}"/>
          </ac:spMkLst>
        </pc:spChg>
        <pc:spChg chg="add mod ord">
          <ac:chgData name="Ken Popkin" userId="3c94c39e-c43b-4805-99ab-8da17777f1ac" providerId="ADAL" clId="{E440F346-DC68-4DD4-BA80-8DE6476F8949}" dt="2021-05-29T21:48:55.627" v="77044"/>
          <ac:spMkLst>
            <pc:docMk/>
            <pc:sldMk cId="3651431723" sldId="2146846055"/>
            <ac:spMk id="70" creationId="{E9B80556-D57F-4EB1-96D2-552D7BC10888}"/>
          </ac:spMkLst>
        </pc:spChg>
        <pc:spChg chg="add del mod">
          <ac:chgData name="Ken Popkin" userId="3c94c39e-c43b-4805-99ab-8da17777f1ac" providerId="ADAL" clId="{E440F346-DC68-4DD4-BA80-8DE6476F8949}" dt="2021-05-29T21:44:46.388" v="74232"/>
          <ac:spMkLst>
            <pc:docMk/>
            <pc:sldMk cId="3651431723" sldId="2146846055"/>
            <ac:spMk id="71" creationId="{2E602404-4422-410B-81C8-38BCC688AA05}"/>
          </ac:spMkLst>
        </pc:spChg>
        <pc:spChg chg="add mod ord">
          <ac:chgData name="Ken Popkin" userId="3c94c39e-c43b-4805-99ab-8da17777f1ac" providerId="ADAL" clId="{E440F346-DC68-4DD4-BA80-8DE6476F8949}" dt="2021-05-29T21:48:55.628" v="77050"/>
          <ac:spMkLst>
            <pc:docMk/>
            <pc:sldMk cId="3651431723" sldId="2146846055"/>
            <ac:spMk id="72" creationId="{D4D7BFCD-347D-4F08-9A06-B87EFA45D67F}"/>
          </ac:spMkLst>
        </pc:spChg>
        <pc:spChg chg="add mod ord">
          <ac:chgData name="Ken Popkin" userId="3c94c39e-c43b-4805-99ab-8da17777f1ac" providerId="ADAL" clId="{E440F346-DC68-4DD4-BA80-8DE6476F8949}" dt="2021-05-29T21:48:55.629" v="77054"/>
          <ac:spMkLst>
            <pc:docMk/>
            <pc:sldMk cId="3651431723" sldId="2146846055"/>
            <ac:spMk id="73" creationId="{79E45875-865B-4A27-B2E1-F5B593869496}"/>
          </ac:spMkLst>
        </pc:spChg>
        <pc:spChg chg="add del mod">
          <ac:chgData name="Ken Popkin" userId="3c94c39e-c43b-4805-99ab-8da17777f1ac" providerId="ADAL" clId="{E440F346-DC68-4DD4-BA80-8DE6476F8949}" dt="2021-05-29T21:44:46.404" v="74264"/>
          <ac:spMkLst>
            <pc:docMk/>
            <pc:sldMk cId="3651431723" sldId="2146846055"/>
            <ac:spMk id="74" creationId="{841CAC96-BDA7-4912-B1DD-B2638DEA783C}"/>
          </ac:spMkLst>
        </pc:spChg>
        <pc:spChg chg="add mod ord">
          <ac:chgData name="Ken Popkin" userId="3c94c39e-c43b-4805-99ab-8da17777f1ac" providerId="ADAL" clId="{E440F346-DC68-4DD4-BA80-8DE6476F8949}" dt="2021-05-29T21:48:55.631" v="77060"/>
          <ac:spMkLst>
            <pc:docMk/>
            <pc:sldMk cId="3651431723" sldId="2146846055"/>
            <ac:spMk id="75" creationId="{9E2049C8-8713-4461-B39D-D48E3F64CCE5}"/>
          </ac:spMkLst>
        </pc:spChg>
        <pc:spChg chg="add mod ord">
          <ac:chgData name="Ken Popkin" userId="3c94c39e-c43b-4805-99ab-8da17777f1ac" providerId="ADAL" clId="{E440F346-DC68-4DD4-BA80-8DE6476F8949}" dt="2021-05-29T21:48:55.631" v="77064"/>
          <ac:spMkLst>
            <pc:docMk/>
            <pc:sldMk cId="3651431723" sldId="2146846055"/>
            <ac:spMk id="76" creationId="{2E3A80B5-D8EA-4AD5-B09C-DFE9C4122194}"/>
          </ac:spMkLst>
        </pc:spChg>
        <pc:spChg chg="add del mod">
          <ac:chgData name="Ken Popkin" userId="3c94c39e-c43b-4805-99ab-8da17777f1ac" providerId="ADAL" clId="{E440F346-DC68-4DD4-BA80-8DE6476F8949}" dt="2021-05-29T21:44:46.419" v="74296"/>
          <ac:spMkLst>
            <pc:docMk/>
            <pc:sldMk cId="3651431723" sldId="2146846055"/>
            <ac:spMk id="77" creationId="{238DA493-7BCD-4309-9510-1BA435AEEB14}"/>
          </ac:spMkLst>
        </pc:spChg>
        <pc:spChg chg="add mod ord">
          <ac:chgData name="Ken Popkin" userId="3c94c39e-c43b-4805-99ab-8da17777f1ac" providerId="ADAL" clId="{E440F346-DC68-4DD4-BA80-8DE6476F8949}" dt="2021-05-29T21:48:55.634" v="77070"/>
          <ac:spMkLst>
            <pc:docMk/>
            <pc:sldMk cId="3651431723" sldId="2146846055"/>
            <ac:spMk id="78" creationId="{D1F8F390-8A99-46DF-8FFC-94AC0E0CB672}"/>
          </ac:spMkLst>
        </pc:spChg>
        <pc:spChg chg="add mod ord">
          <ac:chgData name="Ken Popkin" userId="3c94c39e-c43b-4805-99ab-8da17777f1ac" providerId="ADAL" clId="{E440F346-DC68-4DD4-BA80-8DE6476F8949}" dt="2021-05-29T21:48:55.635" v="77074"/>
          <ac:spMkLst>
            <pc:docMk/>
            <pc:sldMk cId="3651431723" sldId="2146846055"/>
            <ac:spMk id="79" creationId="{BDD6BFB4-7B90-4C83-89C3-742DABD9A358}"/>
          </ac:spMkLst>
        </pc:spChg>
        <pc:spChg chg="add del mod">
          <ac:chgData name="Ken Popkin" userId="3c94c39e-c43b-4805-99ab-8da17777f1ac" providerId="ADAL" clId="{E440F346-DC68-4DD4-BA80-8DE6476F8949}" dt="2021-05-29T21:44:46.433" v="74328"/>
          <ac:spMkLst>
            <pc:docMk/>
            <pc:sldMk cId="3651431723" sldId="2146846055"/>
            <ac:spMk id="80" creationId="{0C90AE09-3C8F-40B1-991D-F107B76987AA}"/>
          </ac:spMkLst>
        </pc:spChg>
        <pc:spChg chg="add mod ord">
          <ac:chgData name="Ken Popkin" userId="3c94c39e-c43b-4805-99ab-8da17777f1ac" providerId="ADAL" clId="{E440F346-DC68-4DD4-BA80-8DE6476F8949}" dt="2021-05-29T21:48:55.636" v="77080"/>
          <ac:spMkLst>
            <pc:docMk/>
            <pc:sldMk cId="3651431723" sldId="2146846055"/>
            <ac:spMk id="81" creationId="{A861E71E-548D-407F-9BDE-9506E8832902}"/>
          </ac:spMkLst>
        </pc:spChg>
        <pc:spChg chg="add mod ord">
          <ac:chgData name="Ken Popkin" userId="3c94c39e-c43b-4805-99ab-8da17777f1ac" providerId="ADAL" clId="{E440F346-DC68-4DD4-BA80-8DE6476F8949}" dt="2021-05-29T21:48:55.637" v="77084"/>
          <ac:spMkLst>
            <pc:docMk/>
            <pc:sldMk cId="3651431723" sldId="2146846055"/>
            <ac:spMk id="82" creationId="{BB86E763-FC72-4391-AE71-ABA2C483EC1D}"/>
          </ac:spMkLst>
        </pc:spChg>
        <pc:spChg chg="add del mod">
          <ac:chgData name="Ken Popkin" userId="3c94c39e-c43b-4805-99ab-8da17777f1ac" providerId="ADAL" clId="{E440F346-DC68-4DD4-BA80-8DE6476F8949}" dt="2021-05-29T21:44:46.447" v="74360"/>
          <ac:spMkLst>
            <pc:docMk/>
            <pc:sldMk cId="3651431723" sldId="2146846055"/>
            <ac:spMk id="83" creationId="{9F0C040A-DB3A-42C0-AD99-4A49FB02BBFA}"/>
          </ac:spMkLst>
        </pc:spChg>
        <pc:spChg chg="add mod ord">
          <ac:chgData name="Ken Popkin" userId="3c94c39e-c43b-4805-99ab-8da17777f1ac" providerId="ADAL" clId="{E440F346-DC68-4DD4-BA80-8DE6476F8949}" dt="2021-05-29T21:48:55.638" v="77090"/>
          <ac:spMkLst>
            <pc:docMk/>
            <pc:sldMk cId="3651431723" sldId="2146846055"/>
            <ac:spMk id="84" creationId="{4A3F4E0A-1220-4462-95F0-FCA339A8CB92}"/>
          </ac:spMkLst>
        </pc:spChg>
        <pc:spChg chg="add mod ord">
          <ac:chgData name="Ken Popkin" userId="3c94c39e-c43b-4805-99ab-8da17777f1ac" providerId="ADAL" clId="{E440F346-DC68-4DD4-BA80-8DE6476F8949}" dt="2021-05-29T21:48:55.639" v="77094"/>
          <ac:spMkLst>
            <pc:docMk/>
            <pc:sldMk cId="3651431723" sldId="2146846055"/>
            <ac:spMk id="85" creationId="{2621302A-6950-4F23-9317-AA9926FFFFA9}"/>
          </ac:spMkLst>
        </pc:spChg>
        <pc:spChg chg="add del mod">
          <ac:chgData name="Ken Popkin" userId="3c94c39e-c43b-4805-99ab-8da17777f1ac" providerId="ADAL" clId="{E440F346-DC68-4DD4-BA80-8DE6476F8949}" dt="2021-05-29T21:44:46.462" v="74392"/>
          <ac:spMkLst>
            <pc:docMk/>
            <pc:sldMk cId="3651431723" sldId="2146846055"/>
            <ac:spMk id="86" creationId="{45B3FAE8-A27E-43DC-A159-AEC46F44CF65}"/>
          </ac:spMkLst>
        </pc:spChg>
        <pc:spChg chg="add mod ord">
          <ac:chgData name="Ken Popkin" userId="3c94c39e-c43b-4805-99ab-8da17777f1ac" providerId="ADAL" clId="{E440F346-DC68-4DD4-BA80-8DE6476F8949}" dt="2021-05-29T21:48:55.642" v="77100"/>
          <ac:spMkLst>
            <pc:docMk/>
            <pc:sldMk cId="3651431723" sldId="2146846055"/>
            <ac:spMk id="87" creationId="{876DB99C-F352-49A4-9686-4EC51CED0E13}"/>
          </ac:spMkLst>
        </pc:spChg>
        <pc:spChg chg="add mod ord">
          <ac:chgData name="Ken Popkin" userId="3c94c39e-c43b-4805-99ab-8da17777f1ac" providerId="ADAL" clId="{E440F346-DC68-4DD4-BA80-8DE6476F8949}" dt="2021-05-29T21:48:55.642" v="77104"/>
          <ac:spMkLst>
            <pc:docMk/>
            <pc:sldMk cId="3651431723" sldId="2146846055"/>
            <ac:spMk id="88" creationId="{FC7FA0D9-22EA-45AC-AF4D-EFD71EF33F84}"/>
          </ac:spMkLst>
        </pc:spChg>
        <pc:spChg chg="add del mod">
          <ac:chgData name="Ken Popkin" userId="3c94c39e-c43b-4805-99ab-8da17777f1ac" providerId="ADAL" clId="{E440F346-DC68-4DD4-BA80-8DE6476F8949}" dt="2021-05-29T21:46:06.972" v="74890"/>
          <ac:spMkLst>
            <pc:docMk/>
            <pc:sldMk cId="3651431723" sldId="2146846055"/>
            <ac:spMk id="89" creationId="{E8ED4CDD-FC16-4B5A-8BAD-3B362C4E7504}"/>
          </ac:spMkLst>
        </pc:spChg>
        <pc:spChg chg="add del mod">
          <ac:chgData name="Ken Popkin" userId="3c94c39e-c43b-4805-99ab-8da17777f1ac" providerId="ADAL" clId="{E440F346-DC68-4DD4-BA80-8DE6476F8949}" dt="2021-05-29T21:46:20.577" v="75289"/>
          <ac:spMkLst>
            <pc:docMk/>
            <pc:sldMk cId="3651431723" sldId="2146846055"/>
            <ac:spMk id="90" creationId="{7AD37386-6429-49BF-914A-613B6A62F649}"/>
          </ac:spMkLst>
        </pc:spChg>
        <pc:spChg chg="add del mod">
          <ac:chgData name="Ken Popkin" userId="3c94c39e-c43b-4805-99ab-8da17777f1ac" providerId="ADAL" clId="{E440F346-DC68-4DD4-BA80-8DE6476F8949}" dt="2021-05-29T21:46:20.587" v="75316"/>
          <ac:spMkLst>
            <pc:docMk/>
            <pc:sldMk cId="3651431723" sldId="2146846055"/>
            <ac:spMk id="91" creationId="{EBBF0C3F-F834-4D5F-8CA3-2E36CC74083A}"/>
          </ac:spMkLst>
        </pc:spChg>
        <pc:spChg chg="add del mod">
          <ac:chgData name="Ken Popkin" userId="3c94c39e-c43b-4805-99ab-8da17777f1ac" providerId="ADAL" clId="{E440F346-DC68-4DD4-BA80-8DE6476F8949}" dt="2021-05-29T21:46:20.595" v="75343"/>
          <ac:spMkLst>
            <pc:docMk/>
            <pc:sldMk cId="3651431723" sldId="2146846055"/>
            <ac:spMk id="92" creationId="{9EFAC133-0EE6-4C3D-8AB8-385DAF3E7BD3}"/>
          </ac:spMkLst>
        </pc:spChg>
        <pc:spChg chg="add del mod">
          <ac:chgData name="Ken Popkin" userId="3c94c39e-c43b-4805-99ab-8da17777f1ac" providerId="ADAL" clId="{E440F346-DC68-4DD4-BA80-8DE6476F8949}" dt="2021-05-29T21:46:20.603" v="75370"/>
          <ac:spMkLst>
            <pc:docMk/>
            <pc:sldMk cId="3651431723" sldId="2146846055"/>
            <ac:spMk id="93" creationId="{172193EE-355E-448D-8A3D-436D2CC7960E}"/>
          </ac:spMkLst>
        </pc:spChg>
        <pc:spChg chg="add del mod">
          <ac:chgData name="Ken Popkin" userId="3c94c39e-c43b-4805-99ab-8da17777f1ac" providerId="ADAL" clId="{E440F346-DC68-4DD4-BA80-8DE6476F8949}" dt="2021-05-29T21:46:20.611" v="75397"/>
          <ac:spMkLst>
            <pc:docMk/>
            <pc:sldMk cId="3651431723" sldId="2146846055"/>
            <ac:spMk id="94" creationId="{79C9AE54-52C9-43F6-80E8-23A547D6D1F4}"/>
          </ac:spMkLst>
        </pc:spChg>
        <pc:spChg chg="add del mod">
          <ac:chgData name="Ken Popkin" userId="3c94c39e-c43b-4805-99ab-8da17777f1ac" providerId="ADAL" clId="{E440F346-DC68-4DD4-BA80-8DE6476F8949}" dt="2021-05-29T21:46:20.620" v="75424"/>
          <ac:spMkLst>
            <pc:docMk/>
            <pc:sldMk cId="3651431723" sldId="2146846055"/>
            <ac:spMk id="95" creationId="{3A0174E3-AB40-47DA-B267-8EE7A8C6FE89}"/>
          </ac:spMkLst>
        </pc:spChg>
        <pc:spChg chg="add del mod">
          <ac:chgData name="Ken Popkin" userId="3c94c39e-c43b-4805-99ab-8da17777f1ac" providerId="ADAL" clId="{E440F346-DC68-4DD4-BA80-8DE6476F8949}" dt="2021-05-29T21:46:20.629" v="75451"/>
          <ac:spMkLst>
            <pc:docMk/>
            <pc:sldMk cId="3651431723" sldId="2146846055"/>
            <ac:spMk id="96" creationId="{2C54594C-1F25-4EF0-8442-FEA33CCFAD1B}"/>
          </ac:spMkLst>
        </pc:spChg>
        <pc:spChg chg="add del mod">
          <ac:chgData name="Ken Popkin" userId="3c94c39e-c43b-4805-99ab-8da17777f1ac" providerId="ADAL" clId="{E440F346-DC68-4DD4-BA80-8DE6476F8949}" dt="2021-05-29T21:46:20.638" v="75478"/>
          <ac:spMkLst>
            <pc:docMk/>
            <pc:sldMk cId="3651431723" sldId="2146846055"/>
            <ac:spMk id="97" creationId="{04AB5532-329A-4D90-8AF0-CF4C529F57E2}"/>
          </ac:spMkLst>
        </pc:spChg>
        <pc:spChg chg="add del mod">
          <ac:chgData name="Ken Popkin" userId="3c94c39e-c43b-4805-99ab-8da17777f1ac" providerId="ADAL" clId="{E440F346-DC68-4DD4-BA80-8DE6476F8949}" dt="2021-05-29T21:46:20.647" v="75505"/>
          <ac:spMkLst>
            <pc:docMk/>
            <pc:sldMk cId="3651431723" sldId="2146846055"/>
            <ac:spMk id="98" creationId="{03DE92FE-30E3-4430-BBAC-B8B2AD6587DD}"/>
          </ac:spMkLst>
        </pc:spChg>
        <pc:spChg chg="add del mod">
          <ac:chgData name="Ken Popkin" userId="3c94c39e-c43b-4805-99ab-8da17777f1ac" providerId="ADAL" clId="{E440F346-DC68-4DD4-BA80-8DE6476F8949}" dt="2021-05-29T21:46:20.655" v="75532"/>
          <ac:spMkLst>
            <pc:docMk/>
            <pc:sldMk cId="3651431723" sldId="2146846055"/>
            <ac:spMk id="99" creationId="{291B1791-D493-485D-9B19-BE42741058B7}"/>
          </ac:spMkLst>
        </pc:spChg>
        <pc:spChg chg="add del mod">
          <ac:chgData name="Ken Popkin" userId="3c94c39e-c43b-4805-99ab-8da17777f1ac" providerId="ADAL" clId="{E440F346-DC68-4DD4-BA80-8DE6476F8949}" dt="2021-05-29T21:46:20.664" v="75559"/>
          <ac:spMkLst>
            <pc:docMk/>
            <pc:sldMk cId="3651431723" sldId="2146846055"/>
            <ac:spMk id="100" creationId="{B41D413D-3763-480E-ABBF-76F481670777}"/>
          </ac:spMkLst>
        </pc:spChg>
        <pc:spChg chg="add del mod">
          <ac:chgData name="Ken Popkin" userId="3c94c39e-c43b-4805-99ab-8da17777f1ac" providerId="ADAL" clId="{E440F346-DC68-4DD4-BA80-8DE6476F8949}" dt="2021-05-29T21:46:20.673" v="75586"/>
          <ac:spMkLst>
            <pc:docMk/>
            <pc:sldMk cId="3651431723" sldId="2146846055"/>
            <ac:spMk id="101" creationId="{D705AED3-6904-4EF3-B1DD-6496AA268233}"/>
          </ac:spMkLst>
        </pc:spChg>
        <pc:spChg chg="add del mod">
          <ac:chgData name="Ken Popkin" userId="3c94c39e-c43b-4805-99ab-8da17777f1ac" providerId="ADAL" clId="{E440F346-DC68-4DD4-BA80-8DE6476F8949}" dt="2021-05-29T21:46:20.682" v="75613"/>
          <ac:spMkLst>
            <pc:docMk/>
            <pc:sldMk cId="3651431723" sldId="2146846055"/>
            <ac:spMk id="102" creationId="{169C64A8-D484-48A9-9F22-933665C76F04}"/>
          </ac:spMkLst>
        </pc:spChg>
        <pc:spChg chg="add mod">
          <ac:chgData name="Ken Popkin" userId="3c94c39e-c43b-4805-99ab-8da17777f1ac" providerId="ADAL" clId="{E440F346-DC68-4DD4-BA80-8DE6476F8949}" dt="2021-05-29T21:48:55.607" v="76970"/>
          <ac:spMkLst>
            <pc:docMk/>
            <pc:sldMk cId="3651431723" sldId="2146846055"/>
            <ac:spMk id="103" creationId="{16D1B302-F61A-49F9-AAA1-18F95926C3C1}"/>
          </ac:spMkLst>
        </pc:spChg>
        <pc:spChg chg="add mod">
          <ac:chgData name="Ken Popkin" userId="3c94c39e-c43b-4805-99ab-8da17777f1ac" providerId="ADAL" clId="{E440F346-DC68-4DD4-BA80-8DE6476F8949}" dt="2021-05-29T21:48:55.610" v="76980"/>
          <ac:spMkLst>
            <pc:docMk/>
            <pc:sldMk cId="3651431723" sldId="2146846055"/>
            <ac:spMk id="104" creationId="{5086658F-50F4-448B-A601-7CB89D8BF662}"/>
          </ac:spMkLst>
        </pc:spChg>
        <pc:spChg chg="add mod">
          <ac:chgData name="Ken Popkin" userId="3c94c39e-c43b-4805-99ab-8da17777f1ac" providerId="ADAL" clId="{E440F346-DC68-4DD4-BA80-8DE6476F8949}" dt="2021-05-29T21:48:55.613" v="76990"/>
          <ac:spMkLst>
            <pc:docMk/>
            <pc:sldMk cId="3651431723" sldId="2146846055"/>
            <ac:spMk id="105" creationId="{2145135F-B9B3-4D9A-9DFB-9231B985E771}"/>
          </ac:spMkLst>
        </pc:spChg>
        <pc:spChg chg="add mod">
          <ac:chgData name="Ken Popkin" userId="3c94c39e-c43b-4805-99ab-8da17777f1ac" providerId="ADAL" clId="{E440F346-DC68-4DD4-BA80-8DE6476F8949}" dt="2021-05-29T21:48:55.615" v="76999"/>
          <ac:spMkLst>
            <pc:docMk/>
            <pc:sldMk cId="3651431723" sldId="2146846055"/>
            <ac:spMk id="106" creationId="{6E5CD5FB-C41D-451D-836D-2F90A52D7B4C}"/>
          </ac:spMkLst>
        </pc:spChg>
        <pc:spChg chg="add mod">
          <ac:chgData name="Ken Popkin" userId="3c94c39e-c43b-4805-99ab-8da17777f1ac" providerId="ADAL" clId="{E440F346-DC68-4DD4-BA80-8DE6476F8949}" dt="2021-05-29T21:48:55.617" v="77008"/>
          <ac:spMkLst>
            <pc:docMk/>
            <pc:sldMk cId="3651431723" sldId="2146846055"/>
            <ac:spMk id="107" creationId="{44845D80-4146-4D3F-A7DC-2244A5A39AAD}"/>
          </ac:spMkLst>
        </pc:spChg>
        <pc:spChg chg="add mod">
          <ac:chgData name="Ken Popkin" userId="3c94c39e-c43b-4805-99ab-8da17777f1ac" providerId="ADAL" clId="{E440F346-DC68-4DD4-BA80-8DE6476F8949}" dt="2021-05-29T21:48:55.620" v="77017"/>
          <ac:spMkLst>
            <pc:docMk/>
            <pc:sldMk cId="3651431723" sldId="2146846055"/>
            <ac:spMk id="108" creationId="{968195AA-421B-445F-BA2D-538F974C975C}"/>
          </ac:spMkLst>
        </pc:spChg>
        <pc:spChg chg="add mod">
          <ac:chgData name="Ken Popkin" userId="3c94c39e-c43b-4805-99ab-8da17777f1ac" providerId="ADAL" clId="{E440F346-DC68-4DD4-BA80-8DE6476F8949}" dt="2021-05-29T21:48:55.622" v="77026"/>
          <ac:spMkLst>
            <pc:docMk/>
            <pc:sldMk cId="3651431723" sldId="2146846055"/>
            <ac:spMk id="109" creationId="{71B816A7-5D3A-4CFE-ADAB-E9E0AC7B19F9}"/>
          </ac:spMkLst>
        </pc:spChg>
        <pc:spChg chg="add mod">
          <ac:chgData name="Ken Popkin" userId="3c94c39e-c43b-4805-99ab-8da17777f1ac" providerId="ADAL" clId="{E440F346-DC68-4DD4-BA80-8DE6476F8949}" dt="2021-05-29T21:48:55.624" v="77036"/>
          <ac:spMkLst>
            <pc:docMk/>
            <pc:sldMk cId="3651431723" sldId="2146846055"/>
            <ac:spMk id="110" creationId="{4F090176-07A4-4AA2-8C9E-1D4CD677A4BA}"/>
          </ac:spMkLst>
        </pc:spChg>
        <pc:spChg chg="add mod">
          <ac:chgData name="Ken Popkin" userId="3c94c39e-c43b-4805-99ab-8da17777f1ac" providerId="ADAL" clId="{E440F346-DC68-4DD4-BA80-8DE6476F8949}" dt="2021-05-29T21:48:55.628" v="77046"/>
          <ac:spMkLst>
            <pc:docMk/>
            <pc:sldMk cId="3651431723" sldId="2146846055"/>
            <ac:spMk id="111" creationId="{F4C284D4-9BA9-4F26-B914-44F334E78089}"/>
          </ac:spMkLst>
        </pc:spChg>
        <pc:spChg chg="add mod">
          <ac:chgData name="Ken Popkin" userId="3c94c39e-c43b-4805-99ab-8da17777f1ac" providerId="ADAL" clId="{E440F346-DC68-4DD4-BA80-8DE6476F8949}" dt="2021-05-29T21:48:55.629" v="77056"/>
          <ac:spMkLst>
            <pc:docMk/>
            <pc:sldMk cId="3651431723" sldId="2146846055"/>
            <ac:spMk id="112" creationId="{5C23BDB9-F6EA-45C7-BD86-ABAAF235EF3F}"/>
          </ac:spMkLst>
        </pc:spChg>
        <pc:spChg chg="add mod">
          <ac:chgData name="Ken Popkin" userId="3c94c39e-c43b-4805-99ab-8da17777f1ac" providerId="ADAL" clId="{E440F346-DC68-4DD4-BA80-8DE6476F8949}" dt="2021-05-29T21:48:55.632" v="77066"/>
          <ac:spMkLst>
            <pc:docMk/>
            <pc:sldMk cId="3651431723" sldId="2146846055"/>
            <ac:spMk id="113" creationId="{9EC67DAE-82F8-40DF-8BF9-C5B94DA1F831}"/>
          </ac:spMkLst>
        </pc:spChg>
        <pc:spChg chg="add mod">
          <ac:chgData name="Ken Popkin" userId="3c94c39e-c43b-4805-99ab-8da17777f1ac" providerId="ADAL" clId="{E440F346-DC68-4DD4-BA80-8DE6476F8949}" dt="2021-05-29T21:48:55.635" v="77076"/>
          <ac:spMkLst>
            <pc:docMk/>
            <pc:sldMk cId="3651431723" sldId="2146846055"/>
            <ac:spMk id="114" creationId="{87662EC2-EC8F-45E0-960D-E779A84F18F6}"/>
          </ac:spMkLst>
        </pc:spChg>
        <pc:spChg chg="add mod">
          <ac:chgData name="Ken Popkin" userId="3c94c39e-c43b-4805-99ab-8da17777f1ac" providerId="ADAL" clId="{E440F346-DC68-4DD4-BA80-8DE6476F8949}" dt="2021-05-29T21:48:55.638" v="77086"/>
          <ac:spMkLst>
            <pc:docMk/>
            <pc:sldMk cId="3651431723" sldId="2146846055"/>
            <ac:spMk id="115" creationId="{724EA02A-FDAC-4F55-8D8B-520C30EA23EB}"/>
          </ac:spMkLst>
        </pc:spChg>
        <pc:spChg chg="add mod">
          <ac:chgData name="Ken Popkin" userId="3c94c39e-c43b-4805-99ab-8da17777f1ac" providerId="ADAL" clId="{E440F346-DC68-4DD4-BA80-8DE6476F8949}" dt="2021-05-29T21:48:55.641" v="77096"/>
          <ac:spMkLst>
            <pc:docMk/>
            <pc:sldMk cId="3651431723" sldId="2146846055"/>
            <ac:spMk id="116" creationId="{07C41A71-1D63-4E32-95A1-960B80BDFEA7}"/>
          </ac:spMkLst>
        </pc:spChg>
        <pc:cxnChg chg="add mod ord">
          <ac:chgData name="Ken Popkin" userId="3c94c39e-c43b-4805-99ab-8da17777f1ac" providerId="ADAL" clId="{E440F346-DC68-4DD4-BA80-8DE6476F8949}" dt="2021-05-29T21:46:36.509" v="75937"/>
          <ac:cxnSpMkLst>
            <pc:docMk/>
            <pc:sldMk cId="3651431723" sldId="2146846055"/>
            <ac:cxnSpMk id="38" creationId="{2CFB91E2-F5BF-4976-92FC-7526E7CD657A}"/>
          </ac:cxnSpMkLst>
        </pc:cxnChg>
        <pc:cxnChg chg="add mod ord">
          <ac:chgData name="Ken Popkin" userId="3c94c39e-c43b-4805-99ab-8da17777f1ac" providerId="ADAL" clId="{E440F346-DC68-4DD4-BA80-8DE6476F8949}" dt="2021-05-29T21:46:36.510" v="75941"/>
          <ac:cxnSpMkLst>
            <pc:docMk/>
            <pc:sldMk cId="3651431723" sldId="2146846055"/>
            <ac:cxnSpMk id="39" creationId="{99C3C0D3-ECCC-4245-A857-6F0F468E7B67}"/>
          </ac:cxnSpMkLst>
        </pc:cxnChg>
        <pc:cxnChg chg="add mod ord">
          <ac:chgData name="Ken Popkin" userId="3c94c39e-c43b-4805-99ab-8da17777f1ac" providerId="ADAL" clId="{E440F346-DC68-4DD4-BA80-8DE6476F8949}" dt="2021-05-29T21:46:36.511" v="75945"/>
          <ac:cxnSpMkLst>
            <pc:docMk/>
            <pc:sldMk cId="3651431723" sldId="2146846055"/>
            <ac:cxnSpMk id="40" creationId="{2B4B7C40-40D3-4E07-912D-6329C0F7F167}"/>
          </ac:cxnSpMkLst>
        </pc:cxnChg>
        <pc:cxnChg chg="add del mod ord">
          <ac:chgData name="Ken Popkin" userId="3c94c39e-c43b-4805-99ab-8da17777f1ac" providerId="ADAL" clId="{E440F346-DC68-4DD4-BA80-8DE6476F8949}" dt="2021-05-29T21:46:36.561" v="76122"/>
          <ac:cxnSpMkLst>
            <pc:docMk/>
            <pc:sldMk cId="3651431723" sldId="2146846055"/>
            <ac:cxnSpMk id="41" creationId="{CE1F8AEA-F840-4403-BD88-E10BF28DB6DF}"/>
          </ac:cxnSpMkLst>
        </pc:cxnChg>
        <pc:cxnChg chg="add del mod ord">
          <ac:chgData name="Ken Popkin" userId="3c94c39e-c43b-4805-99ab-8da17777f1ac" providerId="ADAL" clId="{E440F346-DC68-4DD4-BA80-8DE6476F8949}" dt="2021-05-29T21:46:36.561" v="76124"/>
          <ac:cxnSpMkLst>
            <pc:docMk/>
            <pc:sldMk cId="3651431723" sldId="2146846055"/>
            <ac:cxnSpMk id="42" creationId="{5625DB8F-2976-454A-8B8C-30D6E43C8B3A}"/>
          </ac:cxnSpMkLst>
        </pc:cxnChg>
        <pc:cxnChg chg="add del mod ord">
          <ac:chgData name="Ken Popkin" userId="3c94c39e-c43b-4805-99ab-8da17777f1ac" providerId="ADAL" clId="{E440F346-DC68-4DD4-BA80-8DE6476F8949}" dt="2021-05-29T21:46:36.562" v="76126"/>
          <ac:cxnSpMkLst>
            <pc:docMk/>
            <pc:sldMk cId="3651431723" sldId="2146846055"/>
            <ac:cxnSpMk id="43" creationId="{0FA0D1DF-34B4-493D-B154-3071F2B7F4C6}"/>
          </ac:cxnSpMkLst>
        </pc:cxnChg>
        <pc:cxnChg chg="add del mod ord">
          <ac:chgData name="Ken Popkin" userId="3c94c39e-c43b-4805-99ab-8da17777f1ac" providerId="ADAL" clId="{E440F346-DC68-4DD4-BA80-8DE6476F8949}" dt="2021-05-29T21:46:36.562" v="76128"/>
          <ac:cxnSpMkLst>
            <pc:docMk/>
            <pc:sldMk cId="3651431723" sldId="2146846055"/>
            <ac:cxnSpMk id="44" creationId="{F2AE06CF-A707-452A-8D74-5230FCB32039}"/>
          </ac:cxnSpMkLst>
        </pc:cxnChg>
        <pc:cxnChg chg="add del mod ord">
          <ac:chgData name="Ken Popkin" userId="3c94c39e-c43b-4805-99ab-8da17777f1ac" providerId="ADAL" clId="{E440F346-DC68-4DD4-BA80-8DE6476F8949}" dt="2021-05-29T21:46:36.562" v="76130"/>
          <ac:cxnSpMkLst>
            <pc:docMk/>
            <pc:sldMk cId="3651431723" sldId="2146846055"/>
            <ac:cxnSpMk id="45" creationId="{E3D18514-ACC4-4FDD-B814-BA7B499EE523}"/>
          </ac:cxnSpMkLst>
        </pc:cxnChg>
        <pc:cxnChg chg="add del mod ord">
          <ac:chgData name="Ken Popkin" userId="3c94c39e-c43b-4805-99ab-8da17777f1ac" providerId="ADAL" clId="{E440F346-DC68-4DD4-BA80-8DE6476F8949}" dt="2021-05-29T21:46:36.563" v="76132"/>
          <ac:cxnSpMkLst>
            <pc:docMk/>
            <pc:sldMk cId="3651431723" sldId="2146846055"/>
            <ac:cxnSpMk id="46" creationId="{2A74F71B-0C30-4E95-AD22-EACE23629F5A}"/>
          </ac:cxnSpMkLst>
        </pc:cxnChg>
      </pc:sldChg>
      <pc:sldChg chg="addSp delSp modSp add del mod setBg">
        <pc:chgData name="Ken Popkin" userId="3c94c39e-c43b-4805-99ab-8da17777f1ac" providerId="ADAL" clId="{E440F346-DC68-4DD4-BA80-8DE6476F8949}" dt="2021-05-29T21:42:03.690" v="71208" actId="47"/>
        <pc:sldMkLst>
          <pc:docMk/>
          <pc:sldMk cId="2156514060" sldId="2146846056"/>
        </pc:sldMkLst>
        <pc:spChg chg="mod ord">
          <ac:chgData name="Ken Popkin" userId="3c94c39e-c43b-4805-99ab-8da17777f1ac" providerId="ADAL" clId="{E440F346-DC68-4DD4-BA80-8DE6476F8949}" dt="2021-05-29T21:38:16.291" v="71204"/>
          <ac:spMkLst>
            <pc:docMk/>
            <pc:sldMk cId="2156514060" sldId="2146846056"/>
            <ac:spMk id="2" creationId="{741DC101-CEC8-4F4C-95BE-138A9E212285}"/>
          </ac:spMkLst>
        </pc:spChg>
        <pc:spChg chg="mod ord">
          <ac:chgData name="Ken Popkin" userId="3c94c39e-c43b-4805-99ab-8da17777f1ac" providerId="ADAL" clId="{E440F346-DC68-4DD4-BA80-8DE6476F8949}" dt="2021-05-29T21:38:16.291" v="71202"/>
          <ac:spMkLst>
            <pc:docMk/>
            <pc:sldMk cId="2156514060" sldId="2146846056"/>
            <ac:spMk id="3" creationId="{98357F6B-CB88-4E81-9C39-FD13F78BC4DA}"/>
          </ac:spMkLst>
        </pc:spChg>
        <pc:spChg chg="mod ord">
          <ac:chgData name="Ken Popkin" userId="3c94c39e-c43b-4805-99ab-8da17777f1ac" providerId="ADAL" clId="{E440F346-DC68-4DD4-BA80-8DE6476F8949}" dt="2021-05-29T21:38:16.290" v="71200"/>
          <ac:spMkLst>
            <pc:docMk/>
            <pc:sldMk cId="2156514060" sldId="2146846056"/>
            <ac:spMk id="4" creationId="{87E01EF5-3DE6-4CC1-9F93-C1A79DD97902}"/>
          </ac:spMkLst>
        </pc:spChg>
        <pc:spChg chg="add mod ord modVis">
          <ac:chgData name="Ken Popkin" userId="3c94c39e-c43b-4805-99ab-8da17777f1ac" providerId="ADAL" clId="{E440F346-DC68-4DD4-BA80-8DE6476F8949}" dt="2021-05-29T21:38:15.615" v="71106"/>
          <ac:spMkLst>
            <pc:docMk/>
            <pc:sldMk cId="2156514060" sldId="2146846056"/>
            <ac:spMk id="5" creationId="{65B35DAE-1643-4CE7-827F-BF2E1AF1E4EF}"/>
          </ac:spMkLst>
        </pc:spChg>
        <pc:spChg chg="add mod ord">
          <ac:chgData name="Ken Popkin" userId="3c94c39e-c43b-4805-99ab-8da17777f1ac" providerId="ADAL" clId="{E440F346-DC68-4DD4-BA80-8DE6476F8949}" dt="2021-05-29T21:38:15.616" v="71108"/>
          <ac:spMkLst>
            <pc:docMk/>
            <pc:sldMk cId="2156514060" sldId="2146846056"/>
            <ac:spMk id="6" creationId="{3ACF19D4-2135-4422-AF28-22566ED9DA4D}"/>
          </ac:spMkLst>
        </pc:spChg>
        <pc:spChg chg="add del mod">
          <ac:chgData name="Ken Popkin" userId="3c94c39e-c43b-4805-99ab-8da17777f1ac" providerId="ADAL" clId="{E440F346-DC68-4DD4-BA80-8DE6476F8949}" dt="2021-05-29T21:38:15.415" v="70619"/>
          <ac:spMkLst>
            <pc:docMk/>
            <pc:sldMk cId="2156514060" sldId="2146846056"/>
            <ac:spMk id="7" creationId="{90553560-ABD3-445E-9DB1-21C2EEAA3C9A}"/>
          </ac:spMkLst>
        </pc:spChg>
        <pc:spChg chg="add del mod modVis">
          <ac:chgData name="Ken Popkin" userId="3c94c39e-c43b-4805-99ab-8da17777f1ac" providerId="ADAL" clId="{E440F346-DC68-4DD4-BA80-8DE6476F8949}" dt="2021-05-29T21:38:15.420" v="70634"/>
          <ac:spMkLst>
            <pc:docMk/>
            <pc:sldMk cId="2156514060" sldId="2146846056"/>
            <ac:spMk id="8" creationId="{7FE604E9-FF51-4CCF-B729-E99FE00FAC03}"/>
          </ac:spMkLst>
        </pc:spChg>
        <pc:spChg chg="add mod modVis">
          <ac:chgData name="Ken Popkin" userId="3c94c39e-c43b-4805-99ab-8da17777f1ac" providerId="ADAL" clId="{E440F346-DC68-4DD4-BA80-8DE6476F8949}" dt="2021-05-29T21:38:15.620" v="71132"/>
          <ac:spMkLst>
            <pc:docMk/>
            <pc:sldMk cId="2156514060" sldId="2146846056"/>
            <ac:spMk id="9" creationId="{7935BA64-8731-4B8E-A55D-FD6EB148BF68}"/>
          </ac:spMkLst>
        </pc:spChg>
        <pc:spChg chg="add mod ord modVis">
          <ac:chgData name="Ken Popkin" userId="3c94c39e-c43b-4805-99ab-8da17777f1ac" providerId="ADAL" clId="{E440F346-DC68-4DD4-BA80-8DE6476F8949}" dt="2021-05-29T21:38:15.620" v="71134"/>
          <ac:spMkLst>
            <pc:docMk/>
            <pc:sldMk cId="2156514060" sldId="2146846056"/>
            <ac:spMk id="10" creationId="{B7BCB052-98B6-4D27-8D95-1B789FE2E676}"/>
          </ac:spMkLst>
        </pc:spChg>
        <pc:spChg chg="add mod ord">
          <ac:chgData name="Ken Popkin" userId="3c94c39e-c43b-4805-99ab-8da17777f1ac" providerId="ADAL" clId="{E440F346-DC68-4DD4-BA80-8DE6476F8949}" dt="2021-05-29T21:38:15.622" v="71136"/>
          <ac:spMkLst>
            <pc:docMk/>
            <pc:sldMk cId="2156514060" sldId="2146846056"/>
            <ac:spMk id="11" creationId="{4564E958-D6DC-40AC-B024-35D692C7B2F3}"/>
          </ac:spMkLst>
        </pc:spChg>
        <pc:spChg chg="add mod ord">
          <ac:chgData name="Ken Popkin" userId="3c94c39e-c43b-4805-99ab-8da17777f1ac" providerId="ADAL" clId="{E440F346-DC68-4DD4-BA80-8DE6476F8949}" dt="2021-05-29T21:38:15.622" v="71138"/>
          <ac:spMkLst>
            <pc:docMk/>
            <pc:sldMk cId="2156514060" sldId="2146846056"/>
            <ac:spMk id="12" creationId="{4BD5349A-B79C-4C9B-982F-30C67A901B90}"/>
          </ac:spMkLst>
        </pc:spChg>
        <pc:spChg chg="add mod ord">
          <ac:chgData name="Ken Popkin" userId="3c94c39e-c43b-4805-99ab-8da17777f1ac" providerId="ADAL" clId="{E440F346-DC68-4DD4-BA80-8DE6476F8949}" dt="2021-05-29T21:38:15.622" v="71140"/>
          <ac:spMkLst>
            <pc:docMk/>
            <pc:sldMk cId="2156514060" sldId="2146846056"/>
            <ac:spMk id="13" creationId="{05AA8BDF-A9DA-49C4-8483-255EFFD4FFA0}"/>
          </ac:spMkLst>
        </pc:spChg>
        <pc:spChg chg="add del mod ord">
          <ac:chgData name="Ken Popkin" userId="3c94c39e-c43b-4805-99ab-8da17777f1ac" providerId="ADAL" clId="{E440F346-DC68-4DD4-BA80-8DE6476F8949}" dt="2021-05-29T21:26:33.246" v="68910"/>
          <ac:spMkLst>
            <pc:docMk/>
            <pc:sldMk cId="2156514060" sldId="2146846056"/>
            <ac:spMk id="14" creationId="{EE66967B-F65C-4A6C-899D-BADBA53914D7}"/>
          </ac:spMkLst>
        </pc:spChg>
        <pc:spChg chg="add del mod ord">
          <ac:chgData name="Ken Popkin" userId="3c94c39e-c43b-4805-99ab-8da17777f1ac" providerId="ADAL" clId="{E440F346-DC68-4DD4-BA80-8DE6476F8949}" dt="2021-05-29T21:26:33.246" v="68912"/>
          <ac:spMkLst>
            <pc:docMk/>
            <pc:sldMk cId="2156514060" sldId="2146846056"/>
            <ac:spMk id="15" creationId="{EECDC86E-4CB1-49AC-A670-2DCCCFCBE5E9}"/>
          </ac:spMkLst>
        </pc:spChg>
        <pc:spChg chg="add del mod ord">
          <ac:chgData name="Ken Popkin" userId="3c94c39e-c43b-4805-99ab-8da17777f1ac" providerId="ADAL" clId="{E440F346-DC68-4DD4-BA80-8DE6476F8949}" dt="2021-05-29T21:26:33.247" v="68914"/>
          <ac:spMkLst>
            <pc:docMk/>
            <pc:sldMk cId="2156514060" sldId="2146846056"/>
            <ac:spMk id="16" creationId="{6B3B4FBC-7FE0-4A5B-B16E-855A343A5123}"/>
          </ac:spMkLst>
        </pc:spChg>
        <pc:spChg chg="add del mod ord">
          <ac:chgData name="Ken Popkin" userId="3c94c39e-c43b-4805-99ab-8da17777f1ac" providerId="ADAL" clId="{E440F346-DC68-4DD4-BA80-8DE6476F8949}" dt="2021-05-29T21:38:15.629" v="71194"/>
          <ac:spMkLst>
            <pc:docMk/>
            <pc:sldMk cId="2156514060" sldId="2146846056"/>
            <ac:spMk id="17" creationId="{DA3B5597-097F-4386-8734-D9F1B014F2CA}"/>
          </ac:spMkLst>
        </pc:spChg>
        <pc:spChg chg="add del mod ord">
          <ac:chgData name="Ken Popkin" userId="3c94c39e-c43b-4805-99ab-8da17777f1ac" providerId="ADAL" clId="{E440F346-DC68-4DD4-BA80-8DE6476F8949}" dt="2021-05-29T21:38:15.630" v="71196"/>
          <ac:spMkLst>
            <pc:docMk/>
            <pc:sldMk cId="2156514060" sldId="2146846056"/>
            <ac:spMk id="18" creationId="{89EB13A7-442A-4483-BAA6-93BDFA76B953}"/>
          </ac:spMkLst>
        </pc:spChg>
        <pc:spChg chg="add mod">
          <ac:chgData name="Ken Popkin" userId="3c94c39e-c43b-4805-99ab-8da17777f1ac" providerId="ADAL" clId="{E440F346-DC68-4DD4-BA80-8DE6476F8949}" dt="2021-05-29T21:39:13.020" v="71207" actId="14100"/>
          <ac:spMkLst>
            <pc:docMk/>
            <pc:sldMk cId="2156514060" sldId="2146846056"/>
            <ac:spMk id="19" creationId="{F5B602A9-357A-437F-9AC0-E4D82E41C393}"/>
          </ac:spMkLst>
        </pc:spChg>
        <pc:spChg chg="add mod">
          <ac:chgData name="Ken Popkin" userId="3c94c39e-c43b-4805-99ab-8da17777f1ac" providerId="ADAL" clId="{E440F346-DC68-4DD4-BA80-8DE6476F8949}" dt="2021-05-29T21:39:02.603" v="71205" actId="14100"/>
          <ac:spMkLst>
            <pc:docMk/>
            <pc:sldMk cId="2156514060" sldId="2146846056"/>
            <ac:spMk id="20" creationId="{01477E51-91FD-4263-B5C0-FABD0CC1A013}"/>
          </ac:spMkLst>
        </pc:spChg>
        <pc:spChg chg="add mod ord">
          <ac:chgData name="Ken Popkin" userId="3c94c39e-c43b-4805-99ab-8da17777f1ac" providerId="ADAL" clId="{E440F346-DC68-4DD4-BA80-8DE6476F8949}" dt="2021-05-29T21:38:15.620" v="71129"/>
          <ac:spMkLst>
            <pc:docMk/>
            <pc:sldMk cId="2156514060" sldId="2146846056"/>
            <ac:spMk id="21" creationId="{223538EA-19A7-4E1E-A57E-BBE898F38BAD}"/>
          </ac:spMkLst>
        </pc:spChg>
        <pc:spChg chg="add mod">
          <ac:chgData name="Ken Popkin" userId="3c94c39e-c43b-4805-99ab-8da17777f1ac" providerId="ADAL" clId="{E440F346-DC68-4DD4-BA80-8DE6476F8949}" dt="2021-05-29T21:38:15.615" v="71104"/>
          <ac:spMkLst>
            <pc:docMk/>
            <pc:sldMk cId="2156514060" sldId="2146846056"/>
            <ac:spMk id="22" creationId="{900AB37F-6AC3-4CF5-97A0-7764C28641FD}"/>
          </ac:spMkLst>
        </pc:spChg>
        <pc:spChg chg="add mod">
          <ac:chgData name="Ken Popkin" userId="3c94c39e-c43b-4805-99ab-8da17777f1ac" providerId="ADAL" clId="{E440F346-DC68-4DD4-BA80-8DE6476F8949}" dt="2021-05-29T21:38:15.616" v="71111"/>
          <ac:spMkLst>
            <pc:docMk/>
            <pc:sldMk cId="2156514060" sldId="2146846056"/>
            <ac:spMk id="23" creationId="{43B3B83E-B87E-4B7D-810B-E7A4353A431D}"/>
          </ac:spMkLst>
        </pc:spChg>
        <pc:spChg chg="add mod ord">
          <ac:chgData name="Ken Popkin" userId="3c94c39e-c43b-4805-99ab-8da17777f1ac" providerId="ADAL" clId="{E440F346-DC68-4DD4-BA80-8DE6476F8949}" dt="2021-05-29T21:38:15.620" v="71131"/>
          <ac:spMkLst>
            <pc:docMk/>
            <pc:sldMk cId="2156514060" sldId="2146846056"/>
            <ac:spMk id="24" creationId="{5662CA4A-3D82-436B-9842-02DECB9227F0}"/>
          </ac:spMkLst>
        </pc:spChg>
        <pc:spChg chg="add del mod">
          <ac:chgData name="Ken Popkin" userId="3c94c39e-c43b-4805-99ab-8da17777f1ac" providerId="ADAL" clId="{E440F346-DC68-4DD4-BA80-8DE6476F8949}" dt="2021-05-29T21:24:44.425" v="67958"/>
          <ac:spMkLst>
            <pc:docMk/>
            <pc:sldMk cId="2156514060" sldId="2146846056"/>
            <ac:spMk id="30" creationId="{F85438BF-8060-449A-8F3C-8A89308DAB84}"/>
          </ac:spMkLst>
        </pc:spChg>
        <pc:spChg chg="add mod ord">
          <ac:chgData name="Ken Popkin" userId="3c94c39e-c43b-4805-99ab-8da17777f1ac" providerId="ADAL" clId="{E440F346-DC68-4DD4-BA80-8DE6476F8949}" dt="2021-05-29T21:38:15.623" v="71146"/>
          <ac:spMkLst>
            <pc:docMk/>
            <pc:sldMk cId="2156514060" sldId="2146846056"/>
            <ac:spMk id="31" creationId="{F5299F72-4FD8-44B5-9624-29D186351D99}"/>
          </ac:spMkLst>
        </pc:spChg>
        <pc:spChg chg="add mod ord modVis">
          <ac:chgData name="Ken Popkin" userId="3c94c39e-c43b-4805-99ab-8da17777f1ac" providerId="ADAL" clId="{E440F346-DC68-4DD4-BA80-8DE6476F8949}" dt="2021-05-29T21:38:15.623" v="71148"/>
          <ac:spMkLst>
            <pc:docMk/>
            <pc:sldMk cId="2156514060" sldId="2146846056"/>
            <ac:spMk id="32" creationId="{0447A71E-1688-4DE4-BC9F-F506845A9918}"/>
          </ac:spMkLst>
        </pc:spChg>
        <pc:spChg chg="add del mod">
          <ac:chgData name="Ken Popkin" userId="3c94c39e-c43b-4805-99ab-8da17777f1ac" providerId="ADAL" clId="{E440F346-DC68-4DD4-BA80-8DE6476F8949}" dt="2021-05-29T21:25:09.180" v="68393"/>
          <ac:spMkLst>
            <pc:docMk/>
            <pc:sldMk cId="2156514060" sldId="2146846056"/>
            <ac:spMk id="33" creationId="{223398DF-A096-48E8-BA1A-6AFF30999FDB}"/>
          </ac:spMkLst>
        </pc:spChg>
        <pc:spChg chg="add mod ord">
          <ac:chgData name="Ken Popkin" userId="3c94c39e-c43b-4805-99ab-8da17777f1ac" providerId="ADAL" clId="{E440F346-DC68-4DD4-BA80-8DE6476F8949}" dt="2021-05-29T21:38:15.623" v="71150"/>
          <ac:spMkLst>
            <pc:docMk/>
            <pc:sldMk cId="2156514060" sldId="2146846056"/>
            <ac:spMk id="34" creationId="{957E6576-4B22-45E5-A51F-766D45359D33}"/>
          </ac:spMkLst>
        </pc:spChg>
        <pc:spChg chg="add mod ord modVis">
          <ac:chgData name="Ken Popkin" userId="3c94c39e-c43b-4805-99ab-8da17777f1ac" providerId="ADAL" clId="{E440F346-DC68-4DD4-BA80-8DE6476F8949}" dt="2021-05-29T21:38:15.624" v="71152"/>
          <ac:spMkLst>
            <pc:docMk/>
            <pc:sldMk cId="2156514060" sldId="2146846056"/>
            <ac:spMk id="35" creationId="{05B23F0F-A21C-455E-A714-D686CAB1BEA2}"/>
          </ac:spMkLst>
        </pc:spChg>
        <pc:spChg chg="add del mod">
          <ac:chgData name="Ken Popkin" userId="3c94c39e-c43b-4805-99ab-8da17777f1ac" providerId="ADAL" clId="{E440F346-DC68-4DD4-BA80-8DE6476F8949}" dt="2021-05-29T21:25:09.189" v="68420"/>
          <ac:spMkLst>
            <pc:docMk/>
            <pc:sldMk cId="2156514060" sldId="2146846056"/>
            <ac:spMk id="36" creationId="{39709D76-38F0-4420-A975-F658BC810EC1}"/>
          </ac:spMkLst>
        </pc:spChg>
        <pc:spChg chg="add mod ord">
          <ac:chgData name="Ken Popkin" userId="3c94c39e-c43b-4805-99ab-8da17777f1ac" providerId="ADAL" clId="{E440F346-DC68-4DD4-BA80-8DE6476F8949}" dt="2021-05-29T21:38:15.624" v="71154"/>
          <ac:spMkLst>
            <pc:docMk/>
            <pc:sldMk cId="2156514060" sldId="2146846056"/>
            <ac:spMk id="37" creationId="{106F9B1E-ADE0-4947-9B6F-63B783463DDA}"/>
          </ac:spMkLst>
        </pc:spChg>
        <pc:spChg chg="add mod ord modVis">
          <ac:chgData name="Ken Popkin" userId="3c94c39e-c43b-4805-99ab-8da17777f1ac" providerId="ADAL" clId="{E440F346-DC68-4DD4-BA80-8DE6476F8949}" dt="2021-05-29T21:38:15.624" v="71156"/>
          <ac:spMkLst>
            <pc:docMk/>
            <pc:sldMk cId="2156514060" sldId="2146846056"/>
            <ac:spMk id="38" creationId="{130D6A56-39CF-44CF-A9C8-A961A8F6D4FA}"/>
          </ac:spMkLst>
        </pc:spChg>
        <pc:spChg chg="add del mod">
          <ac:chgData name="Ken Popkin" userId="3c94c39e-c43b-4805-99ab-8da17777f1ac" providerId="ADAL" clId="{E440F346-DC68-4DD4-BA80-8DE6476F8949}" dt="2021-05-29T21:25:09.198" v="68447"/>
          <ac:spMkLst>
            <pc:docMk/>
            <pc:sldMk cId="2156514060" sldId="2146846056"/>
            <ac:spMk id="39" creationId="{5E447668-307E-493D-ABA1-4C34B4FB7C52}"/>
          </ac:spMkLst>
        </pc:spChg>
        <pc:spChg chg="add mod ord">
          <ac:chgData name="Ken Popkin" userId="3c94c39e-c43b-4805-99ab-8da17777f1ac" providerId="ADAL" clId="{E440F346-DC68-4DD4-BA80-8DE6476F8949}" dt="2021-05-29T21:38:15.624" v="71158"/>
          <ac:spMkLst>
            <pc:docMk/>
            <pc:sldMk cId="2156514060" sldId="2146846056"/>
            <ac:spMk id="40" creationId="{2E18046D-E8BA-42D8-9D4E-EF9F52A14038}"/>
          </ac:spMkLst>
        </pc:spChg>
        <pc:spChg chg="add mod ord modVis">
          <ac:chgData name="Ken Popkin" userId="3c94c39e-c43b-4805-99ab-8da17777f1ac" providerId="ADAL" clId="{E440F346-DC68-4DD4-BA80-8DE6476F8949}" dt="2021-05-29T21:38:15.625" v="71160"/>
          <ac:spMkLst>
            <pc:docMk/>
            <pc:sldMk cId="2156514060" sldId="2146846056"/>
            <ac:spMk id="41" creationId="{F74D096E-018D-4430-BCB1-99E73270861B}"/>
          </ac:spMkLst>
        </pc:spChg>
        <pc:spChg chg="add del mod">
          <ac:chgData name="Ken Popkin" userId="3c94c39e-c43b-4805-99ab-8da17777f1ac" providerId="ADAL" clId="{E440F346-DC68-4DD4-BA80-8DE6476F8949}" dt="2021-05-29T21:25:09.207" v="68474"/>
          <ac:spMkLst>
            <pc:docMk/>
            <pc:sldMk cId="2156514060" sldId="2146846056"/>
            <ac:spMk id="42" creationId="{22461549-A15F-4E07-AAF1-CA68DEEA9287}"/>
          </ac:spMkLst>
        </pc:spChg>
        <pc:spChg chg="add mod ord">
          <ac:chgData name="Ken Popkin" userId="3c94c39e-c43b-4805-99ab-8da17777f1ac" providerId="ADAL" clId="{E440F346-DC68-4DD4-BA80-8DE6476F8949}" dt="2021-05-29T21:38:15.625" v="71162"/>
          <ac:spMkLst>
            <pc:docMk/>
            <pc:sldMk cId="2156514060" sldId="2146846056"/>
            <ac:spMk id="43" creationId="{C7AC6DCD-E20E-4B55-B704-DDB2AD9FE447}"/>
          </ac:spMkLst>
        </pc:spChg>
        <pc:spChg chg="add mod ord modVis">
          <ac:chgData name="Ken Popkin" userId="3c94c39e-c43b-4805-99ab-8da17777f1ac" providerId="ADAL" clId="{E440F346-DC68-4DD4-BA80-8DE6476F8949}" dt="2021-05-29T21:38:15.625" v="71164"/>
          <ac:spMkLst>
            <pc:docMk/>
            <pc:sldMk cId="2156514060" sldId="2146846056"/>
            <ac:spMk id="44" creationId="{0D40A10A-8311-40A5-97D4-66F5768EC63C}"/>
          </ac:spMkLst>
        </pc:spChg>
        <pc:spChg chg="add del mod">
          <ac:chgData name="Ken Popkin" userId="3c94c39e-c43b-4805-99ab-8da17777f1ac" providerId="ADAL" clId="{E440F346-DC68-4DD4-BA80-8DE6476F8949}" dt="2021-05-29T21:25:09.215" v="68501"/>
          <ac:spMkLst>
            <pc:docMk/>
            <pc:sldMk cId="2156514060" sldId="2146846056"/>
            <ac:spMk id="45" creationId="{976E3E48-9D43-4645-82C9-EE386515EF2C}"/>
          </ac:spMkLst>
        </pc:spChg>
        <pc:spChg chg="add mod ord">
          <ac:chgData name="Ken Popkin" userId="3c94c39e-c43b-4805-99ab-8da17777f1ac" providerId="ADAL" clId="{E440F346-DC68-4DD4-BA80-8DE6476F8949}" dt="2021-05-29T21:38:15.625" v="71166"/>
          <ac:spMkLst>
            <pc:docMk/>
            <pc:sldMk cId="2156514060" sldId="2146846056"/>
            <ac:spMk id="46" creationId="{D4A50316-AF6D-4BA9-94C5-2D7ED0CE527D}"/>
          </ac:spMkLst>
        </pc:spChg>
        <pc:spChg chg="add mod ord modVis">
          <ac:chgData name="Ken Popkin" userId="3c94c39e-c43b-4805-99ab-8da17777f1ac" providerId="ADAL" clId="{E440F346-DC68-4DD4-BA80-8DE6476F8949}" dt="2021-05-29T21:38:15.626" v="71168"/>
          <ac:spMkLst>
            <pc:docMk/>
            <pc:sldMk cId="2156514060" sldId="2146846056"/>
            <ac:spMk id="47" creationId="{114F8FC3-A57E-4A7A-890A-4F02D6D97FFD}"/>
          </ac:spMkLst>
        </pc:spChg>
        <pc:spChg chg="add del mod">
          <ac:chgData name="Ken Popkin" userId="3c94c39e-c43b-4805-99ab-8da17777f1ac" providerId="ADAL" clId="{E440F346-DC68-4DD4-BA80-8DE6476F8949}" dt="2021-05-29T21:25:09.225" v="68528"/>
          <ac:spMkLst>
            <pc:docMk/>
            <pc:sldMk cId="2156514060" sldId="2146846056"/>
            <ac:spMk id="48" creationId="{678D1BA0-65B4-4A83-8A16-21CE53E60D5D}"/>
          </ac:spMkLst>
        </pc:spChg>
        <pc:spChg chg="add mod ord">
          <ac:chgData name="Ken Popkin" userId="3c94c39e-c43b-4805-99ab-8da17777f1ac" providerId="ADAL" clId="{E440F346-DC68-4DD4-BA80-8DE6476F8949}" dt="2021-05-29T21:38:15.626" v="71170"/>
          <ac:spMkLst>
            <pc:docMk/>
            <pc:sldMk cId="2156514060" sldId="2146846056"/>
            <ac:spMk id="49" creationId="{FE1FBD77-83B9-4E99-98DA-8F2124656293}"/>
          </ac:spMkLst>
        </pc:spChg>
        <pc:spChg chg="add mod ord modVis">
          <ac:chgData name="Ken Popkin" userId="3c94c39e-c43b-4805-99ab-8da17777f1ac" providerId="ADAL" clId="{E440F346-DC68-4DD4-BA80-8DE6476F8949}" dt="2021-05-29T21:38:15.626" v="71172"/>
          <ac:spMkLst>
            <pc:docMk/>
            <pc:sldMk cId="2156514060" sldId="2146846056"/>
            <ac:spMk id="50" creationId="{183C5C62-3BFA-44C0-92E5-63C1C60246BC}"/>
          </ac:spMkLst>
        </pc:spChg>
        <pc:spChg chg="add del mod">
          <ac:chgData name="Ken Popkin" userId="3c94c39e-c43b-4805-99ab-8da17777f1ac" providerId="ADAL" clId="{E440F346-DC68-4DD4-BA80-8DE6476F8949}" dt="2021-05-29T21:38:15.581" v="71001"/>
          <ac:spMkLst>
            <pc:docMk/>
            <pc:sldMk cId="2156514060" sldId="2146846056"/>
            <ac:spMk id="51" creationId="{91F7C3E6-4AE0-493B-BED6-EFA3CFCF64CD}"/>
          </ac:spMkLst>
        </pc:spChg>
        <pc:spChg chg="add mod ord">
          <ac:chgData name="Ken Popkin" userId="3c94c39e-c43b-4805-99ab-8da17777f1ac" providerId="ADAL" clId="{E440F346-DC68-4DD4-BA80-8DE6476F8949}" dt="2021-05-29T21:38:15.626" v="71174"/>
          <ac:spMkLst>
            <pc:docMk/>
            <pc:sldMk cId="2156514060" sldId="2146846056"/>
            <ac:spMk id="52" creationId="{0C066C81-ED6C-4058-8354-9B7459CB291A}"/>
          </ac:spMkLst>
        </pc:spChg>
        <pc:spChg chg="add mod ord modVis">
          <ac:chgData name="Ken Popkin" userId="3c94c39e-c43b-4805-99ab-8da17777f1ac" providerId="ADAL" clId="{E440F346-DC68-4DD4-BA80-8DE6476F8949}" dt="2021-05-29T21:38:15.627" v="71176"/>
          <ac:spMkLst>
            <pc:docMk/>
            <pc:sldMk cId="2156514060" sldId="2146846056"/>
            <ac:spMk id="53" creationId="{EF90B3B2-8C6A-4B72-A08F-0D57FEE0BD36}"/>
          </ac:spMkLst>
        </pc:spChg>
        <pc:spChg chg="add del mod">
          <ac:chgData name="Ken Popkin" userId="3c94c39e-c43b-4805-99ab-8da17777f1ac" providerId="ADAL" clId="{E440F346-DC68-4DD4-BA80-8DE6476F8949}" dt="2021-05-29T21:38:15.590" v="71026"/>
          <ac:spMkLst>
            <pc:docMk/>
            <pc:sldMk cId="2156514060" sldId="2146846056"/>
            <ac:spMk id="54" creationId="{E3FE88C4-6181-44C7-A780-CD907DDEA43D}"/>
          </ac:spMkLst>
        </pc:spChg>
        <pc:spChg chg="add mod ord">
          <ac:chgData name="Ken Popkin" userId="3c94c39e-c43b-4805-99ab-8da17777f1ac" providerId="ADAL" clId="{E440F346-DC68-4DD4-BA80-8DE6476F8949}" dt="2021-05-29T21:38:15.627" v="71178"/>
          <ac:spMkLst>
            <pc:docMk/>
            <pc:sldMk cId="2156514060" sldId="2146846056"/>
            <ac:spMk id="55" creationId="{6E54B128-94E8-47C0-BA41-C8FAE9A4EEF9}"/>
          </ac:spMkLst>
        </pc:spChg>
        <pc:spChg chg="add mod ord modVis">
          <ac:chgData name="Ken Popkin" userId="3c94c39e-c43b-4805-99ab-8da17777f1ac" providerId="ADAL" clId="{E440F346-DC68-4DD4-BA80-8DE6476F8949}" dt="2021-05-29T21:38:15.627" v="71180"/>
          <ac:spMkLst>
            <pc:docMk/>
            <pc:sldMk cId="2156514060" sldId="2146846056"/>
            <ac:spMk id="56" creationId="{1C177F89-2992-4206-8159-341F0761288A}"/>
          </ac:spMkLst>
        </pc:spChg>
        <pc:spChg chg="add del mod">
          <ac:chgData name="Ken Popkin" userId="3c94c39e-c43b-4805-99ab-8da17777f1ac" providerId="ADAL" clId="{E440F346-DC68-4DD4-BA80-8DE6476F8949}" dt="2021-05-29T21:38:15.596" v="71051"/>
          <ac:spMkLst>
            <pc:docMk/>
            <pc:sldMk cId="2156514060" sldId="2146846056"/>
            <ac:spMk id="57" creationId="{F721870F-22E9-45DC-B8D2-79A016AD69DF}"/>
          </ac:spMkLst>
        </pc:spChg>
        <pc:spChg chg="add mod ord">
          <ac:chgData name="Ken Popkin" userId="3c94c39e-c43b-4805-99ab-8da17777f1ac" providerId="ADAL" clId="{E440F346-DC68-4DD4-BA80-8DE6476F8949}" dt="2021-05-29T21:38:15.627" v="71182"/>
          <ac:spMkLst>
            <pc:docMk/>
            <pc:sldMk cId="2156514060" sldId="2146846056"/>
            <ac:spMk id="58" creationId="{CF64A0EA-3E1B-4F5D-AE65-A8C60119BC20}"/>
          </ac:spMkLst>
        </pc:spChg>
        <pc:spChg chg="add mod ord modVis">
          <ac:chgData name="Ken Popkin" userId="3c94c39e-c43b-4805-99ab-8da17777f1ac" providerId="ADAL" clId="{E440F346-DC68-4DD4-BA80-8DE6476F8949}" dt="2021-05-29T21:38:15.628" v="71184"/>
          <ac:spMkLst>
            <pc:docMk/>
            <pc:sldMk cId="2156514060" sldId="2146846056"/>
            <ac:spMk id="59" creationId="{BFFAB454-3C56-4BDC-AF26-58646269F07A}"/>
          </ac:spMkLst>
        </pc:spChg>
        <pc:spChg chg="add del mod">
          <ac:chgData name="Ken Popkin" userId="3c94c39e-c43b-4805-99ab-8da17777f1ac" providerId="ADAL" clId="{E440F346-DC68-4DD4-BA80-8DE6476F8949}" dt="2021-05-29T21:38:15.605" v="71076"/>
          <ac:spMkLst>
            <pc:docMk/>
            <pc:sldMk cId="2156514060" sldId="2146846056"/>
            <ac:spMk id="60" creationId="{D90BE16A-AFA2-46B7-A15D-ECF9A68472F5}"/>
          </ac:spMkLst>
        </pc:spChg>
        <pc:spChg chg="add mod ord">
          <ac:chgData name="Ken Popkin" userId="3c94c39e-c43b-4805-99ab-8da17777f1ac" providerId="ADAL" clId="{E440F346-DC68-4DD4-BA80-8DE6476F8949}" dt="2021-05-29T21:38:15.628" v="71186"/>
          <ac:spMkLst>
            <pc:docMk/>
            <pc:sldMk cId="2156514060" sldId="2146846056"/>
            <ac:spMk id="61" creationId="{FBC451F2-7A24-4BB2-9A55-99F21F451CB5}"/>
          </ac:spMkLst>
        </pc:spChg>
        <pc:spChg chg="add mod ord modVis">
          <ac:chgData name="Ken Popkin" userId="3c94c39e-c43b-4805-99ab-8da17777f1ac" providerId="ADAL" clId="{E440F346-DC68-4DD4-BA80-8DE6476F8949}" dt="2021-05-29T21:38:15.628" v="71188"/>
          <ac:spMkLst>
            <pc:docMk/>
            <pc:sldMk cId="2156514060" sldId="2146846056"/>
            <ac:spMk id="62" creationId="{A0537FF3-8994-4CD1-A23E-FC55DC0D16A8}"/>
          </ac:spMkLst>
        </pc:spChg>
        <pc:spChg chg="add mod">
          <ac:chgData name="Ken Popkin" userId="3c94c39e-c43b-4805-99ab-8da17777f1ac" providerId="ADAL" clId="{E440F346-DC68-4DD4-BA80-8DE6476F8949}" dt="2021-05-29T21:38:15.617" v="71117"/>
          <ac:spMkLst>
            <pc:docMk/>
            <pc:sldMk cId="2156514060" sldId="2146846056"/>
            <ac:spMk id="63" creationId="{7E177D9C-1E2E-4AA2-9819-88B69F2476E5}"/>
          </ac:spMkLst>
        </pc:spChg>
        <pc:spChg chg="add mod">
          <ac:chgData name="Ken Popkin" userId="3c94c39e-c43b-4805-99ab-8da17777f1ac" providerId="ADAL" clId="{E440F346-DC68-4DD4-BA80-8DE6476F8949}" dt="2021-05-29T21:38:15.617" v="71118"/>
          <ac:spMkLst>
            <pc:docMk/>
            <pc:sldMk cId="2156514060" sldId="2146846056"/>
            <ac:spMk id="64" creationId="{AB559DDC-FB9A-4521-B909-E83F6FFEA7C8}"/>
          </ac:spMkLst>
        </pc:spChg>
        <pc:spChg chg="add mod">
          <ac:chgData name="Ken Popkin" userId="3c94c39e-c43b-4805-99ab-8da17777f1ac" providerId="ADAL" clId="{E440F346-DC68-4DD4-BA80-8DE6476F8949}" dt="2021-05-29T21:38:15.617" v="71119"/>
          <ac:spMkLst>
            <pc:docMk/>
            <pc:sldMk cId="2156514060" sldId="2146846056"/>
            <ac:spMk id="65" creationId="{F26D7D91-24D0-4747-ADB6-FB3F739BB870}"/>
          </ac:spMkLst>
        </pc:spChg>
        <pc:spChg chg="add mod">
          <ac:chgData name="Ken Popkin" userId="3c94c39e-c43b-4805-99ab-8da17777f1ac" providerId="ADAL" clId="{E440F346-DC68-4DD4-BA80-8DE6476F8949}" dt="2021-05-29T21:38:15.618" v="71120"/>
          <ac:spMkLst>
            <pc:docMk/>
            <pc:sldMk cId="2156514060" sldId="2146846056"/>
            <ac:spMk id="66" creationId="{085800F4-1DA6-45E8-9296-57F1A611404B}"/>
          </ac:spMkLst>
        </pc:spChg>
        <pc:spChg chg="add mod">
          <ac:chgData name="Ken Popkin" userId="3c94c39e-c43b-4805-99ab-8da17777f1ac" providerId="ADAL" clId="{E440F346-DC68-4DD4-BA80-8DE6476F8949}" dt="2021-05-29T21:38:15.618" v="71121"/>
          <ac:spMkLst>
            <pc:docMk/>
            <pc:sldMk cId="2156514060" sldId="2146846056"/>
            <ac:spMk id="67" creationId="{117D2124-9326-4E02-B905-FA8176F8BECD}"/>
          </ac:spMkLst>
        </pc:spChg>
        <pc:spChg chg="add mod">
          <ac:chgData name="Ken Popkin" userId="3c94c39e-c43b-4805-99ab-8da17777f1ac" providerId="ADAL" clId="{E440F346-DC68-4DD4-BA80-8DE6476F8949}" dt="2021-05-29T21:38:15.618" v="71122"/>
          <ac:spMkLst>
            <pc:docMk/>
            <pc:sldMk cId="2156514060" sldId="2146846056"/>
            <ac:spMk id="68" creationId="{3F3256B9-532F-41F7-9224-1BED038DDE91}"/>
          </ac:spMkLst>
        </pc:spChg>
        <pc:spChg chg="add mod">
          <ac:chgData name="Ken Popkin" userId="3c94c39e-c43b-4805-99ab-8da17777f1ac" providerId="ADAL" clId="{E440F346-DC68-4DD4-BA80-8DE6476F8949}" dt="2021-05-29T21:38:15.618" v="71123"/>
          <ac:spMkLst>
            <pc:docMk/>
            <pc:sldMk cId="2156514060" sldId="2146846056"/>
            <ac:spMk id="69" creationId="{43264A27-4124-4784-ADEE-599D6ECD72FE}"/>
          </ac:spMkLst>
        </pc:spChg>
        <pc:spChg chg="add mod ord">
          <ac:chgData name="Ken Popkin" userId="3c94c39e-c43b-4805-99ab-8da17777f1ac" providerId="ADAL" clId="{E440F346-DC68-4DD4-BA80-8DE6476F8949}" dt="2021-05-29T21:38:16.290" v="71198"/>
          <ac:spMkLst>
            <pc:docMk/>
            <pc:sldMk cId="2156514060" sldId="2146846056"/>
            <ac:spMk id="70" creationId="{48E14A9B-2937-4EDD-91B2-3D5D09AE4574}"/>
          </ac:spMkLst>
        </pc:spChg>
        <pc:spChg chg="add mod">
          <ac:chgData name="Ken Popkin" userId="3c94c39e-c43b-4805-99ab-8da17777f1ac" providerId="ADAL" clId="{E440F346-DC68-4DD4-BA80-8DE6476F8949}" dt="2021-05-29T21:38:15.616" v="71109"/>
          <ac:spMkLst>
            <pc:docMk/>
            <pc:sldMk cId="2156514060" sldId="2146846056"/>
            <ac:spMk id="71" creationId="{514D4D69-E13D-4D60-A7C6-7030FD8B856A}"/>
          </ac:spMkLst>
        </pc:spChg>
        <pc:spChg chg="add mod modVis">
          <ac:chgData name="Ken Popkin" userId="3c94c39e-c43b-4805-99ab-8da17777f1ac" providerId="ADAL" clId="{E440F346-DC68-4DD4-BA80-8DE6476F8949}" dt="2021-05-29T21:38:15.617" v="71116"/>
          <ac:spMkLst>
            <pc:docMk/>
            <pc:sldMk cId="2156514060" sldId="2146846056"/>
            <ac:spMk id="72" creationId="{1D309889-B140-4AC1-AEB0-10D7CD77F549}"/>
          </ac:spMkLst>
        </pc:spChg>
        <pc:spChg chg="add mod">
          <ac:chgData name="Ken Popkin" userId="3c94c39e-c43b-4805-99ab-8da17777f1ac" providerId="ADAL" clId="{E440F346-DC68-4DD4-BA80-8DE6476F8949}" dt="2021-05-29T21:38:15.619" v="71124"/>
          <ac:spMkLst>
            <pc:docMk/>
            <pc:sldMk cId="2156514060" sldId="2146846056"/>
            <ac:spMk id="75" creationId="{B70B6818-E3F6-41E9-B212-BB76AC9281B4}"/>
          </ac:spMkLst>
        </pc:spChg>
        <pc:spChg chg="add mod">
          <ac:chgData name="Ken Popkin" userId="3c94c39e-c43b-4805-99ab-8da17777f1ac" providerId="ADAL" clId="{E440F346-DC68-4DD4-BA80-8DE6476F8949}" dt="2021-05-29T21:38:15.619" v="71125"/>
          <ac:spMkLst>
            <pc:docMk/>
            <pc:sldMk cId="2156514060" sldId="2146846056"/>
            <ac:spMk id="76" creationId="{6011B198-0E80-4C99-BB82-D5E798A166DA}"/>
          </ac:spMkLst>
        </pc:spChg>
        <pc:spChg chg="add mod">
          <ac:chgData name="Ken Popkin" userId="3c94c39e-c43b-4805-99ab-8da17777f1ac" providerId="ADAL" clId="{E440F346-DC68-4DD4-BA80-8DE6476F8949}" dt="2021-05-29T21:38:15.619" v="71126"/>
          <ac:spMkLst>
            <pc:docMk/>
            <pc:sldMk cId="2156514060" sldId="2146846056"/>
            <ac:spMk id="77" creationId="{3C283D3B-5676-404A-8332-0FD89F7F8C13}"/>
          </ac:spMkLst>
        </pc:spChg>
        <pc:spChg chg="add mod">
          <ac:chgData name="Ken Popkin" userId="3c94c39e-c43b-4805-99ab-8da17777f1ac" providerId="ADAL" clId="{E440F346-DC68-4DD4-BA80-8DE6476F8949}" dt="2021-05-29T21:38:15.619" v="71127"/>
          <ac:spMkLst>
            <pc:docMk/>
            <pc:sldMk cId="2156514060" sldId="2146846056"/>
            <ac:spMk id="78" creationId="{3AD633A0-A314-4650-815C-A43A26E8958D}"/>
          </ac:spMkLst>
        </pc:spChg>
        <pc:cxnChg chg="add mod ord">
          <ac:chgData name="Ken Popkin" userId="3c94c39e-c43b-4805-99ab-8da17777f1ac" providerId="ADAL" clId="{E440F346-DC68-4DD4-BA80-8DE6476F8949}" dt="2021-05-29T21:38:15.616" v="71113"/>
          <ac:cxnSpMkLst>
            <pc:docMk/>
            <pc:sldMk cId="2156514060" sldId="2146846056"/>
            <ac:cxnSpMk id="25" creationId="{D64FBEF1-764B-4297-8576-227338BFD65A}"/>
          </ac:cxnSpMkLst>
        </pc:cxnChg>
        <pc:cxnChg chg="add mod ord">
          <ac:chgData name="Ken Popkin" userId="3c94c39e-c43b-4805-99ab-8da17777f1ac" providerId="ADAL" clId="{E440F346-DC68-4DD4-BA80-8DE6476F8949}" dt="2021-05-29T21:38:15.617" v="71115"/>
          <ac:cxnSpMkLst>
            <pc:docMk/>
            <pc:sldMk cId="2156514060" sldId="2146846056"/>
            <ac:cxnSpMk id="26" creationId="{6240E590-DF51-4598-BB16-2D24B41BE81B}"/>
          </ac:cxnSpMkLst>
        </pc:cxnChg>
        <pc:cxnChg chg="add del mod ord">
          <ac:chgData name="Ken Popkin" userId="3c94c39e-c43b-4805-99ab-8da17777f1ac" providerId="ADAL" clId="{E440F346-DC68-4DD4-BA80-8DE6476F8949}" dt="2021-05-29T21:26:33.248" v="68916"/>
          <ac:cxnSpMkLst>
            <pc:docMk/>
            <pc:sldMk cId="2156514060" sldId="2146846056"/>
            <ac:cxnSpMk id="27" creationId="{7C92B8EC-C201-4F0D-9EA9-76C5AE8B314D}"/>
          </ac:cxnSpMkLst>
        </pc:cxnChg>
        <pc:cxnChg chg="add del mod ord">
          <ac:chgData name="Ken Popkin" userId="3c94c39e-c43b-4805-99ab-8da17777f1ac" providerId="ADAL" clId="{E440F346-DC68-4DD4-BA80-8DE6476F8949}" dt="2021-05-29T21:26:33.248" v="68918"/>
          <ac:cxnSpMkLst>
            <pc:docMk/>
            <pc:sldMk cId="2156514060" sldId="2146846056"/>
            <ac:cxnSpMk id="28" creationId="{05399982-FB66-4D5D-A81C-27B0D6B82CFE}"/>
          </ac:cxnSpMkLst>
        </pc:cxnChg>
        <pc:cxnChg chg="add del mod ord">
          <ac:chgData name="Ken Popkin" userId="3c94c39e-c43b-4805-99ab-8da17777f1ac" providerId="ADAL" clId="{E440F346-DC68-4DD4-BA80-8DE6476F8949}" dt="2021-05-29T21:26:33.249" v="68920"/>
          <ac:cxnSpMkLst>
            <pc:docMk/>
            <pc:sldMk cId="2156514060" sldId="2146846056"/>
            <ac:cxnSpMk id="29" creationId="{EFEA1602-1C49-4D39-836A-95A5887D2734}"/>
          </ac:cxnSpMkLst>
        </pc:cxnChg>
        <pc:cxnChg chg="add mod ord">
          <ac:chgData name="Ken Popkin" userId="3c94c39e-c43b-4805-99ab-8da17777f1ac" providerId="ADAL" clId="{E440F346-DC68-4DD4-BA80-8DE6476F8949}" dt="2021-05-29T21:38:15.628" v="71190"/>
          <ac:cxnSpMkLst>
            <pc:docMk/>
            <pc:sldMk cId="2156514060" sldId="2146846056"/>
            <ac:cxnSpMk id="73" creationId="{B0ECD2B0-5906-4D5D-BF81-49EFD10A3D1B}"/>
          </ac:cxnSpMkLst>
        </pc:cxnChg>
        <pc:cxnChg chg="add mod ord">
          <ac:chgData name="Ken Popkin" userId="3c94c39e-c43b-4805-99ab-8da17777f1ac" providerId="ADAL" clId="{E440F346-DC68-4DD4-BA80-8DE6476F8949}" dt="2021-05-29T21:38:15.629" v="71192"/>
          <ac:cxnSpMkLst>
            <pc:docMk/>
            <pc:sldMk cId="2156514060" sldId="2146846056"/>
            <ac:cxnSpMk id="74" creationId="{D4A8A967-F64E-43F8-83A0-52DA6C1A1F16}"/>
          </ac:cxnSpMkLst>
        </pc:cxnChg>
      </pc:sldChg>
      <pc:sldChg chg="addSp delSp modSp add mod setBg">
        <pc:chgData name="Ken Popkin" userId="3c94c39e-c43b-4805-99ab-8da17777f1ac" providerId="ADAL" clId="{E440F346-DC68-4DD4-BA80-8DE6476F8949}" dt="2021-06-01T21:22:36.331" v="113986" actId="14100"/>
        <pc:sldMkLst>
          <pc:docMk/>
          <pc:sldMk cId="3568620224" sldId="2146846056"/>
        </pc:sldMkLst>
        <pc:spChg chg="del mod ord">
          <ac:chgData name="Ken Popkin" userId="3c94c39e-c43b-4805-99ab-8da17777f1ac" providerId="ADAL" clId="{E440F346-DC68-4DD4-BA80-8DE6476F8949}" dt="2021-05-29T22:13:59.500" v="90586" actId="478"/>
          <ac:spMkLst>
            <pc:docMk/>
            <pc:sldMk cId="3568620224" sldId="2146846056"/>
            <ac:spMk id="2" creationId="{7E2B9F84-298E-485A-9F8D-B83B417B864C}"/>
          </ac:spMkLst>
        </pc:spChg>
        <pc:spChg chg="del mod ord">
          <ac:chgData name="Ken Popkin" userId="3c94c39e-c43b-4805-99ab-8da17777f1ac" providerId="ADAL" clId="{E440F346-DC68-4DD4-BA80-8DE6476F8949}" dt="2021-05-29T22:14:03.475" v="90587" actId="478"/>
          <ac:spMkLst>
            <pc:docMk/>
            <pc:sldMk cId="3568620224" sldId="2146846056"/>
            <ac:spMk id="3" creationId="{ACC5858C-C94F-42B2-8D70-5949856E1E67}"/>
          </ac:spMkLst>
        </pc:spChg>
        <pc:spChg chg="del mod ord">
          <ac:chgData name="Ken Popkin" userId="3c94c39e-c43b-4805-99ab-8da17777f1ac" providerId="ADAL" clId="{E440F346-DC68-4DD4-BA80-8DE6476F8949}" dt="2021-05-29T22:14:08.208" v="90588" actId="478"/>
          <ac:spMkLst>
            <pc:docMk/>
            <pc:sldMk cId="3568620224" sldId="2146846056"/>
            <ac:spMk id="4" creationId="{A8BB3A89-970A-493B-8481-AAA8D8028EFF}"/>
          </ac:spMkLst>
        </pc:spChg>
        <pc:spChg chg="add mod ord modVis">
          <ac:chgData name="Ken Popkin" userId="3c94c39e-c43b-4805-99ab-8da17777f1ac" providerId="ADAL" clId="{E440F346-DC68-4DD4-BA80-8DE6476F8949}" dt="2021-06-01T21:20:37.157" v="113925" actId="1035"/>
          <ac:spMkLst>
            <pc:docMk/>
            <pc:sldMk cId="3568620224" sldId="2146846056"/>
            <ac:spMk id="5" creationId="{BF445FAB-8DBF-453E-9283-A9A6EBA065FA}"/>
          </ac:spMkLst>
        </pc:spChg>
        <pc:spChg chg="add mod ord">
          <ac:chgData name="Ken Popkin" userId="3c94c39e-c43b-4805-99ab-8da17777f1ac" providerId="ADAL" clId="{E440F346-DC68-4DD4-BA80-8DE6476F8949}" dt="2021-06-01T21:20:37.157" v="113925" actId="1035"/>
          <ac:spMkLst>
            <pc:docMk/>
            <pc:sldMk cId="3568620224" sldId="2146846056"/>
            <ac:spMk id="6" creationId="{ADE3302C-320C-4A18-8F51-050992413360}"/>
          </ac:spMkLst>
        </pc:spChg>
        <pc:spChg chg="add del mod">
          <ac:chgData name="Ken Popkin" userId="3c94c39e-c43b-4805-99ab-8da17777f1ac" providerId="ADAL" clId="{E440F346-DC68-4DD4-BA80-8DE6476F8949}" dt="2021-05-29T22:11:52.626" v="89386"/>
          <ac:spMkLst>
            <pc:docMk/>
            <pc:sldMk cId="3568620224" sldId="2146846056"/>
            <ac:spMk id="7" creationId="{B3B7A4E7-8832-40C4-AB4E-32DC2A0DCF45}"/>
          </ac:spMkLst>
        </pc:spChg>
        <pc:spChg chg="add del mod modVis">
          <ac:chgData name="Ken Popkin" userId="3c94c39e-c43b-4805-99ab-8da17777f1ac" providerId="ADAL" clId="{E440F346-DC68-4DD4-BA80-8DE6476F8949}" dt="2021-05-29T22:11:52.634" v="89401"/>
          <ac:spMkLst>
            <pc:docMk/>
            <pc:sldMk cId="3568620224" sldId="2146846056"/>
            <ac:spMk id="8" creationId="{D3403523-1F24-4313-A632-7729BDA10D79}"/>
          </ac:spMkLst>
        </pc:spChg>
        <pc:spChg chg="add mod modVis">
          <ac:chgData name="Ken Popkin" userId="3c94c39e-c43b-4805-99ab-8da17777f1ac" providerId="ADAL" clId="{E440F346-DC68-4DD4-BA80-8DE6476F8949}" dt="2021-05-29T22:48:52.163" v="99462"/>
          <ac:spMkLst>
            <pc:docMk/>
            <pc:sldMk cId="3568620224" sldId="2146846056"/>
            <ac:spMk id="9" creationId="{5AF1DDDF-A305-492F-8212-5DDD3C3140D7}"/>
          </ac:spMkLst>
        </pc:spChg>
        <pc:spChg chg="add mod ord modVis">
          <ac:chgData name="Ken Popkin" userId="3c94c39e-c43b-4805-99ab-8da17777f1ac" providerId="ADAL" clId="{E440F346-DC68-4DD4-BA80-8DE6476F8949}" dt="2021-05-29T22:32:31.454" v="98746"/>
          <ac:spMkLst>
            <pc:docMk/>
            <pc:sldMk cId="3568620224" sldId="2146846056"/>
            <ac:spMk id="10" creationId="{D4D21E57-D809-4662-BA10-93E7AA1C1437}"/>
          </ac:spMkLst>
        </pc:spChg>
        <pc:spChg chg="add mod ord">
          <ac:chgData name="Ken Popkin" userId="3c94c39e-c43b-4805-99ab-8da17777f1ac" providerId="ADAL" clId="{E440F346-DC68-4DD4-BA80-8DE6476F8949}" dt="2021-06-01T21:20:37.157" v="113925" actId="1035"/>
          <ac:spMkLst>
            <pc:docMk/>
            <pc:sldMk cId="3568620224" sldId="2146846056"/>
            <ac:spMk id="11" creationId="{2EF70A3F-A171-42C7-ACB7-9036B17FA978}"/>
          </ac:spMkLst>
        </pc:spChg>
        <pc:spChg chg="add mod ord">
          <ac:chgData name="Ken Popkin" userId="3c94c39e-c43b-4805-99ab-8da17777f1ac" providerId="ADAL" clId="{E440F346-DC68-4DD4-BA80-8DE6476F8949}" dt="2021-06-01T21:20:37.157" v="113925" actId="1035"/>
          <ac:spMkLst>
            <pc:docMk/>
            <pc:sldMk cId="3568620224" sldId="2146846056"/>
            <ac:spMk id="12" creationId="{149CC1AC-CF57-4F33-82FC-A9203A243F8A}"/>
          </ac:spMkLst>
        </pc:spChg>
        <pc:spChg chg="add del mod ord">
          <ac:chgData name="Ken Popkin" userId="3c94c39e-c43b-4805-99ab-8da17777f1ac" providerId="ADAL" clId="{E440F346-DC68-4DD4-BA80-8DE6476F8949}" dt="2021-06-01T21:20:37.157" v="113925" actId="1035"/>
          <ac:spMkLst>
            <pc:docMk/>
            <pc:sldMk cId="3568620224" sldId="2146846056"/>
            <ac:spMk id="13" creationId="{9D9FCDAD-0908-4247-9645-6171B300FF4C}"/>
          </ac:spMkLst>
        </pc:spChg>
        <pc:spChg chg="add mod ord">
          <ac:chgData name="Ken Popkin" userId="3c94c39e-c43b-4805-99ab-8da17777f1ac" providerId="ADAL" clId="{E440F346-DC68-4DD4-BA80-8DE6476F8949}" dt="2021-06-01T21:20:37.157" v="113925" actId="1035"/>
          <ac:spMkLst>
            <pc:docMk/>
            <pc:sldMk cId="3568620224" sldId="2146846056"/>
            <ac:spMk id="14" creationId="{37A5EA7F-A8D4-4752-9024-C2FAEB6FA043}"/>
          </ac:spMkLst>
        </pc:spChg>
        <pc:spChg chg="add del mod ord">
          <ac:chgData name="Ken Popkin" userId="3c94c39e-c43b-4805-99ab-8da17777f1ac" providerId="ADAL" clId="{E440F346-DC68-4DD4-BA80-8DE6476F8949}" dt="2021-05-29T22:16:20.747" v="91887"/>
          <ac:spMkLst>
            <pc:docMk/>
            <pc:sldMk cId="3568620224" sldId="2146846056"/>
            <ac:spMk id="15" creationId="{983D78CC-B7F2-4CF9-A10B-91BFC0C2DC4D}"/>
          </ac:spMkLst>
        </pc:spChg>
        <pc:spChg chg="add del mod ord">
          <ac:chgData name="Ken Popkin" userId="3c94c39e-c43b-4805-99ab-8da17777f1ac" providerId="ADAL" clId="{E440F346-DC68-4DD4-BA80-8DE6476F8949}" dt="2021-05-29T22:16:20.747" v="91889"/>
          <ac:spMkLst>
            <pc:docMk/>
            <pc:sldMk cId="3568620224" sldId="2146846056"/>
            <ac:spMk id="16" creationId="{F0100461-1FF9-4842-93EE-33309F85EA40}"/>
          </ac:spMkLst>
        </pc:spChg>
        <pc:spChg chg="add del mod ord">
          <ac:chgData name="Ken Popkin" userId="3c94c39e-c43b-4805-99ab-8da17777f1ac" providerId="ADAL" clId="{E440F346-DC68-4DD4-BA80-8DE6476F8949}" dt="2021-05-29T22:16:20.748" v="91891"/>
          <ac:spMkLst>
            <pc:docMk/>
            <pc:sldMk cId="3568620224" sldId="2146846056"/>
            <ac:spMk id="17" creationId="{8BDCFBE2-76E6-40D7-9747-8C62C238EC6C}"/>
          </ac:spMkLst>
        </pc:spChg>
        <pc:spChg chg="add del mod ord">
          <ac:chgData name="Ken Popkin" userId="3c94c39e-c43b-4805-99ab-8da17777f1ac" providerId="ADAL" clId="{E440F346-DC68-4DD4-BA80-8DE6476F8949}" dt="2021-05-29T22:16:20.748" v="91893"/>
          <ac:spMkLst>
            <pc:docMk/>
            <pc:sldMk cId="3568620224" sldId="2146846056"/>
            <ac:spMk id="18" creationId="{7352C224-3706-4EE3-B473-5F704C87739E}"/>
          </ac:spMkLst>
        </pc:spChg>
        <pc:spChg chg="add del mod ord">
          <ac:chgData name="Ken Popkin" userId="3c94c39e-c43b-4805-99ab-8da17777f1ac" providerId="ADAL" clId="{E440F346-DC68-4DD4-BA80-8DE6476F8949}" dt="2021-05-29T22:16:20.748" v="91895"/>
          <ac:spMkLst>
            <pc:docMk/>
            <pc:sldMk cId="3568620224" sldId="2146846056"/>
            <ac:spMk id="19" creationId="{57235869-6BE3-4630-A17C-48BE7AA38202}"/>
          </ac:spMkLst>
        </pc:spChg>
        <pc:spChg chg="add del mod ord">
          <ac:chgData name="Ken Popkin" userId="3c94c39e-c43b-4805-99ab-8da17777f1ac" providerId="ADAL" clId="{E440F346-DC68-4DD4-BA80-8DE6476F8949}" dt="2021-05-29T22:16:20.749" v="91897"/>
          <ac:spMkLst>
            <pc:docMk/>
            <pc:sldMk cId="3568620224" sldId="2146846056"/>
            <ac:spMk id="20" creationId="{14487CE7-6EE7-4CA9-BC1D-D21ADD10D456}"/>
          </ac:spMkLst>
        </pc:spChg>
        <pc:spChg chg="add del mod ord">
          <ac:chgData name="Ken Popkin" userId="3c94c39e-c43b-4805-99ab-8da17777f1ac" providerId="ADAL" clId="{E440F346-DC68-4DD4-BA80-8DE6476F8949}" dt="2021-05-29T22:11:53.131" v="90574"/>
          <ac:spMkLst>
            <pc:docMk/>
            <pc:sldMk cId="3568620224" sldId="2146846056"/>
            <ac:spMk id="21" creationId="{FC2F1EC1-BE4A-4B99-A88F-35D5CBC9C9B5}"/>
          </ac:spMkLst>
        </pc:spChg>
        <pc:spChg chg="add del mod ord">
          <ac:chgData name="Ken Popkin" userId="3c94c39e-c43b-4805-99ab-8da17777f1ac" providerId="ADAL" clId="{E440F346-DC68-4DD4-BA80-8DE6476F8949}" dt="2021-05-29T22:11:53.132" v="90576"/>
          <ac:spMkLst>
            <pc:docMk/>
            <pc:sldMk cId="3568620224" sldId="2146846056"/>
            <ac:spMk id="22" creationId="{5C6995D8-E70E-4F1A-87D9-D2265ADA71EE}"/>
          </ac:spMkLst>
        </pc:spChg>
        <pc:spChg chg="add mod">
          <ac:chgData name="Ken Popkin" userId="3c94c39e-c43b-4805-99ab-8da17777f1ac" providerId="ADAL" clId="{E440F346-DC68-4DD4-BA80-8DE6476F8949}" dt="2021-06-01T21:20:37.157" v="113925" actId="1035"/>
          <ac:spMkLst>
            <pc:docMk/>
            <pc:sldMk cId="3568620224" sldId="2146846056"/>
            <ac:spMk id="23" creationId="{9BC36B51-D7E5-4B3F-8759-20E12BF6B07F}"/>
          </ac:spMkLst>
        </pc:spChg>
        <pc:spChg chg="add mod">
          <ac:chgData name="Ken Popkin" userId="3c94c39e-c43b-4805-99ab-8da17777f1ac" providerId="ADAL" clId="{E440F346-DC68-4DD4-BA80-8DE6476F8949}" dt="2021-06-01T21:20:37.157" v="113925" actId="1035"/>
          <ac:spMkLst>
            <pc:docMk/>
            <pc:sldMk cId="3568620224" sldId="2146846056"/>
            <ac:spMk id="24" creationId="{F5462578-1B5E-4CF1-9DDD-8D5C258DA9F4}"/>
          </ac:spMkLst>
        </pc:spChg>
        <pc:spChg chg="add mod ord">
          <ac:chgData name="Ken Popkin" userId="3c94c39e-c43b-4805-99ab-8da17777f1ac" providerId="ADAL" clId="{E440F346-DC68-4DD4-BA80-8DE6476F8949}" dt="2021-06-01T21:20:37.157" v="113925" actId="1035"/>
          <ac:spMkLst>
            <pc:docMk/>
            <pc:sldMk cId="3568620224" sldId="2146846056"/>
            <ac:spMk id="25" creationId="{34A0A9C3-5A66-44DE-BB0E-A1263BB1A129}"/>
          </ac:spMkLst>
        </pc:spChg>
        <pc:spChg chg="add mod">
          <ac:chgData name="Ken Popkin" userId="3c94c39e-c43b-4805-99ab-8da17777f1ac" providerId="ADAL" clId="{E440F346-DC68-4DD4-BA80-8DE6476F8949}" dt="2021-06-01T21:20:37.157" v="113925" actId="1035"/>
          <ac:spMkLst>
            <pc:docMk/>
            <pc:sldMk cId="3568620224" sldId="2146846056"/>
            <ac:spMk id="26" creationId="{27DBEA28-FE23-4F89-ADDD-465BE256260C}"/>
          </ac:spMkLst>
        </pc:spChg>
        <pc:spChg chg="add mod">
          <ac:chgData name="Ken Popkin" userId="3c94c39e-c43b-4805-99ab-8da17777f1ac" providerId="ADAL" clId="{E440F346-DC68-4DD4-BA80-8DE6476F8949}" dt="2021-06-01T21:20:37.157" v="113925" actId="1035"/>
          <ac:spMkLst>
            <pc:docMk/>
            <pc:sldMk cId="3568620224" sldId="2146846056"/>
            <ac:spMk id="27" creationId="{0175043C-92CF-4544-A36C-51352E126D15}"/>
          </ac:spMkLst>
        </pc:spChg>
        <pc:spChg chg="add mod ord">
          <ac:chgData name="Ken Popkin" userId="3c94c39e-c43b-4805-99ab-8da17777f1ac" providerId="ADAL" clId="{E440F346-DC68-4DD4-BA80-8DE6476F8949}" dt="2021-06-01T21:20:37.157" v="113925" actId="1035"/>
          <ac:spMkLst>
            <pc:docMk/>
            <pc:sldMk cId="3568620224" sldId="2146846056"/>
            <ac:spMk id="28" creationId="{9EE83BA5-6874-43A3-8F2E-1A378BA74F0B}"/>
          </ac:spMkLst>
        </pc:spChg>
        <pc:spChg chg="add mod">
          <ac:chgData name="Ken Popkin" userId="3c94c39e-c43b-4805-99ab-8da17777f1ac" providerId="ADAL" clId="{E440F346-DC68-4DD4-BA80-8DE6476F8949}" dt="2021-06-01T21:20:37.157" v="113925" actId="1035"/>
          <ac:spMkLst>
            <pc:docMk/>
            <pc:sldMk cId="3568620224" sldId="2146846056"/>
            <ac:spMk id="29" creationId="{D29E2F2C-D57B-48D4-AC41-0C5842E8306E}"/>
          </ac:spMkLst>
        </pc:spChg>
        <pc:spChg chg="add mod">
          <ac:chgData name="Ken Popkin" userId="3c94c39e-c43b-4805-99ab-8da17777f1ac" providerId="ADAL" clId="{E440F346-DC68-4DD4-BA80-8DE6476F8949}" dt="2021-06-01T21:20:37.157" v="113925" actId="1035"/>
          <ac:spMkLst>
            <pc:docMk/>
            <pc:sldMk cId="3568620224" sldId="2146846056"/>
            <ac:spMk id="30" creationId="{BCFD905A-88F8-4311-97B1-B1C95F3AC430}"/>
          </ac:spMkLst>
        </pc:spChg>
        <pc:spChg chg="add mod ord">
          <ac:chgData name="Ken Popkin" userId="3c94c39e-c43b-4805-99ab-8da17777f1ac" providerId="ADAL" clId="{E440F346-DC68-4DD4-BA80-8DE6476F8949}" dt="2021-06-01T21:20:37.157" v="113925" actId="1035"/>
          <ac:spMkLst>
            <pc:docMk/>
            <pc:sldMk cId="3568620224" sldId="2146846056"/>
            <ac:spMk id="31" creationId="{966D39A7-CE23-46F2-BF96-9ABBDC8872C3}"/>
          </ac:spMkLst>
        </pc:spChg>
        <pc:spChg chg="add mod">
          <ac:chgData name="Ken Popkin" userId="3c94c39e-c43b-4805-99ab-8da17777f1ac" providerId="ADAL" clId="{E440F346-DC68-4DD4-BA80-8DE6476F8949}" dt="2021-06-01T21:20:37.157" v="113925" actId="1035"/>
          <ac:spMkLst>
            <pc:docMk/>
            <pc:sldMk cId="3568620224" sldId="2146846056"/>
            <ac:spMk id="32" creationId="{1A0B6AC2-BA53-47AA-810B-531E7ABA14AA}"/>
          </ac:spMkLst>
        </pc:spChg>
        <pc:spChg chg="add mod">
          <ac:chgData name="Ken Popkin" userId="3c94c39e-c43b-4805-99ab-8da17777f1ac" providerId="ADAL" clId="{E440F346-DC68-4DD4-BA80-8DE6476F8949}" dt="2021-06-01T21:20:37.157" v="113925" actId="1035"/>
          <ac:spMkLst>
            <pc:docMk/>
            <pc:sldMk cId="3568620224" sldId="2146846056"/>
            <ac:spMk id="33" creationId="{F0CCF0C0-A11D-40E3-8419-335D28E4144D}"/>
          </ac:spMkLst>
        </pc:spChg>
        <pc:spChg chg="add mod ord">
          <ac:chgData name="Ken Popkin" userId="3c94c39e-c43b-4805-99ab-8da17777f1ac" providerId="ADAL" clId="{E440F346-DC68-4DD4-BA80-8DE6476F8949}" dt="2021-06-01T21:20:37.157" v="113925" actId="1035"/>
          <ac:spMkLst>
            <pc:docMk/>
            <pc:sldMk cId="3568620224" sldId="2146846056"/>
            <ac:spMk id="34" creationId="{48B5CFDA-12E3-4F07-A6AC-0BC46BAE5472}"/>
          </ac:spMkLst>
        </pc:spChg>
        <pc:spChg chg="add mod">
          <ac:chgData name="Ken Popkin" userId="3c94c39e-c43b-4805-99ab-8da17777f1ac" providerId="ADAL" clId="{E440F346-DC68-4DD4-BA80-8DE6476F8949}" dt="2021-06-01T21:20:37.157" v="113925" actId="1035"/>
          <ac:spMkLst>
            <pc:docMk/>
            <pc:sldMk cId="3568620224" sldId="2146846056"/>
            <ac:spMk id="35" creationId="{9B51035F-92E9-460F-8393-383883274FDE}"/>
          </ac:spMkLst>
        </pc:spChg>
        <pc:spChg chg="add mod">
          <ac:chgData name="Ken Popkin" userId="3c94c39e-c43b-4805-99ab-8da17777f1ac" providerId="ADAL" clId="{E440F346-DC68-4DD4-BA80-8DE6476F8949}" dt="2021-06-01T21:20:37.157" v="113925" actId="1035"/>
          <ac:spMkLst>
            <pc:docMk/>
            <pc:sldMk cId="3568620224" sldId="2146846056"/>
            <ac:spMk id="36" creationId="{7B2B8C59-2E7D-4967-9BE2-63404833BB3F}"/>
          </ac:spMkLst>
        </pc:spChg>
        <pc:spChg chg="add mod ord">
          <ac:chgData name="Ken Popkin" userId="3c94c39e-c43b-4805-99ab-8da17777f1ac" providerId="ADAL" clId="{E440F346-DC68-4DD4-BA80-8DE6476F8949}" dt="2021-06-01T21:20:37.157" v="113925" actId="1035"/>
          <ac:spMkLst>
            <pc:docMk/>
            <pc:sldMk cId="3568620224" sldId="2146846056"/>
            <ac:spMk id="37" creationId="{91DDBF3A-50C0-482D-A922-95624547956A}"/>
          </ac:spMkLst>
        </pc:spChg>
        <pc:spChg chg="add del mod">
          <ac:chgData name="Ken Popkin" userId="3c94c39e-c43b-4805-99ab-8da17777f1ac" providerId="ADAL" clId="{E440F346-DC68-4DD4-BA80-8DE6476F8949}" dt="2021-05-29T22:11:52.954" v="90020"/>
          <ac:spMkLst>
            <pc:docMk/>
            <pc:sldMk cId="3568620224" sldId="2146846056"/>
            <ac:spMk id="47" creationId="{0024C2D9-0F30-487B-ADFB-5D2F152E8E93}"/>
          </ac:spMkLst>
        </pc:spChg>
        <pc:spChg chg="add mod ord">
          <ac:chgData name="Ken Popkin" userId="3c94c39e-c43b-4805-99ab-8da17777f1ac" providerId="ADAL" clId="{E440F346-DC68-4DD4-BA80-8DE6476F8949}" dt="2021-06-01T21:20:37.157" v="113925" actId="1035"/>
          <ac:spMkLst>
            <pc:docMk/>
            <pc:sldMk cId="3568620224" sldId="2146846056"/>
            <ac:spMk id="48" creationId="{2F479020-4D83-4F5F-ABD9-B21645DD3A1B}"/>
          </ac:spMkLst>
        </pc:spChg>
        <pc:spChg chg="add mod ord modVis">
          <ac:chgData name="Ken Popkin" userId="3c94c39e-c43b-4805-99ab-8da17777f1ac" providerId="ADAL" clId="{E440F346-DC68-4DD4-BA80-8DE6476F8949}" dt="2021-05-29T22:32:31.456" v="98758"/>
          <ac:spMkLst>
            <pc:docMk/>
            <pc:sldMk cId="3568620224" sldId="2146846056"/>
            <ac:spMk id="49" creationId="{C961131C-37D5-477E-B99B-E69A88F9B311}"/>
          </ac:spMkLst>
        </pc:spChg>
        <pc:spChg chg="add del mod">
          <ac:chgData name="Ken Popkin" userId="3c94c39e-c43b-4805-99ab-8da17777f1ac" providerId="ADAL" clId="{E440F346-DC68-4DD4-BA80-8DE6476F8949}" dt="2021-05-29T22:11:52.964" v="90045"/>
          <ac:spMkLst>
            <pc:docMk/>
            <pc:sldMk cId="3568620224" sldId="2146846056"/>
            <ac:spMk id="50" creationId="{44EE567F-66F0-4F7E-9328-B388DD4641D2}"/>
          </ac:spMkLst>
        </pc:spChg>
        <pc:spChg chg="add mod ord">
          <ac:chgData name="Ken Popkin" userId="3c94c39e-c43b-4805-99ab-8da17777f1ac" providerId="ADAL" clId="{E440F346-DC68-4DD4-BA80-8DE6476F8949}" dt="2021-06-01T21:20:37.157" v="113925" actId="1035"/>
          <ac:spMkLst>
            <pc:docMk/>
            <pc:sldMk cId="3568620224" sldId="2146846056"/>
            <ac:spMk id="51" creationId="{DCCF5611-75DE-4E14-8989-4A2785682233}"/>
          </ac:spMkLst>
        </pc:spChg>
        <pc:spChg chg="add mod ord modVis">
          <ac:chgData name="Ken Popkin" userId="3c94c39e-c43b-4805-99ab-8da17777f1ac" providerId="ADAL" clId="{E440F346-DC68-4DD4-BA80-8DE6476F8949}" dt="2021-05-29T22:32:31.457" v="98762"/>
          <ac:spMkLst>
            <pc:docMk/>
            <pc:sldMk cId="3568620224" sldId="2146846056"/>
            <ac:spMk id="52" creationId="{BC327352-65C0-4C20-853D-FCB72A37176E}"/>
          </ac:spMkLst>
        </pc:spChg>
        <pc:spChg chg="add del mod">
          <ac:chgData name="Ken Popkin" userId="3c94c39e-c43b-4805-99ab-8da17777f1ac" providerId="ADAL" clId="{E440F346-DC68-4DD4-BA80-8DE6476F8949}" dt="2021-05-29T22:11:52.972" v="90071"/>
          <ac:spMkLst>
            <pc:docMk/>
            <pc:sldMk cId="3568620224" sldId="2146846056"/>
            <ac:spMk id="53" creationId="{E758715D-4797-4C9F-9B85-51FAD3BE5E04}"/>
          </ac:spMkLst>
        </pc:spChg>
        <pc:spChg chg="add mod ord">
          <ac:chgData name="Ken Popkin" userId="3c94c39e-c43b-4805-99ab-8da17777f1ac" providerId="ADAL" clId="{E440F346-DC68-4DD4-BA80-8DE6476F8949}" dt="2021-06-01T21:20:37.157" v="113925" actId="1035"/>
          <ac:spMkLst>
            <pc:docMk/>
            <pc:sldMk cId="3568620224" sldId="2146846056"/>
            <ac:spMk id="54" creationId="{CF85A81B-3338-4EAF-B308-C16C014D8EFC}"/>
          </ac:spMkLst>
        </pc:spChg>
        <pc:spChg chg="add mod ord modVis">
          <ac:chgData name="Ken Popkin" userId="3c94c39e-c43b-4805-99ab-8da17777f1ac" providerId="ADAL" clId="{E440F346-DC68-4DD4-BA80-8DE6476F8949}" dt="2021-05-29T22:32:31.457" v="98766"/>
          <ac:spMkLst>
            <pc:docMk/>
            <pc:sldMk cId="3568620224" sldId="2146846056"/>
            <ac:spMk id="55" creationId="{C407CBC0-B0AF-4272-8514-6E3627547DAB}"/>
          </ac:spMkLst>
        </pc:spChg>
        <pc:spChg chg="add del mod">
          <ac:chgData name="Ken Popkin" userId="3c94c39e-c43b-4805-99ab-8da17777f1ac" providerId="ADAL" clId="{E440F346-DC68-4DD4-BA80-8DE6476F8949}" dt="2021-05-29T22:11:52.987" v="90108"/>
          <ac:spMkLst>
            <pc:docMk/>
            <pc:sldMk cId="3568620224" sldId="2146846056"/>
            <ac:spMk id="56" creationId="{7C49EC91-719D-4462-A9A3-32583E16EAE0}"/>
          </ac:spMkLst>
        </pc:spChg>
        <pc:spChg chg="add mod ord">
          <ac:chgData name="Ken Popkin" userId="3c94c39e-c43b-4805-99ab-8da17777f1ac" providerId="ADAL" clId="{E440F346-DC68-4DD4-BA80-8DE6476F8949}" dt="2021-06-01T21:20:37.157" v="113925" actId="1035"/>
          <ac:spMkLst>
            <pc:docMk/>
            <pc:sldMk cId="3568620224" sldId="2146846056"/>
            <ac:spMk id="57" creationId="{D362101B-439F-4B22-BF3A-A615FC7CECFF}"/>
          </ac:spMkLst>
        </pc:spChg>
        <pc:spChg chg="add mod ord modVis">
          <ac:chgData name="Ken Popkin" userId="3c94c39e-c43b-4805-99ab-8da17777f1ac" providerId="ADAL" clId="{E440F346-DC68-4DD4-BA80-8DE6476F8949}" dt="2021-05-29T22:32:31.458" v="98770"/>
          <ac:spMkLst>
            <pc:docMk/>
            <pc:sldMk cId="3568620224" sldId="2146846056"/>
            <ac:spMk id="58" creationId="{73AF8D3F-2608-4699-BA39-4019E558FB9E}"/>
          </ac:spMkLst>
        </pc:spChg>
        <pc:spChg chg="add del mod">
          <ac:chgData name="Ken Popkin" userId="3c94c39e-c43b-4805-99ab-8da17777f1ac" providerId="ADAL" clId="{E440F346-DC68-4DD4-BA80-8DE6476F8949}" dt="2021-05-29T22:11:53.002" v="90147"/>
          <ac:spMkLst>
            <pc:docMk/>
            <pc:sldMk cId="3568620224" sldId="2146846056"/>
            <ac:spMk id="59" creationId="{D6EB8137-6E4C-4CE8-8A06-C7618511A793}"/>
          </ac:spMkLst>
        </pc:spChg>
        <pc:spChg chg="add mod ord">
          <ac:chgData name="Ken Popkin" userId="3c94c39e-c43b-4805-99ab-8da17777f1ac" providerId="ADAL" clId="{E440F346-DC68-4DD4-BA80-8DE6476F8949}" dt="2021-06-01T21:20:37.157" v="113925" actId="1035"/>
          <ac:spMkLst>
            <pc:docMk/>
            <pc:sldMk cId="3568620224" sldId="2146846056"/>
            <ac:spMk id="60" creationId="{29AF2E92-CE4D-42B0-A01A-C4EF3BA9F5AA}"/>
          </ac:spMkLst>
        </pc:spChg>
        <pc:spChg chg="add mod ord modVis">
          <ac:chgData name="Ken Popkin" userId="3c94c39e-c43b-4805-99ab-8da17777f1ac" providerId="ADAL" clId="{E440F346-DC68-4DD4-BA80-8DE6476F8949}" dt="2021-05-29T22:32:31.458" v="98774"/>
          <ac:spMkLst>
            <pc:docMk/>
            <pc:sldMk cId="3568620224" sldId="2146846056"/>
            <ac:spMk id="61" creationId="{8DC1CC03-6FF5-49AA-A4EC-87B732574A1F}"/>
          </ac:spMkLst>
        </pc:spChg>
        <pc:spChg chg="add del mod">
          <ac:chgData name="Ken Popkin" userId="3c94c39e-c43b-4805-99ab-8da17777f1ac" providerId="ADAL" clId="{E440F346-DC68-4DD4-BA80-8DE6476F8949}" dt="2021-05-29T22:11:53.011" v="90172"/>
          <ac:spMkLst>
            <pc:docMk/>
            <pc:sldMk cId="3568620224" sldId="2146846056"/>
            <ac:spMk id="62" creationId="{10B5AEC5-18F6-46E7-851A-5DD1533DC998}"/>
          </ac:spMkLst>
        </pc:spChg>
        <pc:spChg chg="add mod ord">
          <ac:chgData name="Ken Popkin" userId="3c94c39e-c43b-4805-99ab-8da17777f1ac" providerId="ADAL" clId="{E440F346-DC68-4DD4-BA80-8DE6476F8949}" dt="2021-06-01T21:20:37.157" v="113925" actId="1035"/>
          <ac:spMkLst>
            <pc:docMk/>
            <pc:sldMk cId="3568620224" sldId="2146846056"/>
            <ac:spMk id="63" creationId="{21AC4102-D7F2-4471-893D-811D9D8A9FCA}"/>
          </ac:spMkLst>
        </pc:spChg>
        <pc:spChg chg="add mod ord modVis">
          <ac:chgData name="Ken Popkin" userId="3c94c39e-c43b-4805-99ab-8da17777f1ac" providerId="ADAL" clId="{E440F346-DC68-4DD4-BA80-8DE6476F8949}" dt="2021-05-29T22:32:31.459" v="98778"/>
          <ac:spMkLst>
            <pc:docMk/>
            <pc:sldMk cId="3568620224" sldId="2146846056"/>
            <ac:spMk id="64" creationId="{76C8B693-BC59-42E1-856E-828B2A67A19D}"/>
          </ac:spMkLst>
        </pc:spChg>
        <pc:spChg chg="add del mod">
          <ac:chgData name="Ken Popkin" userId="3c94c39e-c43b-4805-99ab-8da17777f1ac" providerId="ADAL" clId="{E440F346-DC68-4DD4-BA80-8DE6476F8949}" dt="2021-05-29T22:11:53.026" v="90211"/>
          <ac:spMkLst>
            <pc:docMk/>
            <pc:sldMk cId="3568620224" sldId="2146846056"/>
            <ac:spMk id="65" creationId="{BB0C8F87-7B71-42AB-B437-0B806E7C5AFF}"/>
          </ac:spMkLst>
        </pc:spChg>
        <pc:spChg chg="add mod ord">
          <ac:chgData name="Ken Popkin" userId="3c94c39e-c43b-4805-99ab-8da17777f1ac" providerId="ADAL" clId="{E440F346-DC68-4DD4-BA80-8DE6476F8949}" dt="2021-06-01T21:20:37.157" v="113925" actId="1035"/>
          <ac:spMkLst>
            <pc:docMk/>
            <pc:sldMk cId="3568620224" sldId="2146846056"/>
            <ac:spMk id="66" creationId="{EA1600D5-7549-4416-86DC-E5A7470D27D4}"/>
          </ac:spMkLst>
        </pc:spChg>
        <pc:spChg chg="add mod ord modVis">
          <ac:chgData name="Ken Popkin" userId="3c94c39e-c43b-4805-99ab-8da17777f1ac" providerId="ADAL" clId="{E440F346-DC68-4DD4-BA80-8DE6476F8949}" dt="2021-05-29T22:32:31.459" v="98782"/>
          <ac:spMkLst>
            <pc:docMk/>
            <pc:sldMk cId="3568620224" sldId="2146846056"/>
            <ac:spMk id="67" creationId="{CD6551A2-0B31-45DE-A7C4-6029684DE7E8}"/>
          </ac:spMkLst>
        </pc:spChg>
        <pc:spChg chg="add del mod">
          <ac:chgData name="Ken Popkin" userId="3c94c39e-c43b-4805-99ab-8da17777f1ac" providerId="ADAL" clId="{E440F346-DC68-4DD4-BA80-8DE6476F8949}" dt="2021-05-29T22:11:53.035" v="90236"/>
          <ac:spMkLst>
            <pc:docMk/>
            <pc:sldMk cId="3568620224" sldId="2146846056"/>
            <ac:spMk id="68" creationId="{BA6D9005-4040-4DB5-8408-CD7CC688756C}"/>
          </ac:spMkLst>
        </pc:spChg>
        <pc:spChg chg="add mod ord">
          <ac:chgData name="Ken Popkin" userId="3c94c39e-c43b-4805-99ab-8da17777f1ac" providerId="ADAL" clId="{E440F346-DC68-4DD4-BA80-8DE6476F8949}" dt="2021-06-01T21:20:37.157" v="113925" actId="1035"/>
          <ac:spMkLst>
            <pc:docMk/>
            <pc:sldMk cId="3568620224" sldId="2146846056"/>
            <ac:spMk id="69" creationId="{8D8A4872-E6DC-402D-B61D-10AE96A21050}"/>
          </ac:spMkLst>
        </pc:spChg>
        <pc:spChg chg="add mod ord modVis">
          <ac:chgData name="Ken Popkin" userId="3c94c39e-c43b-4805-99ab-8da17777f1ac" providerId="ADAL" clId="{E440F346-DC68-4DD4-BA80-8DE6476F8949}" dt="2021-05-29T22:32:31.460" v="98786"/>
          <ac:spMkLst>
            <pc:docMk/>
            <pc:sldMk cId="3568620224" sldId="2146846056"/>
            <ac:spMk id="70" creationId="{CF2BDE93-EDDD-4AAF-BDCE-CE981F6A3CB3}"/>
          </ac:spMkLst>
        </pc:spChg>
        <pc:spChg chg="add del mod">
          <ac:chgData name="Ken Popkin" userId="3c94c39e-c43b-4805-99ab-8da17777f1ac" providerId="ADAL" clId="{E440F346-DC68-4DD4-BA80-8DE6476F8949}" dt="2021-05-29T22:11:53.043" v="90261"/>
          <ac:spMkLst>
            <pc:docMk/>
            <pc:sldMk cId="3568620224" sldId="2146846056"/>
            <ac:spMk id="71" creationId="{C4C0731B-0903-4650-8DE9-842E43F5E862}"/>
          </ac:spMkLst>
        </pc:spChg>
        <pc:spChg chg="add mod ord">
          <ac:chgData name="Ken Popkin" userId="3c94c39e-c43b-4805-99ab-8da17777f1ac" providerId="ADAL" clId="{E440F346-DC68-4DD4-BA80-8DE6476F8949}" dt="2021-06-01T21:20:37.157" v="113925" actId="1035"/>
          <ac:spMkLst>
            <pc:docMk/>
            <pc:sldMk cId="3568620224" sldId="2146846056"/>
            <ac:spMk id="72" creationId="{7B892F94-A46C-4514-BF37-E2E351A45E01}"/>
          </ac:spMkLst>
        </pc:spChg>
        <pc:spChg chg="add mod ord modVis">
          <ac:chgData name="Ken Popkin" userId="3c94c39e-c43b-4805-99ab-8da17777f1ac" providerId="ADAL" clId="{E440F346-DC68-4DD4-BA80-8DE6476F8949}" dt="2021-05-29T22:32:31.461" v="98790"/>
          <ac:spMkLst>
            <pc:docMk/>
            <pc:sldMk cId="3568620224" sldId="2146846056"/>
            <ac:spMk id="73" creationId="{F5CFF218-E721-49D1-9273-9167C9FA3A13}"/>
          </ac:spMkLst>
        </pc:spChg>
        <pc:spChg chg="add del mod">
          <ac:chgData name="Ken Popkin" userId="3c94c39e-c43b-4805-99ab-8da17777f1ac" providerId="ADAL" clId="{E440F346-DC68-4DD4-BA80-8DE6476F8949}" dt="2021-05-29T22:11:53.051" v="90286"/>
          <ac:spMkLst>
            <pc:docMk/>
            <pc:sldMk cId="3568620224" sldId="2146846056"/>
            <ac:spMk id="74" creationId="{104EA664-CE0E-4D46-9B19-1D6D63D430AD}"/>
          </ac:spMkLst>
        </pc:spChg>
        <pc:spChg chg="add mod ord">
          <ac:chgData name="Ken Popkin" userId="3c94c39e-c43b-4805-99ab-8da17777f1ac" providerId="ADAL" clId="{E440F346-DC68-4DD4-BA80-8DE6476F8949}" dt="2021-06-01T21:20:37.157" v="113925" actId="1035"/>
          <ac:spMkLst>
            <pc:docMk/>
            <pc:sldMk cId="3568620224" sldId="2146846056"/>
            <ac:spMk id="75" creationId="{CB5430A7-B0D3-439E-81D9-AD4D667213D1}"/>
          </ac:spMkLst>
        </pc:spChg>
        <pc:spChg chg="add mod ord modVis">
          <ac:chgData name="Ken Popkin" userId="3c94c39e-c43b-4805-99ab-8da17777f1ac" providerId="ADAL" clId="{E440F346-DC68-4DD4-BA80-8DE6476F8949}" dt="2021-05-29T22:32:31.461" v="98794"/>
          <ac:spMkLst>
            <pc:docMk/>
            <pc:sldMk cId="3568620224" sldId="2146846056"/>
            <ac:spMk id="76" creationId="{C2354AC5-9B53-4533-9DCA-A160832FA6ED}"/>
          </ac:spMkLst>
        </pc:spChg>
        <pc:spChg chg="add del mod">
          <ac:chgData name="Ken Popkin" userId="3c94c39e-c43b-4805-99ab-8da17777f1ac" providerId="ADAL" clId="{E440F346-DC68-4DD4-BA80-8DE6476F8949}" dt="2021-05-29T22:11:53.061" v="90311"/>
          <ac:spMkLst>
            <pc:docMk/>
            <pc:sldMk cId="3568620224" sldId="2146846056"/>
            <ac:spMk id="77" creationId="{D311DEC9-945E-4D53-88A8-E0A3A342934A}"/>
          </ac:spMkLst>
        </pc:spChg>
        <pc:spChg chg="add mod ord">
          <ac:chgData name="Ken Popkin" userId="3c94c39e-c43b-4805-99ab-8da17777f1ac" providerId="ADAL" clId="{E440F346-DC68-4DD4-BA80-8DE6476F8949}" dt="2021-06-01T21:20:37.157" v="113925" actId="1035"/>
          <ac:spMkLst>
            <pc:docMk/>
            <pc:sldMk cId="3568620224" sldId="2146846056"/>
            <ac:spMk id="78" creationId="{E2D2DF86-2CBA-4074-BB94-C2C2E823EBF2}"/>
          </ac:spMkLst>
        </pc:spChg>
        <pc:spChg chg="add mod ord modVis">
          <ac:chgData name="Ken Popkin" userId="3c94c39e-c43b-4805-99ab-8da17777f1ac" providerId="ADAL" clId="{E440F346-DC68-4DD4-BA80-8DE6476F8949}" dt="2021-05-29T22:32:31.462" v="98798"/>
          <ac:spMkLst>
            <pc:docMk/>
            <pc:sldMk cId="3568620224" sldId="2146846056"/>
            <ac:spMk id="79" creationId="{C817906C-CE10-4756-92F9-A5691FE6405F}"/>
          </ac:spMkLst>
        </pc:spChg>
        <pc:spChg chg="add mod">
          <ac:chgData name="Ken Popkin" userId="3c94c39e-c43b-4805-99ab-8da17777f1ac" providerId="ADAL" clId="{E440F346-DC68-4DD4-BA80-8DE6476F8949}" dt="2021-06-01T21:22:36.331" v="113986" actId="14100"/>
          <ac:spMkLst>
            <pc:docMk/>
            <pc:sldMk cId="3568620224" sldId="2146846056"/>
            <ac:spMk id="80" creationId="{AA568CBB-48D0-4117-8701-0F461990A12C}"/>
          </ac:spMkLst>
        </pc:spChg>
        <pc:spChg chg="add del mod">
          <ac:chgData name="Ken Popkin" userId="3c94c39e-c43b-4805-99ab-8da17777f1ac" providerId="ADAL" clId="{E440F346-DC68-4DD4-BA80-8DE6476F8949}" dt="2021-05-29T22:11:53.072" v="90338"/>
          <ac:spMkLst>
            <pc:docMk/>
            <pc:sldMk cId="3568620224" sldId="2146846056"/>
            <ac:spMk id="80" creationId="{CE2A10C0-70E5-4B2F-94D8-AC156638863D}"/>
          </ac:spMkLst>
        </pc:spChg>
        <pc:spChg chg="add del mod ord">
          <ac:chgData name="Ken Popkin" userId="3c94c39e-c43b-4805-99ab-8da17777f1ac" providerId="ADAL" clId="{E440F346-DC68-4DD4-BA80-8DE6476F8949}" dt="2021-05-29T22:21:17.223" v="93972"/>
          <ac:spMkLst>
            <pc:docMk/>
            <pc:sldMk cId="3568620224" sldId="2146846056"/>
            <ac:spMk id="81" creationId="{E5042860-BB51-4EE1-9EB6-3FB1D7F6B74B}"/>
          </ac:spMkLst>
        </pc:spChg>
        <pc:spChg chg="add del mod ord modVis">
          <ac:chgData name="Ken Popkin" userId="3c94c39e-c43b-4805-99ab-8da17777f1ac" providerId="ADAL" clId="{E440F346-DC68-4DD4-BA80-8DE6476F8949}" dt="2021-05-29T22:21:17.223" v="93974"/>
          <ac:spMkLst>
            <pc:docMk/>
            <pc:sldMk cId="3568620224" sldId="2146846056"/>
            <ac:spMk id="82" creationId="{EDE76027-AE71-4617-952A-16FAD4ABF948}"/>
          </ac:spMkLst>
        </pc:spChg>
        <pc:spChg chg="add del mod">
          <ac:chgData name="Ken Popkin" userId="3c94c39e-c43b-4805-99ab-8da17777f1ac" providerId="ADAL" clId="{E440F346-DC68-4DD4-BA80-8DE6476F8949}" dt="2021-05-29T22:11:53.081" v="90364"/>
          <ac:spMkLst>
            <pc:docMk/>
            <pc:sldMk cId="3568620224" sldId="2146846056"/>
            <ac:spMk id="83" creationId="{D99C0662-A23F-4FEB-8684-CA08B5E0EBCE}"/>
          </ac:spMkLst>
        </pc:spChg>
        <pc:spChg chg="add del mod ord">
          <ac:chgData name="Ken Popkin" userId="3c94c39e-c43b-4805-99ab-8da17777f1ac" providerId="ADAL" clId="{E440F346-DC68-4DD4-BA80-8DE6476F8949}" dt="2021-05-29T22:21:17.224" v="93976"/>
          <ac:spMkLst>
            <pc:docMk/>
            <pc:sldMk cId="3568620224" sldId="2146846056"/>
            <ac:spMk id="84" creationId="{03A3246A-037D-422B-9330-BB8A8CBA51CF}"/>
          </ac:spMkLst>
        </pc:spChg>
        <pc:spChg chg="add del mod ord modVis">
          <ac:chgData name="Ken Popkin" userId="3c94c39e-c43b-4805-99ab-8da17777f1ac" providerId="ADAL" clId="{E440F346-DC68-4DD4-BA80-8DE6476F8949}" dt="2021-05-29T22:21:17.224" v="93978"/>
          <ac:spMkLst>
            <pc:docMk/>
            <pc:sldMk cId="3568620224" sldId="2146846056"/>
            <ac:spMk id="85" creationId="{ACC2D39B-7387-43A8-90A9-D42B5035FE42}"/>
          </ac:spMkLst>
        </pc:spChg>
        <pc:spChg chg="add del mod">
          <ac:chgData name="Ken Popkin" userId="3c94c39e-c43b-4805-99ab-8da17777f1ac" providerId="ADAL" clId="{E440F346-DC68-4DD4-BA80-8DE6476F8949}" dt="2021-05-29T22:11:53.089" v="90389"/>
          <ac:spMkLst>
            <pc:docMk/>
            <pc:sldMk cId="3568620224" sldId="2146846056"/>
            <ac:spMk id="86" creationId="{EF34A71B-4DB9-4189-9BA5-3A81F7F8BEFF}"/>
          </ac:spMkLst>
        </pc:spChg>
        <pc:spChg chg="add del mod ord">
          <ac:chgData name="Ken Popkin" userId="3c94c39e-c43b-4805-99ab-8da17777f1ac" providerId="ADAL" clId="{E440F346-DC68-4DD4-BA80-8DE6476F8949}" dt="2021-05-29T22:21:17.226" v="93980"/>
          <ac:spMkLst>
            <pc:docMk/>
            <pc:sldMk cId="3568620224" sldId="2146846056"/>
            <ac:spMk id="87" creationId="{7D0E83A1-CAB6-4D77-8D4B-1587CC49F8B8}"/>
          </ac:spMkLst>
        </pc:spChg>
        <pc:spChg chg="add del mod ord modVis">
          <ac:chgData name="Ken Popkin" userId="3c94c39e-c43b-4805-99ab-8da17777f1ac" providerId="ADAL" clId="{E440F346-DC68-4DD4-BA80-8DE6476F8949}" dt="2021-05-29T22:21:17.226" v="93982"/>
          <ac:spMkLst>
            <pc:docMk/>
            <pc:sldMk cId="3568620224" sldId="2146846056"/>
            <ac:spMk id="88" creationId="{2570AC08-FE8C-41E7-ADD7-A102A5349536}"/>
          </ac:spMkLst>
        </pc:spChg>
        <pc:spChg chg="add mod">
          <ac:chgData name="Ken Popkin" userId="3c94c39e-c43b-4805-99ab-8da17777f1ac" providerId="ADAL" clId="{E440F346-DC68-4DD4-BA80-8DE6476F8949}" dt="2021-06-01T21:20:37.157" v="113925" actId="1035"/>
          <ac:spMkLst>
            <pc:docMk/>
            <pc:sldMk cId="3568620224" sldId="2146846056"/>
            <ac:spMk id="89" creationId="{1A97A1D5-29D9-4226-AFD6-C2BCD95DB981}"/>
          </ac:spMkLst>
        </pc:spChg>
        <pc:spChg chg="add mod modVis">
          <ac:chgData name="Ken Popkin" userId="3c94c39e-c43b-4805-99ab-8da17777f1ac" providerId="ADAL" clId="{E440F346-DC68-4DD4-BA80-8DE6476F8949}" dt="2021-05-29T22:48:52.162" v="99461"/>
          <ac:spMkLst>
            <pc:docMk/>
            <pc:sldMk cId="3568620224" sldId="2146846056"/>
            <ac:spMk id="90" creationId="{A3840545-0070-4F71-AC67-123656CCFD11}"/>
          </ac:spMkLst>
        </pc:spChg>
        <pc:spChg chg="add mod">
          <ac:chgData name="Ken Popkin" userId="3c94c39e-c43b-4805-99ab-8da17777f1ac" providerId="ADAL" clId="{E440F346-DC68-4DD4-BA80-8DE6476F8949}" dt="2021-06-01T21:20:37.157" v="113925" actId="1035"/>
          <ac:spMkLst>
            <pc:docMk/>
            <pc:sldMk cId="3568620224" sldId="2146846056"/>
            <ac:spMk id="100" creationId="{906488FD-5CDB-4483-A69C-9F18A2694A8D}"/>
          </ac:spMkLst>
        </pc:spChg>
        <pc:spChg chg="add mod">
          <ac:chgData name="Ken Popkin" userId="3c94c39e-c43b-4805-99ab-8da17777f1ac" providerId="ADAL" clId="{E440F346-DC68-4DD4-BA80-8DE6476F8949}" dt="2021-06-01T21:20:37.157" v="113925" actId="1035"/>
          <ac:spMkLst>
            <pc:docMk/>
            <pc:sldMk cId="3568620224" sldId="2146846056"/>
            <ac:spMk id="101" creationId="{BB5DBA60-D6BB-46B5-998C-04A5F1FCF84F}"/>
          </ac:spMkLst>
        </pc:spChg>
        <pc:spChg chg="add mod">
          <ac:chgData name="Ken Popkin" userId="3c94c39e-c43b-4805-99ab-8da17777f1ac" providerId="ADAL" clId="{E440F346-DC68-4DD4-BA80-8DE6476F8949}" dt="2021-06-01T21:20:37.157" v="113925" actId="1035"/>
          <ac:spMkLst>
            <pc:docMk/>
            <pc:sldMk cId="3568620224" sldId="2146846056"/>
            <ac:spMk id="102" creationId="{CB571D9C-B772-4622-BC96-04DF2111CED2}"/>
          </ac:spMkLst>
        </pc:spChg>
        <pc:spChg chg="add mod">
          <ac:chgData name="Ken Popkin" userId="3c94c39e-c43b-4805-99ab-8da17777f1ac" providerId="ADAL" clId="{E440F346-DC68-4DD4-BA80-8DE6476F8949}" dt="2021-06-01T21:20:37.157" v="113925" actId="1035"/>
          <ac:spMkLst>
            <pc:docMk/>
            <pc:sldMk cId="3568620224" sldId="2146846056"/>
            <ac:spMk id="103" creationId="{5E949C25-09D8-422A-937C-83E6D4F1C484}"/>
          </ac:spMkLst>
        </pc:spChg>
        <pc:spChg chg="add mod">
          <ac:chgData name="Ken Popkin" userId="3c94c39e-c43b-4805-99ab-8da17777f1ac" providerId="ADAL" clId="{E440F346-DC68-4DD4-BA80-8DE6476F8949}" dt="2021-06-01T21:20:37.157" v="113925" actId="1035"/>
          <ac:spMkLst>
            <pc:docMk/>
            <pc:sldMk cId="3568620224" sldId="2146846056"/>
            <ac:spMk id="104" creationId="{8A3CF1BC-9EA9-4781-ACAC-7F501C220E34}"/>
          </ac:spMkLst>
        </pc:spChg>
        <pc:spChg chg="add mod">
          <ac:chgData name="Ken Popkin" userId="3c94c39e-c43b-4805-99ab-8da17777f1ac" providerId="ADAL" clId="{E440F346-DC68-4DD4-BA80-8DE6476F8949}" dt="2021-06-01T21:20:37.157" v="113925" actId="1035"/>
          <ac:spMkLst>
            <pc:docMk/>
            <pc:sldMk cId="3568620224" sldId="2146846056"/>
            <ac:spMk id="105" creationId="{AF5645CD-6C2F-486A-BE1F-8D2B42459C16}"/>
          </ac:spMkLst>
        </pc:spChg>
        <pc:spChg chg="add mod">
          <ac:chgData name="Ken Popkin" userId="3c94c39e-c43b-4805-99ab-8da17777f1ac" providerId="ADAL" clId="{E440F346-DC68-4DD4-BA80-8DE6476F8949}" dt="2021-06-01T21:20:37.157" v="113925" actId="1035"/>
          <ac:spMkLst>
            <pc:docMk/>
            <pc:sldMk cId="3568620224" sldId="2146846056"/>
            <ac:spMk id="106" creationId="{27B8C1B0-6169-48B2-8F87-620858E3F737}"/>
          </ac:spMkLst>
        </pc:spChg>
        <pc:spChg chg="add mod">
          <ac:chgData name="Ken Popkin" userId="3c94c39e-c43b-4805-99ab-8da17777f1ac" providerId="ADAL" clId="{E440F346-DC68-4DD4-BA80-8DE6476F8949}" dt="2021-06-01T21:20:37.157" v="113925" actId="1035"/>
          <ac:spMkLst>
            <pc:docMk/>
            <pc:sldMk cId="3568620224" sldId="2146846056"/>
            <ac:spMk id="107" creationId="{28FEFA97-B2A6-458E-AE74-C764D9E664D9}"/>
          </ac:spMkLst>
        </pc:spChg>
        <pc:spChg chg="add mod">
          <ac:chgData name="Ken Popkin" userId="3c94c39e-c43b-4805-99ab-8da17777f1ac" providerId="ADAL" clId="{E440F346-DC68-4DD4-BA80-8DE6476F8949}" dt="2021-06-01T21:20:37.157" v="113925" actId="1035"/>
          <ac:spMkLst>
            <pc:docMk/>
            <pc:sldMk cId="3568620224" sldId="2146846056"/>
            <ac:spMk id="108" creationId="{70902698-959B-4EF7-BB91-5C5591723CB2}"/>
          </ac:spMkLst>
        </pc:spChg>
        <pc:spChg chg="add mod">
          <ac:chgData name="Ken Popkin" userId="3c94c39e-c43b-4805-99ab-8da17777f1ac" providerId="ADAL" clId="{E440F346-DC68-4DD4-BA80-8DE6476F8949}" dt="2021-06-01T21:20:37.157" v="113925" actId="1035"/>
          <ac:spMkLst>
            <pc:docMk/>
            <pc:sldMk cId="3568620224" sldId="2146846056"/>
            <ac:spMk id="109" creationId="{57961189-7C21-4A0B-83FF-35FD4492534E}"/>
          </ac:spMkLst>
        </pc:spChg>
        <pc:spChg chg="add mod">
          <ac:chgData name="Ken Popkin" userId="3c94c39e-c43b-4805-99ab-8da17777f1ac" providerId="ADAL" clId="{E440F346-DC68-4DD4-BA80-8DE6476F8949}" dt="2021-06-01T21:20:37.157" v="113925" actId="1035"/>
          <ac:spMkLst>
            <pc:docMk/>
            <pc:sldMk cId="3568620224" sldId="2146846056"/>
            <ac:spMk id="110" creationId="{F33CAB39-560D-4ECC-958E-15F143BE6382}"/>
          </ac:spMkLst>
        </pc:spChg>
        <pc:spChg chg="add del mod">
          <ac:chgData name="Ken Popkin" userId="3c94c39e-c43b-4805-99ab-8da17777f1ac" providerId="ADAL" clId="{E440F346-DC68-4DD4-BA80-8DE6476F8949}" dt="2021-05-29T22:21:17.226" v="93983"/>
          <ac:spMkLst>
            <pc:docMk/>
            <pc:sldMk cId="3568620224" sldId="2146846056"/>
            <ac:spMk id="111" creationId="{0C6420B9-97F3-4F95-B407-FE916CECAFF6}"/>
          </ac:spMkLst>
        </pc:spChg>
        <pc:spChg chg="add del mod">
          <ac:chgData name="Ken Popkin" userId="3c94c39e-c43b-4805-99ab-8da17777f1ac" providerId="ADAL" clId="{E440F346-DC68-4DD4-BA80-8DE6476F8949}" dt="2021-05-29T22:21:17.227" v="93984"/>
          <ac:spMkLst>
            <pc:docMk/>
            <pc:sldMk cId="3568620224" sldId="2146846056"/>
            <ac:spMk id="112" creationId="{A5CF41C9-20D1-441F-84F6-1E787482CD3E}"/>
          </ac:spMkLst>
        </pc:spChg>
        <pc:spChg chg="add del mod">
          <ac:chgData name="Ken Popkin" userId="3c94c39e-c43b-4805-99ab-8da17777f1ac" providerId="ADAL" clId="{E440F346-DC68-4DD4-BA80-8DE6476F8949}" dt="2021-05-29T22:21:17.227" v="93985"/>
          <ac:spMkLst>
            <pc:docMk/>
            <pc:sldMk cId="3568620224" sldId="2146846056"/>
            <ac:spMk id="113" creationId="{2792F5F6-E535-4E69-B6E1-F4AF18027DB5}"/>
          </ac:spMkLst>
        </pc:spChg>
        <pc:spChg chg="add mod ord">
          <ac:chgData name="Ken Popkin" userId="3c94c39e-c43b-4805-99ab-8da17777f1ac" providerId="ADAL" clId="{E440F346-DC68-4DD4-BA80-8DE6476F8949}" dt="2021-05-29T22:53:42.203" v="99780" actId="20577"/>
          <ac:spMkLst>
            <pc:docMk/>
            <pc:sldMk cId="3568620224" sldId="2146846056"/>
            <ac:spMk id="114" creationId="{2C132CAD-417E-43E1-8183-CD3BECBB0EA9}"/>
          </ac:spMkLst>
        </pc:spChg>
        <pc:spChg chg="add del mod">
          <ac:chgData name="Ken Popkin" userId="3c94c39e-c43b-4805-99ab-8da17777f1ac" providerId="ADAL" clId="{E440F346-DC68-4DD4-BA80-8DE6476F8949}" dt="2021-05-29T22:26:33.085" v="96048"/>
          <ac:spMkLst>
            <pc:docMk/>
            <pc:sldMk cId="3568620224" sldId="2146846056"/>
            <ac:spMk id="115" creationId="{AB2D4E8A-BB92-466A-8C02-7519D55F467D}"/>
          </ac:spMkLst>
        </pc:spChg>
        <pc:spChg chg="add del mod ord">
          <ac:chgData name="Ken Popkin" userId="3c94c39e-c43b-4805-99ab-8da17777f1ac" providerId="ADAL" clId="{E440F346-DC68-4DD4-BA80-8DE6476F8949}" dt="2021-05-29T22:26:33.083" v="96037"/>
          <ac:spMkLst>
            <pc:docMk/>
            <pc:sldMk cId="3568620224" sldId="2146846056"/>
            <ac:spMk id="116" creationId="{4A7723B2-F008-425A-995A-34CB437C5180}"/>
          </ac:spMkLst>
        </pc:spChg>
        <pc:spChg chg="add del mod ord modVis">
          <ac:chgData name="Ken Popkin" userId="3c94c39e-c43b-4805-99ab-8da17777f1ac" providerId="ADAL" clId="{E440F346-DC68-4DD4-BA80-8DE6476F8949}" dt="2021-05-29T22:26:33.084" v="96039"/>
          <ac:spMkLst>
            <pc:docMk/>
            <pc:sldMk cId="3568620224" sldId="2146846056"/>
            <ac:spMk id="117" creationId="{7997A48B-333A-4906-A79F-BC37ADF50B74}"/>
          </ac:spMkLst>
        </pc:spChg>
        <pc:spChg chg="add del mod">
          <ac:chgData name="Ken Popkin" userId="3c94c39e-c43b-4805-99ab-8da17777f1ac" providerId="ADAL" clId="{E440F346-DC68-4DD4-BA80-8DE6476F8949}" dt="2021-05-29T22:22:34.423" v="94770"/>
          <ac:spMkLst>
            <pc:docMk/>
            <pc:sldMk cId="3568620224" sldId="2146846056"/>
            <ac:spMk id="118" creationId="{5CE33148-D9E6-493D-85A1-D1C20D2EAF3E}"/>
          </ac:spMkLst>
        </pc:spChg>
        <pc:spChg chg="add del mod ord">
          <ac:chgData name="Ken Popkin" userId="3c94c39e-c43b-4805-99ab-8da17777f1ac" providerId="ADAL" clId="{E440F346-DC68-4DD4-BA80-8DE6476F8949}" dt="2021-05-29T22:26:33.084" v="96041"/>
          <ac:spMkLst>
            <pc:docMk/>
            <pc:sldMk cId="3568620224" sldId="2146846056"/>
            <ac:spMk id="119" creationId="{3D4A5678-08D1-4470-86D3-DEAEEF7510F2}"/>
          </ac:spMkLst>
        </pc:spChg>
        <pc:spChg chg="add del mod ord modVis">
          <ac:chgData name="Ken Popkin" userId="3c94c39e-c43b-4805-99ab-8da17777f1ac" providerId="ADAL" clId="{E440F346-DC68-4DD4-BA80-8DE6476F8949}" dt="2021-05-29T22:26:33.085" v="96043"/>
          <ac:spMkLst>
            <pc:docMk/>
            <pc:sldMk cId="3568620224" sldId="2146846056"/>
            <ac:spMk id="120" creationId="{AFB24288-0F73-4293-B86E-9F8A2D8EBDC3}"/>
          </ac:spMkLst>
        </pc:spChg>
        <pc:spChg chg="add del mod">
          <ac:chgData name="Ken Popkin" userId="3c94c39e-c43b-4805-99ab-8da17777f1ac" providerId="ADAL" clId="{E440F346-DC68-4DD4-BA80-8DE6476F8949}" dt="2021-05-29T22:21:56.424" v="94397"/>
          <ac:spMkLst>
            <pc:docMk/>
            <pc:sldMk cId="3568620224" sldId="2146846056"/>
            <ac:spMk id="121" creationId="{0F76DCE0-1F70-427E-AA0B-F9680D584321}"/>
          </ac:spMkLst>
        </pc:spChg>
        <pc:spChg chg="add del mod ord">
          <ac:chgData name="Ken Popkin" userId="3c94c39e-c43b-4805-99ab-8da17777f1ac" providerId="ADAL" clId="{E440F346-DC68-4DD4-BA80-8DE6476F8949}" dt="2021-05-29T22:26:33.085" v="96045"/>
          <ac:spMkLst>
            <pc:docMk/>
            <pc:sldMk cId="3568620224" sldId="2146846056"/>
            <ac:spMk id="122" creationId="{BDD40317-5789-46C4-AC1C-D4326109C831}"/>
          </ac:spMkLst>
        </pc:spChg>
        <pc:spChg chg="add del mod ord modVis">
          <ac:chgData name="Ken Popkin" userId="3c94c39e-c43b-4805-99ab-8da17777f1ac" providerId="ADAL" clId="{E440F346-DC68-4DD4-BA80-8DE6476F8949}" dt="2021-05-29T22:26:33.085" v="96047"/>
          <ac:spMkLst>
            <pc:docMk/>
            <pc:sldMk cId="3568620224" sldId="2146846056"/>
            <ac:spMk id="123" creationId="{8F7D5ECE-40A1-4FB0-96F2-2C7EB3B12BF3}"/>
          </ac:spMkLst>
        </pc:spChg>
        <pc:spChg chg="add del mod">
          <ac:chgData name="Ken Popkin" userId="3c94c39e-c43b-4805-99ab-8da17777f1ac" providerId="ADAL" clId="{E440F346-DC68-4DD4-BA80-8DE6476F8949}" dt="2021-05-29T22:26:33.086" v="96050"/>
          <ac:spMkLst>
            <pc:docMk/>
            <pc:sldMk cId="3568620224" sldId="2146846056"/>
            <ac:spMk id="124" creationId="{61D80A39-D662-4FFF-9693-2638AB66AEDF}"/>
          </ac:spMkLst>
        </pc:spChg>
        <pc:spChg chg="add del mod">
          <ac:chgData name="Ken Popkin" userId="3c94c39e-c43b-4805-99ab-8da17777f1ac" providerId="ADAL" clId="{E440F346-DC68-4DD4-BA80-8DE6476F8949}" dt="2021-05-29T22:26:33.085" v="96049"/>
          <ac:spMkLst>
            <pc:docMk/>
            <pc:sldMk cId="3568620224" sldId="2146846056"/>
            <ac:spMk id="125" creationId="{61F0B443-EF55-4716-A1D1-D6017BAE9123}"/>
          </ac:spMkLst>
        </pc:spChg>
        <pc:spChg chg="add del mod">
          <ac:chgData name="Ken Popkin" userId="3c94c39e-c43b-4805-99ab-8da17777f1ac" providerId="ADAL" clId="{E440F346-DC68-4DD4-BA80-8DE6476F8949}" dt="2021-05-29T22:31:17.013" v="97506"/>
          <ac:spMkLst>
            <pc:docMk/>
            <pc:sldMk cId="3568620224" sldId="2146846056"/>
            <ac:spMk id="126" creationId="{C0E419B1-996D-42B0-BC0A-050C6ECD5F50}"/>
          </ac:spMkLst>
        </pc:spChg>
        <pc:spChg chg="add del mod ord">
          <ac:chgData name="Ken Popkin" userId="3c94c39e-c43b-4805-99ab-8da17777f1ac" providerId="ADAL" clId="{E440F346-DC68-4DD4-BA80-8DE6476F8949}" dt="2021-05-29T22:31:17.010" v="97495"/>
          <ac:spMkLst>
            <pc:docMk/>
            <pc:sldMk cId="3568620224" sldId="2146846056"/>
            <ac:spMk id="127" creationId="{1005CF66-6F31-4928-B426-302A04C2BCF0}"/>
          </ac:spMkLst>
        </pc:spChg>
        <pc:spChg chg="add del mod ord modVis">
          <ac:chgData name="Ken Popkin" userId="3c94c39e-c43b-4805-99ab-8da17777f1ac" providerId="ADAL" clId="{E440F346-DC68-4DD4-BA80-8DE6476F8949}" dt="2021-05-29T22:31:17.011" v="97497"/>
          <ac:spMkLst>
            <pc:docMk/>
            <pc:sldMk cId="3568620224" sldId="2146846056"/>
            <ac:spMk id="128" creationId="{4E128B7F-D1F7-4F28-A8BD-CDF3FCDEA57B}"/>
          </ac:spMkLst>
        </pc:spChg>
        <pc:spChg chg="add del mod">
          <ac:chgData name="Ken Popkin" userId="3c94c39e-c43b-4805-99ab-8da17777f1ac" providerId="ADAL" clId="{E440F346-DC68-4DD4-BA80-8DE6476F8949}" dt="2021-05-29T22:27:06.341" v="96412"/>
          <ac:spMkLst>
            <pc:docMk/>
            <pc:sldMk cId="3568620224" sldId="2146846056"/>
            <ac:spMk id="129" creationId="{AD9C6C20-0036-4C37-B978-A4CA8A411BCB}"/>
          </ac:spMkLst>
        </pc:spChg>
        <pc:spChg chg="add del mod ord">
          <ac:chgData name="Ken Popkin" userId="3c94c39e-c43b-4805-99ab-8da17777f1ac" providerId="ADAL" clId="{E440F346-DC68-4DD4-BA80-8DE6476F8949}" dt="2021-05-29T22:31:17.011" v="97499"/>
          <ac:spMkLst>
            <pc:docMk/>
            <pc:sldMk cId="3568620224" sldId="2146846056"/>
            <ac:spMk id="130" creationId="{7708D37E-7EA5-4DC3-9BD0-A4E5EEC434F7}"/>
          </ac:spMkLst>
        </pc:spChg>
        <pc:spChg chg="add del mod ord modVis">
          <ac:chgData name="Ken Popkin" userId="3c94c39e-c43b-4805-99ab-8da17777f1ac" providerId="ADAL" clId="{E440F346-DC68-4DD4-BA80-8DE6476F8949}" dt="2021-05-29T22:31:17.012" v="97501"/>
          <ac:spMkLst>
            <pc:docMk/>
            <pc:sldMk cId="3568620224" sldId="2146846056"/>
            <ac:spMk id="131" creationId="{F251FA8C-35B2-46AB-8B65-D402CA785EF7}"/>
          </ac:spMkLst>
        </pc:spChg>
        <pc:spChg chg="add del mod">
          <ac:chgData name="Ken Popkin" userId="3c94c39e-c43b-4805-99ab-8da17777f1ac" providerId="ADAL" clId="{E440F346-DC68-4DD4-BA80-8DE6476F8949}" dt="2021-05-29T22:28:35.099" v="96796"/>
          <ac:spMkLst>
            <pc:docMk/>
            <pc:sldMk cId="3568620224" sldId="2146846056"/>
            <ac:spMk id="132" creationId="{4A31E852-5F05-4243-92A3-4A2C1C6EBFC4}"/>
          </ac:spMkLst>
        </pc:spChg>
        <pc:spChg chg="add del mod ord">
          <ac:chgData name="Ken Popkin" userId="3c94c39e-c43b-4805-99ab-8da17777f1ac" providerId="ADAL" clId="{E440F346-DC68-4DD4-BA80-8DE6476F8949}" dt="2021-05-29T22:31:17.012" v="97503"/>
          <ac:spMkLst>
            <pc:docMk/>
            <pc:sldMk cId="3568620224" sldId="2146846056"/>
            <ac:spMk id="133" creationId="{859CC547-DDCE-40CE-A4F9-2041D6B8C51C}"/>
          </ac:spMkLst>
        </pc:spChg>
        <pc:spChg chg="add del mod ord modVis">
          <ac:chgData name="Ken Popkin" userId="3c94c39e-c43b-4805-99ab-8da17777f1ac" providerId="ADAL" clId="{E440F346-DC68-4DD4-BA80-8DE6476F8949}" dt="2021-05-29T22:31:17.013" v="97505"/>
          <ac:spMkLst>
            <pc:docMk/>
            <pc:sldMk cId="3568620224" sldId="2146846056"/>
            <ac:spMk id="134" creationId="{0CBE4FDD-5E17-45D7-BE1B-F4F8AAC5A1B7}"/>
          </ac:spMkLst>
        </pc:spChg>
        <pc:spChg chg="add del mod">
          <ac:chgData name="Ken Popkin" userId="3c94c39e-c43b-4805-99ab-8da17777f1ac" providerId="ADAL" clId="{E440F346-DC68-4DD4-BA80-8DE6476F8949}" dt="2021-05-29T22:31:17.013" v="97507"/>
          <ac:spMkLst>
            <pc:docMk/>
            <pc:sldMk cId="3568620224" sldId="2146846056"/>
            <ac:spMk id="135" creationId="{1337271F-9F68-4D0F-8027-5844FAE1D0F2}"/>
          </ac:spMkLst>
        </pc:spChg>
        <pc:spChg chg="add del mod">
          <ac:chgData name="Ken Popkin" userId="3c94c39e-c43b-4805-99ab-8da17777f1ac" providerId="ADAL" clId="{E440F346-DC68-4DD4-BA80-8DE6476F8949}" dt="2021-05-29T22:31:17.014" v="97508"/>
          <ac:spMkLst>
            <pc:docMk/>
            <pc:sldMk cId="3568620224" sldId="2146846056"/>
            <ac:spMk id="136" creationId="{DDE40B61-8ADD-4E27-A9A5-704C172D260B}"/>
          </ac:spMkLst>
        </pc:spChg>
        <pc:spChg chg="add del mod">
          <ac:chgData name="Ken Popkin" userId="3c94c39e-c43b-4805-99ab-8da17777f1ac" providerId="ADAL" clId="{E440F346-DC68-4DD4-BA80-8DE6476F8949}" dt="2021-05-29T22:31:52.145" v="97681"/>
          <ac:spMkLst>
            <pc:docMk/>
            <pc:sldMk cId="3568620224" sldId="2146846056"/>
            <ac:spMk id="137" creationId="{DCA36EDD-28F2-418B-95A9-87EED3DC296D}"/>
          </ac:spMkLst>
        </pc:spChg>
        <pc:spChg chg="add mod ord">
          <ac:chgData name="Ken Popkin" userId="3c94c39e-c43b-4805-99ab-8da17777f1ac" providerId="ADAL" clId="{E440F346-DC68-4DD4-BA80-8DE6476F8949}" dt="2021-06-01T21:20:37.157" v="113925" actId="1035"/>
          <ac:spMkLst>
            <pc:docMk/>
            <pc:sldMk cId="3568620224" sldId="2146846056"/>
            <ac:spMk id="138" creationId="{A429EB7E-4FB2-44FD-8D25-D6D28BF23064}"/>
          </ac:spMkLst>
        </pc:spChg>
        <pc:spChg chg="add mod ord modVis">
          <ac:chgData name="Ken Popkin" userId="3c94c39e-c43b-4805-99ab-8da17777f1ac" providerId="ADAL" clId="{E440F346-DC68-4DD4-BA80-8DE6476F8949}" dt="2021-05-29T22:48:52.191" v="99518" actId="948"/>
          <ac:spMkLst>
            <pc:docMk/>
            <pc:sldMk cId="3568620224" sldId="2146846056"/>
            <ac:spMk id="139" creationId="{5B0779ED-3C8A-4835-88F8-68C36B228C3B}"/>
          </ac:spMkLst>
        </pc:spChg>
        <pc:spChg chg="add mod">
          <ac:chgData name="Ken Popkin" userId="3c94c39e-c43b-4805-99ab-8da17777f1ac" providerId="ADAL" clId="{E440F346-DC68-4DD4-BA80-8DE6476F8949}" dt="2021-06-01T21:20:37.157" v="113925" actId="1035"/>
          <ac:spMkLst>
            <pc:docMk/>
            <pc:sldMk cId="3568620224" sldId="2146846056"/>
            <ac:spMk id="140" creationId="{D2994A89-1FE1-4027-86FC-03E8DB0EF029}"/>
          </ac:spMkLst>
        </pc:spChg>
        <pc:spChg chg="add mod ord">
          <ac:chgData name="Ken Popkin" userId="3c94c39e-c43b-4805-99ab-8da17777f1ac" providerId="ADAL" clId="{E440F346-DC68-4DD4-BA80-8DE6476F8949}" dt="2021-06-01T21:20:37.157" v="113925" actId="1035"/>
          <ac:spMkLst>
            <pc:docMk/>
            <pc:sldMk cId="3568620224" sldId="2146846056"/>
            <ac:spMk id="141" creationId="{24AB6177-4BEE-4C5C-8B73-E6B44DB446B8}"/>
          </ac:spMkLst>
        </pc:spChg>
        <pc:spChg chg="add mod ord modVis">
          <ac:chgData name="Ken Popkin" userId="3c94c39e-c43b-4805-99ab-8da17777f1ac" providerId="ADAL" clId="{E440F346-DC68-4DD4-BA80-8DE6476F8949}" dt="2021-05-29T22:48:52.214" v="99580" actId="948"/>
          <ac:spMkLst>
            <pc:docMk/>
            <pc:sldMk cId="3568620224" sldId="2146846056"/>
            <ac:spMk id="142" creationId="{E95247B9-6A27-48C4-B681-DA7578490827}"/>
          </ac:spMkLst>
        </pc:spChg>
        <pc:spChg chg="add del mod">
          <ac:chgData name="Ken Popkin" userId="3c94c39e-c43b-4805-99ab-8da17777f1ac" providerId="ADAL" clId="{E440F346-DC68-4DD4-BA80-8DE6476F8949}" dt="2021-05-29T22:32:14.287" v="98280"/>
          <ac:spMkLst>
            <pc:docMk/>
            <pc:sldMk cId="3568620224" sldId="2146846056"/>
            <ac:spMk id="143" creationId="{6815AB62-10CA-46C8-99C3-45324DE4553A}"/>
          </ac:spMkLst>
        </pc:spChg>
        <pc:spChg chg="add mod ord">
          <ac:chgData name="Ken Popkin" userId="3c94c39e-c43b-4805-99ab-8da17777f1ac" providerId="ADAL" clId="{E440F346-DC68-4DD4-BA80-8DE6476F8949}" dt="2021-06-01T21:20:37.157" v="113925" actId="1035"/>
          <ac:spMkLst>
            <pc:docMk/>
            <pc:sldMk cId="3568620224" sldId="2146846056"/>
            <ac:spMk id="144" creationId="{5C4309CD-F1A6-441A-8182-FE65D96D3136}"/>
          </ac:spMkLst>
        </pc:spChg>
        <pc:spChg chg="add mod ord modVis">
          <ac:chgData name="Ken Popkin" userId="3c94c39e-c43b-4805-99ab-8da17777f1ac" providerId="ADAL" clId="{E440F346-DC68-4DD4-BA80-8DE6476F8949}" dt="2021-05-29T22:48:52.217" v="99588" actId="948"/>
          <ac:spMkLst>
            <pc:docMk/>
            <pc:sldMk cId="3568620224" sldId="2146846056"/>
            <ac:spMk id="145" creationId="{4C926DA7-B98A-4528-B59E-02F270BBDF82}"/>
          </ac:spMkLst>
        </pc:spChg>
        <pc:spChg chg="add del mod">
          <ac:chgData name="Ken Popkin" userId="3c94c39e-c43b-4805-99ab-8da17777f1ac" providerId="ADAL" clId="{E440F346-DC68-4DD4-BA80-8DE6476F8949}" dt="2021-05-29T22:32:31.437" v="98679"/>
          <ac:spMkLst>
            <pc:docMk/>
            <pc:sldMk cId="3568620224" sldId="2146846056"/>
            <ac:spMk id="146" creationId="{644CD191-369A-418F-A6AF-7B096DAAB1CF}"/>
          </ac:spMkLst>
        </pc:spChg>
        <pc:spChg chg="add mod ord">
          <ac:chgData name="Ken Popkin" userId="3c94c39e-c43b-4805-99ab-8da17777f1ac" providerId="ADAL" clId="{E440F346-DC68-4DD4-BA80-8DE6476F8949}" dt="2021-06-01T21:20:37.157" v="113925" actId="1035"/>
          <ac:spMkLst>
            <pc:docMk/>
            <pc:sldMk cId="3568620224" sldId="2146846056"/>
            <ac:spMk id="147" creationId="{65F0530B-6050-4548-91FA-64816E911944}"/>
          </ac:spMkLst>
        </pc:spChg>
        <pc:spChg chg="add mod ord modVis">
          <ac:chgData name="Ken Popkin" userId="3c94c39e-c43b-4805-99ab-8da17777f1ac" providerId="ADAL" clId="{E440F346-DC68-4DD4-BA80-8DE6476F8949}" dt="2021-05-29T22:48:52.221" v="99596" actId="948"/>
          <ac:spMkLst>
            <pc:docMk/>
            <pc:sldMk cId="3568620224" sldId="2146846056"/>
            <ac:spMk id="148" creationId="{C5D04C1C-68DB-494F-8397-4CA2722F8EF6}"/>
          </ac:spMkLst>
        </pc:spChg>
        <pc:spChg chg="add mod">
          <ac:chgData name="Ken Popkin" userId="3c94c39e-c43b-4805-99ab-8da17777f1ac" providerId="ADAL" clId="{E440F346-DC68-4DD4-BA80-8DE6476F8949}" dt="2021-06-01T21:20:37.157" v="113925" actId="1035"/>
          <ac:spMkLst>
            <pc:docMk/>
            <pc:sldMk cId="3568620224" sldId="2146846056"/>
            <ac:spMk id="149" creationId="{065F318C-D35C-44BC-9ECE-245B51437F56}"/>
          </ac:spMkLst>
        </pc:spChg>
        <pc:spChg chg="add mod">
          <ac:chgData name="Ken Popkin" userId="3c94c39e-c43b-4805-99ab-8da17777f1ac" providerId="ADAL" clId="{E440F346-DC68-4DD4-BA80-8DE6476F8949}" dt="2021-06-01T21:20:37.157" v="113925" actId="1035"/>
          <ac:spMkLst>
            <pc:docMk/>
            <pc:sldMk cId="3568620224" sldId="2146846056"/>
            <ac:spMk id="150" creationId="{3495B0E1-B2F7-48BC-809C-DB26435BB584}"/>
          </ac:spMkLst>
        </pc:spChg>
        <pc:spChg chg="add mod">
          <ac:chgData name="Ken Popkin" userId="3c94c39e-c43b-4805-99ab-8da17777f1ac" providerId="ADAL" clId="{E440F346-DC68-4DD4-BA80-8DE6476F8949}" dt="2021-06-01T21:20:37.157" v="113925" actId="1035"/>
          <ac:spMkLst>
            <pc:docMk/>
            <pc:sldMk cId="3568620224" sldId="2146846056"/>
            <ac:spMk id="151" creationId="{E434F47F-0A0E-4EA9-B63F-BC137DFD3E5D}"/>
          </ac:spMkLst>
        </pc:spChg>
        <pc:spChg chg="add del mod">
          <ac:chgData name="Ken Popkin" userId="3c94c39e-c43b-4805-99ab-8da17777f1ac" providerId="ADAL" clId="{E440F346-DC68-4DD4-BA80-8DE6476F8949}" dt="2021-05-29T22:52:05.966" v="99694" actId="478"/>
          <ac:spMkLst>
            <pc:docMk/>
            <pc:sldMk cId="3568620224" sldId="2146846056"/>
            <ac:spMk id="152" creationId="{2E20DF11-AB89-46EB-BA6C-5BBFFE1F1589}"/>
          </ac:spMkLst>
        </pc:spChg>
        <pc:cxnChg chg="add mod ord">
          <ac:chgData name="Ken Popkin" userId="3c94c39e-c43b-4805-99ab-8da17777f1ac" providerId="ADAL" clId="{E440F346-DC68-4DD4-BA80-8DE6476F8949}" dt="2021-06-01T21:20:37.157" v="113925" actId="1035"/>
          <ac:cxnSpMkLst>
            <pc:docMk/>
            <pc:sldMk cId="3568620224" sldId="2146846056"/>
            <ac:cxnSpMk id="38" creationId="{6DA04CDE-739D-4DE1-8881-DFCA44DABCB7}"/>
          </ac:cxnSpMkLst>
        </pc:cxnChg>
        <pc:cxnChg chg="add mod ord">
          <ac:chgData name="Ken Popkin" userId="3c94c39e-c43b-4805-99ab-8da17777f1ac" providerId="ADAL" clId="{E440F346-DC68-4DD4-BA80-8DE6476F8949}" dt="2021-06-01T21:20:37.157" v="113925" actId="1035"/>
          <ac:cxnSpMkLst>
            <pc:docMk/>
            <pc:sldMk cId="3568620224" sldId="2146846056"/>
            <ac:cxnSpMk id="39" creationId="{0A919284-8832-41DC-8D1F-34AF04D8CD9E}"/>
          </ac:cxnSpMkLst>
        </pc:cxnChg>
        <pc:cxnChg chg="add mod ord">
          <ac:chgData name="Ken Popkin" userId="3c94c39e-c43b-4805-99ab-8da17777f1ac" providerId="ADAL" clId="{E440F346-DC68-4DD4-BA80-8DE6476F8949}" dt="2021-06-01T21:20:37.157" v="113925" actId="1035"/>
          <ac:cxnSpMkLst>
            <pc:docMk/>
            <pc:sldMk cId="3568620224" sldId="2146846056"/>
            <ac:cxnSpMk id="40" creationId="{72CA6C0A-4897-4E9E-A194-0CDC5E0FBA34}"/>
          </ac:cxnSpMkLst>
        </pc:cxnChg>
        <pc:cxnChg chg="add del mod ord">
          <ac:chgData name="Ken Popkin" userId="3c94c39e-c43b-4805-99ab-8da17777f1ac" providerId="ADAL" clId="{E440F346-DC68-4DD4-BA80-8DE6476F8949}" dt="2021-05-29T22:16:20.750" v="91899"/>
          <ac:cxnSpMkLst>
            <pc:docMk/>
            <pc:sldMk cId="3568620224" sldId="2146846056"/>
            <ac:cxnSpMk id="41" creationId="{27FC32B7-0A97-48D5-A0DE-A2984FAE6F06}"/>
          </ac:cxnSpMkLst>
        </pc:cxnChg>
        <pc:cxnChg chg="add del mod ord">
          <ac:chgData name="Ken Popkin" userId="3c94c39e-c43b-4805-99ab-8da17777f1ac" providerId="ADAL" clId="{E440F346-DC68-4DD4-BA80-8DE6476F8949}" dt="2021-05-29T22:16:20.750" v="91901"/>
          <ac:cxnSpMkLst>
            <pc:docMk/>
            <pc:sldMk cId="3568620224" sldId="2146846056"/>
            <ac:cxnSpMk id="42" creationId="{109641BC-36E0-43C7-8A25-9D1D8313621E}"/>
          </ac:cxnSpMkLst>
        </pc:cxnChg>
        <pc:cxnChg chg="add del mod ord">
          <ac:chgData name="Ken Popkin" userId="3c94c39e-c43b-4805-99ab-8da17777f1ac" providerId="ADAL" clId="{E440F346-DC68-4DD4-BA80-8DE6476F8949}" dt="2021-05-29T22:16:20.751" v="91903"/>
          <ac:cxnSpMkLst>
            <pc:docMk/>
            <pc:sldMk cId="3568620224" sldId="2146846056"/>
            <ac:cxnSpMk id="43" creationId="{3D48540C-B9BA-4C66-AD4D-A95C40D2B9F1}"/>
          </ac:cxnSpMkLst>
        </pc:cxnChg>
        <pc:cxnChg chg="add del mod ord">
          <ac:chgData name="Ken Popkin" userId="3c94c39e-c43b-4805-99ab-8da17777f1ac" providerId="ADAL" clId="{E440F346-DC68-4DD4-BA80-8DE6476F8949}" dt="2021-05-29T22:16:20.751" v="91905"/>
          <ac:cxnSpMkLst>
            <pc:docMk/>
            <pc:sldMk cId="3568620224" sldId="2146846056"/>
            <ac:cxnSpMk id="44" creationId="{8F1D1B7D-7933-42E3-A128-58F5EF021D68}"/>
          </ac:cxnSpMkLst>
        </pc:cxnChg>
        <pc:cxnChg chg="add del mod ord">
          <ac:chgData name="Ken Popkin" userId="3c94c39e-c43b-4805-99ab-8da17777f1ac" providerId="ADAL" clId="{E440F346-DC68-4DD4-BA80-8DE6476F8949}" dt="2021-05-29T22:16:20.752" v="91907"/>
          <ac:cxnSpMkLst>
            <pc:docMk/>
            <pc:sldMk cId="3568620224" sldId="2146846056"/>
            <ac:cxnSpMk id="45" creationId="{2A863DFA-ED06-46AE-B1DC-499A0963E911}"/>
          </ac:cxnSpMkLst>
        </pc:cxnChg>
        <pc:cxnChg chg="add del mod ord">
          <ac:chgData name="Ken Popkin" userId="3c94c39e-c43b-4805-99ab-8da17777f1ac" providerId="ADAL" clId="{E440F346-DC68-4DD4-BA80-8DE6476F8949}" dt="2021-05-29T22:16:20.752" v="91909"/>
          <ac:cxnSpMkLst>
            <pc:docMk/>
            <pc:sldMk cId="3568620224" sldId="2146846056"/>
            <ac:cxnSpMk id="46" creationId="{69436A7E-EB56-4D18-BED3-2E6D27F97EE4}"/>
          </ac:cxnSpMkLst>
        </pc:cxnChg>
        <pc:cxnChg chg="add mod ord">
          <ac:chgData name="Ken Popkin" userId="3c94c39e-c43b-4805-99ab-8da17777f1ac" providerId="ADAL" clId="{E440F346-DC68-4DD4-BA80-8DE6476F8949}" dt="2021-06-01T21:20:37.157" v="113925" actId="1035"/>
          <ac:cxnSpMkLst>
            <pc:docMk/>
            <pc:sldMk cId="3568620224" sldId="2146846056"/>
            <ac:cxnSpMk id="91" creationId="{CED724EB-A6F5-46F6-BAB0-BDF4B661FE86}"/>
          </ac:cxnSpMkLst>
        </pc:cxnChg>
        <pc:cxnChg chg="add mod ord">
          <ac:chgData name="Ken Popkin" userId="3c94c39e-c43b-4805-99ab-8da17777f1ac" providerId="ADAL" clId="{E440F346-DC68-4DD4-BA80-8DE6476F8949}" dt="2021-06-01T21:20:37.157" v="113925" actId="1035"/>
          <ac:cxnSpMkLst>
            <pc:docMk/>
            <pc:sldMk cId="3568620224" sldId="2146846056"/>
            <ac:cxnSpMk id="92" creationId="{356DF483-19F6-4770-B12F-779CACB36CA6}"/>
          </ac:cxnSpMkLst>
        </pc:cxnChg>
        <pc:cxnChg chg="add mod ord">
          <ac:chgData name="Ken Popkin" userId="3c94c39e-c43b-4805-99ab-8da17777f1ac" providerId="ADAL" clId="{E440F346-DC68-4DD4-BA80-8DE6476F8949}" dt="2021-06-01T21:20:37.157" v="113925" actId="1035"/>
          <ac:cxnSpMkLst>
            <pc:docMk/>
            <pc:sldMk cId="3568620224" sldId="2146846056"/>
            <ac:cxnSpMk id="93" creationId="{A0425DCC-752D-4A0F-935C-C366BB6D243E}"/>
          </ac:cxnSpMkLst>
        </pc:cxnChg>
        <pc:cxnChg chg="add del mod ord">
          <ac:chgData name="Ken Popkin" userId="3c94c39e-c43b-4805-99ab-8da17777f1ac" providerId="ADAL" clId="{E440F346-DC68-4DD4-BA80-8DE6476F8949}" dt="2021-05-29T22:16:20.752" v="91911"/>
          <ac:cxnSpMkLst>
            <pc:docMk/>
            <pc:sldMk cId="3568620224" sldId="2146846056"/>
            <ac:cxnSpMk id="94" creationId="{1BFCAEB6-260A-4A14-875F-CDADA3ADB98D}"/>
          </ac:cxnSpMkLst>
        </pc:cxnChg>
        <pc:cxnChg chg="add del mod ord">
          <ac:chgData name="Ken Popkin" userId="3c94c39e-c43b-4805-99ab-8da17777f1ac" providerId="ADAL" clId="{E440F346-DC68-4DD4-BA80-8DE6476F8949}" dt="2021-05-29T22:16:20.752" v="91913"/>
          <ac:cxnSpMkLst>
            <pc:docMk/>
            <pc:sldMk cId="3568620224" sldId="2146846056"/>
            <ac:cxnSpMk id="95" creationId="{05A61BC3-3A18-40E1-BBB6-7C94089149AE}"/>
          </ac:cxnSpMkLst>
        </pc:cxnChg>
        <pc:cxnChg chg="add del mod ord">
          <ac:chgData name="Ken Popkin" userId="3c94c39e-c43b-4805-99ab-8da17777f1ac" providerId="ADAL" clId="{E440F346-DC68-4DD4-BA80-8DE6476F8949}" dt="2021-05-29T22:16:20.753" v="91915"/>
          <ac:cxnSpMkLst>
            <pc:docMk/>
            <pc:sldMk cId="3568620224" sldId="2146846056"/>
            <ac:cxnSpMk id="96" creationId="{DBCE610E-423A-420C-AFA5-38ACC6DF56B1}"/>
          </ac:cxnSpMkLst>
        </pc:cxnChg>
        <pc:cxnChg chg="add del mod ord">
          <ac:chgData name="Ken Popkin" userId="3c94c39e-c43b-4805-99ab-8da17777f1ac" providerId="ADAL" clId="{E440F346-DC68-4DD4-BA80-8DE6476F8949}" dt="2021-05-29T22:16:20.753" v="91917"/>
          <ac:cxnSpMkLst>
            <pc:docMk/>
            <pc:sldMk cId="3568620224" sldId="2146846056"/>
            <ac:cxnSpMk id="97" creationId="{3D2A5103-BEC8-405A-8E9C-DA6968F9DB63}"/>
          </ac:cxnSpMkLst>
        </pc:cxnChg>
        <pc:cxnChg chg="add del mod ord">
          <ac:chgData name="Ken Popkin" userId="3c94c39e-c43b-4805-99ab-8da17777f1ac" providerId="ADAL" clId="{E440F346-DC68-4DD4-BA80-8DE6476F8949}" dt="2021-05-29T22:16:20.755" v="91919"/>
          <ac:cxnSpMkLst>
            <pc:docMk/>
            <pc:sldMk cId="3568620224" sldId="2146846056"/>
            <ac:cxnSpMk id="98" creationId="{8E92A716-A670-47DA-A230-626A69474CFA}"/>
          </ac:cxnSpMkLst>
        </pc:cxnChg>
        <pc:cxnChg chg="add del mod ord">
          <ac:chgData name="Ken Popkin" userId="3c94c39e-c43b-4805-99ab-8da17777f1ac" providerId="ADAL" clId="{E440F346-DC68-4DD4-BA80-8DE6476F8949}" dt="2021-05-29T22:16:20.755" v="91921"/>
          <ac:cxnSpMkLst>
            <pc:docMk/>
            <pc:sldMk cId="3568620224" sldId="2146846056"/>
            <ac:cxnSpMk id="99" creationId="{CD1AD8A3-719F-4E80-B85C-B8A7E12ABD3C}"/>
          </ac:cxnSpMkLst>
        </pc:cxnChg>
      </pc:sldChg>
      <pc:sldChg chg="add del setBg">
        <pc:chgData name="Ken Popkin" userId="3c94c39e-c43b-4805-99ab-8da17777f1ac" providerId="ADAL" clId="{E440F346-DC68-4DD4-BA80-8DE6476F8949}" dt="2021-05-30T00:37:15.171" v="99783" actId="47"/>
        <pc:sldMkLst>
          <pc:docMk/>
          <pc:sldMk cId="1620705111" sldId="2146846057"/>
        </pc:sldMkLst>
      </pc:sldChg>
      <pc:sldChg chg="delSp modSp add del mod">
        <pc:chgData name="Ken Popkin" userId="3c94c39e-c43b-4805-99ab-8da17777f1ac" providerId="ADAL" clId="{E440F346-DC68-4DD4-BA80-8DE6476F8949}" dt="2021-05-30T01:25:08.387" v="99809" actId="47"/>
        <pc:sldMkLst>
          <pc:docMk/>
          <pc:sldMk cId="4179511954" sldId="2146846057"/>
        </pc:sldMkLst>
        <pc:spChg chg="del">
          <ac:chgData name="Ken Popkin" userId="3c94c39e-c43b-4805-99ab-8da17777f1ac" providerId="ADAL" clId="{E440F346-DC68-4DD4-BA80-8DE6476F8949}" dt="2021-05-30T00:37:40.400" v="99808" actId="478"/>
          <ac:spMkLst>
            <pc:docMk/>
            <pc:sldMk cId="4179511954" sldId="2146846057"/>
            <ac:spMk id="2" creationId="{EE40B916-0438-4BCC-979B-1EF20719D3D0}"/>
          </ac:spMkLst>
        </pc:spChg>
        <pc:spChg chg="mod">
          <ac:chgData name="Ken Popkin" userId="3c94c39e-c43b-4805-99ab-8da17777f1ac" providerId="ADAL" clId="{E440F346-DC68-4DD4-BA80-8DE6476F8949}" dt="2021-05-30T00:37:33.654" v="99807" actId="20577"/>
          <ac:spMkLst>
            <pc:docMk/>
            <pc:sldMk cId="4179511954" sldId="2146846057"/>
            <ac:spMk id="12" creationId="{FDCAE3A3-A1A0-4535-AB11-9D76394EA86F}"/>
          </ac:spMkLst>
        </pc:spChg>
        <pc:picChg chg="del">
          <ac:chgData name="Ken Popkin" userId="3c94c39e-c43b-4805-99ab-8da17777f1ac" providerId="ADAL" clId="{E440F346-DC68-4DD4-BA80-8DE6476F8949}" dt="2021-05-30T00:37:27.244" v="99785" actId="478"/>
          <ac:picMkLst>
            <pc:docMk/>
            <pc:sldMk cId="4179511954" sldId="2146846057"/>
            <ac:picMk id="13" creationId="{73F67194-C7A8-4182-8F75-5A3C0FE8FA63}"/>
          </ac:picMkLst>
        </pc:picChg>
      </pc:sldChg>
      <pc:sldMasterChg chg="del delSldLayout">
        <pc:chgData name="Ken Popkin" userId="3c94c39e-c43b-4805-99ab-8da17777f1ac" providerId="ADAL" clId="{E440F346-DC68-4DD4-BA80-8DE6476F8949}" dt="2021-05-29T19:50:20.918" v="58655" actId="47"/>
        <pc:sldMasterMkLst>
          <pc:docMk/>
          <pc:sldMasterMk cId="1092634256" sldId="2147483665"/>
        </pc:sldMasterMkLst>
        <pc:sldLayoutChg chg="del">
          <pc:chgData name="Ken Popkin" userId="3c94c39e-c43b-4805-99ab-8da17777f1ac" providerId="ADAL" clId="{E440F346-DC68-4DD4-BA80-8DE6476F8949}" dt="2021-05-29T19:50:20.918" v="58655" actId="47"/>
          <pc:sldLayoutMkLst>
            <pc:docMk/>
            <pc:sldMasterMk cId="1092634256" sldId="2147483665"/>
            <pc:sldLayoutMk cId="395985425" sldId="2147483666"/>
          </pc:sldLayoutMkLst>
        </pc:sldLayoutChg>
        <pc:sldLayoutChg chg="del">
          <pc:chgData name="Ken Popkin" userId="3c94c39e-c43b-4805-99ab-8da17777f1ac" providerId="ADAL" clId="{E440F346-DC68-4DD4-BA80-8DE6476F8949}" dt="2021-05-29T19:50:20.918" v="58655" actId="47"/>
          <pc:sldLayoutMkLst>
            <pc:docMk/>
            <pc:sldMasterMk cId="1092634256" sldId="2147483665"/>
            <pc:sldLayoutMk cId="1092014189" sldId="2147483667"/>
          </pc:sldLayoutMkLst>
        </pc:sldLayoutChg>
        <pc:sldLayoutChg chg="del">
          <pc:chgData name="Ken Popkin" userId="3c94c39e-c43b-4805-99ab-8da17777f1ac" providerId="ADAL" clId="{E440F346-DC68-4DD4-BA80-8DE6476F8949}" dt="2021-05-29T19:50:20.918" v="58655" actId="47"/>
          <pc:sldLayoutMkLst>
            <pc:docMk/>
            <pc:sldMasterMk cId="1092634256" sldId="2147483665"/>
            <pc:sldLayoutMk cId="2662879377" sldId="2147483668"/>
          </pc:sldLayoutMkLst>
        </pc:sldLayoutChg>
        <pc:sldLayoutChg chg="del">
          <pc:chgData name="Ken Popkin" userId="3c94c39e-c43b-4805-99ab-8da17777f1ac" providerId="ADAL" clId="{E440F346-DC68-4DD4-BA80-8DE6476F8949}" dt="2021-05-29T19:50:20.918" v="58655" actId="47"/>
          <pc:sldLayoutMkLst>
            <pc:docMk/>
            <pc:sldMasterMk cId="1092634256" sldId="2147483665"/>
            <pc:sldLayoutMk cId="2391975471" sldId="2147483669"/>
          </pc:sldLayoutMkLst>
        </pc:sldLayoutChg>
        <pc:sldLayoutChg chg="del">
          <pc:chgData name="Ken Popkin" userId="3c94c39e-c43b-4805-99ab-8da17777f1ac" providerId="ADAL" clId="{E440F346-DC68-4DD4-BA80-8DE6476F8949}" dt="2021-05-29T19:50:20.918" v="58655" actId="47"/>
          <pc:sldLayoutMkLst>
            <pc:docMk/>
            <pc:sldMasterMk cId="1092634256" sldId="2147483665"/>
            <pc:sldLayoutMk cId="1052207725" sldId="2147483670"/>
          </pc:sldLayoutMkLst>
        </pc:sldLayoutChg>
        <pc:sldLayoutChg chg="del">
          <pc:chgData name="Ken Popkin" userId="3c94c39e-c43b-4805-99ab-8da17777f1ac" providerId="ADAL" clId="{E440F346-DC68-4DD4-BA80-8DE6476F8949}" dt="2021-05-29T19:50:20.918" v="58655" actId="47"/>
          <pc:sldLayoutMkLst>
            <pc:docMk/>
            <pc:sldMasterMk cId="1092634256" sldId="2147483665"/>
            <pc:sldLayoutMk cId="2438814528" sldId="2147483671"/>
          </pc:sldLayoutMkLst>
        </pc:sldLayoutChg>
        <pc:sldLayoutChg chg="del">
          <pc:chgData name="Ken Popkin" userId="3c94c39e-c43b-4805-99ab-8da17777f1ac" providerId="ADAL" clId="{E440F346-DC68-4DD4-BA80-8DE6476F8949}" dt="2021-05-29T19:50:20.918" v="58655" actId="47"/>
          <pc:sldLayoutMkLst>
            <pc:docMk/>
            <pc:sldMasterMk cId="1092634256" sldId="2147483665"/>
            <pc:sldLayoutMk cId="3102679366" sldId="2147483672"/>
          </pc:sldLayoutMkLst>
        </pc:sldLayoutChg>
        <pc:sldLayoutChg chg="del">
          <pc:chgData name="Ken Popkin" userId="3c94c39e-c43b-4805-99ab-8da17777f1ac" providerId="ADAL" clId="{E440F346-DC68-4DD4-BA80-8DE6476F8949}" dt="2021-05-29T19:50:20.918" v="58655" actId="47"/>
          <pc:sldLayoutMkLst>
            <pc:docMk/>
            <pc:sldMasterMk cId="1092634256" sldId="2147483665"/>
            <pc:sldLayoutMk cId="873925357" sldId="2147483673"/>
          </pc:sldLayoutMkLst>
        </pc:sldLayoutChg>
        <pc:sldLayoutChg chg="del">
          <pc:chgData name="Ken Popkin" userId="3c94c39e-c43b-4805-99ab-8da17777f1ac" providerId="ADAL" clId="{E440F346-DC68-4DD4-BA80-8DE6476F8949}" dt="2021-05-29T19:50:20.918" v="58655" actId="47"/>
          <pc:sldLayoutMkLst>
            <pc:docMk/>
            <pc:sldMasterMk cId="1092634256" sldId="2147483665"/>
            <pc:sldLayoutMk cId="4285565371" sldId="2147483674"/>
          </pc:sldLayoutMkLst>
        </pc:sldLayoutChg>
        <pc:sldLayoutChg chg="del">
          <pc:chgData name="Ken Popkin" userId="3c94c39e-c43b-4805-99ab-8da17777f1ac" providerId="ADAL" clId="{E440F346-DC68-4DD4-BA80-8DE6476F8949}" dt="2021-05-29T19:50:20.918" v="58655" actId="47"/>
          <pc:sldLayoutMkLst>
            <pc:docMk/>
            <pc:sldMasterMk cId="1092634256" sldId="2147483665"/>
            <pc:sldLayoutMk cId="4280406327" sldId="2147483675"/>
          </pc:sldLayoutMkLst>
        </pc:sldLayoutChg>
        <pc:sldLayoutChg chg="del">
          <pc:chgData name="Ken Popkin" userId="3c94c39e-c43b-4805-99ab-8da17777f1ac" providerId="ADAL" clId="{E440F346-DC68-4DD4-BA80-8DE6476F8949}" dt="2021-05-29T19:50:20.918" v="58655" actId="47"/>
          <pc:sldLayoutMkLst>
            <pc:docMk/>
            <pc:sldMasterMk cId="1092634256" sldId="2147483665"/>
            <pc:sldLayoutMk cId="3749623570" sldId="2147483676"/>
          </pc:sldLayoutMkLst>
        </pc:sldLayoutChg>
      </pc:sldMasterChg>
    </pc:docChg>
  </pc:docChgLst>
  <pc:docChgLst>
    <pc:chgData name="Ryan Vetter" userId="4e0f799b-9dd2-4ed1-b88a-f6f813994f91" providerId="ADAL" clId="{26441386-ED72-49CA-87F1-9CA9DFAB74A1}"/>
    <pc:docChg chg="undo custSel addSld delSld modSld sldOrd modSection">
      <pc:chgData name="Ryan Vetter" userId="4e0f799b-9dd2-4ed1-b88a-f6f813994f91" providerId="ADAL" clId="{26441386-ED72-49CA-87F1-9CA9DFAB74A1}" dt="2021-04-26T13:11:53.439" v="14396" actId="20577"/>
      <pc:docMkLst>
        <pc:docMk/>
      </pc:docMkLst>
      <pc:sldChg chg="modSp add mod">
        <pc:chgData name="Ryan Vetter" userId="4e0f799b-9dd2-4ed1-b88a-f6f813994f91" providerId="ADAL" clId="{26441386-ED72-49CA-87F1-9CA9DFAB74A1}" dt="2021-03-30T21:32:09.020" v="3690" actId="20577"/>
        <pc:sldMkLst>
          <pc:docMk/>
          <pc:sldMk cId="266692390" sldId="263"/>
        </pc:sldMkLst>
        <pc:spChg chg="mod">
          <ac:chgData name="Ryan Vetter" userId="4e0f799b-9dd2-4ed1-b88a-f6f813994f91" providerId="ADAL" clId="{26441386-ED72-49CA-87F1-9CA9DFAB74A1}" dt="2021-03-30T21:30:00.274" v="3629" actId="20577"/>
          <ac:spMkLst>
            <pc:docMk/>
            <pc:sldMk cId="266692390" sldId="263"/>
            <ac:spMk id="2" creationId="{47E8D92B-235D-436A-818C-1CCEFC88EB67}"/>
          </ac:spMkLst>
        </pc:spChg>
        <pc:spChg chg="mod">
          <ac:chgData name="Ryan Vetter" userId="4e0f799b-9dd2-4ed1-b88a-f6f813994f91" providerId="ADAL" clId="{26441386-ED72-49CA-87F1-9CA9DFAB74A1}" dt="2021-03-30T21:30:32.964" v="3638" actId="6549"/>
          <ac:spMkLst>
            <pc:docMk/>
            <pc:sldMk cId="266692390" sldId="263"/>
            <ac:spMk id="4" creationId="{24274302-E795-4AE3-9846-E176B8A41D96}"/>
          </ac:spMkLst>
        </pc:spChg>
        <pc:spChg chg="mod">
          <ac:chgData name="Ryan Vetter" userId="4e0f799b-9dd2-4ed1-b88a-f6f813994f91" providerId="ADAL" clId="{26441386-ED72-49CA-87F1-9CA9DFAB74A1}" dt="2021-03-30T21:32:09.020" v="3690" actId="20577"/>
          <ac:spMkLst>
            <pc:docMk/>
            <pc:sldMk cId="266692390" sldId="263"/>
            <ac:spMk id="6" creationId="{01E32884-623B-4264-BC46-0484375714D0}"/>
          </ac:spMkLst>
        </pc:spChg>
        <pc:spChg chg="mod">
          <ac:chgData name="Ryan Vetter" userId="4e0f799b-9dd2-4ed1-b88a-f6f813994f91" providerId="ADAL" clId="{26441386-ED72-49CA-87F1-9CA9DFAB74A1}" dt="2021-03-30T21:31:17.166" v="3666" actId="20577"/>
          <ac:spMkLst>
            <pc:docMk/>
            <pc:sldMk cId="266692390" sldId="263"/>
            <ac:spMk id="7" creationId="{36B61E10-DB36-411E-86A9-487BA83C774E}"/>
          </ac:spMkLst>
        </pc:spChg>
      </pc:sldChg>
      <pc:sldChg chg="modSp add mod ord">
        <pc:chgData name="Ryan Vetter" userId="4e0f799b-9dd2-4ed1-b88a-f6f813994f91" providerId="ADAL" clId="{26441386-ED72-49CA-87F1-9CA9DFAB74A1}" dt="2021-03-30T21:27:13.128" v="3387" actId="20577"/>
        <pc:sldMkLst>
          <pc:docMk/>
          <pc:sldMk cId="1310879795" sldId="264"/>
        </pc:sldMkLst>
        <pc:spChg chg="mod">
          <ac:chgData name="Ryan Vetter" userId="4e0f799b-9dd2-4ed1-b88a-f6f813994f91" providerId="ADAL" clId="{26441386-ED72-49CA-87F1-9CA9DFAB74A1}" dt="2021-03-30T21:20:30.067" v="3055" actId="20577"/>
          <ac:spMkLst>
            <pc:docMk/>
            <pc:sldMk cId="1310879795" sldId="264"/>
            <ac:spMk id="2" creationId="{47E8D92B-235D-436A-818C-1CCEFC88EB67}"/>
          </ac:spMkLst>
        </pc:spChg>
        <pc:spChg chg="mod">
          <ac:chgData name="Ryan Vetter" userId="4e0f799b-9dd2-4ed1-b88a-f6f813994f91" providerId="ADAL" clId="{26441386-ED72-49CA-87F1-9CA9DFAB74A1}" dt="2021-03-30T21:27:13.128" v="3387" actId="20577"/>
          <ac:spMkLst>
            <pc:docMk/>
            <pc:sldMk cId="1310879795" sldId="264"/>
            <ac:spMk id="4" creationId="{24274302-E795-4AE3-9846-E176B8A41D96}"/>
          </ac:spMkLst>
        </pc:spChg>
        <pc:spChg chg="mod">
          <ac:chgData name="Ryan Vetter" userId="4e0f799b-9dd2-4ed1-b88a-f6f813994f91" providerId="ADAL" clId="{26441386-ED72-49CA-87F1-9CA9DFAB74A1}" dt="2021-03-30T20:29:57.255" v="2033" actId="6549"/>
          <ac:spMkLst>
            <pc:docMk/>
            <pc:sldMk cId="1310879795" sldId="264"/>
            <ac:spMk id="6" creationId="{01E32884-623B-4264-BC46-0484375714D0}"/>
          </ac:spMkLst>
        </pc:spChg>
        <pc:spChg chg="mod">
          <ac:chgData name="Ryan Vetter" userId="4e0f799b-9dd2-4ed1-b88a-f6f813994f91" providerId="ADAL" clId="{26441386-ED72-49CA-87F1-9CA9DFAB74A1}" dt="2021-03-30T20:49:50.948" v="2848" actId="20577"/>
          <ac:spMkLst>
            <pc:docMk/>
            <pc:sldMk cId="1310879795" sldId="264"/>
            <ac:spMk id="7" creationId="{36B61E10-DB36-411E-86A9-487BA83C774E}"/>
          </ac:spMkLst>
        </pc:spChg>
      </pc:sldChg>
      <pc:sldChg chg="modSp add mod ord">
        <pc:chgData name="Ryan Vetter" userId="4e0f799b-9dd2-4ed1-b88a-f6f813994f91" providerId="ADAL" clId="{26441386-ED72-49CA-87F1-9CA9DFAB74A1}" dt="2021-03-30T21:27:23.241" v="3388" actId="6549"/>
        <pc:sldMkLst>
          <pc:docMk/>
          <pc:sldMk cId="1449091" sldId="265"/>
        </pc:sldMkLst>
        <pc:spChg chg="mod">
          <ac:chgData name="Ryan Vetter" userId="4e0f799b-9dd2-4ed1-b88a-f6f813994f91" providerId="ADAL" clId="{26441386-ED72-49CA-87F1-9CA9DFAB74A1}" dt="2021-03-30T21:20:25.857" v="3045" actId="20577"/>
          <ac:spMkLst>
            <pc:docMk/>
            <pc:sldMk cId="1449091" sldId="265"/>
            <ac:spMk id="2" creationId="{47E8D92B-235D-436A-818C-1CCEFC88EB67}"/>
          </ac:spMkLst>
        </pc:spChg>
        <pc:spChg chg="mod">
          <ac:chgData name="Ryan Vetter" userId="4e0f799b-9dd2-4ed1-b88a-f6f813994f91" providerId="ADAL" clId="{26441386-ED72-49CA-87F1-9CA9DFAB74A1}" dt="2021-03-30T21:27:23.241" v="3388" actId="6549"/>
          <ac:spMkLst>
            <pc:docMk/>
            <pc:sldMk cId="1449091" sldId="265"/>
            <ac:spMk id="4" creationId="{24274302-E795-4AE3-9846-E176B8A41D96}"/>
          </ac:spMkLst>
        </pc:spChg>
        <pc:spChg chg="mod">
          <ac:chgData name="Ryan Vetter" userId="4e0f799b-9dd2-4ed1-b88a-f6f813994f91" providerId="ADAL" clId="{26441386-ED72-49CA-87F1-9CA9DFAB74A1}" dt="2021-03-30T20:29:52.294" v="2032" actId="20577"/>
          <ac:spMkLst>
            <pc:docMk/>
            <pc:sldMk cId="1449091" sldId="265"/>
            <ac:spMk id="6" creationId="{01E32884-623B-4264-BC46-0484375714D0}"/>
          </ac:spMkLst>
        </pc:spChg>
        <pc:spChg chg="mod">
          <ac:chgData name="Ryan Vetter" userId="4e0f799b-9dd2-4ed1-b88a-f6f813994f91" providerId="ADAL" clId="{26441386-ED72-49CA-87F1-9CA9DFAB74A1}" dt="2021-03-30T20:49:45.008" v="2842" actId="33524"/>
          <ac:spMkLst>
            <pc:docMk/>
            <pc:sldMk cId="1449091" sldId="265"/>
            <ac:spMk id="7" creationId="{36B61E10-DB36-411E-86A9-487BA83C774E}"/>
          </ac:spMkLst>
        </pc:spChg>
      </pc:sldChg>
      <pc:sldChg chg="modSp add mod">
        <pc:chgData name="Ryan Vetter" userId="4e0f799b-9dd2-4ed1-b88a-f6f813994f91" providerId="ADAL" clId="{26441386-ED72-49CA-87F1-9CA9DFAB74A1}" dt="2021-03-30T21:27:06.481" v="3386" actId="6549"/>
        <pc:sldMkLst>
          <pc:docMk/>
          <pc:sldMk cId="676604077" sldId="266"/>
        </pc:sldMkLst>
        <pc:spChg chg="mod">
          <ac:chgData name="Ryan Vetter" userId="4e0f799b-9dd2-4ed1-b88a-f6f813994f91" providerId="ADAL" clId="{26441386-ED72-49CA-87F1-9CA9DFAB74A1}" dt="2021-03-30T21:20:37.460" v="3068" actId="6549"/>
          <ac:spMkLst>
            <pc:docMk/>
            <pc:sldMk cId="676604077" sldId="266"/>
            <ac:spMk id="2" creationId="{47E8D92B-235D-436A-818C-1CCEFC88EB67}"/>
          </ac:spMkLst>
        </pc:spChg>
        <pc:spChg chg="mod">
          <ac:chgData name="Ryan Vetter" userId="4e0f799b-9dd2-4ed1-b88a-f6f813994f91" providerId="ADAL" clId="{26441386-ED72-49CA-87F1-9CA9DFAB74A1}" dt="2021-03-30T21:27:06.481" v="3386" actId="6549"/>
          <ac:spMkLst>
            <pc:docMk/>
            <pc:sldMk cId="676604077" sldId="266"/>
            <ac:spMk id="4" creationId="{24274302-E795-4AE3-9846-E176B8A41D96}"/>
          </ac:spMkLst>
        </pc:spChg>
        <pc:spChg chg="mod">
          <ac:chgData name="Ryan Vetter" userId="4e0f799b-9dd2-4ed1-b88a-f6f813994f91" providerId="ADAL" clId="{26441386-ED72-49CA-87F1-9CA9DFAB74A1}" dt="2021-03-30T21:23:51.063" v="3352" actId="20577"/>
          <ac:spMkLst>
            <pc:docMk/>
            <pc:sldMk cId="676604077" sldId="266"/>
            <ac:spMk id="6" creationId="{01E32884-623B-4264-BC46-0484375714D0}"/>
          </ac:spMkLst>
        </pc:spChg>
        <pc:spChg chg="mod">
          <ac:chgData name="Ryan Vetter" userId="4e0f799b-9dd2-4ed1-b88a-f6f813994f91" providerId="ADAL" clId="{26441386-ED72-49CA-87F1-9CA9DFAB74A1}" dt="2021-03-30T21:26:19.284" v="3358" actId="20577"/>
          <ac:spMkLst>
            <pc:docMk/>
            <pc:sldMk cId="676604077" sldId="266"/>
            <ac:spMk id="7" creationId="{36B61E10-DB36-411E-86A9-487BA83C774E}"/>
          </ac:spMkLst>
        </pc:spChg>
      </pc:sldChg>
      <pc:sldChg chg="addSp delSp modSp add mod modTransition">
        <pc:chgData name="Ryan Vetter" userId="4e0f799b-9dd2-4ed1-b88a-f6f813994f91" providerId="ADAL" clId="{26441386-ED72-49CA-87F1-9CA9DFAB74A1}" dt="2021-04-09T20:18:57.781" v="13430" actId="1076"/>
        <pc:sldMkLst>
          <pc:docMk/>
          <pc:sldMk cId="1353059238" sldId="5614"/>
        </pc:sldMkLst>
        <pc:spChg chg="add mod">
          <ac:chgData name="Ryan Vetter" userId="4e0f799b-9dd2-4ed1-b88a-f6f813994f91" providerId="ADAL" clId="{26441386-ED72-49CA-87F1-9CA9DFAB74A1}" dt="2021-04-09T20:18:57.781" v="13430" actId="1076"/>
          <ac:spMkLst>
            <pc:docMk/>
            <pc:sldMk cId="1353059238" sldId="5614"/>
            <ac:spMk id="2" creationId="{1B29515A-2667-4C67-81A0-7CB1D2C6FE3E}"/>
          </ac:spMkLst>
        </pc:spChg>
        <pc:spChg chg="add del">
          <ac:chgData name="Ryan Vetter" userId="4e0f799b-9dd2-4ed1-b88a-f6f813994f91" providerId="ADAL" clId="{26441386-ED72-49CA-87F1-9CA9DFAB74A1}" dt="2021-04-08T13:04:07.361" v="3789" actId="478"/>
          <ac:spMkLst>
            <pc:docMk/>
            <pc:sldMk cId="1353059238" sldId="5614"/>
            <ac:spMk id="2" creationId="{D4BF0815-0034-4AB5-9B07-F0847DD6346D}"/>
          </ac:spMkLst>
        </pc:spChg>
        <pc:spChg chg="del mod">
          <ac:chgData name="Ryan Vetter" userId="4e0f799b-9dd2-4ed1-b88a-f6f813994f91" providerId="ADAL" clId="{26441386-ED72-49CA-87F1-9CA9DFAB74A1}" dt="2021-04-08T13:03:27.703" v="3784" actId="478"/>
          <ac:spMkLst>
            <pc:docMk/>
            <pc:sldMk cId="1353059238" sldId="5614"/>
            <ac:spMk id="3" creationId="{47AE6442-1F1B-43F6-A71F-804519450190}"/>
          </ac:spMkLst>
        </pc:spChg>
        <pc:spChg chg="add mod">
          <ac:chgData name="Ryan Vetter" userId="4e0f799b-9dd2-4ed1-b88a-f6f813994f91" providerId="ADAL" clId="{26441386-ED72-49CA-87F1-9CA9DFAB74A1}" dt="2021-04-09T14:46:53.888" v="9993" actId="1076"/>
          <ac:spMkLst>
            <pc:docMk/>
            <pc:sldMk cId="1353059238" sldId="5614"/>
            <ac:spMk id="3" creationId="{ACF020FD-6C9C-4D45-AB30-2F19F065BE83}"/>
          </ac:spMkLst>
        </pc:spChg>
        <pc:spChg chg="mod">
          <ac:chgData name="Ryan Vetter" userId="4e0f799b-9dd2-4ed1-b88a-f6f813994f91" providerId="ADAL" clId="{26441386-ED72-49CA-87F1-9CA9DFAB74A1}" dt="2021-04-09T16:01:47.936" v="10540" actId="20577"/>
          <ac:spMkLst>
            <pc:docMk/>
            <pc:sldMk cId="1353059238" sldId="5614"/>
            <ac:spMk id="4" creationId="{FA8CCE2E-4E27-421F-B61B-BA79E1C45D4E}"/>
          </ac:spMkLst>
        </pc:spChg>
        <pc:spChg chg="mod">
          <ac:chgData name="Ryan Vetter" userId="4e0f799b-9dd2-4ed1-b88a-f6f813994f91" providerId="ADAL" clId="{26441386-ED72-49CA-87F1-9CA9DFAB74A1}" dt="2021-04-09T16:02:36.663" v="10549" actId="403"/>
          <ac:spMkLst>
            <pc:docMk/>
            <pc:sldMk cId="1353059238" sldId="5614"/>
            <ac:spMk id="6" creationId="{CDD39DEB-5925-4BA9-8103-1B0E575C1ABC}"/>
          </ac:spMkLst>
        </pc:spChg>
        <pc:spChg chg="del mod">
          <ac:chgData name="Ryan Vetter" userId="4e0f799b-9dd2-4ed1-b88a-f6f813994f91" providerId="ADAL" clId="{26441386-ED72-49CA-87F1-9CA9DFAB74A1}" dt="2021-04-09T14:41:33" v="9901" actId="478"/>
          <ac:spMkLst>
            <pc:docMk/>
            <pc:sldMk cId="1353059238" sldId="5614"/>
            <ac:spMk id="7" creationId="{050C14EF-432D-4754-8710-3DB2550103CC}"/>
          </ac:spMkLst>
        </pc:spChg>
        <pc:spChg chg="del mod">
          <ac:chgData name="Ryan Vetter" userId="4e0f799b-9dd2-4ed1-b88a-f6f813994f91" providerId="ADAL" clId="{26441386-ED72-49CA-87F1-9CA9DFAB74A1}" dt="2021-04-09T14:41:35.874" v="9903" actId="478"/>
          <ac:spMkLst>
            <pc:docMk/>
            <pc:sldMk cId="1353059238" sldId="5614"/>
            <ac:spMk id="8" creationId="{75519D4A-774D-414D-B8A8-0D4EB5641677}"/>
          </ac:spMkLst>
        </pc:spChg>
        <pc:spChg chg="add del mod">
          <ac:chgData name="Ryan Vetter" userId="4e0f799b-9dd2-4ed1-b88a-f6f813994f91" providerId="ADAL" clId="{26441386-ED72-49CA-87F1-9CA9DFAB74A1}" dt="2021-04-09T14:45:57.641" v="9966" actId="1036"/>
          <ac:spMkLst>
            <pc:docMk/>
            <pc:sldMk cId="1353059238" sldId="5614"/>
            <ac:spMk id="9" creationId="{048EA9D9-62CF-43E6-9F77-7B2A1DA05A55}"/>
          </ac:spMkLst>
        </pc:spChg>
        <pc:spChg chg="add del">
          <ac:chgData name="Ryan Vetter" userId="4e0f799b-9dd2-4ed1-b88a-f6f813994f91" providerId="ADAL" clId="{26441386-ED72-49CA-87F1-9CA9DFAB74A1}" dt="2021-04-09T14:43:41.964" v="9922" actId="478"/>
          <ac:spMkLst>
            <pc:docMk/>
            <pc:sldMk cId="1353059238" sldId="5614"/>
            <ac:spMk id="10" creationId="{BA9EFAB1-339D-42EF-82B6-D8FBEC15B6A9}"/>
          </ac:spMkLst>
        </pc:spChg>
        <pc:spChg chg="add del mod">
          <ac:chgData name="Ryan Vetter" userId="4e0f799b-9dd2-4ed1-b88a-f6f813994f91" providerId="ADAL" clId="{26441386-ED72-49CA-87F1-9CA9DFAB74A1}" dt="2021-04-08T13:03:51.540" v="3787" actId="478"/>
          <ac:spMkLst>
            <pc:docMk/>
            <pc:sldMk cId="1353059238" sldId="5614"/>
            <ac:spMk id="10" creationId="{C83AF5DA-5DAD-4950-A0AD-4AD289458AF7}"/>
          </ac:spMkLst>
        </pc:spChg>
        <pc:spChg chg="add del mod">
          <ac:chgData name="Ryan Vetter" userId="4e0f799b-9dd2-4ed1-b88a-f6f813994f91" providerId="ADAL" clId="{26441386-ED72-49CA-87F1-9CA9DFAB74A1}" dt="2021-04-08T13:04:31.286" v="3796" actId="478"/>
          <ac:spMkLst>
            <pc:docMk/>
            <pc:sldMk cId="1353059238" sldId="5614"/>
            <ac:spMk id="11" creationId="{D393D63D-2282-4DB5-9F24-A44695A33CAA}"/>
          </ac:spMkLst>
        </pc:spChg>
        <pc:spChg chg="add del mod">
          <ac:chgData name="Ryan Vetter" userId="4e0f799b-9dd2-4ed1-b88a-f6f813994f91" providerId="ADAL" clId="{26441386-ED72-49CA-87F1-9CA9DFAB74A1}" dt="2021-04-08T13:04:20.281" v="3793" actId="478"/>
          <ac:spMkLst>
            <pc:docMk/>
            <pc:sldMk cId="1353059238" sldId="5614"/>
            <ac:spMk id="12" creationId="{96269D4A-5FA1-4F60-9896-F62C1168A742}"/>
          </ac:spMkLst>
        </pc:spChg>
        <pc:spChg chg="add del mod">
          <ac:chgData name="Ryan Vetter" userId="4e0f799b-9dd2-4ed1-b88a-f6f813994f91" providerId="ADAL" clId="{26441386-ED72-49CA-87F1-9CA9DFAB74A1}" dt="2021-04-08T13:04:23.231" v="3794" actId="478"/>
          <ac:spMkLst>
            <pc:docMk/>
            <pc:sldMk cId="1353059238" sldId="5614"/>
            <ac:spMk id="13" creationId="{E2316ABF-0ABE-474F-8E8A-AFB834225A72}"/>
          </ac:spMkLst>
        </pc:spChg>
        <pc:spChg chg="add del mod">
          <ac:chgData name="Ryan Vetter" userId="4e0f799b-9dd2-4ed1-b88a-f6f813994f91" providerId="ADAL" clId="{26441386-ED72-49CA-87F1-9CA9DFAB74A1}" dt="2021-04-08T13:04:28.256" v="3795" actId="478"/>
          <ac:spMkLst>
            <pc:docMk/>
            <pc:sldMk cId="1353059238" sldId="5614"/>
            <ac:spMk id="14" creationId="{1C451568-013D-4C35-AA88-818EF4362998}"/>
          </ac:spMkLst>
        </pc:spChg>
        <pc:spChg chg="add del mod">
          <ac:chgData name="Ryan Vetter" userId="4e0f799b-9dd2-4ed1-b88a-f6f813994f91" providerId="ADAL" clId="{26441386-ED72-49CA-87F1-9CA9DFAB74A1}" dt="2021-04-08T13:04:11.833" v="3790" actId="478"/>
          <ac:spMkLst>
            <pc:docMk/>
            <pc:sldMk cId="1353059238" sldId="5614"/>
            <ac:spMk id="16" creationId="{04FAFCAF-E3F2-4D5E-BA11-4209DFADC184}"/>
          </ac:spMkLst>
        </pc:spChg>
        <pc:spChg chg="add del mod">
          <ac:chgData name="Ryan Vetter" userId="4e0f799b-9dd2-4ed1-b88a-f6f813994f91" providerId="ADAL" clId="{26441386-ED72-49CA-87F1-9CA9DFAB74A1}" dt="2021-04-09T14:41:34.683" v="9902" actId="478"/>
          <ac:spMkLst>
            <pc:docMk/>
            <pc:sldMk cId="1353059238" sldId="5614"/>
            <ac:spMk id="17" creationId="{7FED2470-28CD-4AFF-9BDB-09FA618CDF4C}"/>
          </ac:spMkLst>
        </pc:spChg>
        <pc:grpChg chg="add del mod">
          <ac:chgData name="Ryan Vetter" userId="4e0f799b-9dd2-4ed1-b88a-f6f813994f91" providerId="ADAL" clId="{26441386-ED72-49CA-87F1-9CA9DFAB74A1}" dt="2021-04-08T13:26:52.359" v="5108" actId="478"/>
          <ac:grpSpMkLst>
            <pc:docMk/>
            <pc:sldMk cId="1353059238" sldId="5614"/>
            <ac:grpSpMk id="18" creationId="{4B568E43-E773-48A3-A88D-3E874BC5FD12}"/>
          </ac:grpSpMkLst>
        </pc:grpChg>
        <pc:picChg chg="add del mod">
          <ac:chgData name="Ryan Vetter" userId="4e0f799b-9dd2-4ed1-b88a-f6f813994f91" providerId="ADAL" clId="{26441386-ED72-49CA-87F1-9CA9DFAB74A1}" dt="2021-04-09T14:44:28.746" v="9929" actId="478"/>
          <ac:picMkLst>
            <pc:docMk/>
            <pc:sldMk cId="1353059238" sldId="5614"/>
            <ac:picMk id="11" creationId="{657B426B-26B3-4FA2-9ACF-1DE2F6D74BF0}"/>
          </ac:picMkLst>
        </pc:picChg>
      </pc:sldChg>
      <pc:sldChg chg="addSp delSp modSp mod modNotesTx">
        <pc:chgData name="Ryan Vetter" userId="4e0f799b-9dd2-4ed1-b88a-f6f813994f91" providerId="ADAL" clId="{26441386-ED72-49CA-87F1-9CA9DFAB74A1}" dt="2021-04-08T18:05:14.874" v="7344" actId="20577"/>
        <pc:sldMkLst>
          <pc:docMk/>
          <pc:sldMk cId="2678786716" sldId="2142532606"/>
        </pc:sldMkLst>
        <pc:spChg chg="add del mod">
          <ac:chgData name="Ryan Vetter" userId="4e0f799b-9dd2-4ed1-b88a-f6f813994f91" providerId="ADAL" clId="{26441386-ED72-49CA-87F1-9CA9DFAB74A1}" dt="2021-03-16T02:59:54.353" v="15"/>
          <ac:spMkLst>
            <pc:docMk/>
            <pc:sldMk cId="2678786716" sldId="2142532606"/>
            <ac:spMk id="6" creationId="{0BD3F25E-5993-4EF8-9DEA-407A1DDA1D7A}"/>
          </ac:spMkLst>
        </pc:spChg>
        <pc:spChg chg="add del mod">
          <ac:chgData name="Ryan Vetter" userId="4e0f799b-9dd2-4ed1-b88a-f6f813994f91" providerId="ADAL" clId="{26441386-ED72-49CA-87F1-9CA9DFAB74A1}" dt="2021-03-16T02:59:54.353" v="15"/>
          <ac:spMkLst>
            <pc:docMk/>
            <pc:sldMk cId="2678786716" sldId="2142532606"/>
            <ac:spMk id="8" creationId="{A1646A87-C675-44AB-ADCB-B39A154A7E9F}"/>
          </ac:spMkLst>
        </pc:spChg>
        <pc:spChg chg="add del mod">
          <ac:chgData name="Ryan Vetter" userId="4e0f799b-9dd2-4ed1-b88a-f6f813994f91" providerId="ADAL" clId="{26441386-ED72-49CA-87F1-9CA9DFAB74A1}" dt="2021-03-16T02:59:54.353" v="15"/>
          <ac:spMkLst>
            <pc:docMk/>
            <pc:sldMk cId="2678786716" sldId="2142532606"/>
            <ac:spMk id="10" creationId="{356313D2-932F-46F0-BF4F-70B51E293015}"/>
          </ac:spMkLst>
        </pc:spChg>
        <pc:spChg chg="add del mod">
          <ac:chgData name="Ryan Vetter" userId="4e0f799b-9dd2-4ed1-b88a-f6f813994f91" providerId="ADAL" clId="{26441386-ED72-49CA-87F1-9CA9DFAB74A1}" dt="2021-03-16T02:59:54.353" v="15"/>
          <ac:spMkLst>
            <pc:docMk/>
            <pc:sldMk cId="2678786716" sldId="2142532606"/>
            <ac:spMk id="12" creationId="{B5BD455D-BE11-4E7F-9457-A260582564D8}"/>
          </ac:spMkLst>
        </pc:spChg>
        <pc:spChg chg="del mod">
          <ac:chgData name="Ryan Vetter" userId="4e0f799b-9dd2-4ed1-b88a-f6f813994f91" providerId="ADAL" clId="{26441386-ED72-49CA-87F1-9CA9DFAB74A1}" dt="2021-03-16T03:02:33.010" v="110"/>
          <ac:spMkLst>
            <pc:docMk/>
            <pc:sldMk cId="2678786716" sldId="2142532606"/>
            <ac:spMk id="13" creationId="{5F30DCD0-65B7-495C-90FE-E3881BD3A59B}"/>
          </ac:spMkLst>
        </pc:spChg>
        <pc:spChg chg="add del mod">
          <ac:chgData name="Ryan Vetter" userId="4e0f799b-9dd2-4ed1-b88a-f6f813994f91" providerId="ADAL" clId="{26441386-ED72-49CA-87F1-9CA9DFAB74A1}" dt="2021-03-16T02:59:54.353" v="15"/>
          <ac:spMkLst>
            <pc:docMk/>
            <pc:sldMk cId="2678786716" sldId="2142532606"/>
            <ac:spMk id="14" creationId="{00BF4DE0-9D62-4A38-8794-5DF66A78CCB4}"/>
          </ac:spMkLst>
        </pc:spChg>
        <pc:spChg chg="add del mod">
          <ac:chgData name="Ryan Vetter" userId="4e0f799b-9dd2-4ed1-b88a-f6f813994f91" providerId="ADAL" clId="{26441386-ED72-49CA-87F1-9CA9DFAB74A1}" dt="2021-03-16T02:59:54.353" v="15"/>
          <ac:spMkLst>
            <pc:docMk/>
            <pc:sldMk cId="2678786716" sldId="2142532606"/>
            <ac:spMk id="15" creationId="{51F9700D-6068-44AE-ADFA-763AFBCD7508}"/>
          </ac:spMkLst>
        </pc:spChg>
        <pc:spChg chg="add del mod">
          <ac:chgData name="Ryan Vetter" userId="4e0f799b-9dd2-4ed1-b88a-f6f813994f91" providerId="ADAL" clId="{26441386-ED72-49CA-87F1-9CA9DFAB74A1}" dt="2021-03-16T02:59:54.353" v="15"/>
          <ac:spMkLst>
            <pc:docMk/>
            <pc:sldMk cId="2678786716" sldId="2142532606"/>
            <ac:spMk id="16" creationId="{A4F583D5-032A-4B23-B9B7-AFABBB62C5E8}"/>
          </ac:spMkLst>
        </pc:spChg>
        <pc:spChg chg="add del mod">
          <ac:chgData name="Ryan Vetter" userId="4e0f799b-9dd2-4ed1-b88a-f6f813994f91" providerId="ADAL" clId="{26441386-ED72-49CA-87F1-9CA9DFAB74A1}" dt="2021-03-16T02:59:54.353" v="15"/>
          <ac:spMkLst>
            <pc:docMk/>
            <pc:sldMk cId="2678786716" sldId="2142532606"/>
            <ac:spMk id="17" creationId="{D752F94C-FCF6-43A9-8BE1-B55C0F36A8E5}"/>
          </ac:spMkLst>
        </pc:spChg>
        <pc:spChg chg="add del mod">
          <ac:chgData name="Ryan Vetter" userId="4e0f799b-9dd2-4ed1-b88a-f6f813994f91" providerId="ADAL" clId="{26441386-ED72-49CA-87F1-9CA9DFAB74A1}" dt="2021-03-16T02:59:54.353" v="15"/>
          <ac:spMkLst>
            <pc:docMk/>
            <pc:sldMk cId="2678786716" sldId="2142532606"/>
            <ac:spMk id="18" creationId="{4285B5AA-CF3A-4553-9ADB-D92FD87F8CEA}"/>
          </ac:spMkLst>
        </pc:spChg>
        <pc:spChg chg="add del mod">
          <ac:chgData name="Ryan Vetter" userId="4e0f799b-9dd2-4ed1-b88a-f6f813994f91" providerId="ADAL" clId="{26441386-ED72-49CA-87F1-9CA9DFAB74A1}" dt="2021-03-16T02:59:54.353" v="15"/>
          <ac:spMkLst>
            <pc:docMk/>
            <pc:sldMk cId="2678786716" sldId="2142532606"/>
            <ac:spMk id="19" creationId="{8CA7C101-36CD-4032-9BDC-5DEF7C8370F5}"/>
          </ac:spMkLst>
        </pc:spChg>
        <pc:spChg chg="add del mod">
          <ac:chgData name="Ryan Vetter" userId="4e0f799b-9dd2-4ed1-b88a-f6f813994f91" providerId="ADAL" clId="{26441386-ED72-49CA-87F1-9CA9DFAB74A1}" dt="2021-03-16T02:59:54.353" v="15"/>
          <ac:spMkLst>
            <pc:docMk/>
            <pc:sldMk cId="2678786716" sldId="2142532606"/>
            <ac:spMk id="20" creationId="{AE533ED6-1CF4-44AE-8701-E7405A11939F}"/>
          </ac:spMkLst>
        </pc:spChg>
        <pc:spChg chg="add del mod">
          <ac:chgData name="Ryan Vetter" userId="4e0f799b-9dd2-4ed1-b88a-f6f813994f91" providerId="ADAL" clId="{26441386-ED72-49CA-87F1-9CA9DFAB74A1}" dt="2021-03-16T02:59:54.353" v="15"/>
          <ac:spMkLst>
            <pc:docMk/>
            <pc:sldMk cId="2678786716" sldId="2142532606"/>
            <ac:spMk id="21" creationId="{34207074-F7CD-4E87-B6C1-48379862AACB}"/>
          </ac:spMkLst>
        </pc:spChg>
        <pc:spChg chg="add del mod">
          <ac:chgData name="Ryan Vetter" userId="4e0f799b-9dd2-4ed1-b88a-f6f813994f91" providerId="ADAL" clId="{26441386-ED72-49CA-87F1-9CA9DFAB74A1}" dt="2021-03-16T02:59:54.353" v="15"/>
          <ac:spMkLst>
            <pc:docMk/>
            <pc:sldMk cId="2678786716" sldId="2142532606"/>
            <ac:spMk id="22" creationId="{C7B6E4AF-4819-4073-87D1-CAD9D6D5CB58}"/>
          </ac:spMkLst>
        </pc:spChg>
        <pc:spChg chg="add del mod">
          <ac:chgData name="Ryan Vetter" userId="4e0f799b-9dd2-4ed1-b88a-f6f813994f91" providerId="ADAL" clId="{26441386-ED72-49CA-87F1-9CA9DFAB74A1}" dt="2021-03-16T02:59:54.353" v="15"/>
          <ac:spMkLst>
            <pc:docMk/>
            <pc:sldMk cId="2678786716" sldId="2142532606"/>
            <ac:spMk id="23" creationId="{A045F9A4-F9ED-4B32-BF43-75BDD6A229BB}"/>
          </ac:spMkLst>
        </pc:spChg>
        <pc:spChg chg="add del mod">
          <ac:chgData name="Ryan Vetter" userId="4e0f799b-9dd2-4ed1-b88a-f6f813994f91" providerId="ADAL" clId="{26441386-ED72-49CA-87F1-9CA9DFAB74A1}" dt="2021-03-16T02:59:54.353" v="15"/>
          <ac:spMkLst>
            <pc:docMk/>
            <pc:sldMk cId="2678786716" sldId="2142532606"/>
            <ac:spMk id="24" creationId="{95A78820-6B6A-4F22-89D2-34DEA7C1038F}"/>
          </ac:spMkLst>
        </pc:spChg>
        <pc:spChg chg="add del mod">
          <ac:chgData name="Ryan Vetter" userId="4e0f799b-9dd2-4ed1-b88a-f6f813994f91" providerId="ADAL" clId="{26441386-ED72-49CA-87F1-9CA9DFAB74A1}" dt="2021-03-16T02:59:54.353" v="15"/>
          <ac:spMkLst>
            <pc:docMk/>
            <pc:sldMk cId="2678786716" sldId="2142532606"/>
            <ac:spMk id="25" creationId="{85631856-27D7-4032-8901-2A4E933129E3}"/>
          </ac:spMkLst>
        </pc:spChg>
        <pc:spChg chg="add del mod">
          <ac:chgData name="Ryan Vetter" userId="4e0f799b-9dd2-4ed1-b88a-f6f813994f91" providerId="ADAL" clId="{26441386-ED72-49CA-87F1-9CA9DFAB74A1}" dt="2021-03-16T02:59:54.353" v="15"/>
          <ac:spMkLst>
            <pc:docMk/>
            <pc:sldMk cId="2678786716" sldId="2142532606"/>
            <ac:spMk id="26" creationId="{4E1C6659-E3DB-45BA-960E-A74E349651B4}"/>
          </ac:spMkLst>
        </pc:spChg>
        <pc:spChg chg="add del mod">
          <ac:chgData name="Ryan Vetter" userId="4e0f799b-9dd2-4ed1-b88a-f6f813994f91" providerId="ADAL" clId="{26441386-ED72-49CA-87F1-9CA9DFAB74A1}" dt="2021-03-16T02:59:54.353" v="15"/>
          <ac:spMkLst>
            <pc:docMk/>
            <pc:sldMk cId="2678786716" sldId="2142532606"/>
            <ac:spMk id="27" creationId="{7A203E6A-B98B-4BFE-8083-83D9AC3BC2AB}"/>
          </ac:spMkLst>
        </pc:spChg>
        <pc:spChg chg="add del mod">
          <ac:chgData name="Ryan Vetter" userId="4e0f799b-9dd2-4ed1-b88a-f6f813994f91" providerId="ADAL" clId="{26441386-ED72-49CA-87F1-9CA9DFAB74A1}" dt="2021-03-16T02:59:54.353" v="15"/>
          <ac:spMkLst>
            <pc:docMk/>
            <pc:sldMk cId="2678786716" sldId="2142532606"/>
            <ac:spMk id="28" creationId="{2405950E-0500-4F04-92CD-B3CDF3E4BBF6}"/>
          </ac:spMkLst>
        </pc:spChg>
        <pc:spChg chg="add del mod">
          <ac:chgData name="Ryan Vetter" userId="4e0f799b-9dd2-4ed1-b88a-f6f813994f91" providerId="ADAL" clId="{26441386-ED72-49CA-87F1-9CA9DFAB74A1}" dt="2021-03-16T02:59:54.353" v="15"/>
          <ac:spMkLst>
            <pc:docMk/>
            <pc:sldMk cId="2678786716" sldId="2142532606"/>
            <ac:spMk id="29" creationId="{A3ECEB93-9954-42FA-A75E-C88C2D7BBD6D}"/>
          </ac:spMkLst>
        </pc:spChg>
        <pc:spChg chg="add del mod">
          <ac:chgData name="Ryan Vetter" userId="4e0f799b-9dd2-4ed1-b88a-f6f813994f91" providerId="ADAL" clId="{26441386-ED72-49CA-87F1-9CA9DFAB74A1}" dt="2021-03-16T02:59:54.353" v="15"/>
          <ac:spMkLst>
            <pc:docMk/>
            <pc:sldMk cId="2678786716" sldId="2142532606"/>
            <ac:spMk id="30" creationId="{5FC148E6-BC71-4A54-9724-9961050A8AEC}"/>
          </ac:spMkLst>
        </pc:spChg>
        <pc:spChg chg="add del mod">
          <ac:chgData name="Ryan Vetter" userId="4e0f799b-9dd2-4ed1-b88a-f6f813994f91" providerId="ADAL" clId="{26441386-ED72-49CA-87F1-9CA9DFAB74A1}" dt="2021-03-16T02:59:54.353" v="15"/>
          <ac:spMkLst>
            <pc:docMk/>
            <pc:sldMk cId="2678786716" sldId="2142532606"/>
            <ac:spMk id="31" creationId="{E8795319-E73A-4727-82B1-1F8D5A728554}"/>
          </ac:spMkLst>
        </pc:spChg>
        <pc:spChg chg="add del mod">
          <ac:chgData name="Ryan Vetter" userId="4e0f799b-9dd2-4ed1-b88a-f6f813994f91" providerId="ADAL" clId="{26441386-ED72-49CA-87F1-9CA9DFAB74A1}" dt="2021-03-16T02:59:54.353" v="15"/>
          <ac:spMkLst>
            <pc:docMk/>
            <pc:sldMk cId="2678786716" sldId="2142532606"/>
            <ac:spMk id="32" creationId="{1155288E-F1F2-44AB-A3A1-96EE96666BA9}"/>
          </ac:spMkLst>
        </pc:spChg>
        <pc:spChg chg="add del mod">
          <ac:chgData name="Ryan Vetter" userId="4e0f799b-9dd2-4ed1-b88a-f6f813994f91" providerId="ADAL" clId="{26441386-ED72-49CA-87F1-9CA9DFAB74A1}" dt="2021-03-16T02:59:54.353" v="15"/>
          <ac:spMkLst>
            <pc:docMk/>
            <pc:sldMk cId="2678786716" sldId="2142532606"/>
            <ac:spMk id="33" creationId="{DDE1361D-7A33-4F9B-84A7-53E4DA30FDD4}"/>
          </ac:spMkLst>
        </pc:spChg>
        <pc:spChg chg="add del mod">
          <ac:chgData name="Ryan Vetter" userId="4e0f799b-9dd2-4ed1-b88a-f6f813994f91" providerId="ADAL" clId="{26441386-ED72-49CA-87F1-9CA9DFAB74A1}" dt="2021-03-16T02:59:54.353" v="15"/>
          <ac:spMkLst>
            <pc:docMk/>
            <pc:sldMk cId="2678786716" sldId="2142532606"/>
            <ac:spMk id="34" creationId="{6FD2E7F8-9C8A-4FCD-AB59-4D51CC08F08B}"/>
          </ac:spMkLst>
        </pc:spChg>
        <pc:spChg chg="add del mod">
          <ac:chgData name="Ryan Vetter" userId="4e0f799b-9dd2-4ed1-b88a-f6f813994f91" providerId="ADAL" clId="{26441386-ED72-49CA-87F1-9CA9DFAB74A1}" dt="2021-03-16T02:59:54.353" v="15"/>
          <ac:spMkLst>
            <pc:docMk/>
            <pc:sldMk cId="2678786716" sldId="2142532606"/>
            <ac:spMk id="35" creationId="{1410CA3D-4DC3-42C3-8AB1-CD111A44A8B4}"/>
          </ac:spMkLst>
        </pc:spChg>
        <pc:spChg chg="add del mod">
          <ac:chgData name="Ryan Vetter" userId="4e0f799b-9dd2-4ed1-b88a-f6f813994f91" providerId="ADAL" clId="{26441386-ED72-49CA-87F1-9CA9DFAB74A1}" dt="2021-03-16T02:59:54.353" v="15"/>
          <ac:spMkLst>
            <pc:docMk/>
            <pc:sldMk cId="2678786716" sldId="2142532606"/>
            <ac:spMk id="36" creationId="{11C8BF98-F628-4EF1-A407-099C8B223D50}"/>
          </ac:spMkLst>
        </pc:spChg>
        <pc:spChg chg="add del mod">
          <ac:chgData name="Ryan Vetter" userId="4e0f799b-9dd2-4ed1-b88a-f6f813994f91" providerId="ADAL" clId="{26441386-ED72-49CA-87F1-9CA9DFAB74A1}" dt="2021-03-16T02:59:54.353" v="15"/>
          <ac:spMkLst>
            <pc:docMk/>
            <pc:sldMk cId="2678786716" sldId="2142532606"/>
            <ac:spMk id="37" creationId="{719468D1-638A-4C1C-8CD2-58E0FDEF8099}"/>
          </ac:spMkLst>
        </pc:spChg>
        <pc:spChg chg="add del mod">
          <ac:chgData name="Ryan Vetter" userId="4e0f799b-9dd2-4ed1-b88a-f6f813994f91" providerId="ADAL" clId="{26441386-ED72-49CA-87F1-9CA9DFAB74A1}" dt="2021-03-16T02:59:54.353" v="15"/>
          <ac:spMkLst>
            <pc:docMk/>
            <pc:sldMk cId="2678786716" sldId="2142532606"/>
            <ac:spMk id="38" creationId="{4CB39FA0-3997-49DF-81BD-648DAA04F4F7}"/>
          </ac:spMkLst>
        </pc:spChg>
        <pc:spChg chg="add del mod">
          <ac:chgData name="Ryan Vetter" userId="4e0f799b-9dd2-4ed1-b88a-f6f813994f91" providerId="ADAL" clId="{26441386-ED72-49CA-87F1-9CA9DFAB74A1}" dt="2021-03-16T02:59:54.353" v="15"/>
          <ac:spMkLst>
            <pc:docMk/>
            <pc:sldMk cId="2678786716" sldId="2142532606"/>
            <ac:spMk id="39" creationId="{5ACAC141-AAEF-4199-8DDF-FC2B54DB7767}"/>
          </ac:spMkLst>
        </pc:spChg>
        <pc:spChg chg="add del mod">
          <ac:chgData name="Ryan Vetter" userId="4e0f799b-9dd2-4ed1-b88a-f6f813994f91" providerId="ADAL" clId="{26441386-ED72-49CA-87F1-9CA9DFAB74A1}" dt="2021-03-16T02:59:54.353" v="15"/>
          <ac:spMkLst>
            <pc:docMk/>
            <pc:sldMk cId="2678786716" sldId="2142532606"/>
            <ac:spMk id="97" creationId="{50DF106E-AEA3-4484-B85C-2344BE60F487}"/>
          </ac:spMkLst>
        </pc:spChg>
        <pc:spChg chg="add del mod">
          <ac:chgData name="Ryan Vetter" userId="4e0f799b-9dd2-4ed1-b88a-f6f813994f91" providerId="ADAL" clId="{26441386-ED72-49CA-87F1-9CA9DFAB74A1}" dt="2021-03-16T02:59:54.353" v="15"/>
          <ac:spMkLst>
            <pc:docMk/>
            <pc:sldMk cId="2678786716" sldId="2142532606"/>
            <ac:spMk id="98" creationId="{B9B4BEBF-4C50-44F7-802F-57BF6987A6AD}"/>
          </ac:spMkLst>
        </pc:spChg>
        <pc:spChg chg="add del mod">
          <ac:chgData name="Ryan Vetter" userId="4e0f799b-9dd2-4ed1-b88a-f6f813994f91" providerId="ADAL" clId="{26441386-ED72-49CA-87F1-9CA9DFAB74A1}" dt="2021-03-16T02:59:54.353" v="15"/>
          <ac:spMkLst>
            <pc:docMk/>
            <pc:sldMk cId="2678786716" sldId="2142532606"/>
            <ac:spMk id="99" creationId="{13490459-0E81-4331-864E-928BC4EB490E}"/>
          </ac:spMkLst>
        </pc:spChg>
        <pc:spChg chg="add del mod">
          <ac:chgData name="Ryan Vetter" userId="4e0f799b-9dd2-4ed1-b88a-f6f813994f91" providerId="ADAL" clId="{26441386-ED72-49CA-87F1-9CA9DFAB74A1}" dt="2021-03-16T02:59:54.353" v="15"/>
          <ac:spMkLst>
            <pc:docMk/>
            <pc:sldMk cId="2678786716" sldId="2142532606"/>
            <ac:spMk id="100" creationId="{6856506F-A0BE-4233-B7B1-E27F0DD287E8}"/>
          </ac:spMkLst>
        </pc:spChg>
        <pc:spChg chg="add del mod">
          <ac:chgData name="Ryan Vetter" userId="4e0f799b-9dd2-4ed1-b88a-f6f813994f91" providerId="ADAL" clId="{26441386-ED72-49CA-87F1-9CA9DFAB74A1}" dt="2021-03-16T02:59:54.353" v="15"/>
          <ac:spMkLst>
            <pc:docMk/>
            <pc:sldMk cId="2678786716" sldId="2142532606"/>
            <ac:spMk id="101" creationId="{0C26AB53-F2A0-4BDC-86C1-A041E0F1CEB1}"/>
          </ac:spMkLst>
        </pc:spChg>
        <pc:spChg chg="add del mod">
          <ac:chgData name="Ryan Vetter" userId="4e0f799b-9dd2-4ed1-b88a-f6f813994f91" providerId="ADAL" clId="{26441386-ED72-49CA-87F1-9CA9DFAB74A1}" dt="2021-03-16T02:59:54.353" v="15"/>
          <ac:spMkLst>
            <pc:docMk/>
            <pc:sldMk cId="2678786716" sldId="2142532606"/>
            <ac:spMk id="102" creationId="{0B0EF482-CCF9-40C3-8134-352FCF3DEBB9}"/>
          </ac:spMkLst>
        </pc:spChg>
        <pc:spChg chg="add del mod">
          <ac:chgData name="Ryan Vetter" userId="4e0f799b-9dd2-4ed1-b88a-f6f813994f91" providerId="ADAL" clId="{26441386-ED72-49CA-87F1-9CA9DFAB74A1}" dt="2021-03-16T02:59:54.353" v="15"/>
          <ac:spMkLst>
            <pc:docMk/>
            <pc:sldMk cId="2678786716" sldId="2142532606"/>
            <ac:spMk id="103" creationId="{E28CDD23-47A5-4404-B6A9-1F0CCAECEB96}"/>
          </ac:spMkLst>
        </pc:spChg>
        <pc:spChg chg="add del mod">
          <ac:chgData name="Ryan Vetter" userId="4e0f799b-9dd2-4ed1-b88a-f6f813994f91" providerId="ADAL" clId="{26441386-ED72-49CA-87F1-9CA9DFAB74A1}" dt="2021-03-16T02:59:54.353" v="15"/>
          <ac:spMkLst>
            <pc:docMk/>
            <pc:sldMk cId="2678786716" sldId="2142532606"/>
            <ac:spMk id="104" creationId="{1AEAEF75-EB1A-4E5D-88F3-133F9C688E39}"/>
          </ac:spMkLst>
        </pc:spChg>
        <pc:spChg chg="add del mod">
          <ac:chgData name="Ryan Vetter" userId="4e0f799b-9dd2-4ed1-b88a-f6f813994f91" providerId="ADAL" clId="{26441386-ED72-49CA-87F1-9CA9DFAB74A1}" dt="2021-03-16T02:59:54.353" v="15"/>
          <ac:spMkLst>
            <pc:docMk/>
            <pc:sldMk cId="2678786716" sldId="2142532606"/>
            <ac:spMk id="105" creationId="{58443811-EC95-4863-930D-8B452E719AB8}"/>
          </ac:spMkLst>
        </pc:spChg>
        <pc:spChg chg="add del mod">
          <ac:chgData name="Ryan Vetter" userId="4e0f799b-9dd2-4ed1-b88a-f6f813994f91" providerId="ADAL" clId="{26441386-ED72-49CA-87F1-9CA9DFAB74A1}" dt="2021-03-16T02:59:54.353" v="15"/>
          <ac:spMkLst>
            <pc:docMk/>
            <pc:sldMk cId="2678786716" sldId="2142532606"/>
            <ac:spMk id="106" creationId="{68D8A8B3-C5D9-49EC-AF17-9E172D81BC47}"/>
          </ac:spMkLst>
        </pc:spChg>
        <pc:spChg chg="add del mod">
          <ac:chgData name="Ryan Vetter" userId="4e0f799b-9dd2-4ed1-b88a-f6f813994f91" providerId="ADAL" clId="{26441386-ED72-49CA-87F1-9CA9DFAB74A1}" dt="2021-03-16T02:59:54.353" v="15"/>
          <ac:spMkLst>
            <pc:docMk/>
            <pc:sldMk cId="2678786716" sldId="2142532606"/>
            <ac:spMk id="107" creationId="{5B5B5E13-70DE-4EB5-B8FE-314843B687FC}"/>
          </ac:spMkLst>
        </pc:spChg>
        <pc:spChg chg="add del mod">
          <ac:chgData name="Ryan Vetter" userId="4e0f799b-9dd2-4ed1-b88a-f6f813994f91" providerId="ADAL" clId="{26441386-ED72-49CA-87F1-9CA9DFAB74A1}" dt="2021-03-16T02:59:54.353" v="15"/>
          <ac:spMkLst>
            <pc:docMk/>
            <pc:sldMk cId="2678786716" sldId="2142532606"/>
            <ac:spMk id="108" creationId="{88114BAE-9EA8-487D-87A0-6C808A7A76E3}"/>
          </ac:spMkLst>
        </pc:spChg>
        <pc:spChg chg="add del mod">
          <ac:chgData name="Ryan Vetter" userId="4e0f799b-9dd2-4ed1-b88a-f6f813994f91" providerId="ADAL" clId="{26441386-ED72-49CA-87F1-9CA9DFAB74A1}" dt="2021-03-16T02:59:54.353" v="15"/>
          <ac:spMkLst>
            <pc:docMk/>
            <pc:sldMk cId="2678786716" sldId="2142532606"/>
            <ac:spMk id="109" creationId="{0BC55B4B-BE86-4C2C-81AB-9A3FD8EA5086}"/>
          </ac:spMkLst>
        </pc:spChg>
        <pc:spChg chg="add del mod">
          <ac:chgData name="Ryan Vetter" userId="4e0f799b-9dd2-4ed1-b88a-f6f813994f91" providerId="ADAL" clId="{26441386-ED72-49CA-87F1-9CA9DFAB74A1}" dt="2021-03-16T02:59:54.353" v="15"/>
          <ac:spMkLst>
            <pc:docMk/>
            <pc:sldMk cId="2678786716" sldId="2142532606"/>
            <ac:spMk id="110" creationId="{D2119E68-5CFE-4C8F-B1D6-2E22ABADBDB6}"/>
          </ac:spMkLst>
        </pc:spChg>
        <pc:spChg chg="add del mod">
          <ac:chgData name="Ryan Vetter" userId="4e0f799b-9dd2-4ed1-b88a-f6f813994f91" providerId="ADAL" clId="{26441386-ED72-49CA-87F1-9CA9DFAB74A1}" dt="2021-03-16T02:59:54.353" v="15"/>
          <ac:spMkLst>
            <pc:docMk/>
            <pc:sldMk cId="2678786716" sldId="2142532606"/>
            <ac:spMk id="111" creationId="{1C688E3D-8546-4472-BA23-843FEEE7D3E3}"/>
          </ac:spMkLst>
        </pc:spChg>
        <pc:spChg chg="add del mod">
          <ac:chgData name="Ryan Vetter" userId="4e0f799b-9dd2-4ed1-b88a-f6f813994f91" providerId="ADAL" clId="{26441386-ED72-49CA-87F1-9CA9DFAB74A1}" dt="2021-03-16T02:59:54.353" v="15"/>
          <ac:spMkLst>
            <pc:docMk/>
            <pc:sldMk cId="2678786716" sldId="2142532606"/>
            <ac:spMk id="112" creationId="{4AFFB769-DE4B-4EDE-B41E-F07BC40068A5}"/>
          </ac:spMkLst>
        </pc:spChg>
        <pc:spChg chg="add del mod">
          <ac:chgData name="Ryan Vetter" userId="4e0f799b-9dd2-4ed1-b88a-f6f813994f91" providerId="ADAL" clId="{26441386-ED72-49CA-87F1-9CA9DFAB74A1}" dt="2021-03-16T02:59:54.353" v="15"/>
          <ac:spMkLst>
            <pc:docMk/>
            <pc:sldMk cId="2678786716" sldId="2142532606"/>
            <ac:spMk id="113" creationId="{1FFDAD4D-EBC7-4083-95BE-378CD559D70A}"/>
          </ac:spMkLst>
        </pc:spChg>
        <pc:spChg chg="add del mod">
          <ac:chgData name="Ryan Vetter" userId="4e0f799b-9dd2-4ed1-b88a-f6f813994f91" providerId="ADAL" clId="{26441386-ED72-49CA-87F1-9CA9DFAB74A1}" dt="2021-03-16T02:59:54.353" v="15"/>
          <ac:spMkLst>
            <pc:docMk/>
            <pc:sldMk cId="2678786716" sldId="2142532606"/>
            <ac:spMk id="114" creationId="{1E1F6B26-E6AC-4ED3-A32B-D5D716F70E94}"/>
          </ac:spMkLst>
        </pc:spChg>
        <pc:spChg chg="add del mod">
          <ac:chgData name="Ryan Vetter" userId="4e0f799b-9dd2-4ed1-b88a-f6f813994f91" providerId="ADAL" clId="{26441386-ED72-49CA-87F1-9CA9DFAB74A1}" dt="2021-03-16T02:59:54.353" v="15"/>
          <ac:spMkLst>
            <pc:docMk/>
            <pc:sldMk cId="2678786716" sldId="2142532606"/>
            <ac:spMk id="115" creationId="{66E81CA8-7A19-4C09-8A15-C041EBE5621E}"/>
          </ac:spMkLst>
        </pc:spChg>
        <pc:spChg chg="add del mod">
          <ac:chgData name="Ryan Vetter" userId="4e0f799b-9dd2-4ed1-b88a-f6f813994f91" providerId="ADAL" clId="{26441386-ED72-49CA-87F1-9CA9DFAB74A1}" dt="2021-03-16T02:59:54.353" v="15"/>
          <ac:spMkLst>
            <pc:docMk/>
            <pc:sldMk cId="2678786716" sldId="2142532606"/>
            <ac:spMk id="116" creationId="{59E8B510-0FE4-4A22-80E5-7D69A9A06F74}"/>
          </ac:spMkLst>
        </pc:spChg>
        <pc:spChg chg="add del mod">
          <ac:chgData name="Ryan Vetter" userId="4e0f799b-9dd2-4ed1-b88a-f6f813994f91" providerId="ADAL" clId="{26441386-ED72-49CA-87F1-9CA9DFAB74A1}" dt="2021-03-16T02:59:54.353" v="15"/>
          <ac:spMkLst>
            <pc:docMk/>
            <pc:sldMk cId="2678786716" sldId="2142532606"/>
            <ac:spMk id="117" creationId="{B2613C80-617A-4CBF-805B-96DBA654E9FF}"/>
          </ac:spMkLst>
        </pc:spChg>
        <pc:spChg chg="add del mod">
          <ac:chgData name="Ryan Vetter" userId="4e0f799b-9dd2-4ed1-b88a-f6f813994f91" providerId="ADAL" clId="{26441386-ED72-49CA-87F1-9CA9DFAB74A1}" dt="2021-03-16T02:59:54.353" v="15"/>
          <ac:spMkLst>
            <pc:docMk/>
            <pc:sldMk cId="2678786716" sldId="2142532606"/>
            <ac:spMk id="118" creationId="{B7C15E47-FF01-4393-90C6-CF9B996F9162}"/>
          </ac:spMkLst>
        </pc:spChg>
        <pc:spChg chg="add del mod">
          <ac:chgData name="Ryan Vetter" userId="4e0f799b-9dd2-4ed1-b88a-f6f813994f91" providerId="ADAL" clId="{26441386-ED72-49CA-87F1-9CA9DFAB74A1}" dt="2021-03-16T02:59:54.353" v="15"/>
          <ac:spMkLst>
            <pc:docMk/>
            <pc:sldMk cId="2678786716" sldId="2142532606"/>
            <ac:spMk id="119" creationId="{E3ADCF9C-7B56-430C-9B0D-0EC74977A4E8}"/>
          </ac:spMkLst>
        </pc:spChg>
        <pc:spChg chg="add del mod">
          <ac:chgData name="Ryan Vetter" userId="4e0f799b-9dd2-4ed1-b88a-f6f813994f91" providerId="ADAL" clId="{26441386-ED72-49CA-87F1-9CA9DFAB74A1}" dt="2021-03-16T02:59:54.353" v="15"/>
          <ac:spMkLst>
            <pc:docMk/>
            <pc:sldMk cId="2678786716" sldId="2142532606"/>
            <ac:spMk id="124" creationId="{B800130E-668F-4115-8E8F-CB7680E361EA}"/>
          </ac:spMkLst>
        </pc:spChg>
        <pc:spChg chg="add del mod">
          <ac:chgData name="Ryan Vetter" userId="4e0f799b-9dd2-4ed1-b88a-f6f813994f91" providerId="ADAL" clId="{26441386-ED72-49CA-87F1-9CA9DFAB74A1}" dt="2021-03-16T02:59:54.353" v="15"/>
          <ac:spMkLst>
            <pc:docMk/>
            <pc:sldMk cId="2678786716" sldId="2142532606"/>
            <ac:spMk id="125" creationId="{C5F05976-8E83-4999-B91B-9CB06ACB4294}"/>
          </ac:spMkLst>
        </pc:spChg>
        <pc:spChg chg="add del mod">
          <ac:chgData name="Ryan Vetter" userId="4e0f799b-9dd2-4ed1-b88a-f6f813994f91" providerId="ADAL" clId="{26441386-ED72-49CA-87F1-9CA9DFAB74A1}" dt="2021-03-16T02:59:54.353" v="15"/>
          <ac:spMkLst>
            <pc:docMk/>
            <pc:sldMk cId="2678786716" sldId="2142532606"/>
            <ac:spMk id="126" creationId="{BE432AAC-5836-4431-9215-089AD2189900}"/>
          </ac:spMkLst>
        </pc:spChg>
        <pc:spChg chg="add del mod">
          <ac:chgData name="Ryan Vetter" userId="4e0f799b-9dd2-4ed1-b88a-f6f813994f91" providerId="ADAL" clId="{26441386-ED72-49CA-87F1-9CA9DFAB74A1}" dt="2021-03-16T02:59:54.353" v="15"/>
          <ac:spMkLst>
            <pc:docMk/>
            <pc:sldMk cId="2678786716" sldId="2142532606"/>
            <ac:spMk id="127" creationId="{49915614-F4E4-4DC2-994E-4598A1083B87}"/>
          </ac:spMkLst>
        </pc:spChg>
        <pc:spChg chg="add del mod">
          <ac:chgData name="Ryan Vetter" userId="4e0f799b-9dd2-4ed1-b88a-f6f813994f91" providerId="ADAL" clId="{26441386-ED72-49CA-87F1-9CA9DFAB74A1}" dt="2021-03-16T02:59:54.353" v="15"/>
          <ac:spMkLst>
            <pc:docMk/>
            <pc:sldMk cId="2678786716" sldId="2142532606"/>
            <ac:spMk id="128" creationId="{EA1CC332-AD3E-402D-B307-A43BB767B23D}"/>
          </ac:spMkLst>
        </pc:spChg>
        <pc:spChg chg="add del mod">
          <ac:chgData name="Ryan Vetter" userId="4e0f799b-9dd2-4ed1-b88a-f6f813994f91" providerId="ADAL" clId="{26441386-ED72-49CA-87F1-9CA9DFAB74A1}" dt="2021-03-16T02:59:54.353" v="15"/>
          <ac:spMkLst>
            <pc:docMk/>
            <pc:sldMk cId="2678786716" sldId="2142532606"/>
            <ac:spMk id="130" creationId="{59497C8C-FF76-4F7F-A67D-5D3ABB20382B}"/>
          </ac:spMkLst>
        </pc:spChg>
        <pc:spChg chg="add">
          <ac:chgData name="Ryan Vetter" userId="4e0f799b-9dd2-4ed1-b88a-f6f813994f91" providerId="ADAL" clId="{26441386-ED72-49CA-87F1-9CA9DFAB74A1}" dt="2021-03-16T12:15:38.580" v="160"/>
          <ac:spMkLst>
            <pc:docMk/>
            <pc:sldMk cId="2678786716" sldId="2142532606"/>
            <ac:spMk id="130" creationId="{CB2EEF7B-0065-4C2D-B66C-3159B8FE5EDF}"/>
          </ac:spMkLst>
        </pc:spChg>
        <pc:spChg chg="add del mod">
          <ac:chgData name="Ryan Vetter" userId="4e0f799b-9dd2-4ed1-b88a-f6f813994f91" providerId="ADAL" clId="{26441386-ED72-49CA-87F1-9CA9DFAB74A1}" dt="2021-03-16T02:59:54.353" v="15"/>
          <ac:spMkLst>
            <pc:docMk/>
            <pc:sldMk cId="2678786716" sldId="2142532606"/>
            <ac:spMk id="132" creationId="{B48C5132-708E-4314-BA16-2D281EA1E6F0}"/>
          </ac:spMkLst>
        </pc:spChg>
        <pc:spChg chg="add del mod">
          <ac:chgData name="Ryan Vetter" userId="4e0f799b-9dd2-4ed1-b88a-f6f813994f91" providerId="ADAL" clId="{26441386-ED72-49CA-87F1-9CA9DFAB74A1}" dt="2021-03-16T02:59:54.353" v="15"/>
          <ac:spMkLst>
            <pc:docMk/>
            <pc:sldMk cId="2678786716" sldId="2142532606"/>
            <ac:spMk id="133" creationId="{DFA07342-7E5F-4E9C-B7F3-2610DD121960}"/>
          </ac:spMkLst>
        </pc:spChg>
        <pc:spChg chg="add mod">
          <ac:chgData name="Ryan Vetter" userId="4e0f799b-9dd2-4ed1-b88a-f6f813994f91" providerId="ADAL" clId="{26441386-ED72-49CA-87F1-9CA9DFAB74A1}" dt="2021-03-16T12:15:46.935" v="167" actId="1036"/>
          <ac:spMkLst>
            <pc:docMk/>
            <pc:sldMk cId="2678786716" sldId="2142532606"/>
            <ac:spMk id="136" creationId="{0E8FD146-2633-4A6F-AC01-276EC6876368}"/>
          </ac:spMkLst>
        </pc:spChg>
        <pc:spChg chg="add mod">
          <ac:chgData name="Ryan Vetter" userId="4e0f799b-9dd2-4ed1-b88a-f6f813994f91" providerId="ADAL" clId="{26441386-ED72-49CA-87F1-9CA9DFAB74A1}" dt="2021-03-16T12:15:46.935" v="167" actId="1036"/>
          <ac:spMkLst>
            <pc:docMk/>
            <pc:sldMk cId="2678786716" sldId="2142532606"/>
            <ac:spMk id="137" creationId="{8772D4CA-9557-4A34-94D1-BE717495959A}"/>
          </ac:spMkLst>
        </pc:spChg>
        <pc:spChg chg="add mod">
          <ac:chgData name="Ryan Vetter" userId="4e0f799b-9dd2-4ed1-b88a-f6f813994f91" providerId="ADAL" clId="{26441386-ED72-49CA-87F1-9CA9DFAB74A1}" dt="2021-03-16T12:15:46.935" v="167" actId="1036"/>
          <ac:spMkLst>
            <pc:docMk/>
            <pc:sldMk cId="2678786716" sldId="2142532606"/>
            <ac:spMk id="138" creationId="{5E6F73F0-6128-40DA-A5CB-6707D81E1ABF}"/>
          </ac:spMkLst>
        </pc:spChg>
        <pc:spChg chg="add mod">
          <ac:chgData name="Ryan Vetter" userId="4e0f799b-9dd2-4ed1-b88a-f6f813994f91" providerId="ADAL" clId="{26441386-ED72-49CA-87F1-9CA9DFAB74A1}" dt="2021-03-16T12:15:46.935" v="167" actId="1036"/>
          <ac:spMkLst>
            <pc:docMk/>
            <pc:sldMk cId="2678786716" sldId="2142532606"/>
            <ac:spMk id="139" creationId="{7EABF5D1-910F-4466-A8E9-AE45AE6F64E3}"/>
          </ac:spMkLst>
        </pc:spChg>
        <pc:spChg chg="add mod">
          <ac:chgData name="Ryan Vetter" userId="4e0f799b-9dd2-4ed1-b88a-f6f813994f91" providerId="ADAL" clId="{26441386-ED72-49CA-87F1-9CA9DFAB74A1}" dt="2021-03-16T12:15:46.935" v="167" actId="1036"/>
          <ac:spMkLst>
            <pc:docMk/>
            <pc:sldMk cId="2678786716" sldId="2142532606"/>
            <ac:spMk id="140" creationId="{8CC9288E-777D-443A-93BD-419B7D7260FE}"/>
          </ac:spMkLst>
        </pc:spChg>
        <pc:spChg chg="add mod">
          <ac:chgData name="Ryan Vetter" userId="4e0f799b-9dd2-4ed1-b88a-f6f813994f91" providerId="ADAL" clId="{26441386-ED72-49CA-87F1-9CA9DFAB74A1}" dt="2021-03-16T12:15:46.935" v="167" actId="1036"/>
          <ac:spMkLst>
            <pc:docMk/>
            <pc:sldMk cId="2678786716" sldId="2142532606"/>
            <ac:spMk id="141" creationId="{1EFE1FA5-DCA1-49B3-97A0-80615B535120}"/>
          </ac:spMkLst>
        </pc:spChg>
        <pc:spChg chg="add mod">
          <ac:chgData name="Ryan Vetter" userId="4e0f799b-9dd2-4ed1-b88a-f6f813994f91" providerId="ADAL" clId="{26441386-ED72-49CA-87F1-9CA9DFAB74A1}" dt="2021-03-16T12:15:46.935" v="167" actId="1036"/>
          <ac:spMkLst>
            <pc:docMk/>
            <pc:sldMk cId="2678786716" sldId="2142532606"/>
            <ac:spMk id="142" creationId="{528999B2-5391-4C07-B422-D3E30F09DF43}"/>
          </ac:spMkLst>
        </pc:spChg>
        <pc:spChg chg="add mod">
          <ac:chgData name="Ryan Vetter" userId="4e0f799b-9dd2-4ed1-b88a-f6f813994f91" providerId="ADAL" clId="{26441386-ED72-49CA-87F1-9CA9DFAB74A1}" dt="2021-03-16T12:15:46.935" v="167" actId="1036"/>
          <ac:spMkLst>
            <pc:docMk/>
            <pc:sldMk cId="2678786716" sldId="2142532606"/>
            <ac:spMk id="143" creationId="{CB0A13BB-E219-42E3-9072-2A4835C3FBBE}"/>
          </ac:spMkLst>
        </pc:spChg>
        <pc:spChg chg="add mod">
          <ac:chgData name="Ryan Vetter" userId="4e0f799b-9dd2-4ed1-b88a-f6f813994f91" providerId="ADAL" clId="{26441386-ED72-49CA-87F1-9CA9DFAB74A1}" dt="2021-03-16T12:15:46.935" v="167" actId="1036"/>
          <ac:spMkLst>
            <pc:docMk/>
            <pc:sldMk cId="2678786716" sldId="2142532606"/>
            <ac:spMk id="144" creationId="{D6CF5C98-5E3C-43EA-BEBF-333A62050EA2}"/>
          </ac:spMkLst>
        </pc:spChg>
        <pc:spChg chg="add mod">
          <ac:chgData name="Ryan Vetter" userId="4e0f799b-9dd2-4ed1-b88a-f6f813994f91" providerId="ADAL" clId="{26441386-ED72-49CA-87F1-9CA9DFAB74A1}" dt="2021-03-16T12:15:46.935" v="167" actId="1036"/>
          <ac:spMkLst>
            <pc:docMk/>
            <pc:sldMk cId="2678786716" sldId="2142532606"/>
            <ac:spMk id="145" creationId="{8677C556-45D0-43A9-B750-471485F19455}"/>
          </ac:spMkLst>
        </pc:spChg>
        <pc:spChg chg="add mod">
          <ac:chgData name="Ryan Vetter" userId="4e0f799b-9dd2-4ed1-b88a-f6f813994f91" providerId="ADAL" clId="{26441386-ED72-49CA-87F1-9CA9DFAB74A1}" dt="2021-03-16T12:15:46.935" v="167" actId="1036"/>
          <ac:spMkLst>
            <pc:docMk/>
            <pc:sldMk cId="2678786716" sldId="2142532606"/>
            <ac:spMk id="146" creationId="{2690742A-8F20-4087-8D29-31C67346868B}"/>
          </ac:spMkLst>
        </pc:spChg>
        <pc:spChg chg="add mod">
          <ac:chgData name="Ryan Vetter" userId="4e0f799b-9dd2-4ed1-b88a-f6f813994f91" providerId="ADAL" clId="{26441386-ED72-49CA-87F1-9CA9DFAB74A1}" dt="2021-03-16T12:15:46.935" v="167" actId="1036"/>
          <ac:spMkLst>
            <pc:docMk/>
            <pc:sldMk cId="2678786716" sldId="2142532606"/>
            <ac:spMk id="147" creationId="{586BE0B3-0CC8-4C67-A670-54FA1877F5F0}"/>
          </ac:spMkLst>
        </pc:spChg>
        <pc:spChg chg="add mod">
          <ac:chgData name="Ryan Vetter" userId="4e0f799b-9dd2-4ed1-b88a-f6f813994f91" providerId="ADAL" clId="{26441386-ED72-49CA-87F1-9CA9DFAB74A1}" dt="2021-03-16T12:15:46.935" v="167" actId="1036"/>
          <ac:spMkLst>
            <pc:docMk/>
            <pc:sldMk cId="2678786716" sldId="2142532606"/>
            <ac:spMk id="148" creationId="{076468DA-3054-444E-A4AD-8BB752413CF7}"/>
          </ac:spMkLst>
        </pc:spChg>
        <pc:spChg chg="add mod">
          <ac:chgData name="Ryan Vetter" userId="4e0f799b-9dd2-4ed1-b88a-f6f813994f91" providerId="ADAL" clId="{26441386-ED72-49CA-87F1-9CA9DFAB74A1}" dt="2021-03-16T12:15:46.935" v="167" actId="1036"/>
          <ac:spMkLst>
            <pc:docMk/>
            <pc:sldMk cId="2678786716" sldId="2142532606"/>
            <ac:spMk id="149" creationId="{1D458764-A1BC-4CDC-B295-EC971D7F304A}"/>
          </ac:spMkLst>
        </pc:spChg>
        <pc:spChg chg="add mod">
          <ac:chgData name="Ryan Vetter" userId="4e0f799b-9dd2-4ed1-b88a-f6f813994f91" providerId="ADAL" clId="{26441386-ED72-49CA-87F1-9CA9DFAB74A1}" dt="2021-03-16T12:15:46.935" v="167" actId="1036"/>
          <ac:spMkLst>
            <pc:docMk/>
            <pc:sldMk cId="2678786716" sldId="2142532606"/>
            <ac:spMk id="150" creationId="{AF2833FD-CE43-497A-8282-5068F26DD4AE}"/>
          </ac:spMkLst>
        </pc:spChg>
        <pc:spChg chg="add mod">
          <ac:chgData name="Ryan Vetter" userId="4e0f799b-9dd2-4ed1-b88a-f6f813994f91" providerId="ADAL" clId="{26441386-ED72-49CA-87F1-9CA9DFAB74A1}" dt="2021-03-16T12:15:46.935" v="167" actId="1036"/>
          <ac:spMkLst>
            <pc:docMk/>
            <pc:sldMk cId="2678786716" sldId="2142532606"/>
            <ac:spMk id="151" creationId="{A902860B-B174-4D81-8223-3CC100ECCB8F}"/>
          </ac:spMkLst>
        </pc:spChg>
        <pc:spChg chg="add mod">
          <ac:chgData name="Ryan Vetter" userId="4e0f799b-9dd2-4ed1-b88a-f6f813994f91" providerId="ADAL" clId="{26441386-ED72-49CA-87F1-9CA9DFAB74A1}" dt="2021-03-16T12:15:46.935" v="167" actId="1036"/>
          <ac:spMkLst>
            <pc:docMk/>
            <pc:sldMk cId="2678786716" sldId="2142532606"/>
            <ac:spMk id="152" creationId="{8A8C7A5A-A02F-4978-96A3-4B738F1E97F4}"/>
          </ac:spMkLst>
        </pc:spChg>
        <pc:spChg chg="add mod">
          <ac:chgData name="Ryan Vetter" userId="4e0f799b-9dd2-4ed1-b88a-f6f813994f91" providerId="ADAL" clId="{26441386-ED72-49CA-87F1-9CA9DFAB74A1}" dt="2021-03-16T12:15:46.935" v="167" actId="1036"/>
          <ac:spMkLst>
            <pc:docMk/>
            <pc:sldMk cId="2678786716" sldId="2142532606"/>
            <ac:spMk id="153" creationId="{CDA997F9-8EE3-4A18-B235-2449841A31E4}"/>
          </ac:spMkLst>
        </pc:spChg>
        <pc:spChg chg="add mod">
          <ac:chgData name="Ryan Vetter" userId="4e0f799b-9dd2-4ed1-b88a-f6f813994f91" providerId="ADAL" clId="{26441386-ED72-49CA-87F1-9CA9DFAB74A1}" dt="2021-03-16T12:15:46.935" v="167" actId="1036"/>
          <ac:spMkLst>
            <pc:docMk/>
            <pc:sldMk cId="2678786716" sldId="2142532606"/>
            <ac:spMk id="154" creationId="{CF1C2817-60B9-4601-AF22-D6F918215A8B}"/>
          </ac:spMkLst>
        </pc:spChg>
        <pc:spChg chg="add mod">
          <ac:chgData name="Ryan Vetter" userId="4e0f799b-9dd2-4ed1-b88a-f6f813994f91" providerId="ADAL" clId="{26441386-ED72-49CA-87F1-9CA9DFAB74A1}" dt="2021-03-16T12:15:46.935" v="167" actId="1036"/>
          <ac:spMkLst>
            <pc:docMk/>
            <pc:sldMk cId="2678786716" sldId="2142532606"/>
            <ac:spMk id="155" creationId="{D62533CE-5EF6-402E-982C-9DE37630DEF8}"/>
          </ac:spMkLst>
        </pc:spChg>
        <pc:spChg chg="add mod">
          <ac:chgData name="Ryan Vetter" userId="4e0f799b-9dd2-4ed1-b88a-f6f813994f91" providerId="ADAL" clId="{26441386-ED72-49CA-87F1-9CA9DFAB74A1}" dt="2021-03-16T12:15:46.935" v="167" actId="1036"/>
          <ac:spMkLst>
            <pc:docMk/>
            <pc:sldMk cId="2678786716" sldId="2142532606"/>
            <ac:spMk id="156" creationId="{EB907296-577E-4C0B-8B7B-AA70689357B2}"/>
          </ac:spMkLst>
        </pc:spChg>
        <pc:spChg chg="add mod">
          <ac:chgData name="Ryan Vetter" userId="4e0f799b-9dd2-4ed1-b88a-f6f813994f91" providerId="ADAL" clId="{26441386-ED72-49CA-87F1-9CA9DFAB74A1}" dt="2021-03-16T12:15:46.935" v="167" actId="1036"/>
          <ac:spMkLst>
            <pc:docMk/>
            <pc:sldMk cId="2678786716" sldId="2142532606"/>
            <ac:spMk id="157" creationId="{C336830B-7CBE-42ED-A39E-5E8A87125B93}"/>
          </ac:spMkLst>
        </pc:spChg>
        <pc:spChg chg="add mod">
          <ac:chgData name="Ryan Vetter" userId="4e0f799b-9dd2-4ed1-b88a-f6f813994f91" providerId="ADAL" clId="{26441386-ED72-49CA-87F1-9CA9DFAB74A1}" dt="2021-03-16T12:15:46.935" v="167" actId="1036"/>
          <ac:spMkLst>
            <pc:docMk/>
            <pc:sldMk cId="2678786716" sldId="2142532606"/>
            <ac:spMk id="158" creationId="{BD941B6C-A08F-4376-8E0D-3AE4F2B2C12B}"/>
          </ac:spMkLst>
        </pc:spChg>
        <pc:spChg chg="add mod">
          <ac:chgData name="Ryan Vetter" userId="4e0f799b-9dd2-4ed1-b88a-f6f813994f91" providerId="ADAL" clId="{26441386-ED72-49CA-87F1-9CA9DFAB74A1}" dt="2021-03-16T12:15:46.935" v="167" actId="1036"/>
          <ac:spMkLst>
            <pc:docMk/>
            <pc:sldMk cId="2678786716" sldId="2142532606"/>
            <ac:spMk id="159" creationId="{7E51CE5B-3101-48A7-AD6C-68ED25731416}"/>
          </ac:spMkLst>
        </pc:spChg>
        <pc:spChg chg="add mod">
          <ac:chgData name="Ryan Vetter" userId="4e0f799b-9dd2-4ed1-b88a-f6f813994f91" providerId="ADAL" clId="{26441386-ED72-49CA-87F1-9CA9DFAB74A1}" dt="2021-03-16T12:15:46.935" v="167" actId="1036"/>
          <ac:spMkLst>
            <pc:docMk/>
            <pc:sldMk cId="2678786716" sldId="2142532606"/>
            <ac:spMk id="160" creationId="{8459725A-C8A9-4113-8C0E-FBC215BE47A8}"/>
          </ac:spMkLst>
        </pc:spChg>
        <pc:spChg chg="add mod">
          <ac:chgData name="Ryan Vetter" userId="4e0f799b-9dd2-4ed1-b88a-f6f813994f91" providerId="ADAL" clId="{26441386-ED72-49CA-87F1-9CA9DFAB74A1}" dt="2021-03-16T12:15:46.935" v="167" actId="1036"/>
          <ac:spMkLst>
            <pc:docMk/>
            <pc:sldMk cId="2678786716" sldId="2142532606"/>
            <ac:spMk id="161" creationId="{CDDEBFFC-097F-48D3-BB53-4DB85DA07DAF}"/>
          </ac:spMkLst>
        </pc:spChg>
        <pc:spChg chg="add mod">
          <ac:chgData name="Ryan Vetter" userId="4e0f799b-9dd2-4ed1-b88a-f6f813994f91" providerId="ADAL" clId="{26441386-ED72-49CA-87F1-9CA9DFAB74A1}" dt="2021-03-16T12:15:46.935" v="167" actId="1036"/>
          <ac:spMkLst>
            <pc:docMk/>
            <pc:sldMk cId="2678786716" sldId="2142532606"/>
            <ac:spMk id="162" creationId="{57C3E43C-124A-4E5E-811F-6719C1CE6FD9}"/>
          </ac:spMkLst>
        </pc:spChg>
        <pc:spChg chg="add mod">
          <ac:chgData name="Ryan Vetter" userId="4e0f799b-9dd2-4ed1-b88a-f6f813994f91" providerId="ADAL" clId="{26441386-ED72-49CA-87F1-9CA9DFAB74A1}" dt="2021-03-16T12:15:46.935" v="167" actId="1036"/>
          <ac:spMkLst>
            <pc:docMk/>
            <pc:sldMk cId="2678786716" sldId="2142532606"/>
            <ac:spMk id="163" creationId="{CE66E3F3-6655-4BA5-9CF2-AF1F6F0E4C87}"/>
          </ac:spMkLst>
        </pc:spChg>
        <pc:spChg chg="add mod">
          <ac:chgData name="Ryan Vetter" userId="4e0f799b-9dd2-4ed1-b88a-f6f813994f91" providerId="ADAL" clId="{26441386-ED72-49CA-87F1-9CA9DFAB74A1}" dt="2021-03-16T12:15:46.935" v="167" actId="1036"/>
          <ac:spMkLst>
            <pc:docMk/>
            <pc:sldMk cId="2678786716" sldId="2142532606"/>
            <ac:spMk id="164" creationId="{3A1A010C-326F-4141-855D-8C6240CA195E}"/>
          </ac:spMkLst>
        </pc:spChg>
        <pc:spChg chg="add mod">
          <ac:chgData name="Ryan Vetter" userId="4e0f799b-9dd2-4ed1-b88a-f6f813994f91" providerId="ADAL" clId="{26441386-ED72-49CA-87F1-9CA9DFAB74A1}" dt="2021-03-16T12:15:46.935" v="167" actId="1036"/>
          <ac:spMkLst>
            <pc:docMk/>
            <pc:sldMk cId="2678786716" sldId="2142532606"/>
            <ac:spMk id="222" creationId="{7ED6DDAF-EDA4-4D57-93E7-C846D651A6B4}"/>
          </ac:spMkLst>
        </pc:spChg>
        <pc:spChg chg="add mod">
          <ac:chgData name="Ryan Vetter" userId="4e0f799b-9dd2-4ed1-b88a-f6f813994f91" providerId="ADAL" clId="{26441386-ED72-49CA-87F1-9CA9DFAB74A1}" dt="2021-03-16T12:15:46.935" v="167" actId="1036"/>
          <ac:spMkLst>
            <pc:docMk/>
            <pc:sldMk cId="2678786716" sldId="2142532606"/>
            <ac:spMk id="223" creationId="{88AECD86-AA47-406B-B160-1379DA36862D}"/>
          </ac:spMkLst>
        </pc:spChg>
        <pc:spChg chg="add mod">
          <ac:chgData name="Ryan Vetter" userId="4e0f799b-9dd2-4ed1-b88a-f6f813994f91" providerId="ADAL" clId="{26441386-ED72-49CA-87F1-9CA9DFAB74A1}" dt="2021-03-16T12:15:46.935" v="167" actId="1036"/>
          <ac:spMkLst>
            <pc:docMk/>
            <pc:sldMk cId="2678786716" sldId="2142532606"/>
            <ac:spMk id="224" creationId="{615EC7CE-438C-4B25-91F4-562E62CAD78C}"/>
          </ac:spMkLst>
        </pc:spChg>
        <pc:spChg chg="add mod">
          <ac:chgData name="Ryan Vetter" userId="4e0f799b-9dd2-4ed1-b88a-f6f813994f91" providerId="ADAL" clId="{26441386-ED72-49CA-87F1-9CA9DFAB74A1}" dt="2021-03-16T12:15:46.935" v="167" actId="1036"/>
          <ac:spMkLst>
            <pc:docMk/>
            <pc:sldMk cId="2678786716" sldId="2142532606"/>
            <ac:spMk id="225" creationId="{DC1BF124-F0BF-47F2-8E9F-19C3E889C90E}"/>
          </ac:spMkLst>
        </pc:spChg>
        <pc:spChg chg="add mod">
          <ac:chgData name="Ryan Vetter" userId="4e0f799b-9dd2-4ed1-b88a-f6f813994f91" providerId="ADAL" clId="{26441386-ED72-49CA-87F1-9CA9DFAB74A1}" dt="2021-03-16T12:15:46.935" v="167" actId="1036"/>
          <ac:spMkLst>
            <pc:docMk/>
            <pc:sldMk cId="2678786716" sldId="2142532606"/>
            <ac:spMk id="226" creationId="{E2FCDADA-C7AA-4A44-B740-D5301D682B54}"/>
          </ac:spMkLst>
        </pc:spChg>
        <pc:spChg chg="add mod">
          <ac:chgData name="Ryan Vetter" userId="4e0f799b-9dd2-4ed1-b88a-f6f813994f91" providerId="ADAL" clId="{26441386-ED72-49CA-87F1-9CA9DFAB74A1}" dt="2021-03-16T12:15:46.935" v="167" actId="1036"/>
          <ac:spMkLst>
            <pc:docMk/>
            <pc:sldMk cId="2678786716" sldId="2142532606"/>
            <ac:spMk id="227" creationId="{90C07AEC-F51B-4B4F-A6F3-07812C421B87}"/>
          </ac:spMkLst>
        </pc:spChg>
        <pc:spChg chg="add mod">
          <ac:chgData name="Ryan Vetter" userId="4e0f799b-9dd2-4ed1-b88a-f6f813994f91" providerId="ADAL" clId="{26441386-ED72-49CA-87F1-9CA9DFAB74A1}" dt="2021-03-16T12:15:46.935" v="167" actId="1036"/>
          <ac:spMkLst>
            <pc:docMk/>
            <pc:sldMk cId="2678786716" sldId="2142532606"/>
            <ac:spMk id="228" creationId="{4DE57B3F-E793-4952-94BA-F9AC76DA46D7}"/>
          </ac:spMkLst>
        </pc:spChg>
        <pc:spChg chg="add mod">
          <ac:chgData name="Ryan Vetter" userId="4e0f799b-9dd2-4ed1-b88a-f6f813994f91" providerId="ADAL" clId="{26441386-ED72-49CA-87F1-9CA9DFAB74A1}" dt="2021-03-16T12:15:46.935" v="167" actId="1036"/>
          <ac:spMkLst>
            <pc:docMk/>
            <pc:sldMk cId="2678786716" sldId="2142532606"/>
            <ac:spMk id="229" creationId="{907E77A0-F21F-4899-A1A0-4D158ECAF89B}"/>
          </ac:spMkLst>
        </pc:spChg>
        <pc:spChg chg="add mod">
          <ac:chgData name="Ryan Vetter" userId="4e0f799b-9dd2-4ed1-b88a-f6f813994f91" providerId="ADAL" clId="{26441386-ED72-49CA-87F1-9CA9DFAB74A1}" dt="2021-03-16T12:15:46.935" v="167" actId="1036"/>
          <ac:spMkLst>
            <pc:docMk/>
            <pc:sldMk cId="2678786716" sldId="2142532606"/>
            <ac:spMk id="230" creationId="{74B04E55-9F00-4D5E-BA01-387C1F95007F}"/>
          </ac:spMkLst>
        </pc:spChg>
        <pc:spChg chg="add mod">
          <ac:chgData name="Ryan Vetter" userId="4e0f799b-9dd2-4ed1-b88a-f6f813994f91" providerId="ADAL" clId="{26441386-ED72-49CA-87F1-9CA9DFAB74A1}" dt="2021-03-16T12:15:46.935" v="167" actId="1036"/>
          <ac:spMkLst>
            <pc:docMk/>
            <pc:sldMk cId="2678786716" sldId="2142532606"/>
            <ac:spMk id="231" creationId="{35E319B1-E201-4FBC-A499-0C31F41C1C28}"/>
          </ac:spMkLst>
        </pc:spChg>
        <pc:spChg chg="add mod">
          <ac:chgData name="Ryan Vetter" userId="4e0f799b-9dd2-4ed1-b88a-f6f813994f91" providerId="ADAL" clId="{26441386-ED72-49CA-87F1-9CA9DFAB74A1}" dt="2021-03-16T12:15:46.935" v="167" actId="1036"/>
          <ac:spMkLst>
            <pc:docMk/>
            <pc:sldMk cId="2678786716" sldId="2142532606"/>
            <ac:spMk id="232" creationId="{56D6D932-994D-4D43-98C0-76D6885F25D0}"/>
          </ac:spMkLst>
        </pc:spChg>
        <pc:spChg chg="add mod">
          <ac:chgData name="Ryan Vetter" userId="4e0f799b-9dd2-4ed1-b88a-f6f813994f91" providerId="ADAL" clId="{26441386-ED72-49CA-87F1-9CA9DFAB74A1}" dt="2021-03-16T12:15:46.935" v="167" actId="1036"/>
          <ac:spMkLst>
            <pc:docMk/>
            <pc:sldMk cId="2678786716" sldId="2142532606"/>
            <ac:spMk id="233" creationId="{6D4E6299-1138-4CEB-98ED-23B34F4ADAC8}"/>
          </ac:spMkLst>
        </pc:spChg>
        <pc:spChg chg="add mod">
          <ac:chgData name="Ryan Vetter" userId="4e0f799b-9dd2-4ed1-b88a-f6f813994f91" providerId="ADAL" clId="{26441386-ED72-49CA-87F1-9CA9DFAB74A1}" dt="2021-03-16T12:15:46.935" v="167" actId="1036"/>
          <ac:spMkLst>
            <pc:docMk/>
            <pc:sldMk cId="2678786716" sldId="2142532606"/>
            <ac:spMk id="234" creationId="{C2F24441-99D4-4BAE-AE98-8FD790A37053}"/>
          </ac:spMkLst>
        </pc:spChg>
        <pc:spChg chg="add mod">
          <ac:chgData name="Ryan Vetter" userId="4e0f799b-9dd2-4ed1-b88a-f6f813994f91" providerId="ADAL" clId="{26441386-ED72-49CA-87F1-9CA9DFAB74A1}" dt="2021-03-16T12:15:46.935" v="167" actId="1036"/>
          <ac:spMkLst>
            <pc:docMk/>
            <pc:sldMk cId="2678786716" sldId="2142532606"/>
            <ac:spMk id="235" creationId="{08AC1149-C195-44EE-8351-70C9B735010E}"/>
          </ac:spMkLst>
        </pc:spChg>
        <pc:spChg chg="add mod">
          <ac:chgData name="Ryan Vetter" userId="4e0f799b-9dd2-4ed1-b88a-f6f813994f91" providerId="ADAL" clId="{26441386-ED72-49CA-87F1-9CA9DFAB74A1}" dt="2021-03-16T12:15:46.935" v="167" actId="1036"/>
          <ac:spMkLst>
            <pc:docMk/>
            <pc:sldMk cId="2678786716" sldId="2142532606"/>
            <ac:spMk id="236" creationId="{6057199C-2483-4976-A5E2-32A5D76D4656}"/>
          </ac:spMkLst>
        </pc:spChg>
        <pc:spChg chg="add mod">
          <ac:chgData name="Ryan Vetter" userId="4e0f799b-9dd2-4ed1-b88a-f6f813994f91" providerId="ADAL" clId="{26441386-ED72-49CA-87F1-9CA9DFAB74A1}" dt="2021-03-16T12:15:46.935" v="167" actId="1036"/>
          <ac:spMkLst>
            <pc:docMk/>
            <pc:sldMk cId="2678786716" sldId="2142532606"/>
            <ac:spMk id="237" creationId="{ABD7F493-C996-47CC-B6BB-AFCD56A7B978}"/>
          </ac:spMkLst>
        </pc:spChg>
        <pc:spChg chg="add mod">
          <ac:chgData name="Ryan Vetter" userId="4e0f799b-9dd2-4ed1-b88a-f6f813994f91" providerId="ADAL" clId="{26441386-ED72-49CA-87F1-9CA9DFAB74A1}" dt="2021-03-16T12:15:46.935" v="167" actId="1036"/>
          <ac:spMkLst>
            <pc:docMk/>
            <pc:sldMk cId="2678786716" sldId="2142532606"/>
            <ac:spMk id="238" creationId="{A255FB69-D192-40E1-9FD4-3B7564D535B5}"/>
          </ac:spMkLst>
        </pc:spChg>
        <pc:spChg chg="add mod">
          <ac:chgData name="Ryan Vetter" userId="4e0f799b-9dd2-4ed1-b88a-f6f813994f91" providerId="ADAL" clId="{26441386-ED72-49CA-87F1-9CA9DFAB74A1}" dt="2021-03-16T12:15:46.935" v="167" actId="1036"/>
          <ac:spMkLst>
            <pc:docMk/>
            <pc:sldMk cId="2678786716" sldId="2142532606"/>
            <ac:spMk id="239" creationId="{02B1EF1C-94A3-4E68-9CF6-37CEC604FDCF}"/>
          </ac:spMkLst>
        </pc:spChg>
        <pc:spChg chg="add mod">
          <ac:chgData name="Ryan Vetter" userId="4e0f799b-9dd2-4ed1-b88a-f6f813994f91" providerId="ADAL" clId="{26441386-ED72-49CA-87F1-9CA9DFAB74A1}" dt="2021-03-16T12:15:46.935" v="167" actId="1036"/>
          <ac:spMkLst>
            <pc:docMk/>
            <pc:sldMk cId="2678786716" sldId="2142532606"/>
            <ac:spMk id="240" creationId="{73940116-3A68-4466-8AAC-05D3B503B9C1}"/>
          </ac:spMkLst>
        </pc:spChg>
        <pc:spChg chg="add mod">
          <ac:chgData name="Ryan Vetter" userId="4e0f799b-9dd2-4ed1-b88a-f6f813994f91" providerId="ADAL" clId="{26441386-ED72-49CA-87F1-9CA9DFAB74A1}" dt="2021-03-16T12:15:46.935" v="167" actId="1036"/>
          <ac:spMkLst>
            <pc:docMk/>
            <pc:sldMk cId="2678786716" sldId="2142532606"/>
            <ac:spMk id="241" creationId="{A57C0C09-D0DC-44B8-A21A-7D4C1EF48848}"/>
          </ac:spMkLst>
        </pc:spChg>
        <pc:spChg chg="add mod">
          <ac:chgData name="Ryan Vetter" userId="4e0f799b-9dd2-4ed1-b88a-f6f813994f91" providerId="ADAL" clId="{26441386-ED72-49CA-87F1-9CA9DFAB74A1}" dt="2021-03-16T12:15:46.935" v="167" actId="1036"/>
          <ac:spMkLst>
            <pc:docMk/>
            <pc:sldMk cId="2678786716" sldId="2142532606"/>
            <ac:spMk id="242" creationId="{6EC8F43B-B681-44F5-83AF-1A71E503D7B0}"/>
          </ac:spMkLst>
        </pc:spChg>
        <pc:spChg chg="add mod">
          <ac:chgData name="Ryan Vetter" userId="4e0f799b-9dd2-4ed1-b88a-f6f813994f91" providerId="ADAL" clId="{26441386-ED72-49CA-87F1-9CA9DFAB74A1}" dt="2021-03-16T12:15:46.935" v="167" actId="1036"/>
          <ac:spMkLst>
            <pc:docMk/>
            <pc:sldMk cId="2678786716" sldId="2142532606"/>
            <ac:spMk id="243" creationId="{8B004525-F163-4A71-9E6D-52165D7B3CF3}"/>
          </ac:spMkLst>
        </pc:spChg>
        <pc:spChg chg="add mod">
          <ac:chgData name="Ryan Vetter" userId="4e0f799b-9dd2-4ed1-b88a-f6f813994f91" providerId="ADAL" clId="{26441386-ED72-49CA-87F1-9CA9DFAB74A1}" dt="2021-03-16T12:15:46.935" v="167" actId="1036"/>
          <ac:spMkLst>
            <pc:docMk/>
            <pc:sldMk cId="2678786716" sldId="2142532606"/>
            <ac:spMk id="244" creationId="{8D1F6896-C8E4-499A-B7E7-66FEDD062227}"/>
          </ac:spMkLst>
        </pc:spChg>
        <pc:spChg chg="add mod">
          <ac:chgData name="Ryan Vetter" userId="4e0f799b-9dd2-4ed1-b88a-f6f813994f91" providerId="ADAL" clId="{26441386-ED72-49CA-87F1-9CA9DFAB74A1}" dt="2021-03-16T12:15:46.935" v="167" actId="1036"/>
          <ac:spMkLst>
            <pc:docMk/>
            <pc:sldMk cId="2678786716" sldId="2142532606"/>
            <ac:spMk id="249" creationId="{9B02BF84-F218-474E-A927-4FB512F35B8B}"/>
          </ac:spMkLst>
        </pc:spChg>
        <pc:spChg chg="add mod">
          <ac:chgData name="Ryan Vetter" userId="4e0f799b-9dd2-4ed1-b88a-f6f813994f91" providerId="ADAL" clId="{26441386-ED72-49CA-87F1-9CA9DFAB74A1}" dt="2021-03-16T12:15:46.935" v="167" actId="1036"/>
          <ac:spMkLst>
            <pc:docMk/>
            <pc:sldMk cId="2678786716" sldId="2142532606"/>
            <ac:spMk id="250" creationId="{BCE9E8CB-608F-472B-B5E8-B2EFC231FD6C}"/>
          </ac:spMkLst>
        </pc:spChg>
        <pc:spChg chg="add mod">
          <ac:chgData name="Ryan Vetter" userId="4e0f799b-9dd2-4ed1-b88a-f6f813994f91" providerId="ADAL" clId="{26441386-ED72-49CA-87F1-9CA9DFAB74A1}" dt="2021-03-16T12:15:46.935" v="167" actId="1036"/>
          <ac:spMkLst>
            <pc:docMk/>
            <pc:sldMk cId="2678786716" sldId="2142532606"/>
            <ac:spMk id="251" creationId="{64561C83-E4CD-4CA9-B9C7-BB03A2AAC4F8}"/>
          </ac:spMkLst>
        </pc:spChg>
        <pc:spChg chg="add mod">
          <ac:chgData name="Ryan Vetter" userId="4e0f799b-9dd2-4ed1-b88a-f6f813994f91" providerId="ADAL" clId="{26441386-ED72-49CA-87F1-9CA9DFAB74A1}" dt="2021-04-08T18:05:14.874" v="7344" actId="20577"/>
          <ac:spMkLst>
            <pc:docMk/>
            <pc:sldMk cId="2678786716" sldId="2142532606"/>
            <ac:spMk id="252" creationId="{BC4C982E-9EA7-41A4-B44E-2981DE4B5D9A}"/>
          </ac:spMkLst>
        </pc:spChg>
        <pc:spChg chg="add mod">
          <ac:chgData name="Ryan Vetter" userId="4e0f799b-9dd2-4ed1-b88a-f6f813994f91" providerId="ADAL" clId="{26441386-ED72-49CA-87F1-9CA9DFAB74A1}" dt="2021-03-16T12:15:46.935" v="167" actId="1036"/>
          <ac:spMkLst>
            <pc:docMk/>
            <pc:sldMk cId="2678786716" sldId="2142532606"/>
            <ac:spMk id="253" creationId="{E84B96DC-19F9-483B-B028-3ABCD09E7138}"/>
          </ac:spMkLst>
        </pc:spChg>
        <pc:spChg chg="add mod">
          <ac:chgData name="Ryan Vetter" userId="4e0f799b-9dd2-4ed1-b88a-f6f813994f91" providerId="ADAL" clId="{26441386-ED72-49CA-87F1-9CA9DFAB74A1}" dt="2021-03-16T12:15:46.935" v="167" actId="1036"/>
          <ac:spMkLst>
            <pc:docMk/>
            <pc:sldMk cId="2678786716" sldId="2142532606"/>
            <ac:spMk id="254" creationId="{201248C5-6963-40F3-9C37-E3EBA0266CD9}"/>
          </ac:spMkLst>
        </pc:spChg>
        <pc:spChg chg="add mod">
          <ac:chgData name="Ryan Vetter" userId="4e0f799b-9dd2-4ed1-b88a-f6f813994f91" providerId="ADAL" clId="{26441386-ED72-49CA-87F1-9CA9DFAB74A1}" dt="2021-03-16T12:15:46.935" v="167" actId="1036"/>
          <ac:spMkLst>
            <pc:docMk/>
            <pc:sldMk cId="2678786716" sldId="2142532606"/>
            <ac:spMk id="256" creationId="{1F203C58-AFFB-4376-A0CC-3048E6D11871}"/>
          </ac:spMkLst>
        </pc:spChg>
        <pc:spChg chg="add mod">
          <ac:chgData name="Ryan Vetter" userId="4e0f799b-9dd2-4ed1-b88a-f6f813994f91" providerId="ADAL" clId="{26441386-ED72-49CA-87F1-9CA9DFAB74A1}" dt="2021-03-16T12:15:46.935" v="167" actId="1036"/>
          <ac:spMkLst>
            <pc:docMk/>
            <pc:sldMk cId="2678786716" sldId="2142532606"/>
            <ac:spMk id="258" creationId="{031C8751-5198-4CAC-8DC2-9B00E59932FB}"/>
          </ac:spMkLst>
        </pc:spChg>
        <pc:spChg chg="add mod">
          <ac:chgData name="Ryan Vetter" userId="4e0f799b-9dd2-4ed1-b88a-f6f813994f91" providerId="ADAL" clId="{26441386-ED72-49CA-87F1-9CA9DFAB74A1}" dt="2021-03-16T12:15:46.935" v="167" actId="1036"/>
          <ac:spMkLst>
            <pc:docMk/>
            <pc:sldMk cId="2678786716" sldId="2142532606"/>
            <ac:spMk id="259" creationId="{203D2D75-1F93-44E6-8920-894D26538512}"/>
          </ac:spMkLst>
        </pc:spChg>
        <pc:spChg chg="add del">
          <ac:chgData name="Ryan Vetter" userId="4e0f799b-9dd2-4ed1-b88a-f6f813994f91" providerId="ADAL" clId="{26441386-ED72-49CA-87F1-9CA9DFAB74A1}" dt="2021-03-16T03:00:23.790" v="26" actId="478"/>
          <ac:spMkLst>
            <pc:docMk/>
            <pc:sldMk cId="2678786716" sldId="2142532606"/>
            <ac:spMk id="262" creationId="{25897702-817F-430F-BD4A-E910B67191F7}"/>
          </ac:spMkLst>
        </pc:spChg>
        <pc:grpChg chg="add del mod">
          <ac:chgData name="Ryan Vetter" userId="4e0f799b-9dd2-4ed1-b88a-f6f813994f91" providerId="ADAL" clId="{26441386-ED72-49CA-87F1-9CA9DFAB74A1}" dt="2021-03-16T02:59:54.353" v="15"/>
          <ac:grpSpMkLst>
            <pc:docMk/>
            <pc:sldMk cId="2678786716" sldId="2142532606"/>
            <ac:grpSpMk id="40" creationId="{51AE248B-A8AF-4BC2-9231-4489BA64FA3A}"/>
          </ac:grpSpMkLst>
        </pc:grpChg>
        <pc:grpChg chg="add del mod">
          <ac:chgData name="Ryan Vetter" userId="4e0f799b-9dd2-4ed1-b88a-f6f813994f91" providerId="ADAL" clId="{26441386-ED72-49CA-87F1-9CA9DFAB74A1}" dt="2021-03-16T02:59:54.353" v="15"/>
          <ac:grpSpMkLst>
            <pc:docMk/>
            <pc:sldMk cId="2678786716" sldId="2142532606"/>
            <ac:grpSpMk id="45" creationId="{4DD86DFA-2739-4CD1-BA1B-363FE7D78B56}"/>
          </ac:grpSpMkLst>
        </pc:grpChg>
        <pc:grpChg chg="add del mod">
          <ac:chgData name="Ryan Vetter" userId="4e0f799b-9dd2-4ed1-b88a-f6f813994f91" providerId="ADAL" clId="{26441386-ED72-49CA-87F1-9CA9DFAB74A1}" dt="2021-03-16T02:59:54.353" v="15"/>
          <ac:grpSpMkLst>
            <pc:docMk/>
            <pc:sldMk cId="2678786716" sldId="2142532606"/>
            <ac:grpSpMk id="50" creationId="{0AA58FA1-75D2-425D-AA37-68F5FBF80C00}"/>
          </ac:grpSpMkLst>
        </pc:grpChg>
        <pc:grpChg chg="add del mod">
          <ac:chgData name="Ryan Vetter" userId="4e0f799b-9dd2-4ed1-b88a-f6f813994f91" providerId="ADAL" clId="{26441386-ED72-49CA-87F1-9CA9DFAB74A1}" dt="2021-03-16T02:59:54.353" v="15"/>
          <ac:grpSpMkLst>
            <pc:docMk/>
            <pc:sldMk cId="2678786716" sldId="2142532606"/>
            <ac:grpSpMk id="54" creationId="{0D39C246-848C-4A06-A0BC-3CDAC0A7FA7E}"/>
          </ac:grpSpMkLst>
        </pc:grpChg>
        <pc:grpChg chg="add del mod">
          <ac:chgData name="Ryan Vetter" userId="4e0f799b-9dd2-4ed1-b88a-f6f813994f91" providerId="ADAL" clId="{26441386-ED72-49CA-87F1-9CA9DFAB74A1}" dt="2021-03-16T02:59:54.353" v="15"/>
          <ac:grpSpMkLst>
            <pc:docMk/>
            <pc:sldMk cId="2678786716" sldId="2142532606"/>
            <ac:grpSpMk id="58" creationId="{51E20E5C-04AE-445C-AEF5-5C11D77EDB9D}"/>
          </ac:grpSpMkLst>
        </pc:grpChg>
        <pc:grpChg chg="add del mod">
          <ac:chgData name="Ryan Vetter" userId="4e0f799b-9dd2-4ed1-b88a-f6f813994f91" providerId="ADAL" clId="{26441386-ED72-49CA-87F1-9CA9DFAB74A1}" dt="2021-03-16T02:59:54.353" v="15"/>
          <ac:grpSpMkLst>
            <pc:docMk/>
            <pc:sldMk cId="2678786716" sldId="2142532606"/>
            <ac:grpSpMk id="63" creationId="{E01F78D6-7949-411F-B6BB-D5D64ACD5DF1}"/>
          </ac:grpSpMkLst>
        </pc:grpChg>
        <pc:grpChg chg="add del mod">
          <ac:chgData name="Ryan Vetter" userId="4e0f799b-9dd2-4ed1-b88a-f6f813994f91" providerId="ADAL" clId="{26441386-ED72-49CA-87F1-9CA9DFAB74A1}" dt="2021-03-16T02:59:54.353" v="15"/>
          <ac:grpSpMkLst>
            <pc:docMk/>
            <pc:sldMk cId="2678786716" sldId="2142532606"/>
            <ac:grpSpMk id="67" creationId="{BCC71A0B-6460-4DE6-927A-16C2F17886DE}"/>
          </ac:grpSpMkLst>
        </pc:grpChg>
        <pc:grpChg chg="add del mod">
          <ac:chgData name="Ryan Vetter" userId="4e0f799b-9dd2-4ed1-b88a-f6f813994f91" providerId="ADAL" clId="{26441386-ED72-49CA-87F1-9CA9DFAB74A1}" dt="2021-03-16T02:59:54.353" v="15"/>
          <ac:grpSpMkLst>
            <pc:docMk/>
            <pc:sldMk cId="2678786716" sldId="2142532606"/>
            <ac:grpSpMk id="72" creationId="{1BAF20B7-95BF-458C-8455-A1411A39E48A}"/>
          </ac:grpSpMkLst>
        </pc:grpChg>
        <pc:grpChg chg="add del mod">
          <ac:chgData name="Ryan Vetter" userId="4e0f799b-9dd2-4ed1-b88a-f6f813994f91" providerId="ADAL" clId="{26441386-ED72-49CA-87F1-9CA9DFAB74A1}" dt="2021-03-16T02:59:54.353" v="15"/>
          <ac:grpSpMkLst>
            <pc:docMk/>
            <pc:sldMk cId="2678786716" sldId="2142532606"/>
            <ac:grpSpMk id="77" creationId="{4263A0F7-3D4C-4D64-9756-7585743A641D}"/>
          </ac:grpSpMkLst>
        </pc:grpChg>
        <pc:grpChg chg="add del mod">
          <ac:chgData name="Ryan Vetter" userId="4e0f799b-9dd2-4ed1-b88a-f6f813994f91" providerId="ADAL" clId="{26441386-ED72-49CA-87F1-9CA9DFAB74A1}" dt="2021-03-16T02:59:54.353" v="15"/>
          <ac:grpSpMkLst>
            <pc:docMk/>
            <pc:sldMk cId="2678786716" sldId="2142532606"/>
            <ac:grpSpMk id="82" creationId="{0CFD063B-A445-4E91-8926-40C66F790153}"/>
          </ac:grpSpMkLst>
        </pc:grpChg>
        <pc:grpChg chg="add del mod">
          <ac:chgData name="Ryan Vetter" userId="4e0f799b-9dd2-4ed1-b88a-f6f813994f91" providerId="ADAL" clId="{26441386-ED72-49CA-87F1-9CA9DFAB74A1}" dt="2021-03-16T02:59:54.353" v="15"/>
          <ac:grpSpMkLst>
            <pc:docMk/>
            <pc:sldMk cId="2678786716" sldId="2142532606"/>
            <ac:grpSpMk id="87" creationId="{B353CA58-09FF-464C-9F2B-582D236DC53F}"/>
          </ac:grpSpMkLst>
        </pc:grpChg>
        <pc:grpChg chg="add del mod">
          <ac:chgData name="Ryan Vetter" userId="4e0f799b-9dd2-4ed1-b88a-f6f813994f91" providerId="ADAL" clId="{26441386-ED72-49CA-87F1-9CA9DFAB74A1}" dt="2021-03-16T02:59:54.353" v="15"/>
          <ac:grpSpMkLst>
            <pc:docMk/>
            <pc:sldMk cId="2678786716" sldId="2142532606"/>
            <ac:grpSpMk id="92" creationId="{88DF0677-71D3-4963-B0C6-609FF594FA04}"/>
          </ac:grpSpMkLst>
        </pc:grpChg>
        <pc:grpChg chg="add mod">
          <ac:chgData name="Ryan Vetter" userId="4e0f799b-9dd2-4ed1-b88a-f6f813994f91" providerId="ADAL" clId="{26441386-ED72-49CA-87F1-9CA9DFAB74A1}" dt="2021-03-16T12:15:46.935" v="167" actId="1036"/>
          <ac:grpSpMkLst>
            <pc:docMk/>
            <pc:sldMk cId="2678786716" sldId="2142532606"/>
            <ac:grpSpMk id="165" creationId="{FF22C5DA-4B1E-48CE-89F7-CAC0FA892B24}"/>
          </ac:grpSpMkLst>
        </pc:grpChg>
        <pc:grpChg chg="mod">
          <ac:chgData name="Ryan Vetter" userId="4e0f799b-9dd2-4ed1-b88a-f6f813994f91" providerId="ADAL" clId="{26441386-ED72-49CA-87F1-9CA9DFAB74A1}" dt="2021-03-16T12:15:46.935" v="167" actId="1036"/>
          <ac:grpSpMkLst>
            <pc:docMk/>
            <pc:sldMk cId="2678786716" sldId="2142532606"/>
            <ac:grpSpMk id="167" creationId="{B37B661D-5698-40F6-9078-8F0D54A45B70}"/>
          </ac:grpSpMkLst>
        </pc:grpChg>
        <pc:grpChg chg="add mod">
          <ac:chgData name="Ryan Vetter" userId="4e0f799b-9dd2-4ed1-b88a-f6f813994f91" providerId="ADAL" clId="{26441386-ED72-49CA-87F1-9CA9DFAB74A1}" dt="2021-03-16T12:15:46.935" v="167" actId="1036"/>
          <ac:grpSpMkLst>
            <pc:docMk/>
            <pc:sldMk cId="2678786716" sldId="2142532606"/>
            <ac:grpSpMk id="170" creationId="{D35D9A35-FC7D-48B9-82A5-2A2CB8B02513}"/>
          </ac:grpSpMkLst>
        </pc:grpChg>
        <pc:grpChg chg="mod">
          <ac:chgData name="Ryan Vetter" userId="4e0f799b-9dd2-4ed1-b88a-f6f813994f91" providerId="ADAL" clId="{26441386-ED72-49CA-87F1-9CA9DFAB74A1}" dt="2021-03-16T12:15:46.935" v="167" actId="1036"/>
          <ac:grpSpMkLst>
            <pc:docMk/>
            <pc:sldMk cId="2678786716" sldId="2142532606"/>
            <ac:grpSpMk id="172" creationId="{E6E53BE9-8927-4BDF-937B-25D148C07B72}"/>
          </ac:grpSpMkLst>
        </pc:grpChg>
        <pc:grpChg chg="add mod">
          <ac:chgData name="Ryan Vetter" userId="4e0f799b-9dd2-4ed1-b88a-f6f813994f91" providerId="ADAL" clId="{26441386-ED72-49CA-87F1-9CA9DFAB74A1}" dt="2021-03-16T12:15:46.935" v="167" actId="1036"/>
          <ac:grpSpMkLst>
            <pc:docMk/>
            <pc:sldMk cId="2678786716" sldId="2142532606"/>
            <ac:grpSpMk id="175" creationId="{8B1DCE35-89C8-41F5-930C-FA762E3BDDCA}"/>
          </ac:grpSpMkLst>
        </pc:grpChg>
        <pc:grpChg chg="add mod">
          <ac:chgData name="Ryan Vetter" userId="4e0f799b-9dd2-4ed1-b88a-f6f813994f91" providerId="ADAL" clId="{26441386-ED72-49CA-87F1-9CA9DFAB74A1}" dt="2021-03-16T12:15:46.935" v="167" actId="1036"/>
          <ac:grpSpMkLst>
            <pc:docMk/>
            <pc:sldMk cId="2678786716" sldId="2142532606"/>
            <ac:grpSpMk id="179" creationId="{D17451B7-53D1-4D76-91EB-FFA5E4E1A1A9}"/>
          </ac:grpSpMkLst>
        </pc:grpChg>
        <pc:grpChg chg="add mod">
          <ac:chgData name="Ryan Vetter" userId="4e0f799b-9dd2-4ed1-b88a-f6f813994f91" providerId="ADAL" clId="{26441386-ED72-49CA-87F1-9CA9DFAB74A1}" dt="2021-03-16T12:15:46.935" v="167" actId="1036"/>
          <ac:grpSpMkLst>
            <pc:docMk/>
            <pc:sldMk cId="2678786716" sldId="2142532606"/>
            <ac:grpSpMk id="183" creationId="{122F2C27-0EAA-4D0A-8C05-9E5EE1B628BE}"/>
          </ac:grpSpMkLst>
        </pc:grpChg>
        <pc:grpChg chg="mod">
          <ac:chgData name="Ryan Vetter" userId="4e0f799b-9dd2-4ed1-b88a-f6f813994f91" providerId="ADAL" clId="{26441386-ED72-49CA-87F1-9CA9DFAB74A1}" dt="2021-03-16T12:15:46.935" v="167" actId="1036"/>
          <ac:grpSpMkLst>
            <pc:docMk/>
            <pc:sldMk cId="2678786716" sldId="2142532606"/>
            <ac:grpSpMk id="185" creationId="{6AFC9F77-2880-4A8A-AA45-3F31391852A5}"/>
          </ac:grpSpMkLst>
        </pc:grpChg>
        <pc:grpChg chg="add mod">
          <ac:chgData name="Ryan Vetter" userId="4e0f799b-9dd2-4ed1-b88a-f6f813994f91" providerId="ADAL" clId="{26441386-ED72-49CA-87F1-9CA9DFAB74A1}" dt="2021-03-16T12:15:46.935" v="167" actId="1036"/>
          <ac:grpSpMkLst>
            <pc:docMk/>
            <pc:sldMk cId="2678786716" sldId="2142532606"/>
            <ac:grpSpMk id="188" creationId="{CA692101-4C53-4C12-8A27-D2C8EAEB8FC9}"/>
          </ac:grpSpMkLst>
        </pc:grpChg>
        <pc:grpChg chg="add mod">
          <ac:chgData name="Ryan Vetter" userId="4e0f799b-9dd2-4ed1-b88a-f6f813994f91" providerId="ADAL" clId="{26441386-ED72-49CA-87F1-9CA9DFAB74A1}" dt="2021-03-16T12:15:46.935" v="167" actId="1036"/>
          <ac:grpSpMkLst>
            <pc:docMk/>
            <pc:sldMk cId="2678786716" sldId="2142532606"/>
            <ac:grpSpMk id="192" creationId="{652A937E-E7D6-46B5-BA27-441D435F143F}"/>
          </ac:grpSpMkLst>
        </pc:grpChg>
        <pc:grpChg chg="mod">
          <ac:chgData name="Ryan Vetter" userId="4e0f799b-9dd2-4ed1-b88a-f6f813994f91" providerId="ADAL" clId="{26441386-ED72-49CA-87F1-9CA9DFAB74A1}" dt="2021-03-16T12:15:46.935" v="167" actId="1036"/>
          <ac:grpSpMkLst>
            <pc:docMk/>
            <pc:sldMk cId="2678786716" sldId="2142532606"/>
            <ac:grpSpMk id="194" creationId="{FB90803C-D094-41D9-BFA8-76257ADE4E5F}"/>
          </ac:grpSpMkLst>
        </pc:grpChg>
        <pc:grpChg chg="add mod">
          <ac:chgData name="Ryan Vetter" userId="4e0f799b-9dd2-4ed1-b88a-f6f813994f91" providerId="ADAL" clId="{26441386-ED72-49CA-87F1-9CA9DFAB74A1}" dt="2021-03-16T12:15:46.935" v="167" actId="1036"/>
          <ac:grpSpMkLst>
            <pc:docMk/>
            <pc:sldMk cId="2678786716" sldId="2142532606"/>
            <ac:grpSpMk id="197" creationId="{E406461E-924E-427B-98BC-2780EF7B65D7}"/>
          </ac:grpSpMkLst>
        </pc:grpChg>
        <pc:grpChg chg="mod">
          <ac:chgData name="Ryan Vetter" userId="4e0f799b-9dd2-4ed1-b88a-f6f813994f91" providerId="ADAL" clId="{26441386-ED72-49CA-87F1-9CA9DFAB74A1}" dt="2021-03-16T12:15:46.935" v="167" actId="1036"/>
          <ac:grpSpMkLst>
            <pc:docMk/>
            <pc:sldMk cId="2678786716" sldId="2142532606"/>
            <ac:grpSpMk id="199" creationId="{EA8522A1-EA93-4993-B830-5F25294094AA}"/>
          </ac:grpSpMkLst>
        </pc:grpChg>
        <pc:grpChg chg="add mod">
          <ac:chgData name="Ryan Vetter" userId="4e0f799b-9dd2-4ed1-b88a-f6f813994f91" providerId="ADAL" clId="{26441386-ED72-49CA-87F1-9CA9DFAB74A1}" dt="2021-03-16T12:15:46.935" v="167" actId="1036"/>
          <ac:grpSpMkLst>
            <pc:docMk/>
            <pc:sldMk cId="2678786716" sldId="2142532606"/>
            <ac:grpSpMk id="202" creationId="{C59933B8-E6AC-4C43-897B-ACF7F292B5E4}"/>
          </ac:grpSpMkLst>
        </pc:grpChg>
        <pc:grpChg chg="mod">
          <ac:chgData name="Ryan Vetter" userId="4e0f799b-9dd2-4ed1-b88a-f6f813994f91" providerId="ADAL" clId="{26441386-ED72-49CA-87F1-9CA9DFAB74A1}" dt="2021-03-16T12:15:46.935" v="167" actId="1036"/>
          <ac:grpSpMkLst>
            <pc:docMk/>
            <pc:sldMk cId="2678786716" sldId="2142532606"/>
            <ac:grpSpMk id="204" creationId="{9089B2D0-9870-41AE-9F12-48E7A86AB663}"/>
          </ac:grpSpMkLst>
        </pc:grpChg>
        <pc:grpChg chg="add mod">
          <ac:chgData name="Ryan Vetter" userId="4e0f799b-9dd2-4ed1-b88a-f6f813994f91" providerId="ADAL" clId="{26441386-ED72-49CA-87F1-9CA9DFAB74A1}" dt="2021-03-16T12:15:46.935" v="167" actId="1036"/>
          <ac:grpSpMkLst>
            <pc:docMk/>
            <pc:sldMk cId="2678786716" sldId="2142532606"/>
            <ac:grpSpMk id="207" creationId="{21368089-3074-47D3-A800-459626E2B182}"/>
          </ac:grpSpMkLst>
        </pc:grpChg>
        <pc:grpChg chg="mod">
          <ac:chgData name="Ryan Vetter" userId="4e0f799b-9dd2-4ed1-b88a-f6f813994f91" providerId="ADAL" clId="{26441386-ED72-49CA-87F1-9CA9DFAB74A1}" dt="2021-03-16T12:15:46.935" v="167" actId="1036"/>
          <ac:grpSpMkLst>
            <pc:docMk/>
            <pc:sldMk cId="2678786716" sldId="2142532606"/>
            <ac:grpSpMk id="209" creationId="{CA0F1596-B5D3-4BE6-83A4-61D06D617B67}"/>
          </ac:grpSpMkLst>
        </pc:grpChg>
        <pc:grpChg chg="add mod">
          <ac:chgData name="Ryan Vetter" userId="4e0f799b-9dd2-4ed1-b88a-f6f813994f91" providerId="ADAL" clId="{26441386-ED72-49CA-87F1-9CA9DFAB74A1}" dt="2021-03-16T12:15:46.935" v="167" actId="1036"/>
          <ac:grpSpMkLst>
            <pc:docMk/>
            <pc:sldMk cId="2678786716" sldId="2142532606"/>
            <ac:grpSpMk id="212" creationId="{2C92DEF9-F7A9-4D30-A2A3-0F4C48AEB868}"/>
          </ac:grpSpMkLst>
        </pc:grpChg>
        <pc:grpChg chg="mod">
          <ac:chgData name="Ryan Vetter" userId="4e0f799b-9dd2-4ed1-b88a-f6f813994f91" providerId="ADAL" clId="{26441386-ED72-49CA-87F1-9CA9DFAB74A1}" dt="2021-03-16T12:15:46.935" v="167" actId="1036"/>
          <ac:grpSpMkLst>
            <pc:docMk/>
            <pc:sldMk cId="2678786716" sldId="2142532606"/>
            <ac:grpSpMk id="214" creationId="{EF3AA723-2DB8-4C67-88F3-007AB664F398}"/>
          </ac:grpSpMkLst>
        </pc:grpChg>
        <pc:grpChg chg="add mod">
          <ac:chgData name="Ryan Vetter" userId="4e0f799b-9dd2-4ed1-b88a-f6f813994f91" providerId="ADAL" clId="{26441386-ED72-49CA-87F1-9CA9DFAB74A1}" dt="2021-03-16T12:15:46.935" v="167" actId="1036"/>
          <ac:grpSpMkLst>
            <pc:docMk/>
            <pc:sldMk cId="2678786716" sldId="2142532606"/>
            <ac:grpSpMk id="217" creationId="{A4B64352-328D-48B1-8418-338F028A4318}"/>
          </ac:grpSpMkLst>
        </pc:grpChg>
        <pc:grpChg chg="mod">
          <ac:chgData name="Ryan Vetter" userId="4e0f799b-9dd2-4ed1-b88a-f6f813994f91" providerId="ADAL" clId="{26441386-ED72-49CA-87F1-9CA9DFAB74A1}" dt="2021-03-16T12:15:46.935" v="167" actId="1036"/>
          <ac:grpSpMkLst>
            <pc:docMk/>
            <pc:sldMk cId="2678786716" sldId="2142532606"/>
            <ac:grpSpMk id="219" creationId="{D3407BCD-C4F0-4746-9FFF-10481B48F4AB}"/>
          </ac:grpSpMkLst>
        </pc:grpChg>
        <pc:picChg chg="del">
          <ac:chgData name="Ryan Vetter" userId="4e0f799b-9dd2-4ed1-b88a-f6f813994f91" providerId="ADAL" clId="{26441386-ED72-49CA-87F1-9CA9DFAB74A1}" dt="2021-03-16T02:59:35.847" v="12" actId="478"/>
          <ac:picMkLst>
            <pc:docMk/>
            <pc:sldMk cId="2678786716" sldId="2142532606"/>
            <ac:picMk id="9" creationId="{EE1EFBCE-35C7-4186-B82E-226C55D4E1EC}"/>
          </ac:picMkLst>
        </pc:picChg>
        <pc:cxnChg chg="add del mod">
          <ac:chgData name="Ryan Vetter" userId="4e0f799b-9dd2-4ed1-b88a-f6f813994f91" providerId="ADAL" clId="{26441386-ED72-49CA-87F1-9CA9DFAB74A1}" dt="2021-03-16T02:59:54.353" v="15"/>
          <ac:cxnSpMkLst>
            <pc:docMk/>
            <pc:sldMk cId="2678786716" sldId="2142532606"/>
            <ac:cxnSpMk id="120" creationId="{8326CBB5-DD24-4641-B910-51F69000442D}"/>
          </ac:cxnSpMkLst>
        </pc:cxnChg>
        <pc:cxnChg chg="add del mod">
          <ac:chgData name="Ryan Vetter" userId="4e0f799b-9dd2-4ed1-b88a-f6f813994f91" providerId="ADAL" clId="{26441386-ED72-49CA-87F1-9CA9DFAB74A1}" dt="2021-03-16T02:59:54.353" v="15"/>
          <ac:cxnSpMkLst>
            <pc:docMk/>
            <pc:sldMk cId="2678786716" sldId="2142532606"/>
            <ac:cxnSpMk id="121" creationId="{B01A4D94-06E2-4249-9FB7-1FE05F322C94}"/>
          </ac:cxnSpMkLst>
        </pc:cxnChg>
        <pc:cxnChg chg="add del mod">
          <ac:chgData name="Ryan Vetter" userId="4e0f799b-9dd2-4ed1-b88a-f6f813994f91" providerId="ADAL" clId="{26441386-ED72-49CA-87F1-9CA9DFAB74A1}" dt="2021-03-16T02:59:54.353" v="15"/>
          <ac:cxnSpMkLst>
            <pc:docMk/>
            <pc:sldMk cId="2678786716" sldId="2142532606"/>
            <ac:cxnSpMk id="122" creationId="{A662F90F-50F7-4F76-8FD8-16963A17F5C7}"/>
          </ac:cxnSpMkLst>
        </pc:cxnChg>
        <pc:cxnChg chg="add del mod">
          <ac:chgData name="Ryan Vetter" userId="4e0f799b-9dd2-4ed1-b88a-f6f813994f91" providerId="ADAL" clId="{26441386-ED72-49CA-87F1-9CA9DFAB74A1}" dt="2021-03-16T02:59:54.353" v="15"/>
          <ac:cxnSpMkLst>
            <pc:docMk/>
            <pc:sldMk cId="2678786716" sldId="2142532606"/>
            <ac:cxnSpMk id="123" creationId="{C5DC013B-AE28-4CDD-8C90-A05EAFA642FC}"/>
          </ac:cxnSpMkLst>
        </pc:cxnChg>
        <pc:cxnChg chg="add del mod">
          <ac:chgData name="Ryan Vetter" userId="4e0f799b-9dd2-4ed1-b88a-f6f813994f91" providerId="ADAL" clId="{26441386-ED72-49CA-87F1-9CA9DFAB74A1}" dt="2021-03-16T02:59:54.353" v="15"/>
          <ac:cxnSpMkLst>
            <pc:docMk/>
            <pc:sldMk cId="2678786716" sldId="2142532606"/>
            <ac:cxnSpMk id="129" creationId="{56C05222-7DBF-4E8E-91D0-2B52D3DE4FC2}"/>
          </ac:cxnSpMkLst>
        </pc:cxnChg>
        <pc:cxnChg chg="add del mod">
          <ac:chgData name="Ryan Vetter" userId="4e0f799b-9dd2-4ed1-b88a-f6f813994f91" providerId="ADAL" clId="{26441386-ED72-49CA-87F1-9CA9DFAB74A1}" dt="2021-03-16T02:59:54.353" v="15"/>
          <ac:cxnSpMkLst>
            <pc:docMk/>
            <pc:sldMk cId="2678786716" sldId="2142532606"/>
            <ac:cxnSpMk id="131" creationId="{E8C24AC8-1560-43CA-AEA2-556A5335E716}"/>
          </ac:cxnSpMkLst>
        </pc:cxnChg>
        <pc:cxnChg chg="add del mod">
          <ac:chgData name="Ryan Vetter" userId="4e0f799b-9dd2-4ed1-b88a-f6f813994f91" providerId="ADAL" clId="{26441386-ED72-49CA-87F1-9CA9DFAB74A1}" dt="2021-03-16T02:59:54.353" v="15"/>
          <ac:cxnSpMkLst>
            <pc:docMk/>
            <pc:sldMk cId="2678786716" sldId="2142532606"/>
            <ac:cxnSpMk id="134" creationId="{B1C228AA-34EA-45F7-9595-439B2C749EA0}"/>
          </ac:cxnSpMkLst>
        </pc:cxnChg>
        <pc:cxnChg chg="add del mod">
          <ac:chgData name="Ryan Vetter" userId="4e0f799b-9dd2-4ed1-b88a-f6f813994f91" providerId="ADAL" clId="{26441386-ED72-49CA-87F1-9CA9DFAB74A1}" dt="2021-03-16T02:59:54.353" v="15"/>
          <ac:cxnSpMkLst>
            <pc:docMk/>
            <pc:sldMk cId="2678786716" sldId="2142532606"/>
            <ac:cxnSpMk id="135" creationId="{89BD1925-3BF0-4F52-9D05-A39A624A6ABE}"/>
          </ac:cxnSpMkLst>
        </pc:cxnChg>
        <pc:cxnChg chg="add mod">
          <ac:chgData name="Ryan Vetter" userId="4e0f799b-9dd2-4ed1-b88a-f6f813994f91" providerId="ADAL" clId="{26441386-ED72-49CA-87F1-9CA9DFAB74A1}" dt="2021-03-16T12:15:46.935" v="167" actId="1036"/>
          <ac:cxnSpMkLst>
            <pc:docMk/>
            <pc:sldMk cId="2678786716" sldId="2142532606"/>
            <ac:cxnSpMk id="245" creationId="{F1762E2F-638B-4B8C-8F1E-0D0FCB8A1FB8}"/>
          </ac:cxnSpMkLst>
        </pc:cxnChg>
        <pc:cxnChg chg="add mod">
          <ac:chgData name="Ryan Vetter" userId="4e0f799b-9dd2-4ed1-b88a-f6f813994f91" providerId="ADAL" clId="{26441386-ED72-49CA-87F1-9CA9DFAB74A1}" dt="2021-03-16T12:15:46.935" v="167" actId="1036"/>
          <ac:cxnSpMkLst>
            <pc:docMk/>
            <pc:sldMk cId="2678786716" sldId="2142532606"/>
            <ac:cxnSpMk id="246" creationId="{A205CDE2-7FCB-4AFA-89ED-C7503CFFF8C8}"/>
          </ac:cxnSpMkLst>
        </pc:cxnChg>
        <pc:cxnChg chg="add mod">
          <ac:chgData name="Ryan Vetter" userId="4e0f799b-9dd2-4ed1-b88a-f6f813994f91" providerId="ADAL" clId="{26441386-ED72-49CA-87F1-9CA9DFAB74A1}" dt="2021-03-16T12:15:46.935" v="167" actId="1036"/>
          <ac:cxnSpMkLst>
            <pc:docMk/>
            <pc:sldMk cId="2678786716" sldId="2142532606"/>
            <ac:cxnSpMk id="247" creationId="{A2C510AE-D9D0-49AF-BEEE-7DB83242A835}"/>
          </ac:cxnSpMkLst>
        </pc:cxnChg>
        <pc:cxnChg chg="add mod">
          <ac:chgData name="Ryan Vetter" userId="4e0f799b-9dd2-4ed1-b88a-f6f813994f91" providerId="ADAL" clId="{26441386-ED72-49CA-87F1-9CA9DFAB74A1}" dt="2021-03-16T12:15:46.935" v="167" actId="1036"/>
          <ac:cxnSpMkLst>
            <pc:docMk/>
            <pc:sldMk cId="2678786716" sldId="2142532606"/>
            <ac:cxnSpMk id="248" creationId="{FA3F06A6-59CA-4D50-A7AB-F8964223A347}"/>
          </ac:cxnSpMkLst>
        </pc:cxnChg>
        <pc:cxnChg chg="add mod">
          <ac:chgData name="Ryan Vetter" userId="4e0f799b-9dd2-4ed1-b88a-f6f813994f91" providerId="ADAL" clId="{26441386-ED72-49CA-87F1-9CA9DFAB74A1}" dt="2021-03-16T12:15:46.935" v="167" actId="1036"/>
          <ac:cxnSpMkLst>
            <pc:docMk/>
            <pc:sldMk cId="2678786716" sldId="2142532606"/>
            <ac:cxnSpMk id="255" creationId="{2B18603B-18E5-4A43-B62D-7F5AE8315CCC}"/>
          </ac:cxnSpMkLst>
        </pc:cxnChg>
        <pc:cxnChg chg="add mod">
          <ac:chgData name="Ryan Vetter" userId="4e0f799b-9dd2-4ed1-b88a-f6f813994f91" providerId="ADAL" clId="{26441386-ED72-49CA-87F1-9CA9DFAB74A1}" dt="2021-03-16T12:15:46.935" v="167" actId="1036"/>
          <ac:cxnSpMkLst>
            <pc:docMk/>
            <pc:sldMk cId="2678786716" sldId="2142532606"/>
            <ac:cxnSpMk id="257" creationId="{20D23064-C7A4-43A0-BE31-FDAE36DA9BCA}"/>
          </ac:cxnSpMkLst>
        </pc:cxnChg>
        <pc:cxnChg chg="add mod">
          <ac:chgData name="Ryan Vetter" userId="4e0f799b-9dd2-4ed1-b88a-f6f813994f91" providerId="ADAL" clId="{26441386-ED72-49CA-87F1-9CA9DFAB74A1}" dt="2021-03-16T12:15:46.935" v="167" actId="1036"/>
          <ac:cxnSpMkLst>
            <pc:docMk/>
            <pc:sldMk cId="2678786716" sldId="2142532606"/>
            <ac:cxnSpMk id="260" creationId="{C945D1AF-CE41-452F-8AF0-E05CBE0F8F20}"/>
          </ac:cxnSpMkLst>
        </pc:cxnChg>
        <pc:cxnChg chg="add mod">
          <ac:chgData name="Ryan Vetter" userId="4e0f799b-9dd2-4ed1-b88a-f6f813994f91" providerId="ADAL" clId="{26441386-ED72-49CA-87F1-9CA9DFAB74A1}" dt="2021-03-16T12:15:46.935" v="167" actId="1036"/>
          <ac:cxnSpMkLst>
            <pc:docMk/>
            <pc:sldMk cId="2678786716" sldId="2142532606"/>
            <ac:cxnSpMk id="261" creationId="{790CDDAD-E9E6-44E1-B2F4-DD0E4A720243}"/>
          </ac:cxnSpMkLst>
        </pc:cxnChg>
      </pc:sldChg>
      <pc:sldChg chg="addSp delSp modSp mod modNotesTx">
        <pc:chgData name="Ryan Vetter" userId="4e0f799b-9dd2-4ed1-b88a-f6f813994f91" providerId="ADAL" clId="{26441386-ED72-49CA-87F1-9CA9DFAB74A1}" dt="2021-03-18T00:44:30.764" v="184" actId="6549"/>
        <pc:sldMkLst>
          <pc:docMk/>
          <pc:sldMk cId="859232145" sldId="2146845971"/>
        </pc:sldMkLst>
        <pc:grpChg chg="del">
          <ac:chgData name="Ryan Vetter" userId="4e0f799b-9dd2-4ed1-b88a-f6f813994f91" providerId="ADAL" clId="{26441386-ED72-49CA-87F1-9CA9DFAB74A1}" dt="2021-03-16T02:53:49.067" v="9" actId="478"/>
          <ac:grpSpMkLst>
            <pc:docMk/>
            <pc:sldMk cId="859232145" sldId="2146845971"/>
            <ac:grpSpMk id="42" creationId="{3AC767CE-F98B-47E9-BE0B-57EE05A3EE2F}"/>
          </ac:grpSpMkLst>
        </pc:grpChg>
        <pc:grpChg chg="del">
          <ac:chgData name="Ryan Vetter" userId="4e0f799b-9dd2-4ed1-b88a-f6f813994f91" providerId="ADAL" clId="{26441386-ED72-49CA-87F1-9CA9DFAB74A1}" dt="2021-03-16T02:53:49.067" v="9" actId="478"/>
          <ac:grpSpMkLst>
            <pc:docMk/>
            <pc:sldMk cId="859232145" sldId="2146845971"/>
            <ac:grpSpMk id="48" creationId="{8AC168EF-2B08-447E-895C-C50EFB5E76F0}"/>
          </ac:grpSpMkLst>
        </pc:grpChg>
        <pc:grpChg chg="del">
          <ac:chgData name="Ryan Vetter" userId="4e0f799b-9dd2-4ed1-b88a-f6f813994f91" providerId="ADAL" clId="{26441386-ED72-49CA-87F1-9CA9DFAB74A1}" dt="2021-03-16T02:53:49.067" v="9" actId="478"/>
          <ac:grpSpMkLst>
            <pc:docMk/>
            <pc:sldMk cId="859232145" sldId="2146845971"/>
            <ac:grpSpMk id="54" creationId="{465ED7CB-CC72-48C5-A719-065E6FB6AAA2}"/>
          </ac:grpSpMkLst>
        </pc:grpChg>
        <pc:grpChg chg="del">
          <ac:chgData name="Ryan Vetter" userId="4e0f799b-9dd2-4ed1-b88a-f6f813994f91" providerId="ADAL" clId="{26441386-ED72-49CA-87F1-9CA9DFAB74A1}" dt="2021-03-16T02:53:49.067" v="9" actId="478"/>
          <ac:grpSpMkLst>
            <pc:docMk/>
            <pc:sldMk cId="859232145" sldId="2146845971"/>
            <ac:grpSpMk id="84" creationId="{D7596998-A2C2-4FE2-B1A9-76A03BBB85FF}"/>
          </ac:grpSpMkLst>
        </pc:grpChg>
        <pc:graphicFrameChg chg="add del mod modGraphic">
          <ac:chgData name="Ryan Vetter" userId="4e0f799b-9dd2-4ed1-b88a-f6f813994f91" providerId="ADAL" clId="{26441386-ED72-49CA-87F1-9CA9DFAB74A1}" dt="2021-03-16T02:53:46.120" v="8" actId="478"/>
          <ac:graphicFrameMkLst>
            <pc:docMk/>
            <pc:sldMk cId="859232145" sldId="2146845971"/>
            <ac:graphicFrameMk id="8" creationId="{0139EBC4-F044-43EA-B03E-528A203A1E95}"/>
          </ac:graphicFrameMkLst>
        </pc:graphicFrameChg>
      </pc:sldChg>
      <pc:sldChg chg="modSp mod">
        <pc:chgData name="Ryan Vetter" userId="4e0f799b-9dd2-4ed1-b88a-f6f813994f91" providerId="ADAL" clId="{26441386-ED72-49CA-87F1-9CA9DFAB74A1}" dt="2021-04-08T13:21:16.988" v="4762" actId="20577"/>
        <pc:sldMkLst>
          <pc:docMk/>
          <pc:sldMk cId="2130153696" sldId="2146845973"/>
        </pc:sldMkLst>
        <pc:spChg chg="mod">
          <ac:chgData name="Ryan Vetter" userId="4e0f799b-9dd2-4ed1-b88a-f6f813994f91" providerId="ADAL" clId="{26441386-ED72-49CA-87F1-9CA9DFAB74A1}" dt="2021-04-08T13:21:16.988" v="4762" actId="20577"/>
          <ac:spMkLst>
            <pc:docMk/>
            <pc:sldMk cId="2130153696" sldId="2146845973"/>
            <ac:spMk id="16" creationId="{344E7F2A-759E-4996-9248-CADB73335B2B}"/>
          </ac:spMkLst>
        </pc:spChg>
      </pc:sldChg>
      <pc:sldChg chg="addSp delSp modSp mod">
        <pc:chgData name="Ryan Vetter" userId="4e0f799b-9dd2-4ed1-b88a-f6f813994f91" providerId="ADAL" clId="{26441386-ED72-49CA-87F1-9CA9DFAB74A1}" dt="2021-03-18T01:54:07.466" v="192" actId="20577"/>
        <pc:sldMkLst>
          <pc:docMk/>
          <pc:sldMk cId="3445609876" sldId="2146845976"/>
        </pc:sldMkLst>
        <pc:spChg chg="mod">
          <ac:chgData name="Ryan Vetter" userId="4e0f799b-9dd2-4ed1-b88a-f6f813994f91" providerId="ADAL" clId="{26441386-ED72-49CA-87F1-9CA9DFAB74A1}" dt="2021-03-18T01:54:07.466" v="192" actId="20577"/>
          <ac:spMkLst>
            <pc:docMk/>
            <pc:sldMk cId="3445609876" sldId="2146845976"/>
            <ac:spMk id="10" creationId="{A78988CF-C0D9-4564-A18C-624985AA8302}"/>
          </ac:spMkLst>
        </pc:spChg>
        <pc:graphicFrameChg chg="modGraphic">
          <ac:chgData name="Ryan Vetter" userId="4e0f799b-9dd2-4ed1-b88a-f6f813994f91" providerId="ADAL" clId="{26441386-ED72-49CA-87F1-9CA9DFAB74A1}" dt="2021-03-16T15:28:07.376" v="183" actId="20577"/>
          <ac:graphicFrameMkLst>
            <pc:docMk/>
            <pc:sldMk cId="3445609876" sldId="2146845976"/>
            <ac:graphicFrameMk id="7" creationId="{3050A818-959D-47B5-9938-7C1566218347}"/>
          </ac:graphicFrameMkLst>
        </pc:graphicFrameChg>
        <pc:graphicFrameChg chg="mod modGraphic">
          <ac:chgData name="Ryan Vetter" userId="4e0f799b-9dd2-4ed1-b88a-f6f813994f91" providerId="ADAL" clId="{26441386-ED72-49CA-87F1-9CA9DFAB74A1}" dt="2021-03-16T15:24:07.686" v="182"/>
          <ac:graphicFrameMkLst>
            <pc:docMk/>
            <pc:sldMk cId="3445609876" sldId="2146845976"/>
            <ac:graphicFrameMk id="8" creationId="{11C6AFA9-D17F-472D-97FC-23D5883BB9C0}"/>
          </ac:graphicFrameMkLst>
        </pc:graphicFrameChg>
        <pc:graphicFrameChg chg="add del mod modGraphic">
          <ac:chgData name="Ryan Vetter" userId="4e0f799b-9dd2-4ed1-b88a-f6f813994f91" providerId="ADAL" clId="{26441386-ED72-49CA-87F1-9CA9DFAB74A1}" dt="2021-03-16T15:24:03.421" v="181"/>
          <ac:graphicFrameMkLst>
            <pc:docMk/>
            <pc:sldMk cId="3445609876" sldId="2146845976"/>
            <ac:graphicFrameMk id="9" creationId="{C288DDB8-A596-45DD-8339-81F64AB25786}"/>
          </ac:graphicFrameMkLst>
        </pc:graphicFrameChg>
      </pc:sldChg>
      <pc:sldChg chg="modSp mod">
        <pc:chgData name="Ryan Vetter" userId="4e0f799b-9dd2-4ed1-b88a-f6f813994f91" providerId="ADAL" clId="{26441386-ED72-49CA-87F1-9CA9DFAB74A1}" dt="2021-03-20T18:48:32.030" v="214" actId="14100"/>
        <pc:sldMkLst>
          <pc:docMk/>
          <pc:sldMk cId="3118789118" sldId="2146845978"/>
        </pc:sldMkLst>
        <pc:spChg chg="mod">
          <ac:chgData name="Ryan Vetter" userId="4e0f799b-9dd2-4ed1-b88a-f6f813994f91" providerId="ADAL" clId="{26441386-ED72-49CA-87F1-9CA9DFAB74A1}" dt="2021-03-20T18:46:46.051" v="199" actId="1076"/>
          <ac:spMkLst>
            <pc:docMk/>
            <pc:sldMk cId="3118789118" sldId="2146845978"/>
            <ac:spMk id="12" creationId="{55EC26CC-4743-4B58-A4EB-383A6EA303E2}"/>
          </ac:spMkLst>
        </pc:spChg>
        <pc:spChg chg="mod">
          <ac:chgData name="Ryan Vetter" userId="4e0f799b-9dd2-4ed1-b88a-f6f813994f91" providerId="ADAL" clId="{26441386-ED72-49CA-87F1-9CA9DFAB74A1}" dt="2021-03-20T18:48:12.939" v="212" actId="14100"/>
          <ac:spMkLst>
            <pc:docMk/>
            <pc:sldMk cId="3118789118" sldId="2146845978"/>
            <ac:spMk id="13" creationId="{A976B790-752C-4992-95CD-CF5DBD7A5C08}"/>
          </ac:spMkLst>
        </pc:spChg>
        <pc:spChg chg="mod">
          <ac:chgData name="Ryan Vetter" userId="4e0f799b-9dd2-4ed1-b88a-f6f813994f91" providerId="ADAL" clId="{26441386-ED72-49CA-87F1-9CA9DFAB74A1}" dt="2021-03-20T18:48:00.243" v="211" actId="1076"/>
          <ac:spMkLst>
            <pc:docMk/>
            <pc:sldMk cId="3118789118" sldId="2146845978"/>
            <ac:spMk id="14" creationId="{6932CE2D-FF33-4026-8184-39DD3D48EBEC}"/>
          </ac:spMkLst>
        </pc:spChg>
        <pc:spChg chg="mod">
          <ac:chgData name="Ryan Vetter" userId="4e0f799b-9dd2-4ed1-b88a-f6f813994f91" providerId="ADAL" clId="{26441386-ED72-49CA-87F1-9CA9DFAB74A1}" dt="2021-03-20T18:47:44.503" v="210" actId="14100"/>
          <ac:spMkLst>
            <pc:docMk/>
            <pc:sldMk cId="3118789118" sldId="2146845978"/>
            <ac:spMk id="15" creationId="{B25528A1-338B-49D0-9349-0503426ABB9E}"/>
          </ac:spMkLst>
        </pc:spChg>
        <pc:spChg chg="mod">
          <ac:chgData name="Ryan Vetter" userId="4e0f799b-9dd2-4ed1-b88a-f6f813994f91" providerId="ADAL" clId="{26441386-ED72-49CA-87F1-9CA9DFAB74A1}" dt="2021-03-20T18:48:32.030" v="214" actId="14100"/>
          <ac:spMkLst>
            <pc:docMk/>
            <pc:sldMk cId="3118789118" sldId="2146845978"/>
            <ac:spMk id="23" creationId="{FD859B32-40EE-4F32-BA5D-A8C3C598327B}"/>
          </ac:spMkLst>
        </pc:spChg>
        <pc:spChg chg="mod">
          <ac:chgData name="Ryan Vetter" userId="4e0f799b-9dd2-4ed1-b88a-f6f813994f91" providerId="ADAL" clId="{26441386-ED72-49CA-87F1-9CA9DFAB74A1}" dt="2021-03-20T18:47:09.424" v="203" actId="14100"/>
          <ac:spMkLst>
            <pc:docMk/>
            <pc:sldMk cId="3118789118" sldId="2146845978"/>
            <ac:spMk id="26" creationId="{92211282-4B21-42CC-9FFE-A1A4AB7A8487}"/>
          </ac:spMkLst>
        </pc:spChg>
        <pc:spChg chg="mod">
          <ac:chgData name="Ryan Vetter" userId="4e0f799b-9dd2-4ed1-b88a-f6f813994f91" providerId="ADAL" clId="{26441386-ED72-49CA-87F1-9CA9DFAB74A1}" dt="2021-03-20T18:47:00.468" v="201" actId="14100"/>
          <ac:spMkLst>
            <pc:docMk/>
            <pc:sldMk cId="3118789118" sldId="2146845978"/>
            <ac:spMk id="27" creationId="{BB366935-10D4-4E2F-B87F-84BE2D8DACCF}"/>
          </ac:spMkLst>
        </pc:spChg>
        <pc:spChg chg="mod">
          <ac:chgData name="Ryan Vetter" userId="4e0f799b-9dd2-4ed1-b88a-f6f813994f91" providerId="ADAL" clId="{26441386-ED72-49CA-87F1-9CA9DFAB74A1}" dt="2021-03-20T18:46:27.520" v="198" actId="1076"/>
          <ac:spMkLst>
            <pc:docMk/>
            <pc:sldMk cId="3118789118" sldId="2146845978"/>
            <ac:spMk id="28" creationId="{441262D6-1B79-47A3-9609-6152D3A48797}"/>
          </ac:spMkLst>
        </pc:spChg>
      </pc:sldChg>
      <pc:sldChg chg="addSp delSp modSp mod">
        <pc:chgData name="Ryan Vetter" userId="4e0f799b-9dd2-4ed1-b88a-f6f813994f91" providerId="ADAL" clId="{26441386-ED72-49CA-87F1-9CA9DFAB74A1}" dt="2021-04-26T13:11:53.439" v="14396" actId="20577"/>
        <pc:sldMkLst>
          <pc:docMk/>
          <pc:sldMk cId="207730898" sldId="2146845982"/>
        </pc:sldMkLst>
        <pc:spChg chg="mod ord">
          <ac:chgData name="Ryan Vetter" userId="4e0f799b-9dd2-4ed1-b88a-f6f813994f91" providerId="ADAL" clId="{26441386-ED72-49CA-87F1-9CA9DFAB74A1}" dt="2021-03-20T19:19:21.862" v="541" actId="14100"/>
          <ac:spMkLst>
            <pc:docMk/>
            <pc:sldMk cId="207730898" sldId="2146845982"/>
            <ac:spMk id="2" creationId="{3B7F2E5F-0D14-4794-8967-57C6BDAD66D4}"/>
          </ac:spMkLst>
        </pc:spChg>
        <pc:spChg chg="add del">
          <ac:chgData name="Ryan Vetter" userId="4e0f799b-9dd2-4ed1-b88a-f6f813994f91" providerId="ADAL" clId="{26441386-ED72-49CA-87F1-9CA9DFAB74A1}" dt="2021-03-20T19:13:23.940" v="360"/>
          <ac:spMkLst>
            <pc:docMk/>
            <pc:sldMk cId="207730898" sldId="2146845982"/>
            <ac:spMk id="3" creationId="{C0424289-B1D1-4A70-90BF-C763AA4B1D27}"/>
          </ac:spMkLst>
        </pc:spChg>
        <pc:spChg chg="add mod">
          <ac:chgData name="Ryan Vetter" userId="4e0f799b-9dd2-4ed1-b88a-f6f813994f91" providerId="ADAL" clId="{26441386-ED72-49CA-87F1-9CA9DFAB74A1}" dt="2021-03-20T19:26:18.459" v="842" actId="20577"/>
          <ac:spMkLst>
            <pc:docMk/>
            <pc:sldMk cId="207730898" sldId="2146845982"/>
            <ac:spMk id="14" creationId="{69A5B073-0F43-4418-95B2-E631C69F7DDB}"/>
          </ac:spMkLst>
        </pc:spChg>
        <pc:spChg chg="add mod">
          <ac:chgData name="Ryan Vetter" userId="4e0f799b-9dd2-4ed1-b88a-f6f813994f91" providerId="ADAL" clId="{26441386-ED72-49CA-87F1-9CA9DFAB74A1}" dt="2021-03-20T19:28:13.595" v="950" actId="20577"/>
          <ac:spMkLst>
            <pc:docMk/>
            <pc:sldMk cId="207730898" sldId="2146845982"/>
            <ac:spMk id="16" creationId="{13BC8877-ACB4-43B9-A018-8E3A8B8E94A2}"/>
          </ac:spMkLst>
        </pc:spChg>
        <pc:spChg chg="mod">
          <ac:chgData name="Ryan Vetter" userId="4e0f799b-9dd2-4ed1-b88a-f6f813994f91" providerId="ADAL" clId="{26441386-ED72-49CA-87F1-9CA9DFAB74A1}" dt="2021-04-26T13:11:53.439" v="14396" actId="20577"/>
          <ac:spMkLst>
            <pc:docMk/>
            <pc:sldMk cId="207730898" sldId="2146845982"/>
            <ac:spMk id="18" creationId="{98633BF9-267D-4EA7-927C-7745F66B826F}"/>
          </ac:spMkLst>
        </pc:spChg>
        <pc:spChg chg="mod">
          <ac:chgData name="Ryan Vetter" userId="4e0f799b-9dd2-4ed1-b88a-f6f813994f91" providerId="ADAL" clId="{26441386-ED72-49CA-87F1-9CA9DFAB74A1}" dt="2021-03-20T19:18:27.086" v="526" actId="14100"/>
          <ac:spMkLst>
            <pc:docMk/>
            <pc:sldMk cId="207730898" sldId="2146845982"/>
            <ac:spMk id="20" creationId="{CE49BD6E-3453-41BA-A609-1BB2E7CA7AB1}"/>
          </ac:spMkLst>
        </pc:spChg>
        <pc:spChg chg="mod">
          <ac:chgData name="Ryan Vetter" userId="4e0f799b-9dd2-4ed1-b88a-f6f813994f91" providerId="ADAL" clId="{26441386-ED72-49CA-87F1-9CA9DFAB74A1}" dt="2021-03-20T19:19:37.431" v="545" actId="14100"/>
          <ac:spMkLst>
            <pc:docMk/>
            <pc:sldMk cId="207730898" sldId="2146845982"/>
            <ac:spMk id="21" creationId="{48FFF42E-D3FE-4EEF-9365-722E9F5819BC}"/>
          </ac:spMkLst>
        </pc:spChg>
        <pc:spChg chg="del mod">
          <ac:chgData name="Ryan Vetter" userId="4e0f799b-9dd2-4ed1-b88a-f6f813994f91" providerId="ADAL" clId="{26441386-ED72-49CA-87F1-9CA9DFAB74A1}" dt="2021-03-20T19:19:00.603" v="533" actId="478"/>
          <ac:spMkLst>
            <pc:docMk/>
            <pc:sldMk cId="207730898" sldId="2146845982"/>
            <ac:spMk id="22" creationId="{0455313F-DEF8-4285-B54B-583AD513F2D6}"/>
          </ac:spMkLst>
        </pc:spChg>
        <pc:spChg chg="add mod">
          <ac:chgData name="Ryan Vetter" userId="4e0f799b-9dd2-4ed1-b88a-f6f813994f91" providerId="ADAL" clId="{26441386-ED72-49CA-87F1-9CA9DFAB74A1}" dt="2021-03-20T19:19:15.467" v="540" actId="20577"/>
          <ac:spMkLst>
            <pc:docMk/>
            <pc:sldMk cId="207730898" sldId="2146845982"/>
            <ac:spMk id="23" creationId="{B8C17C4E-762C-4271-89B5-DDCF11EEDC0E}"/>
          </ac:spMkLst>
        </pc:spChg>
        <pc:spChg chg="mod">
          <ac:chgData name="Ryan Vetter" userId="4e0f799b-9dd2-4ed1-b88a-f6f813994f91" providerId="ADAL" clId="{26441386-ED72-49CA-87F1-9CA9DFAB74A1}" dt="2021-03-20T19:19:34.097" v="544" actId="14100"/>
          <ac:spMkLst>
            <pc:docMk/>
            <pc:sldMk cId="207730898" sldId="2146845982"/>
            <ac:spMk id="24" creationId="{47D7A770-9FCA-4433-B9D2-D4752AEFE537}"/>
          </ac:spMkLst>
        </pc:spChg>
      </pc:sldChg>
      <pc:sldChg chg="modSp mod ord">
        <pc:chgData name="Ryan Vetter" userId="4e0f799b-9dd2-4ed1-b88a-f6f813994f91" providerId="ADAL" clId="{26441386-ED72-49CA-87F1-9CA9DFAB74A1}" dt="2021-04-08T18:06:08.213" v="7349"/>
        <pc:sldMkLst>
          <pc:docMk/>
          <pc:sldMk cId="1510712340" sldId="2146845983"/>
        </pc:sldMkLst>
        <pc:spChg chg="mod">
          <ac:chgData name="Ryan Vetter" userId="4e0f799b-9dd2-4ed1-b88a-f6f813994f91" providerId="ADAL" clId="{26441386-ED72-49CA-87F1-9CA9DFAB74A1}" dt="2021-04-08T18:05:54.856" v="7347" actId="20577"/>
          <ac:spMkLst>
            <pc:docMk/>
            <pc:sldMk cId="1510712340" sldId="2146845983"/>
            <ac:spMk id="51" creationId="{FE288D11-7038-402B-848F-FB5A99378125}"/>
          </ac:spMkLst>
        </pc:spChg>
      </pc:sldChg>
      <pc:sldChg chg="addSp modSp add mod ord">
        <pc:chgData name="Ryan Vetter" userId="4e0f799b-9dd2-4ed1-b88a-f6f813994f91" providerId="ADAL" clId="{26441386-ED72-49CA-87F1-9CA9DFAB74A1}" dt="2021-04-16T15:47:24.410" v="13549" actId="20577"/>
        <pc:sldMkLst>
          <pc:docMk/>
          <pc:sldMk cId="1395122171" sldId="2146845984"/>
        </pc:sldMkLst>
        <pc:spChg chg="mod">
          <ac:chgData name="Ryan Vetter" userId="4e0f799b-9dd2-4ed1-b88a-f6f813994f91" providerId="ADAL" clId="{26441386-ED72-49CA-87F1-9CA9DFAB74A1}" dt="2021-04-08T12:48:42.784" v="3753" actId="313"/>
          <ac:spMkLst>
            <pc:docMk/>
            <pc:sldMk cId="1395122171" sldId="2146845984"/>
            <ac:spMk id="4" creationId="{24274302-E795-4AE3-9846-E176B8A41D96}"/>
          </ac:spMkLst>
        </pc:spChg>
        <pc:spChg chg="add mod">
          <ac:chgData name="Ryan Vetter" userId="4e0f799b-9dd2-4ed1-b88a-f6f813994f91" providerId="ADAL" clId="{26441386-ED72-49CA-87F1-9CA9DFAB74A1}" dt="2021-04-16T15:47:24.410" v="13549" actId="20577"/>
          <ac:spMkLst>
            <pc:docMk/>
            <pc:sldMk cId="1395122171" sldId="2146845984"/>
            <ac:spMk id="10" creationId="{26B89004-8D53-4AB7-BFFB-D93CB12B1722}"/>
          </ac:spMkLst>
        </pc:spChg>
      </pc:sldChg>
      <pc:sldChg chg="modSp mod">
        <pc:chgData name="Ryan Vetter" userId="4e0f799b-9dd2-4ed1-b88a-f6f813994f91" providerId="ADAL" clId="{26441386-ED72-49CA-87F1-9CA9DFAB74A1}" dt="2021-04-09T19:53:28.181" v="11684" actId="1076"/>
        <pc:sldMkLst>
          <pc:docMk/>
          <pc:sldMk cId="52130966" sldId="2146845985"/>
        </pc:sldMkLst>
        <pc:spChg chg="mod">
          <ac:chgData name="Ryan Vetter" userId="4e0f799b-9dd2-4ed1-b88a-f6f813994f91" providerId="ADAL" clId="{26441386-ED72-49CA-87F1-9CA9DFAB74A1}" dt="2021-03-24T13:39:21.023" v="998" actId="20577"/>
          <ac:spMkLst>
            <pc:docMk/>
            <pc:sldMk cId="52130966" sldId="2146845985"/>
            <ac:spMk id="4" creationId="{00425640-171B-44FE-AA2A-3185FFF69802}"/>
          </ac:spMkLst>
        </pc:spChg>
        <pc:spChg chg="mod">
          <ac:chgData name="Ryan Vetter" userId="4e0f799b-9dd2-4ed1-b88a-f6f813994f91" providerId="ADAL" clId="{26441386-ED72-49CA-87F1-9CA9DFAB74A1}" dt="2021-04-09T19:53:28.181" v="11684" actId="1076"/>
          <ac:spMkLst>
            <pc:docMk/>
            <pc:sldMk cId="52130966" sldId="2146845985"/>
            <ac:spMk id="8" creationId="{B7803F10-FD06-4AC0-B0C4-83AFA630665E}"/>
          </ac:spMkLst>
        </pc:spChg>
      </pc:sldChg>
      <pc:sldChg chg="addSp delSp modSp mod">
        <pc:chgData name="Ryan Vetter" userId="4e0f799b-9dd2-4ed1-b88a-f6f813994f91" providerId="ADAL" clId="{26441386-ED72-49CA-87F1-9CA9DFAB74A1}" dt="2021-03-29T21:18:01.450" v="1353" actId="1076"/>
        <pc:sldMkLst>
          <pc:docMk/>
          <pc:sldMk cId="1690488660" sldId="2146845986"/>
        </pc:sldMkLst>
        <pc:picChg chg="add mod">
          <ac:chgData name="Ryan Vetter" userId="4e0f799b-9dd2-4ed1-b88a-f6f813994f91" providerId="ADAL" clId="{26441386-ED72-49CA-87F1-9CA9DFAB74A1}" dt="2021-03-29T21:18:01.450" v="1353" actId="1076"/>
          <ac:picMkLst>
            <pc:docMk/>
            <pc:sldMk cId="1690488660" sldId="2146845986"/>
            <ac:picMk id="3" creationId="{A74E2679-91F9-4F11-8010-4FAA5169DB3A}"/>
          </ac:picMkLst>
        </pc:picChg>
        <pc:picChg chg="del">
          <ac:chgData name="Ryan Vetter" userId="4e0f799b-9dd2-4ed1-b88a-f6f813994f91" providerId="ADAL" clId="{26441386-ED72-49CA-87F1-9CA9DFAB74A1}" dt="2021-03-29T21:17:54.228" v="1349" actId="478"/>
          <ac:picMkLst>
            <pc:docMk/>
            <pc:sldMk cId="1690488660" sldId="2146845986"/>
            <ac:picMk id="4" creationId="{1FEF06A9-94CB-4ACF-A5DF-BCDA12216455}"/>
          </ac:picMkLst>
        </pc:picChg>
      </pc:sldChg>
      <pc:sldChg chg="modSp mod">
        <pc:chgData name="Ryan Vetter" userId="4e0f799b-9dd2-4ed1-b88a-f6f813994f91" providerId="ADAL" clId="{26441386-ED72-49CA-87F1-9CA9DFAB74A1}" dt="2021-04-08T18:04:55.523" v="7342" actId="20577"/>
        <pc:sldMkLst>
          <pc:docMk/>
          <pc:sldMk cId="2117334497" sldId="2146845995"/>
        </pc:sldMkLst>
        <pc:spChg chg="mod">
          <ac:chgData name="Ryan Vetter" userId="4e0f799b-9dd2-4ed1-b88a-f6f813994f91" providerId="ADAL" clId="{26441386-ED72-49CA-87F1-9CA9DFAB74A1}" dt="2021-04-08T18:04:39.338" v="7336" actId="20577"/>
          <ac:spMkLst>
            <pc:docMk/>
            <pc:sldMk cId="2117334497" sldId="2146845995"/>
            <ac:spMk id="2" creationId="{3415D7D4-3680-4192-A583-D468CFFCF507}"/>
          </ac:spMkLst>
        </pc:spChg>
        <pc:spChg chg="mod">
          <ac:chgData name="Ryan Vetter" userId="4e0f799b-9dd2-4ed1-b88a-f6f813994f91" providerId="ADAL" clId="{26441386-ED72-49CA-87F1-9CA9DFAB74A1}" dt="2021-04-08T18:04:46.344" v="7338" actId="20577"/>
          <ac:spMkLst>
            <pc:docMk/>
            <pc:sldMk cId="2117334497" sldId="2146845995"/>
            <ac:spMk id="16" creationId="{CA8E94CF-63FF-4642-814A-BBA8D41FE39A}"/>
          </ac:spMkLst>
        </pc:spChg>
        <pc:spChg chg="mod">
          <ac:chgData name="Ryan Vetter" userId="4e0f799b-9dd2-4ed1-b88a-f6f813994f91" providerId="ADAL" clId="{26441386-ED72-49CA-87F1-9CA9DFAB74A1}" dt="2021-04-08T18:04:51.002" v="7340" actId="20577"/>
          <ac:spMkLst>
            <pc:docMk/>
            <pc:sldMk cId="2117334497" sldId="2146845995"/>
            <ac:spMk id="22" creationId="{30A10D0D-747D-41FA-AF5A-A207F4D58004}"/>
          </ac:spMkLst>
        </pc:spChg>
        <pc:spChg chg="mod">
          <ac:chgData name="Ryan Vetter" userId="4e0f799b-9dd2-4ed1-b88a-f6f813994f91" providerId="ADAL" clId="{26441386-ED72-49CA-87F1-9CA9DFAB74A1}" dt="2021-04-08T18:04:55.523" v="7342" actId="20577"/>
          <ac:spMkLst>
            <pc:docMk/>
            <pc:sldMk cId="2117334497" sldId="2146845995"/>
            <ac:spMk id="34" creationId="{85351D4C-2272-4405-8E0C-0831B52A9AC1}"/>
          </ac:spMkLst>
        </pc:spChg>
      </pc:sldChg>
      <pc:sldChg chg="modSp add del mod">
        <pc:chgData name="Ryan Vetter" userId="4e0f799b-9dd2-4ed1-b88a-f6f813994f91" providerId="ADAL" clId="{26441386-ED72-49CA-87F1-9CA9DFAB74A1}" dt="2021-03-29T21:18:29.250" v="1379" actId="2696"/>
        <pc:sldMkLst>
          <pc:docMk/>
          <pc:sldMk cId="2658206950" sldId="2146845996"/>
        </pc:sldMkLst>
        <pc:spChg chg="mod">
          <ac:chgData name="Ryan Vetter" userId="4e0f799b-9dd2-4ed1-b88a-f6f813994f91" providerId="ADAL" clId="{26441386-ED72-49CA-87F1-9CA9DFAB74A1}" dt="2021-03-29T21:18:21.277" v="1378" actId="27636"/>
          <ac:spMkLst>
            <pc:docMk/>
            <pc:sldMk cId="2658206950" sldId="2146845996"/>
            <ac:spMk id="5" creationId="{34EF8608-9EDF-4FCE-BDD5-DE821B04DA66}"/>
          </ac:spMkLst>
        </pc:spChg>
      </pc:sldChg>
      <pc:sldChg chg="add del setBg">
        <pc:chgData name="Ryan Vetter" userId="4e0f799b-9dd2-4ed1-b88a-f6f813994f91" providerId="ADAL" clId="{26441386-ED72-49CA-87F1-9CA9DFAB74A1}" dt="2021-04-08T17:56:44.095" v="7322" actId="2696"/>
        <pc:sldMkLst>
          <pc:docMk/>
          <pc:sldMk cId="3829018043" sldId="2146845996"/>
        </pc:sldMkLst>
      </pc:sldChg>
      <pc:sldChg chg="modSp add mod ord">
        <pc:chgData name="Ryan Vetter" userId="4e0f799b-9dd2-4ed1-b88a-f6f813994f91" providerId="ADAL" clId="{26441386-ED72-49CA-87F1-9CA9DFAB74A1}" dt="2021-03-30T21:27:36.154" v="3389" actId="6549"/>
        <pc:sldMkLst>
          <pc:docMk/>
          <pc:sldMk cId="4257869422" sldId="2146845997"/>
        </pc:sldMkLst>
        <pc:spChg chg="mod">
          <ac:chgData name="Ryan Vetter" userId="4e0f799b-9dd2-4ed1-b88a-f6f813994f91" providerId="ADAL" clId="{26441386-ED72-49CA-87F1-9CA9DFAB74A1}" dt="2021-03-30T21:20:20.149" v="3035" actId="20577"/>
          <ac:spMkLst>
            <pc:docMk/>
            <pc:sldMk cId="4257869422" sldId="2146845997"/>
            <ac:spMk id="2" creationId="{47E8D92B-235D-436A-818C-1CCEFC88EB67}"/>
          </ac:spMkLst>
        </pc:spChg>
        <pc:spChg chg="mod">
          <ac:chgData name="Ryan Vetter" userId="4e0f799b-9dd2-4ed1-b88a-f6f813994f91" providerId="ADAL" clId="{26441386-ED72-49CA-87F1-9CA9DFAB74A1}" dt="2021-03-30T21:27:36.154" v="3389" actId="6549"/>
          <ac:spMkLst>
            <pc:docMk/>
            <pc:sldMk cId="4257869422" sldId="2146845997"/>
            <ac:spMk id="4" creationId="{24274302-E795-4AE3-9846-E176B8A41D96}"/>
          </ac:spMkLst>
        </pc:spChg>
        <pc:spChg chg="mod">
          <ac:chgData name="Ryan Vetter" userId="4e0f799b-9dd2-4ed1-b88a-f6f813994f91" providerId="ADAL" clId="{26441386-ED72-49CA-87F1-9CA9DFAB74A1}" dt="2021-03-30T20:38:25.149" v="2470" actId="20577"/>
          <ac:spMkLst>
            <pc:docMk/>
            <pc:sldMk cId="4257869422" sldId="2146845997"/>
            <ac:spMk id="6" creationId="{01E32884-623B-4264-BC46-0484375714D0}"/>
          </ac:spMkLst>
        </pc:spChg>
        <pc:spChg chg="mod">
          <ac:chgData name="Ryan Vetter" userId="4e0f799b-9dd2-4ed1-b88a-f6f813994f91" providerId="ADAL" clId="{26441386-ED72-49CA-87F1-9CA9DFAB74A1}" dt="2021-03-30T20:49:40.769" v="2841" actId="33524"/>
          <ac:spMkLst>
            <pc:docMk/>
            <pc:sldMk cId="4257869422" sldId="2146845997"/>
            <ac:spMk id="7" creationId="{36B61E10-DB36-411E-86A9-487BA83C774E}"/>
          </ac:spMkLst>
        </pc:spChg>
      </pc:sldChg>
      <pc:sldChg chg="modSp add mod">
        <pc:chgData name="Ryan Vetter" userId="4e0f799b-9dd2-4ed1-b88a-f6f813994f91" providerId="ADAL" clId="{26441386-ED72-49CA-87F1-9CA9DFAB74A1}" dt="2021-03-30T21:29:26.072" v="3593" actId="20577"/>
        <pc:sldMkLst>
          <pc:docMk/>
          <pc:sldMk cId="340949598" sldId="2146845998"/>
        </pc:sldMkLst>
        <pc:spChg chg="mod">
          <ac:chgData name="Ryan Vetter" userId="4e0f799b-9dd2-4ed1-b88a-f6f813994f91" providerId="ADAL" clId="{26441386-ED72-49CA-87F1-9CA9DFAB74A1}" dt="2021-03-30T21:20:42.645" v="3079" actId="20577"/>
          <ac:spMkLst>
            <pc:docMk/>
            <pc:sldMk cId="340949598" sldId="2146845998"/>
            <ac:spMk id="2" creationId="{47E8D92B-235D-436A-818C-1CCEFC88EB67}"/>
          </ac:spMkLst>
        </pc:spChg>
        <pc:spChg chg="mod">
          <ac:chgData name="Ryan Vetter" userId="4e0f799b-9dd2-4ed1-b88a-f6f813994f91" providerId="ADAL" clId="{26441386-ED72-49CA-87F1-9CA9DFAB74A1}" dt="2021-03-30T21:26:58.980" v="3368" actId="6549"/>
          <ac:spMkLst>
            <pc:docMk/>
            <pc:sldMk cId="340949598" sldId="2146845998"/>
            <ac:spMk id="4" creationId="{24274302-E795-4AE3-9846-E176B8A41D96}"/>
          </ac:spMkLst>
        </pc:spChg>
        <pc:spChg chg="mod">
          <ac:chgData name="Ryan Vetter" userId="4e0f799b-9dd2-4ed1-b88a-f6f813994f91" providerId="ADAL" clId="{26441386-ED72-49CA-87F1-9CA9DFAB74A1}" dt="2021-03-30T21:29:26.072" v="3593" actId="20577"/>
          <ac:spMkLst>
            <pc:docMk/>
            <pc:sldMk cId="340949598" sldId="2146845998"/>
            <ac:spMk id="6" creationId="{01E32884-623B-4264-BC46-0484375714D0}"/>
          </ac:spMkLst>
        </pc:spChg>
        <pc:spChg chg="mod">
          <ac:chgData name="Ryan Vetter" userId="4e0f799b-9dd2-4ed1-b88a-f6f813994f91" providerId="ADAL" clId="{26441386-ED72-49CA-87F1-9CA9DFAB74A1}" dt="2021-03-30T21:26:11.486" v="3355" actId="6549"/>
          <ac:spMkLst>
            <pc:docMk/>
            <pc:sldMk cId="340949598" sldId="2146845998"/>
            <ac:spMk id="7" creationId="{36B61E10-DB36-411E-86A9-487BA83C774E}"/>
          </ac:spMkLst>
        </pc:spChg>
      </pc:sldChg>
      <pc:sldChg chg="addSp delSp modSp add del mod setBg">
        <pc:chgData name="Ryan Vetter" userId="4e0f799b-9dd2-4ed1-b88a-f6f813994f91" providerId="ADAL" clId="{26441386-ED72-49CA-87F1-9CA9DFAB74A1}" dt="2021-04-08T19:50:52.038" v="9789" actId="47"/>
        <pc:sldMkLst>
          <pc:docMk/>
          <pc:sldMk cId="988926314" sldId="2146845999"/>
        </pc:sldMkLst>
        <pc:spChg chg="add mod">
          <ac:chgData name="Ryan Vetter" userId="4e0f799b-9dd2-4ed1-b88a-f6f813994f91" providerId="ADAL" clId="{26441386-ED72-49CA-87F1-9CA9DFAB74A1}" dt="2021-04-08T18:27:55.412" v="9671" actId="20577"/>
          <ac:spMkLst>
            <pc:docMk/>
            <pc:sldMk cId="988926314" sldId="2146845999"/>
            <ac:spMk id="4" creationId="{39AF3E02-E95F-4568-B781-2CA4ACE7FD52}"/>
          </ac:spMkLst>
        </pc:spChg>
        <pc:spChg chg="mod">
          <ac:chgData name="Ryan Vetter" userId="4e0f799b-9dd2-4ed1-b88a-f6f813994f91" providerId="ADAL" clId="{26441386-ED72-49CA-87F1-9CA9DFAB74A1}" dt="2021-04-08T18:22:57.411" v="9501" actId="20577"/>
          <ac:spMkLst>
            <pc:docMk/>
            <pc:sldMk cId="988926314" sldId="2146845999"/>
            <ac:spMk id="5" creationId="{34EF8608-9EDF-4FCE-BDD5-DE821B04DA66}"/>
          </ac:spMkLst>
        </pc:spChg>
        <pc:spChg chg="del">
          <ac:chgData name="Ryan Vetter" userId="4e0f799b-9dd2-4ed1-b88a-f6f813994f91" providerId="ADAL" clId="{26441386-ED72-49CA-87F1-9CA9DFAB74A1}" dt="2021-04-08T18:07:22.384" v="7351" actId="478"/>
          <ac:spMkLst>
            <pc:docMk/>
            <pc:sldMk cId="988926314" sldId="2146845999"/>
            <ac:spMk id="6" creationId="{404A2925-0765-4EEC-8670-9ADAFA78E793}"/>
          </ac:spMkLst>
        </pc:spChg>
        <pc:spChg chg="add mod">
          <ac:chgData name="Ryan Vetter" userId="4e0f799b-9dd2-4ed1-b88a-f6f813994f91" providerId="ADAL" clId="{26441386-ED72-49CA-87F1-9CA9DFAB74A1}" dt="2021-04-08T18:28:09.754" v="9672" actId="113"/>
          <ac:spMkLst>
            <pc:docMk/>
            <pc:sldMk cId="988926314" sldId="2146845999"/>
            <ac:spMk id="8" creationId="{F80F55B7-F6D5-4760-B39D-E78113A932E9}"/>
          </ac:spMkLst>
        </pc:spChg>
        <pc:spChg chg="add mod">
          <ac:chgData name="Ryan Vetter" userId="4e0f799b-9dd2-4ed1-b88a-f6f813994f91" providerId="ADAL" clId="{26441386-ED72-49CA-87F1-9CA9DFAB74A1}" dt="2021-04-08T19:41:08.165" v="9780" actId="1076"/>
          <ac:spMkLst>
            <pc:docMk/>
            <pc:sldMk cId="988926314" sldId="2146845999"/>
            <ac:spMk id="9" creationId="{190DD410-BACE-4676-B26F-481F6CBC7AC3}"/>
          </ac:spMkLst>
        </pc:spChg>
        <pc:picChg chg="del mod">
          <ac:chgData name="Ryan Vetter" userId="4e0f799b-9dd2-4ed1-b88a-f6f813994f91" providerId="ADAL" clId="{26441386-ED72-49CA-87F1-9CA9DFAB74A1}" dt="2021-04-08T18:16:14.205" v="8814" actId="478"/>
          <ac:picMkLst>
            <pc:docMk/>
            <pc:sldMk cId="988926314" sldId="2146845999"/>
            <ac:picMk id="3" creationId="{A74E2679-91F9-4F11-8010-4FAA5169DB3A}"/>
          </ac:picMkLst>
        </pc:picChg>
      </pc:sldChg>
      <pc:sldChg chg="new del">
        <pc:chgData name="Ryan Vetter" userId="4e0f799b-9dd2-4ed1-b88a-f6f813994f91" providerId="ADAL" clId="{26441386-ED72-49CA-87F1-9CA9DFAB74A1}" dt="2021-04-08T18:04:05.711" v="7334" actId="47"/>
        <pc:sldMkLst>
          <pc:docMk/>
          <pc:sldMk cId="3184797812" sldId="2146845999"/>
        </pc:sldMkLst>
      </pc:sldChg>
      <pc:sldChg chg="addSp modSp add del mod ord">
        <pc:chgData name="Ryan Vetter" userId="4e0f799b-9dd2-4ed1-b88a-f6f813994f91" providerId="ADAL" clId="{26441386-ED72-49CA-87F1-9CA9DFAB74A1}" dt="2021-04-15T15:56:35.838" v="13461" actId="20577"/>
        <pc:sldMkLst>
          <pc:docMk/>
          <pc:sldMk cId="716058420" sldId="2146846000"/>
        </pc:sldMkLst>
        <pc:spChg chg="mod">
          <ac:chgData name="Ryan Vetter" userId="4e0f799b-9dd2-4ed1-b88a-f6f813994f91" providerId="ADAL" clId="{26441386-ED72-49CA-87F1-9CA9DFAB74A1}" dt="2021-04-15T15:56:35.838" v="13461" actId="20577"/>
          <ac:spMkLst>
            <pc:docMk/>
            <pc:sldMk cId="716058420" sldId="2146846000"/>
            <ac:spMk id="3" creationId="{6F145C45-6E77-49A1-894F-6265A87234DF}"/>
          </ac:spMkLst>
        </pc:spChg>
        <pc:spChg chg="mod">
          <ac:chgData name="Ryan Vetter" userId="4e0f799b-9dd2-4ed1-b88a-f6f813994f91" providerId="ADAL" clId="{26441386-ED72-49CA-87F1-9CA9DFAB74A1}" dt="2021-04-09T20:19:55.184" v="13434" actId="554"/>
          <ac:spMkLst>
            <pc:docMk/>
            <pc:sldMk cId="716058420" sldId="2146846000"/>
            <ac:spMk id="4" creationId="{39AF3E02-E95F-4568-B781-2CA4ACE7FD52}"/>
          </ac:spMkLst>
        </pc:spChg>
        <pc:spChg chg="mod">
          <ac:chgData name="Ryan Vetter" userId="4e0f799b-9dd2-4ed1-b88a-f6f813994f91" providerId="ADAL" clId="{26441386-ED72-49CA-87F1-9CA9DFAB74A1}" dt="2021-04-09T20:19:55.184" v="13434" actId="554"/>
          <ac:spMkLst>
            <pc:docMk/>
            <pc:sldMk cId="716058420" sldId="2146846000"/>
            <ac:spMk id="8" creationId="{F80F55B7-F6D5-4760-B39D-E78113A932E9}"/>
          </ac:spMkLst>
        </pc:spChg>
        <pc:spChg chg="mod">
          <ac:chgData name="Ryan Vetter" userId="4e0f799b-9dd2-4ed1-b88a-f6f813994f91" providerId="ADAL" clId="{26441386-ED72-49CA-87F1-9CA9DFAB74A1}" dt="2021-04-09T19:42:56.852" v="10652" actId="1076"/>
          <ac:spMkLst>
            <pc:docMk/>
            <pc:sldMk cId="716058420" sldId="2146846000"/>
            <ac:spMk id="9" creationId="{190DD410-BACE-4676-B26F-481F6CBC7AC3}"/>
          </ac:spMkLst>
        </pc:spChg>
        <pc:spChg chg="mod">
          <ac:chgData name="Ryan Vetter" userId="4e0f799b-9dd2-4ed1-b88a-f6f813994f91" providerId="ADAL" clId="{26441386-ED72-49CA-87F1-9CA9DFAB74A1}" dt="2021-04-09T19:44:50.862" v="10680" actId="1076"/>
          <ac:spMkLst>
            <pc:docMk/>
            <pc:sldMk cId="716058420" sldId="2146846000"/>
            <ac:spMk id="10" creationId="{53546CA7-7FDC-4822-906E-63CC5520B1D5}"/>
          </ac:spMkLst>
        </pc:spChg>
        <pc:spChg chg="add mod">
          <ac:chgData name="Ryan Vetter" userId="4e0f799b-9dd2-4ed1-b88a-f6f813994f91" providerId="ADAL" clId="{26441386-ED72-49CA-87F1-9CA9DFAB74A1}" dt="2021-04-09T19:43:54.453" v="10667" actId="1076"/>
          <ac:spMkLst>
            <pc:docMk/>
            <pc:sldMk cId="716058420" sldId="2146846000"/>
            <ac:spMk id="30" creationId="{C1EF3DFD-1A0F-4F45-A4C7-D432079EA013}"/>
          </ac:spMkLst>
        </pc:spChg>
        <pc:picChg chg="add mod">
          <ac:chgData name="Ryan Vetter" userId="4e0f799b-9dd2-4ed1-b88a-f6f813994f91" providerId="ADAL" clId="{26441386-ED72-49CA-87F1-9CA9DFAB74A1}" dt="2021-04-09T19:43:05.288" v="10653" actId="1076"/>
          <ac:picMkLst>
            <pc:docMk/>
            <pc:sldMk cId="716058420" sldId="2146846000"/>
            <ac:picMk id="11" creationId="{39D95F86-1EAA-4C08-8795-16DC327AE987}"/>
          </ac:picMkLst>
        </pc:picChg>
        <pc:picChg chg="add mod">
          <ac:chgData name="Ryan Vetter" userId="4e0f799b-9dd2-4ed1-b88a-f6f813994f91" providerId="ADAL" clId="{26441386-ED72-49CA-87F1-9CA9DFAB74A1}" dt="2021-04-09T19:43:05.288" v="10653" actId="1076"/>
          <ac:picMkLst>
            <pc:docMk/>
            <pc:sldMk cId="716058420" sldId="2146846000"/>
            <ac:picMk id="13" creationId="{21356075-B587-43A5-A29B-26DFD8A2A0FA}"/>
          </ac:picMkLst>
        </pc:picChg>
        <pc:picChg chg="add mod">
          <ac:chgData name="Ryan Vetter" userId="4e0f799b-9dd2-4ed1-b88a-f6f813994f91" providerId="ADAL" clId="{26441386-ED72-49CA-87F1-9CA9DFAB74A1}" dt="2021-04-09T19:44:45.266" v="10679" actId="1076"/>
          <ac:picMkLst>
            <pc:docMk/>
            <pc:sldMk cId="716058420" sldId="2146846000"/>
            <ac:picMk id="15" creationId="{41AFD73A-8A6E-479F-9197-FA368D14D4C0}"/>
          </ac:picMkLst>
        </pc:picChg>
        <pc:picChg chg="add mod">
          <ac:chgData name="Ryan Vetter" userId="4e0f799b-9dd2-4ed1-b88a-f6f813994f91" providerId="ADAL" clId="{26441386-ED72-49CA-87F1-9CA9DFAB74A1}" dt="2021-04-09T19:44:45.266" v="10679" actId="1076"/>
          <ac:picMkLst>
            <pc:docMk/>
            <pc:sldMk cId="716058420" sldId="2146846000"/>
            <ac:picMk id="17" creationId="{FFBB32C5-F77B-478C-920D-94BC66A0769B}"/>
          </ac:picMkLst>
        </pc:picChg>
        <pc:picChg chg="add mod">
          <ac:chgData name="Ryan Vetter" userId="4e0f799b-9dd2-4ed1-b88a-f6f813994f91" providerId="ADAL" clId="{26441386-ED72-49CA-87F1-9CA9DFAB74A1}" dt="2021-04-09T19:44:45.266" v="10679" actId="1076"/>
          <ac:picMkLst>
            <pc:docMk/>
            <pc:sldMk cId="716058420" sldId="2146846000"/>
            <ac:picMk id="19" creationId="{24D69309-8679-4783-BA49-60C19865D4E1}"/>
          </ac:picMkLst>
        </pc:picChg>
        <pc:picChg chg="add mod">
          <ac:chgData name="Ryan Vetter" userId="4e0f799b-9dd2-4ed1-b88a-f6f813994f91" providerId="ADAL" clId="{26441386-ED72-49CA-87F1-9CA9DFAB74A1}" dt="2021-04-09T19:44:45.266" v="10679" actId="1076"/>
          <ac:picMkLst>
            <pc:docMk/>
            <pc:sldMk cId="716058420" sldId="2146846000"/>
            <ac:picMk id="21" creationId="{EE5863EB-9E43-4117-8EDC-157EB77658BF}"/>
          </ac:picMkLst>
        </pc:picChg>
        <pc:picChg chg="add mod">
          <ac:chgData name="Ryan Vetter" userId="4e0f799b-9dd2-4ed1-b88a-f6f813994f91" providerId="ADAL" clId="{26441386-ED72-49CA-87F1-9CA9DFAB74A1}" dt="2021-04-09T19:43:05.288" v="10653" actId="1076"/>
          <ac:picMkLst>
            <pc:docMk/>
            <pc:sldMk cId="716058420" sldId="2146846000"/>
            <ac:picMk id="23" creationId="{7C678B56-3984-4B8A-9DAB-EA4A289BBC8E}"/>
          </ac:picMkLst>
        </pc:picChg>
        <pc:picChg chg="add mod">
          <ac:chgData name="Ryan Vetter" userId="4e0f799b-9dd2-4ed1-b88a-f6f813994f91" providerId="ADAL" clId="{26441386-ED72-49CA-87F1-9CA9DFAB74A1}" dt="2021-04-09T19:43:05.288" v="10653" actId="1076"/>
          <ac:picMkLst>
            <pc:docMk/>
            <pc:sldMk cId="716058420" sldId="2146846000"/>
            <ac:picMk id="25" creationId="{9231D58D-939D-4FC1-836E-222F27222889}"/>
          </ac:picMkLst>
        </pc:picChg>
        <pc:picChg chg="add mod">
          <ac:chgData name="Ryan Vetter" userId="4e0f799b-9dd2-4ed1-b88a-f6f813994f91" providerId="ADAL" clId="{26441386-ED72-49CA-87F1-9CA9DFAB74A1}" dt="2021-04-09T19:44:45.266" v="10679" actId="1076"/>
          <ac:picMkLst>
            <pc:docMk/>
            <pc:sldMk cId="716058420" sldId="2146846000"/>
            <ac:picMk id="27" creationId="{2275378F-C169-4CD8-B475-6C68C229CE47}"/>
          </ac:picMkLst>
        </pc:picChg>
        <pc:cxnChg chg="add mod">
          <ac:chgData name="Ryan Vetter" userId="4e0f799b-9dd2-4ed1-b88a-f6f813994f91" providerId="ADAL" clId="{26441386-ED72-49CA-87F1-9CA9DFAB74A1}" dt="2021-04-09T20:27:50.832" v="13457" actId="12788"/>
          <ac:cxnSpMkLst>
            <pc:docMk/>
            <pc:sldMk cId="716058420" sldId="2146846000"/>
            <ac:cxnSpMk id="31" creationId="{BE958A93-8057-44EE-A529-ABD577A8BCC4}"/>
          </ac:cxnSpMkLst>
        </pc:cxnChg>
      </pc:sldChg>
      <pc:sldChg chg="addSp modSp add mod modShow">
        <pc:chgData name="Ryan Vetter" userId="4e0f799b-9dd2-4ed1-b88a-f6f813994f91" providerId="ADAL" clId="{26441386-ED72-49CA-87F1-9CA9DFAB74A1}" dt="2021-04-09T16:02:11.243" v="10547" actId="729"/>
        <pc:sldMkLst>
          <pc:docMk/>
          <pc:sldMk cId="3917540874" sldId="2146846001"/>
        </pc:sldMkLst>
        <pc:spChg chg="add mod">
          <ac:chgData name="Ryan Vetter" userId="4e0f799b-9dd2-4ed1-b88a-f6f813994f91" providerId="ADAL" clId="{26441386-ED72-49CA-87F1-9CA9DFAB74A1}" dt="2021-04-09T14:41:16.624" v="9899" actId="1076"/>
          <ac:spMkLst>
            <pc:docMk/>
            <pc:sldMk cId="3917540874" sldId="2146846001"/>
            <ac:spMk id="2" creationId="{FADC48B0-2447-451D-B6FC-AF1B25747016}"/>
          </ac:spMkLst>
        </pc:spChg>
        <pc:spChg chg="mod">
          <ac:chgData name="Ryan Vetter" userId="4e0f799b-9dd2-4ed1-b88a-f6f813994f91" providerId="ADAL" clId="{26441386-ED72-49CA-87F1-9CA9DFAB74A1}" dt="2021-04-09T16:01:53.677" v="10546" actId="20577"/>
          <ac:spMkLst>
            <pc:docMk/>
            <pc:sldMk cId="3917540874" sldId="2146846001"/>
            <ac:spMk id="4" creationId="{FA8CCE2E-4E27-421F-B61B-BA79E1C45D4E}"/>
          </ac:spMkLst>
        </pc:spChg>
      </pc:sldChg>
      <pc:sldChg chg="addSp delSp modSp add mod ord">
        <pc:chgData name="Ryan Vetter" userId="4e0f799b-9dd2-4ed1-b88a-f6f813994f91" providerId="ADAL" clId="{26441386-ED72-49CA-87F1-9CA9DFAB74A1}" dt="2021-04-09T20:23:21.782" v="13442" actId="20577"/>
        <pc:sldMkLst>
          <pc:docMk/>
          <pc:sldMk cId="1935880369" sldId="2146846002"/>
        </pc:sldMkLst>
        <pc:spChg chg="del">
          <ac:chgData name="Ryan Vetter" userId="4e0f799b-9dd2-4ed1-b88a-f6f813994f91" providerId="ADAL" clId="{26441386-ED72-49CA-87F1-9CA9DFAB74A1}" dt="2021-04-09T14:55:32.457" v="10530" actId="478"/>
          <ac:spMkLst>
            <pc:docMk/>
            <pc:sldMk cId="1935880369" sldId="2146846002"/>
            <ac:spMk id="3" creationId="{6F145C45-6E77-49A1-894F-6265A87234DF}"/>
          </ac:spMkLst>
        </pc:spChg>
        <pc:spChg chg="del">
          <ac:chgData name="Ryan Vetter" userId="4e0f799b-9dd2-4ed1-b88a-f6f813994f91" providerId="ADAL" clId="{26441386-ED72-49CA-87F1-9CA9DFAB74A1}" dt="2021-04-09T14:55:29.120" v="10527" actId="478"/>
          <ac:spMkLst>
            <pc:docMk/>
            <pc:sldMk cId="1935880369" sldId="2146846002"/>
            <ac:spMk id="4" creationId="{39AF3E02-E95F-4568-B781-2CA4ACE7FD52}"/>
          </ac:spMkLst>
        </pc:spChg>
        <pc:spChg chg="mod">
          <ac:chgData name="Ryan Vetter" userId="4e0f799b-9dd2-4ed1-b88a-f6f813994f91" providerId="ADAL" clId="{26441386-ED72-49CA-87F1-9CA9DFAB74A1}" dt="2021-04-09T19:58:25.286" v="12143" actId="20577"/>
          <ac:spMkLst>
            <pc:docMk/>
            <pc:sldMk cId="1935880369" sldId="2146846002"/>
            <ac:spMk id="5" creationId="{34EF8608-9EDF-4FCE-BDD5-DE821B04DA66}"/>
          </ac:spMkLst>
        </pc:spChg>
        <pc:spChg chg="add del">
          <ac:chgData name="Ryan Vetter" userId="4e0f799b-9dd2-4ed1-b88a-f6f813994f91" providerId="ADAL" clId="{26441386-ED72-49CA-87F1-9CA9DFAB74A1}" dt="2021-04-09T19:53:43.858" v="11689"/>
          <ac:spMkLst>
            <pc:docMk/>
            <pc:sldMk cId="1935880369" sldId="2146846002"/>
            <ac:spMk id="6" creationId="{BAD36C56-5C19-4B3F-A3F3-57E5E6AA9FC2}"/>
          </ac:spMkLst>
        </pc:spChg>
        <pc:spChg chg="del mod">
          <ac:chgData name="Ryan Vetter" userId="4e0f799b-9dd2-4ed1-b88a-f6f813994f91" providerId="ADAL" clId="{26441386-ED72-49CA-87F1-9CA9DFAB74A1}" dt="2021-04-09T14:55:30.352" v="10529" actId="478"/>
          <ac:spMkLst>
            <pc:docMk/>
            <pc:sldMk cId="1935880369" sldId="2146846002"/>
            <ac:spMk id="8" creationId="{F80F55B7-F6D5-4760-B39D-E78113A932E9}"/>
          </ac:spMkLst>
        </pc:spChg>
        <pc:spChg chg="add del mod">
          <ac:chgData name="Ryan Vetter" userId="4e0f799b-9dd2-4ed1-b88a-f6f813994f91" providerId="ADAL" clId="{26441386-ED72-49CA-87F1-9CA9DFAB74A1}" dt="2021-04-09T20:23:21.782" v="13442" actId="20577"/>
          <ac:spMkLst>
            <pc:docMk/>
            <pc:sldMk cId="1935880369" sldId="2146846002"/>
            <ac:spMk id="9" creationId="{190DD410-BACE-4676-B26F-481F6CBC7AC3}"/>
          </ac:spMkLst>
        </pc:spChg>
        <pc:spChg chg="del">
          <ac:chgData name="Ryan Vetter" userId="4e0f799b-9dd2-4ed1-b88a-f6f813994f91" providerId="ADAL" clId="{26441386-ED72-49CA-87F1-9CA9DFAB74A1}" dt="2021-04-09T14:55:33.513" v="10531" actId="478"/>
          <ac:spMkLst>
            <pc:docMk/>
            <pc:sldMk cId="1935880369" sldId="2146846002"/>
            <ac:spMk id="10" creationId="{53546CA7-7FDC-4822-906E-63CC5520B1D5}"/>
          </ac:spMkLst>
        </pc:spChg>
      </pc:sldChg>
      <pc:sldChg chg="mod modShow">
        <pc:chgData name="Ryan Vetter" userId="4e0f799b-9dd2-4ed1-b88a-f6f813994f91" providerId="ADAL" clId="{26441386-ED72-49CA-87F1-9CA9DFAB74A1}" dt="2021-04-09T16:02:14.704" v="10548" actId="729"/>
        <pc:sldMkLst>
          <pc:docMk/>
          <pc:sldMk cId="2597472437" sldId="2146846003"/>
        </pc:sldMkLst>
      </pc:sldChg>
      <pc:sldChg chg="modSp mod">
        <pc:chgData name="Ryan Vetter" userId="4e0f799b-9dd2-4ed1-b88a-f6f813994f91" providerId="ADAL" clId="{26441386-ED72-49CA-87F1-9CA9DFAB74A1}" dt="2021-04-09T20:25:52.157" v="13448" actId="1076"/>
        <pc:sldMkLst>
          <pc:docMk/>
          <pc:sldMk cId="1920503962" sldId="2146846005"/>
        </pc:sldMkLst>
        <pc:grpChg chg="mod">
          <ac:chgData name="Ryan Vetter" userId="4e0f799b-9dd2-4ed1-b88a-f6f813994f91" providerId="ADAL" clId="{26441386-ED72-49CA-87F1-9CA9DFAB74A1}" dt="2021-04-09T20:25:52.157" v="13448" actId="1076"/>
          <ac:grpSpMkLst>
            <pc:docMk/>
            <pc:sldMk cId="1920503962" sldId="2146846005"/>
            <ac:grpSpMk id="48" creationId="{C8AECF86-8E1E-48E4-8049-C33ADEDE2A40}"/>
          </ac:grpSpMkLst>
        </pc:grpChg>
        <pc:grpChg chg="mod">
          <ac:chgData name="Ryan Vetter" userId="4e0f799b-9dd2-4ed1-b88a-f6f813994f91" providerId="ADAL" clId="{26441386-ED72-49CA-87F1-9CA9DFAB74A1}" dt="2021-04-09T20:25:52.157" v="13448" actId="1076"/>
          <ac:grpSpMkLst>
            <pc:docMk/>
            <pc:sldMk cId="1920503962" sldId="2146846005"/>
            <ac:grpSpMk id="50" creationId="{682C8F23-EEC0-443F-9899-DC045F507A05}"/>
          </ac:grpSpMkLst>
        </pc:grpChg>
        <pc:grpChg chg="mod">
          <ac:chgData name="Ryan Vetter" userId="4e0f799b-9dd2-4ed1-b88a-f6f813994f91" providerId="ADAL" clId="{26441386-ED72-49CA-87F1-9CA9DFAB74A1}" dt="2021-04-09T20:25:49.773" v="13447" actId="1076"/>
          <ac:grpSpMkLst>
            <pc:docMk/>
            <pc:sldMk cId="1920503962" sldId="2146846005"/>
            <ac:grpSpMk id="85" creationId="{B44A08A4-1B45-4BCD-9D54-EA7BF805E77A}"/>
          </ac:grpSpMkLst>
        </pc:grpChg>
        <pc:grpChg chg="mod">
          <ac:chgData name="Ryan Vetter" userId="4e0f799b-9dd2-4ed1-b88a-f6f813994f91" providerId="ADAL" clId="{26441386-ED72-49CA-87F1-9CA9DFAB74A1}" dt="2021-04-09T20:25:49.773" v="13447" actId="1076"/>
          <ac:grpSpMkLst>
            <pc:docMk/>
            <pc:sldMk cId="1920503962" sldId="2146846005"/>
            <ac:grpSpMk id="87" creationId="{AF6EF135-0AB6-4BF6-A2FB-296C2FC9C749}"/>
          </ac:grpSpMkLst>
        </pc:grpChg>
        <pc:graphicFrameChg chg="mod modGraphic">
          <ac:chgData name="Ryan Vetter" userId="4e0f799b-9dd2-4ed1-b88a-f6f813994f91" providerId="ADAL" clId="{26441386-ED72-49CA-87F1-9CA9DFAB74A1}" dt="2021-04-09T20:25:46.627" v="13446" actId="14100"/>
          <ac:graphicFrameMkLst>
            <pc:docMk/>
            <pc:sldMk cId="1920503962" sldId="2146846005"/>
            <ac:graphicFrameMk id="84" creationId="{76CC712C-41A9-45C5-9167-F1F1EAA56856}"/>
          </ac:graphicFrameMkLst>
        </pc:graphicFrameChg>
      </pc:sldChg>
      <pc:sldChg chg="modSp add mod ord">
        <pc:chgData name="Ryan Vetter" userId="4e0f799b-9dd2-4ed1-b88a-f6f813994f91" providerId="ADAL" clId="{26441386-ED72-49CA-87F1-9CA9DFAB74A1}" dt="2021-04-22T18:21:07.604" v="14377" actId="27636"/>
        <pc:sldMkLst>
          <pc:docMk/>
          <pc:sldMk cId="1206519219" sldId="2146846007"/>
        </pc:sldMkLst>
        <pc:spChg chg="mod">
          <ac:chgData name="Ryan Vetter" userId="4e0f799b-9dd2-4ed1-b88a-f6f813994f91" providerId="ADAL" clId="{26441386-ED72-49CA-87F1-9CA9DFAB74A1}" dt="2021-04-21T11:50:54.920" v="14035" actId="20577"/>
          <ac:spMkLst>
            <pc:docMk/>
            <pc:sldMk cId="1206519219" sldId="2146846007"/>
            <ac:spMk id="2" creationId="{47E8D92B-235D-436A-818C-1CCEFC88EB67}"/>
          </ac:spMkLst>
        </pc:spChg>
        <pc:spChg chg="mod">
          <ac:chgData name="Ryan Vetter" userId="4e0f799b-9dd2-4ed1-b88a-f6f813994f91" providerId="ADAL" clId="{26441386-ED72-49CA-87F1-9CA9DFAB74A1}" dt="2021-04-22T18:21:07.604" v="14377" actId="27636"/>
          <ac:spMkLst>
            <pc:docMk/>
            <pc:sldMk cId="1206519219" sldId="2146846007"/>
            <ac:spMk id="4" creationId="{24274302-E795-4AE3-9846-E176B8A41D96}"/>
          </ac:spMkLst>
        </pc:spChg>
        <pc:spChg chg="mod">
          <ac:chgData name="Ryan Vetter" userId="4e0f799b-9dd2-4ed1-b88a-f6f813994f91" providerId="ADAL" clId="{26441386-ED72-49CA-87F1-9CA9DFAB74A1}" dt="2021-04-21T12:11:04.425" v="14123"/>
          <ac:spMkLst>
            <pc:docMk/>
            <pc:sldMk cId="1206519219" sldId="2146846007"/>
            <ac:spMk id="6" creationId="{01E32884-623B-4264-BC46-0484375714D0}"/>
          </ac:spMkLst>
        </pc:spChg>
      </pc:sldChg>
      <pc:sldChg chg="modSp add mod">
        <pc:chgData name="Ryan Vetter" userId="4e0f799b-9dd2-4ed1-b88a-f6f813994f91" providerId="ADAL" clId="{26441386-ED72-49CA-87F1-9CA9DFAB74A1}" dt="2021-04-21T11:51:11.536" v="14061" actId="404"/>
        <pc:sldMkLst>
          <pc:docMk/>
          <pc:sldMk cId="4259389883" sldId="2146846008"/>
        </pc:sldMkLst>
        <pc:spChg chg="mod">
          <ac:chgData name="Ryan Vetter" userId="4e0f799b-9dd2-4ed1-b88a-f6f813994f91" providerId="ADAL" clId="{26441386-ED72-49CA-87F1-9CA9DFAB74A1}" dt="2021-04-21T11:51:11.536" v="14061" actId="404"/>
          <ac:spMkLst>
            <pc:docMk/>
            <pc:sldMk cId="4259389883" sldId="2146846008"/>
            <ac:spMk id="2" creationId="{47E8D92B-235D-436A-818C-1CCEFC88EB67}"/>
          </ac:spMkLst>
        </pc:spChg>
      </pc:sldChg>
      <pc:sldChg chg="add">
        <pc:chgData name="Ryan Vetter" userId="4e0f799b-9dd2-4ed1-b88a-f6f813994f91" providerId="ADAL" clId="{26441386-ED72-49CA-87F1-9CA9DFAB74A1}" dt="2021-04-21T11:50:32.570" v="14015"/>
        <pc:sldMkLst>
          <pc:docMk/>
          <pc:sldMk cId="2197517037" sldId="2146846009"/>
        </pc:sldMkLst>
      </pc:sldChg>
      <pc:sldChg chg="modSp add mod">
        <pc:chgData name="Ryan Vetter" userId="4e0f799b-9dd2-4ed1-b88a-f6f813994f91" providerId="ADAL" clId="{26441386-ED72-49CA-87F1-9CA9DFAB74A1}" dt="2021-04-21T11:51:25.337" v="14071" actId="20577"/>
        <pc:sldMkLst>
          <pc:docMk/>
          <pc:sldMk cId="3966972729" sldId="2146846010"/>
        </pc:sldMkLst>
        <pc:spChg chg="mod">
          <ac:chgData name="Ryan Vetter" userId="4e0f799b-9dd2-4ed1-b88a-f6f813994f91" providerId="ADAL" clId="{26441386-ED72-49CA-87F1-9CA9DFAB74A1}" dt="2021-04-21T11:51:25.337" v="14071" actId="20577"/>
          <ac:spMkLst>
            <pc:docMk/>
            <pc:sldMk cId="3966972729" sldId="2146846010"/>
            <ac:spMk id="2" creationId="{47E8D92B-235D-436A-818C-1CCEFC88EB67}"/>
          </ac:spMkLst>
        </pc:spChg>
      </pc:sldChg>
      <pc:sldChg chg="modSp add mod">
        <pc:chgData name="Ryan Vetter" userId="4e0f799b-9dd2-4ed1-b88a-f6f813994f91" providerId="ADAL" clId="{26441386-ED72-49CA-87F1-9CA9DFAB74A1}" dt="2021-04-21T11:52:04.252" v="14101" actId="14100"/>
        <pc:sldMkLst>
          <pc:docMk/>
          <pc:sldMk cId="3509810418" sldId="2146846011"/>
        </pc:sldMkLst>
        <pc:spChg chg="mod">
          <ac:chgData name="Ryan Vetter" userId="4e0f799b-9dd2-4ed1-b88a-f6f813994f91" providerId="ADAL" clId="{26441386-ED72-49CA-87F1-9CA9DFAB74A1}" dt="2021-04-21T11:52:04.252" v="14101" actId="14100"/>
          <ac:spMkLst>
            <pc:docMk/>
            <pc:sldMk cId="3509810418" sldId="2146846011"/>
            <ac:spMk id="2" creationId="{47E8D92B-235D-436A-818C-1CCEFC88EB67}"/>
          </ac:spMkLst>
        </pc:spChg>
      </pc:sldChg>
    </pc:docChg>
  </pc:docChgLst>
  <pc:docChgLst>
    <pc:chgData name="Ken Popkin" userId="3c94c39e-c43b-4805-99ab-8da17777f1ac" providerId="ADAL" clId="{69153B8F-FC4A-44BA-BB5E-1EAB99078A68}"/>
    <pc:docChg chg="undo custSel addSld delSld modSld sldOrd modSection">
      <pc:chgData name="Ken Popkin" userId="3c94c39e-c43b-4805-99ab-8da17777f1ac" providerId="ADAL" clId="{69153B8F-FC4A-44BA-BB5E-1EAB99078A68}" dt="2021-06-03T01:38:06.012" v="8973" actId="47"/>
      <pc:docMkLst>
        <pc:docMk/>
      </pc:docMkLst>
      <pc:sldChg chg="modSp mod">
        <pc:chgData name="Ken Popkin" userId="3c94c39e-c43b-4805-99ab-8da17777f1ac" providerId="ADAL" clId="{69153B8F-FC4A-44BA-BB5E-1EAB99078A68}" dt="2021-06-02T15:14:37.660" v="13" actId="20577"/>
        <pc:sldMkLst>
          <pc:docMk/>
          <pc:sldMk cId="3174375058" sldId="2146845993"/>
        </pc:sldMkLst>
        <pc:spChg chg="mod">
          <ac:chgData name="Ken Popkin" userId="3c94c39e-c43b-4805-99ab-8da17777f1ac" providerId="ADAL" clId="{69153B8F-FC4A-44BA-BB5E-1EAB99078A68}" dt="2021-06-02T15:14:37.660" v="13" actId="20577"/>
          <ac:spMkLst>
            <pc:docMk/>
            <pc:sldMk cId="3174375058" sldId="2146845993"/>
            <ac:spMk id="20" creationId="{D7600C1D-FE18-409B-A5EC-8F22555E5588}"/>
          </ac:spMkLst>
        </pc:spChg>
      </pc:sldChg>
      <pc:sldChg chg="modSp mod">
        <pc:chgData name="Ken Popkin" userId="3c94c39e-c43b-4805-99ab-8da17777f1ac" providerId="ADAL" clId="{69153B8F-FC4A-44BA-BB5E-1EAB99078A68}" dt="2021-06-02T15:42:50.549" v="1280" actId="20577"/>
        <pc:sldMkLst>
          <pc:docMk/>
          <pc:sldMk cId="2181594307" sldId="2146846012"/>
        </pc:sldMkLst>
        <pc:spChg chg="mod">
          <ac:chgData name="Ken Popkin" userId="3c94c39e-c43b-4805-99ab-8da17777f1ac" providerId="ADAL" clId="{69153B8F-FC4A-44BA-BB5E-1EAB99078A68}" dt="2021-06-02T15:42:50.549" v="1280" actId="20577"/>
          <ac:spMkLst>
            <pc:docMk/>
            <pc:sldMk cId="2181594307" sldId="2146846012"/>
            <ac:spMk id="27" creationId="{4677ACB4-1CAA-4A1B-BA3B-8FBC864CD441}"/>
          </ac:spMkLst>
        </pc:spChg>
      </pc:sldChg>
      <pc:sldChg chg="del">
        <pc:chgData name="Ken Popkin" userId="3c94c39e-c43b-4805-99ab-8da17777f1ac" providerId="ADAL" clId="{69153B8F-FC4A-44BA-BB5E-1EAB99078A68}" dt="2021-06-02T15:15:47.212" v="61" actId="47"/>
        <pc:sldMkLst>
          <pc:docMk/>
          <pc:sldMk cId="1086001549" sldId="2146846024"/>
        </pc:sldMkLst>
      </pc:sldChg>
      <pc:sldChg chg="addSp delSp modSp mod">
        <pc:chgData name="Ken Popkin" userId="3c94c39e-c43b-4805-99ab-8da17777f1ac" providerId="ADAL" clId="{69153B8F-FC4A-44BA-BB5E-1EAB99078A68}" dt="2021-06-03T01:33:26.106" v="8971" actId="1038"/>
        <pc:sldMkLst>
          <pc:docMk/>
          <pc:sldMk cId="3450880574" sldId="2146846027"/>
        </pc:sldMkLst>
        <pc:spChg chg="add mod">
          <ac:chgData name="Ken Popkin" userId="3c94c39e-c43b-4805-99ab-8da17777f1ac" providerId="ADAL" clId="{69153B8F-FC4A-44BA-BB5E-1EAB99078A68}" dt="2021-06-03T01:32:34.158" v="8779"/>
          <ac:spMkLst>
            <pc:docMk/>
            <pc:sldMk cId="3450880574" sldId="2146846027"/>
            <ac:spMk id="2" creationId="{90C27B29-6AF8-4296-8164-359FA5DE06BB}"/>
          </ac:spMkLst>
        </pc:spChg>
        <pc:spChg chg="add mod">
          <ac:chgData name="Ken Popkin" userId="3c94c39e-c43b-4805-99ab-8da17777f1ac" providerId="ADAL" clId="{69153B8F-FC4A-44BA-BB5E-1EAB99078A68}" dt="2021-06-03T01:32:34.158" v="8781"/>
          <ac:spMkLst>
            <pc:docMk/>
            <pc:sldMk cId="3450880574" sldId="2146846027"/>
            <ac:spMk id="3" creationId="{75696437-384E-4CB5-8EEC-78C2CF605AFC}"/>
          </ac:spMkLst>
        </pc:spChg>
        <pc:spChg chg="mod ord">
          <ac:chgData name="Ken Popkin" userId="3c94c39e-c43b-4805-99ab-8da17777f1ac" providerId="ADAL" clId="{69153B8F-FC4A-44BA-BB5E-1EAB99078A68}" dt="2021-06-03T01:32:34.336" v="8954"/>
          <ac:spMkLst>
            <pc:docMk/>
            <pc:sldMk cId="3450880574" sldId="2146846027"/>
            <ac:spMk id="4" creationId="{C77C1DD2-67F2-472C-BB25-5ECBEEA08597}"/>
          </ac:spMkLst>
        </pc:spChg>
        <pc:spChg chg="mod ord">
          <ac:chgData name="Ken Popkin" userId="3c94c39e-c43b-4805-99ab-8da17777f1ac" providerId="ADAL" clId="{69153B8F-FC4A-44BA-BB5E-1EAB99078A68}" dt="2021-06-03T01:32:34.143" v="8660"/>
          <ac:spMkLst>
            <pc:docMk/>
            <pc:sldMk cId="3450880574" sldId="2146846027"/>
            <ac:spMk id="5" creationId="{7C082F3C-E573-49E7-823F-857D79FA662B}"/>
          </ac:spMkLst>
        </pc:spChg>
        <pc:spChg chg="mod ord">
          <ac:chgData name="Ken Popkin" userId="3c94c39e-c43b-4805-99ab-8da17777f1ac" providerId="ADAL" clId="{69153B8F-FC4A-44BA-BB5E-1EAB99078A68}" dt="2021-06-03T01:32:34.143" v="8664"/>
          <ac:spMkLst>
            <pc:docMk/>
            <pc:sldMk cId="3450880574" sldId="2146846027"/>
            <ac:spMk id="6" creationId="{1694823C-6F52-4A2F-BFDE-B89C2FDBB698}"/>
          </ac:spMkLst>
        </pc:spChg>
        <pc:spChg chg="mod">
          <ac:chgData name="Ken Popkin" userId="3c94c39e-c43b-4805-99ab-8da17777f1ac" providerId="ADAL" clId="{69153B8F-FC4A-44BA-BB5E-1EAB99078A68}" dt="2021-06-03T01:32:34.143" v="8665"/>
          <ac:spMkLst>
            <pc:docMk/>
            <pc:sldMk cId="3450880574" sldId="2146846027"/>
            <ac:spMk id="7" creationId="{E211CA19-6EB9-44E5-9BC5-0BB8B4A68093}"/>
          </ac:spMkLst>
        </pc:spChg>
        <pc:spChg chg="mod">
          <ac:chgData name="Ken Popkin" userId="3c94c39e-c43b-4805-99ab-8da17777f1ac" providerId="ADAL" clId="{69153B8F-FC4A-44BA-BB5E-1EAB99078A68}" dt="2021-06-03T01:32:34.143" v="8668"/>
          <ac:spMkLst>
            <pc:docMk/>
            <pc:sldMk cId="3450880574" sldId="2146846027"/>
            <ac:spMk id="8" creationId="{22B35963-E258-4F7A-B0AA-56440F7D888A}"/>
          </ac:spMkLst>
        </pc:spChg>
        <pc:spChg chg="mod">
          <ac:chgData name="Ken Popkin" userId="3c94c39e-c43b-4805-99ab-8da17777f1ac" providerId="ADAL" clId="{69153B8F-FC4A-44BA-BB5E-1EAB99078A68}" dt="2021-06-03T01:32:34.143" v="8671"/>
          <ac:spMkLst>
            <pc:docMk/>
            <pc:sldMk cId="3450880574" sldId="2146846027"/>
            <ac:spMk id="9" creationId="{9D1AD886-1625-4F78-BBC2-6D75D647FAC3}"/>
          </ac:spMkLst>
        </pc:spChg>
        <pc:spChg chg="mod ord">
          <ac:chgData name="Ken Popkin" userId="3c94c39e-c43b-4805-99ab-8da17777f1ac" providerId="ADAL" clId="{69153B8F-FC4A-44BA-BB5E-1EAB99078A68}" dt="2021-06-03T01:32:34.143" v="8675"/>
          <ac:spMkLst>
            <pc:docMk/>
            <pc:sldMk cId="3450880574" sldId="2146846027"/>
            <ac:spMk id="10" creationId="{A2BD8324-F8F4-4D52-835F-E114AF567834}"/>
          </ac:spMkLst>
        </pc:spChg>
        <pc:spChg chg="mod ord">
          <ac:chgData name="Ken Popkin" userId="3c94c39e-c43b-4805-99ab-8da17777f1ac" providerId="ADAL" clId="{69153B8F-FC4A-44BA-BB5E-1EAB99078A68}" dt="2021-06-03T01:32:34.143" v="8677"/>
          <ac:spMkLst>
            <pc:docMk/>
            <pc:sldMk cId="3450880574" sldId="2146846027"/>
            <ac:spMk id="11" creationId="{D31BBB32-2849-4E9B-A172-453FE5B0B2B8}"/>
          </ac:spMkLst>
        </pc:spChg>
        <pc:spChg chg="mod ord">
          <ac:chgData name="Ken Popkin" userId="3c94c39e-c43b-4805-99ab-8da17777f1ac" providerId="ADAL" clId="{69153B8F-FC4A-44BA-BB5E-1EAB99078A68}" dt="2021-06-03T01:32:34.143" v="8679"/>
          <ac:spMkLst>
            <pc:docMk/>
            <pc:sldMk cId="3450880574" sldId="2146846027"/>
            <ac:spMk id="12" creationId="{A438A4A5-E836-43B8-9F34-0F55BBC1EB34}"/>
          </ac:spMkLst>
        </pc:spChg>
        <pc:spChg chg="mod ord">
          <ac:chgData name="Ken Popkin" userId="3c94c39e-c43b-4805-99ab-8da17777f1ac" providerId="ADAL" clId="{69153B8F-FC4A-44BA-BB5E-1EAB99078A68}" dt="2021-06-03T01:32:34.143" v="8681"/>
          <ac:spMkLst>
            <pc:docMk/>
            <pc:sldMk cId="3450880574" sldId="2146846027"/>
            <ac:spMk id="13" creationId="{087214EF-D2F4-42C3-A4E4-B756388EE268}"/>
          </ac:spMkLst>
        </pc:spChg>
        <pc:spChg chg="mod ord">
          <ac:chgData name="Ken Popkin" userId="3c94c39e-c43b-4805-99ab-8da17777f1ac" providerId="ADAL" clId="{69153B8F-FC4A-44BA-BB5E-1EAB99078A68}" dt="2021-06-03T01:32:34.143" v="8683"/>
          <ac:spMkLst>
            <pc:docMk/>
            <pc:sldMk cId="3450880574" sldId="2146846027"/>
            <ac:spMk id="14" creationId="{72375FD9-51FE-444F-B193-87DE6A250AB5}"/>
          </ac:spMkLst>
        </pc:spChg>
        <pc:spChg chg="mod ord">
          <ac:chgData name="Ken Popkin" userId="3c94c39e-c43b-4805-99ab-8da17777f1ac" providerId="ADAL" clId="{69153B8F-FC4A-44BA-BB5E-1EAB99078A68}" dt="2021-06-03T01:32:34.143" v="8685"/>
          <ac:spMkLst>
            <pc:docMk/>
            <pc:sldMk cId="3450880574" sldId="2146846027"/>
            <ac:spMk id="15" creationId="{EF6F6C3E-DA34-4450-A385-2E097DA54DB1}"/>
          </ac:spMkLst>
        </pc:spChg>
        <pc:spChg chg="mod ord">
          <ac:chgData name="Ken Popkin" userId="3c94c39e-c43b-4805-99ab-8da17777f1ac" providerId="ADAL" clId="{69153B8F-FC4A-44BA-BB5E-1EAB99078A68}" dt="2021-06-03T01:32:34.143" v="8687"/>
          <ac:spMkLst>
            <pc:docMk/>
            <pc:sldMk cId="3450880574" sldId="2146846027"/>
            <ac:spMk id="16" creationId="{0587702C-339E-404B-AD1D-C99686C7EEF3}"/>
          </ac:spMkLst>
        </pc:spChg>
        <pc:spChg chg="mod ord">
          <ac:chgData name="Ken Popkin" userId="3c94c39e-c43b-4805-99ab-8da17777f1ac" providerId="ADAL" clId="{69153B8F-FC4A-44BA-BB5E-1EAB99078A68}" dt="2021-06-03T01:32:34.143" v="8689"/>
          <ac:spMkLst>
            <pc:docMk/>
            <pc:sldMk cId="3450880574" sldId="2146846027"/>
            <ac:spMk id="17" creationId="{692D2F4F-48C6-406A-B441-53147C903F8E}"/>
          </ac:spMkLst>
        </pc:spChg>
        <pc:spChg chg="mod ord">
          <ac:chgData name="Ken Popkin" userId="3c94c39e-c43b-4805-99ab-8da17777f1ac" providerId="ADAL" clId="{69153B8F-FC4A-44BA-BB5E-1EAB99078A68}" dt="2021-06-03T01:32:34.143" v="8699"/>
          <ac:spMkLst>
            <pc:docMk/>
            <pc:sldMk cId="3450880574" sldId="2146846027"/>
            <ac:spMk id="18" creationId="{5413A91A-05B9-452F-91E7-C1A5B332109A}"/>
          </ac:spMkLst>
        </pc:spChg>
        <pc:spChg chg="mod ord">
          <ac:chgData name="Ken Popkin" userId="3c94c39e-c43b-4805-99ab-8da17777f1ac" providerId="ADAL" clId="{69153B8F-FC4A-44BA-BB5E-1EAB99078A68}" dt="2021-06-03T01:32:34.143" v="8703"/>
          <ac:spMkLst>
            <pc:docMk/>
            <pc:sldMk cId="3450880574" sldId="2146846027"/>
            <ac:spMk id="19" creationId="{887485F9-8011-4C53-B954-D2CD52F83EA9}"/>
          </ac:spMkLst>
        </pc:spChg>
        <pc:spChg chg="mod">
          <ac:chgData name="Ken Popkin" userId="3c94c39e-c43b-4805-99ab-8da17777f1ac" providerId="ADAL" clId="{69153B8F-FC4A-44BA-BB5E-1EAB99078A68}" dt="2021-06-03T01:32:34.158" v="8799"/>
          <ac:spMkLst>
            <pc:docMk/>
            <pc:sldMk cId="3450880574" sldId="2146846027"/>
            <ac:spMk id="20" creationId="{D4DFFB11-0C1B-488F-8E6B-4317393DB50D}"/>
          </ac:spMkLst>
        </pc:spChg>
        <pc:spChg chg="mod">
          <ac:chgData name="Ken Popkin" userId="3c94c39e-c43b-4805-99ab-8da17777f1ac" providerId="ADAL" clId="{69153B8F-FC4A-44BA-BB5E-1EAB99078A68}" dt="2021-06-03T01:32:34.158" v="8801"/>
          <ac:spMkLst>
            <pc:docMk/>
            <pc:sldMk cId="3450880574" sldId="2146846027"/>
            <ac:spMk id="21" creationId="{61517762-05BA-4F1F-B349-F77C4BB3EE67}"/>
          </ac:spMkLst>
        </pc:spChg>
        <pc:spChg chg="mod ord">
          <ac:chgData name="Ken Popkin" userId="3c94c39e-c43b-4805-99ab-8da17777f1ac" providerId="ADAL" clId="{69153B8F-FC4A-44BA-BB5E-1EAB99078A68}" dt="2021-06-03T01:22:45.479" v="3316"/>
          <ac:spMkLst>
            <pc:docMk/>
            <pc:sldMk cId="3450880574" sldId="2146846027"/>
            <ac:spMk id="22" creationId="{6CAE134F-4AD3-4BDE-A362-2F02EDB5085B}"/>
          </ac:spMkLst>
        </pc:spChg>
        <pc:spChg chg="mod ord">
          <ac:chgData name="Ken Popkin" userId="3c94c39e-c43b-4805-99ab-8da17777f1ac" providerId="ADAL" clId="{69153B8F-FC4A-44BA-BB5E-1EAB99078A68}" dt="2021-06-03T01:22:45.479" v="3318"/>
          <ac:spMkLst>
            <pc:docMk/>
            <pc:sldMk cId="3450880574" sldId="2146846027"/>
            <ac:spMk id="23" creationId="{E27F847F-A681-4495-840F-23AB2E546467}"/>
          </ac:spMkLst>
        </pc:spChg>
        <pc:spChg chg="mod ord">
          <ac:chgData name="Ken Popkin" userId="3c94c39e-c43b-4805-99ab-8da17777f1ac" providerId="ADAL" clId="{69153B8F-FC4A-44BA-BB5E-1EAB99078A68}" dt="2021-06-03T01:32:34.143" v="8725"/>
          <ac:spMkLst>
            <pc:docMk/>
            <pc:sldMk cId="3450880574" sldId="2146846027"/>
            <ac:spMk id="24" creationId="{DBCDC936-4A66-4894-B817-148AD5BA6C78}"/>
          </ac:spMkLst>
        </pc:spChg>
        <pc:spChg chg="mod ord">
          <ac:chgData name="Ken Popkin" userId="3c94c39e-c43b-4805-99ab-8da17777f1ac" providerId="ADAL" clId="{69153B8F-FC4A-44BA-BB5E-1EAB99078A68}" dt="2021-06-03T01:32:34.158" v="8729"/>
          <ac:spMkLst>
            <pc:docMk/>
            <pc:sldMk cId="3450880574" sldId="2146846027"/>
            <ac:spMk id="25" creationId="{1750EC42-3478-450C-8A6F-54A406315131}"/>
          </ac:spMkLst>
        </pc:spChg>
        <pc:spChg chg="mod ord">
          <ac:chgData name="Ken Popkin" userId="3c94c39e-c43b-4805-99ab-8da17777f1ac" providerId="ADAL" clId="{69153B8F-FC4A-44BA-BB5E-1EAB99078A68}" dt="2021-06-03T01:22:45.480" v="3320"/>
          <ac:spMkLst>
            <pc:docMk/>
            <pc:sldMk cId="3450880574" sldId="2146846027"/>
            <ac:spMk id="26" creationId="{5917EDC5-6D82-41A3-997A-25781D985C21}"/>
          </ac:spMkLst>
        </pc:spChg>
        <pc:spChg chg="mod ord">
          <ac:chgData name="Ken Popkin" userId="3c94c39e-c43b-4805-99ab-8da17777f1ac" providerId="ADAL" clId="{69153B8F-FC4A-44BA-BB5E-1EAB99078A68}" dt="2021-06-03T01:32:34.143" v="8716"/>
          <ac:spMkLst>
            <pc:docMk/>
            <pc:sldMk cId="3450880574" sldId="2146846027"/>
            <ac:spMk id="27" creationId="{1C961A1C-7F1F-4680-B81C-CA113463F480}"/>
          </ac:spMkLst>
        </pc:spChg>
        <pc:spChg chg="mod ord">
          <ac:chgData name="Ken Popkin" userId="3c94c39e-c43b-4805-99ab-8da17777f1ac" providerId="ADAL" clId="{69153B8F-FC4A-44BA-BB5E-1EAB99078A68}" dt="2021-06-03T01:32:34.143" v="8720"/>
          <ac:spMkLst>
            <pc:docMk/>
            <pc:sldMk cId="3450880574" sldId="2146846027"/>
            <ac:spMk id="28" creationId="{6788F343-7B3D-475B-997E-A96580BCA5C7}"/>
          </ac:spMkLst>
        </pc:spChg>
        <pc:spChg chg="mod ord">
          <ac:chgData name="Ken Popkin" userId="3c94c39e-c43b-4805-99ab-8da17777f1ac" providerId="ADAL" clId="{69153B8F-FC4A-44BA-BB5E-1EAB99078A68}" dt="2021-06-03T01:22:45.480" v="3322"/>
          <ac:spMkLst>
            <pc:docMk/>
            <pc:sldMk cId="3450880574" sldId="2146846027"/>
            <ac:spMk id="29" creationId="{EB66A15C-0E62-4BC9-9130-F9F4A60AB35B}"/>
          </ac:spMkLst>
        </pc:spChg>
        <pc:spChg chg="mod ord">
          <ac:chgData name="Ken Popkin" userId="3c94c39e-c43b-4805-99ab-8da17777f1ac" providerId="ADAL" clId="{69153B8F-FC4A-44BA-BB5E-1EAB99078A68}" dt="2021-06-03T01:32:34.158" v="8734"/>
          <ac:spMkLst>
            <pc:docMk/>
            <pc:sldMk cId="3450880574" sldId="2146846027"/>
            <ac:spMk id="30" creationId="{D47A33B4-0151-48C4-99E5-15A960EAAE14}"/>
          </ac:spMkLst>
        </pc:spChg>
        <pc:spChg chg="mod ord">
          <ac:chgData name="Ken Popkin" userId="3c94c39e-c43b-4805-99ab-8da17777f1ac" providerId="ADAL" clId="{69153B8F-FC4A-44BA-BB5E-1EAB99078A68}" dt="2021-06-03T01:32:34.158" v="8738"/>
          <ac:spMkLst>
            <pc:docMk/>
            <pc:sldMk cId="3450880574" sldId="2146846027"/>
            <ac:spMk id="31" creationId="{F25FD801-3B37-47A0-9A57-1AC36B0AE9C0}"/>
          </ac:spMkLst>
        </pc:spChg>
        <pc:spChg chg="mod ord">
          <ac:chgData name="Ken Popkin" userId="3c94c39e-c43b-4805-99ab-8da17777f1ac" providerId="ADAL" clId="{69153B8F-FC4A-44BA-BB5E-1EAB99078A68}" dt="2021-06-03T01:32:34.158" v="8805"/>
          <ac:spMkLst>
            <pc:docMk/>
            <pc:sldMk cId="3450880574" sldId="2146846027"/>
            <ac:spMk id="32" creationId="{2CA22DF5-F2D7-4A9E-8456-2A3AA8EDA814}"/>
          </ac:spMkLst>
        </pc:spChg>
        <pc:spChg chg="mod ord">
          <ac:chgData name="Ken Popkin" userId="3c94c39e-c43b-4805-99ab-8da17777f1ac" providerId="ADAL" clId="{69153B8F-FC4A-44BA-BB5E-1EAB99078A68}" dt="2021-06-03T01:32:34.158" v="8743"/>
          <ac:spMkLst>
            <pc:docMk/>
            <pc:sldMk cId="3450880574" sldId="2146846027"/>
            <ac:spMk id="33" creationId="{B41819AD-40E8-4D56-A1A0-99FCC7E505B1}"/>
          </ac:spMkLst>
        </pc:spChg>
        <pc:spChg chg="mod ord">
          <ac:chgData name="Ken Popkin" userId="3c94c39e-c43b-4805-99ab-8da17777f1ac" providerId="ADAL" clId="{69153B8F-FC4A-44BA-BB5E-1EAB99078A68}" dt="2021-06-03T01:32:34.158" v="8747"/>
          <ac:spMkLst>
            <pc:docMk/>
            <pc:sldMk cId="3450880574" sldId="2146846027"/>
            <ac:spMk id="34" creationId="{977BCE81-FF6D-4B4E-AE7A-11C4F416F469}"/>
          </ac:spMkLst>
        </pc:spChg>
        <pc:spChg chg="mod ord">
          <ac:chgData name="Ken Popkin" userId="3c94c39e-c43b-4805-99ab-8da17777f1ac" providerId="ADAL" clId="{69153B8F-FC4A-44BA-BB5E-1EAB99078A68}" dt="2021-06-03T01:22:45.480" v="3326"/>
          <ac:spMkLst>
            <pc:docMk/>
            <pc:sldMk cId="3450880574" sldId="2146846027"/>
            <ac:spMk id="35" creationId="{0194B890-C496-4F45-8095-677F07EF64A7}"/>
          </ac:spMkLst>
        </pc:spChg>
        <pc:spChg chg="mod">
          <ac:chgData name="Ken Popkin" userId="3c94c39e-c43b-4805-99ab-8da17777f1ac" providerId="ADAL" clId="{69153B8F-FC4A-44BA-BB5E-1EAB99078A68}" dt="2021-06-03T01:32:34.192" v="8899"/>
          <ac:spMkLst>
            <pc:docMk/>
            <pc:sldMk cId="3450880574" sldId="2146846027"/>
            <ac:spMk id="36" creationId="{FBB0962F-05A7-45EF-A1E1-A0E2B06C40FE}"/>
          </ac:spMkLst>
        </pc:spChg>
        <pc:spChg chg="mod">
          <ac:chgData name="Ken Popkin" userId="3c94c39e-c43b-4805-99ab-8da17777f1ac" providerId="ADAL" clId="{69153B8F-FC4A-44BA-BB5E-1EAB99078A68}" dt="2021-06-03T01:32:34.192" v="8901"/>
          <ac:spMkLst>
            <pc:docMk/>
            <pc:sldMk cId="3450880574" sldId="2146846027"/>
            <ac:spMk id="37" creationId="{A8EB3A8C-9133-4E6D-BA8F-5EEDDAB27FBD}"/>
          </ac:spMkLst>
        </pc:spChg>
        <pc:spChg chg="mod ord">
          <ac:chgData name="Ken Popkin" userId="3c94c39e-c43b-4805-99ab-8da17777f1ac" providerId="ADAL" clId="{69153B8F-FC4A-44BA-BB5E-1EAB99078A68}" dt="2021-06-03T01:22:45.480" v="3328"/>
          <ac:spMkLst>
            <pc:docMk/>
            <pc:sldMk cId="3450880574" sldId="2146846027"/>
            <ac:spMk id="38" creationId="{1C3EE330-2833-44DE-99E6-56B36EF8A2FA}"/>
          </ac:spMkLst>
        </pc:spChg>
        <pc:spChg chg="mod ord">
          <ac:chgData name="Ken Popkin" userId="3c94c39e-c43b-4805-99ab-8da17777f1ac" providerId="ADAL" clId="{69153B8F-FC4A-44BA-BB5E-1EAB99078A68}" dt="2021-06-03T01:22:45.480" v="3330"/>
          <ac:spMkLst>
            <pc:docMk/>
            <pc:sldMk cId="3450880574" sldId="2146846027"/>
            <ac:spMk id="39" creationId="{DE4B292F-2779-4277-92A4-99C18DD874FB}"/>
          </ac:spMkLst>
        </pc:spChg>
        <pc:spChg chg="mod ord">
          <ac:chgData name="Ken Popkin" userId="3c94c39e-c43b-4805-99ab-8da17777f1ac" providerId="ADAL" clId="{69153B8F-FC4A-44BA-BB5E-1EAB99078A68}" dt="2021-06-03T01:22:45.481" v="3332"/>
          <ac:spMkLst>
            <pc:docMk/>
            <pc:sldMk cId="3450880574" sldId="2146846027"/>
            <ac:spMk id="40" creationId="{D1A2BE71-A8BF-4424-91AB-1CA2EFEF5647}"/>
          </ac:spMkLst>
        </pc:spChg>
        <pc:spChg chg="mod ord">
          <ac:chgData name="Ken Popkin" userId="3c94c39e-c43b-4805-99ab-8da17777f1ac" providerId="ADAL" clId="{69153B8F-FC4A-44BA-BB5E-1EAB99078A68}" dt="2021-06-03T01:22:45.481" v="3334"/>
          <ac:spMkLst>
            <pc:docMk/>
            <pc:sldMk cId="3450880574" sldId="2146846027"/>
            <ac:spMk id="41" creationId="{083C4EDC-2C8E-4372-BD2E-841B65318B31}"/>
          </ac:spMkLst>
        </pc:spChg>
        <pc:spChg chg="mod ord">
          <ac:chgData name="Ken Popkin" userId="3c94c39e-c43b-4805-99ab-8da17777f1ac" providerId="ADAL" clId="{69153B8F-FC4A-44BA-BB5E-1EAB99078A68}" dt="2021-06-03T01:32:34.192" v="8905"/>
          <ac:spMkLst>
            <pc:docMk/>
            <pc:sldMk cId="3450880574" sldId="2146846027"/>
            <ac:spMk id="42" creationId="{4CF1BF97-5356-4F29-8E96-FA64AE35F2AE}"/>
          </ac:spMkLst>
        </pc:spChg>
        <pc:spChg chg="mod ord">
          <ac:chgData name="Ken Popkin" userId="3c94c39e-c43b-4805-99ab-8da17777f1ac" providerId="ADAL" clId="{69153B8F-FC4A-44BA-BB5E-1EAB99078A68}" dt="2021-06-03T01:22:45.481" v="3338"/>
          <ac:spMkLst>
            <pc:docMk/>
            <pc:sldMk cId="3450880574" sldId="2146846027"/>
            <ac:spMk id="43" creationId="{31BAD420-C230-44A4-90D6-B9E694D88438}"/>
          </ac:spMkLst>
        </pc:spChg>
        <pc:spChg chg="mod">
          <ac:chgData name="Ken Popkin" userId="3c94c39e-c43b-4805-99ab-8da17777f1ac" providerId="ADAL" clId="{69153B8F-FC4A-44BA-BB5E-1EAB99078A68}" dt="2021-06-03T01:32:34.174" v="8832"/>
          <ac:spMkLst>
            <pc:docMk/>
            <pc:sldMk cId="3450880574" sldId="2146846027"/>
            <ac:spMk id="44" creationId="{6E44C96F-4DA5-4E0C-82DB-9DDE00F28B1C}"/>
          </ac:spMkLst>
        </pc:spChg>
        <pc:spChg chg="mod">
          <ac:chgData name="Ken Popkin" userId="3c94c39e-c43b-4805-99ab-8da17777f1ac" providerId="ADAL" clId="{69153B8F-FC4A-44BA-BB5E-1EAB99078A68}" dt="2021-06-03T01:32:34.180" v="8834"/>
          <ac:spMkLst>
            <pc:docMk/>
            <pc:sldMk cId="3450880574" sldId="2146846027"/>
            <ac:spMk id="45" creationId="{C64F0DE9-C88E-4651-9AEE-6472190D6504}"/>
          </ac:spMkLst>
        </pc:spChg>
        <pc:spChg chg="mod ord">
          <ac:chgData name="Ken Popkin" userId="3c94c39e-c43b-4805-99ab-8da17777f1ac" providerId="ADAL" clId="{69153B8F-FC4A-44BA-BB5E-1EAB99078A68}" dt="2021-06-03T01:22:45.481" v="3340"/>
          <ac:spMkLst>
            <pc:docMk/>
            <pc:sldMk cId="3450880574" sldId="2146846027"/>
            <ac:spMk id="46" creationId="{E56ACD88-1A58-4EC6-8E01-930AE15B917A}"/>
          </ac:spMkLst>
        </pc:spChg>
        <pc:spChg chg="mod ord">
          <ac:chgData name="Ken Popkin" userId="3c94c39e-c43b-4805-99ab-8da17777f1ac" providerId="ADAL" clId="{69153B8F-FC4A-44BA-BB5E-1EAB99078A68}" dt="2021-06-03T01:22:45.482" v="3342"/>
          <ac:spMkLst>
            <pc:docMk/>
            <pc:sldMk cId="3450880574" sldId="2146846027"/>
            <ac:spMk id="47" creationId="{DFC5EB5A-42B4-4C6A-BEBE-BD78DC4A0313}"/>
          </ac:spMkLst>
        </pc:spChg>
        <pc:spChg chg="mod ord">
          <ac:chgData name="Ken Popkin" userId="3c94c39e-c43b-4805-99ab-8da17777f1ac" providerId="ADAL" clId="{69153B8F-FC4A-44BA-BB5E-1EAB99078A68}" dt="2021-06-03T01:22:45.482" v="3344"/>
          <ac:spMkLst>
            <pc:docMk/>
            <pc:sldMk cId="3450880574" sldId="2146846027"/>
            <ac:spMk id="48" creationId="{436C8881-5F34-40BE-88E5-07AE09F13CD1}"/>
          </ac:spMkLst>
        </pc:spChg>
        <pc:spChg chg="mod ord">
          <ac:chgData name="Ken Popkin" userId="3c94c39e-c43b-4805-99ab-8da17777f1ac" providerId="ADAL" clId="{69153B8F-FC4A-44BA-BB5E-1EAB99078A68}" dt="2021-06-03T01:22:45.482" v="3346"/>
          <ac:spMkLst>
            <pc:docMk/>
            <pc:sldMk cId="3450880574" sldId="2146846027"/>
            <ac:spMk id="49" creationId="{09BC4946-DEF1-4C79-B416-C8EC2CDBFE3E}"/>
          </ac:spMkLst>
        </pc:spChg>
        <pc:spChg chg="mod ord">
          <ac:chgData name="Ken Popkin" userId="3c94c39e-c43b-4805-99ab-8da17777f1ac" providerId="ADAL" clId="{69153B8F-FC4A-44BA-BB5E-1EAB99078A68}" dt="2021-06-03T01:32:34.180" v="8838"/>
          <ac:spMkLst>
            <pc:docMk/>
            <pc:sldMk cId="3450880574" sldId="2146846027"/>
            <ac:spMk id="50" creationId="{F07010CC-6DAB-4C2B-BE7C-16C03830F637}"/>
          </ac:spMkLst>
        </pc:spChg>
        <pc:spChg chg="mod ord">
          <ac:chgData name="Ken Popkin" userId="3c94c39e-c43b-4805-99ab-8da17777f1ac" providerId="ADAL" clId="{69153B8F-FC4A-44BA-BB5E-1EAB99078A68}" dt="2021-06-03T01:22:45.482" v="3350"/>
          <ac:spMkLst>
            <pc:docMk/>
            <pc:sldMk cId="3450880574" sldId="2146846027"/>
            <ac:spMk id="51" creationId="{E1B7629E-43A6-4255-8C87-E3648CEB2B87}"/>
          </ac:spMkLst>
        </pc:spChg>
        <pc:spChg chg="mod">
          <ac:chgData name="Ken Popkin" userId="3c94c39e-c43b-4805-99ab-8da17777f1ac" providerId="ADAL" clId="{69153B8F-FC4A-44BA-BB5E-1EAB99078A68}" dt="2021-06-03T01:32:34.158" v="8749"/>
          <ac:spMkLst>
            <pc:docMk/>
            <pc:sldMk cId="3450880574" sldId="2146846027"/>
            <ac:spMk id="52" creationId="{154D9FE8-977D-49D7-A2AD-14D2B4AF64F0}"/>
          </ac:spMkLst>
        </pc:spChg>
        <pc:spChg chg="mod ord">
          <ac:chgData name="Ken Popkin" userId="3c94c39e-c43b-4805-99ab-8da17777f1ac" providerId="ADAL" clId="{69153B8F-FC4A-44BA-BB5E-1EAB99078A68}" dt="2021-06-03T01:32:34.158" v="8751"/>
          <ac:spMkLst>
            <pc:docMk/>
            <pc:sldMk cId="3450880574" sldId="2146846027"/>
            <ac:spMk id="53" creationId="{A59E22F7-0728-4CD5-8D73-9DCB0368BE50}"/>
          </ac:spMkLst>
        </pc:spChg>
        <pc:spChg chg="mod ord">
          <ac:chgData name="Ken Popkin" userId="3c94c39e-c43b-4805-99ab-8da17777f1ac" providerId="ADAL" clId="{69153B8F-FC4A-44BA-BB5E-1EAB99078A68}" dt="2021-06-03T01:32:34.158" v="8753"/>
          <ac:spMkLst>
            <pc:docMk/>
            <pc:sldMk cId="3450880574" sldId="2146846027"/>
            <ac:spMk id="54" creationId="{8F0DBCDE-064F-4D5E-80DC-D010D27E6D72}"/>
          </ac:spMkLst>
        </pc:spChg>
        <pc:spChg chg="mod">
          <ac:chgData name="Ken Popkin" userId="3c94c39e-c43b-4805-99ab-8da17777f1ac" providerId="ADAL" clId="{69153B8F-FC4A-44BA-BB5E-1EAB99078A68}" dt="2021-06-03T01:32:34.158" v="8755"/>
          <ac:spMkLst>
            <pc:docMk/>
            <pc:sldMk cId="3450880574" sldId="2146846027"/>
            <ac:spMk id="55" creationId="{0F6CCACC-FD4F-4FCE-813B-88B5344C345D}"/>
          </ac:spMkLst>
        </pc:spChg>
        <pc:spChg chg="mod ord">
          <ac:chgData name="Ken Popkin" userId="3c94c39e-c43b-4805-99ab-8da17777f1ac" providerId="ADAL" clId="{69153B8F-FC4A-44BA-BB5E-1EAB99078A68}" dt="2021-06-03T01:32:34.158" v="8759"/>
          <ac:spMkLst>
            <pc:docMk/>
            <pc:sldMk cId="3450880574" sldId="2146846027"/>
            <ac:spMk id="56" creationId="{B769F82E-F853-4D31-96B1-9C8809B00D39}"/>
          </ac:spMkLst>
        </pc:spChg>
        <pc:spChg chg="mod ord">
          <ac:chgData name="Ken Popkin" userId="3c94c39e-c43b-4805-99ab-8da17777f1ac" providerId="ADAL" clId="{69153B8F-FC4A-44BA-BB5E-1EAB99078A68}" dt="2021-06-03T01:32:34.158" v="8761"/>
          <ac:spMkLst>
            <pc:docMk/>
            <pc:sldMk cId="3450880574" sldId="2146846027"/>
            <ac:spMk id="57" creationId="{66771273-F9ED-4F3A-BE14-3E06F63E817A}"/>
          </ac:spMkLst>
        </pc:spChg>
        <pc:spChg chg="mod">
          <ac:chgData name="Ken Popkin" userId="3c94c39e-c43b-4805-99ab-8da17777f1ac" providerId="ADAL" clId="{69153B8F-FC4A-44BA-BB5E-1EAB99078A68}" dt="2021-06-03T01:32:34.158" v="8763"/>
          <ac:spMkLst>
            <pc:docMk/>
            <pc:sldMk cId="3450880574" sldId="2146846027"/>
            <ac:spMk id="58" creationId="{DC151761-D43B-4032-9E6B-5E51799B7611}"/>
          </ac:spMkLst>
        </pc:spChg>
        <pc:spChg chg="mod ord">
          <ac:chgData name="Ken Popkin" userId="3c94c39e-c43b-4805-99ab-8da17777f1ac" providerId="ADAL" clId="{69153B8F-FC4A-44BA-BB5E-1EAB99078A68}" dt="2021-06-03T01:32:34.158" v="8767"/>
          <ac:spMkLst>
            <pc:docMk/>
            <pc:sldMk cId="3450880574" sldId="2146846027"/>
            <ac:spMk id="59" creationId="{273B325C-0C90-4840-8980-4AAEE20497BC}"/>
          </ac:spMkLst>
        </pc:spChg>
        <pc:spChg chg="mod ord">
          <ac:chgData name="Ken Popkin" userId="3c94c39e-c43b-4805-99ab-8da17777f1ac" providerId="ADAL" clId="{69153B8F-FC4A-44BA-BB5E-1EAB99078A68}" dt="2021-06-03T01:32:34.158" v="8769"/>
          <ac:spMkLst>
            <pc:docMk/>
            <pc:sldMk cId="3450880574" sldId="2146846027"/>
            <ac:spMk id="60" creationId="{58691516-B9A6-4021-83D0-A9390D34A2C0}"/>
          </ac:spMkLst>
        </pc:spChg>
        <pc:spChg chg="mod">
          <ac:chgData name="Ken Popkin" userId="3c94c39e-c43b-4805-99ab-8da17777f1ac" providerId="ADAL" clId="{69153B8F-FC4A-44BA-BB5E-1EAB99078A68}" dt="2021-06-03T01:32:34.158" v="8771"/>
          <ac:spMkLst>
            <pc:docMk/>
            <pc:sldMk cId="3450880574" sldId="2146846027"/>
            <ac:spMk id="61" creationId="{8ACA0C8D-CF8C-4D04-BBEF-93ED132CB6A9}"/>
          </ac:spMkLst>
        </pc:spChg>
        <pc:spChg chg="mod ord">
          <ac:chgData name="Ken Popkin" userId="3c94c39e-c43b-4805-99ab-8da17777f1ac" providerId="ADAL" clId="{69153B8F-FC4A-44BA-BB5E-1EAB99078A68}" dt="2021-06-03T01:32:34.158" v="8775"/>
          <ac:spMkLst>
            <pc:docMk/>
            <pc:sldMk cId="3450880574" sldId="2146846027"/>
            <ac:spMk id="62" creationId="{FA74FEC8-70EB-4C8A-86E2-8F0B4A8137C7}"/>
          </ac:spMkLst>
        </pc:spChg>
        <pc:spChg chg="mod ord">
          <ac:chgData name="Ken Popkin" userId="3c94c39e-c43b-4805-99ab-8da17777f1ac" providerId="ADAL" clId="{69153B8F-FC4A-44BA-BB5E-1EAB99078A68}" dt="2021-06-03T01:32:34.158" v="8777"/>
          <ac:spMkLst>
            <pc:docMk/>
            <pc:sldMk cId="3450880574" sldId="2146846027"/>
            <ac:spMk id="63" creationId="{97982675-E95C-400C-8CE0-085AFB57A985}"/>
          </ac:spMkLst>
        </pc:spChg>
        <pc:spChg chg="mod">
          <ac:chgData name="Ken Popkin" userId="3c94c39e-c43b-4805-99ab-8da17777f1ac" providerId="ADAL" clId="{69153B8F-FC4A-44BA-BB5E-1EAB99078A68}" dt="2021-06-03T01:32:34.182" v="8866"/>
          <ac:spMkLst>
            <pc:docMk/>
            <pc:sldMk cId="3450880574" sldId="2146846027"/>
            <ac:spMk id="70" creationId="{70BCE0AA-B4F3-43AD-862B-EF51975F7A9A}"/>
          </ac:spMkLst>
        </pc:spChg>
        <pc:spChg chg="mod">
          <ac:chgData name="Ken Popkin" userId="3c94c39e-c43b-4805-99ab-8da17777f1ac" providerId="ADAL" clId="{69153B8F-FC4A-44BA-BB5E-1EAB99078A68}" dt="2021-06-03T01:32:34.182" v="8868"/>
          <ac:spMkLst>
            <pc:docMk/>
            <pc:sldMk cId="3450880574" sldId="2146846027"/>
            <ac:spMk id="71" creationId="{B1AD704E-0C0B-452B-B675-6CE9EEAC7FB4}"/>
          </ac:spMkLst>
        </pc:spChg>
        <pc:spChg chg="mod ord">
          <ac:chgData name="Ken Popkin" userId="3c94c39e-c43b-4805-99ab-8da17777f1ac" providerId="ADAL" clId="{69153B8F-FC4A-44BA-BB5E-1EAB99078A68}" dt="2021-06-03T01:22:45.483" v="3352"/>
          <ac:spMkLst>
            <pc:docMk/>
            <pc:sldMk cId="3450880574" sldId="2146846027"/>
            <ac:spMk id="72" creationId="{27869BF5-CE4C-4481-8570-615110339DB5}"/>
          </ac:spMkLst>
        </pc:spChg>
        <pc:spChg chg="mod ord">
          <ac:chgData name="Ken Popkin" userId="3c94c39e-c43b-4805-99ab-8da17777f1ac" providerId="ADAL" clId="{69153B8F-FC4A-44BA-BB5E-1EAB99078A68}" dt="2021-06-03T01:22:45.483" v="3354"/>
          <ac:spMkLst>
            <pc:docMk/>
            <pc:sldMk cId="3450880574" sldId="2146846027"/>
            <ac:spMk id="73" creationId="{4EF657C1-7A3B-4986-BDB2-B4A5888D177C}"/>
          </ac:spMkLst>
        </pc:spChg>
        <pc:spChg chg="mod ord">
          <ac:chgData name="Ken Popkin" userId="3c94c39e-c43b-4805-99ab-8da17777f1ac" providerId="ADAL" clId="{69153B8F-FC4A-44BA-BB5E-1EAB99078A68}" dt="2021-06-03T01:22:45.483" v="3356"/>
          <ac:spMkLst>
            <pc:docMk/>
            <pc:sldMk cId="3450880574" sldId="2146846027"/>
            <ac:spMk id="74" creationId="{671C05FE-13FD-42C7-9C99-85B7AFDA72D2}"/>
          </ac:spMkLst>
        </pc:spChg>
        <pc:spChg chg="mod ord">
          <ac:chgData name="Ken Popkin" userId="3c94c39e-c43b-4805-99ab-8da17777f1ac" providerId="ADAL" clId="{69153B8F-FC4A-44BA-BB5E-1EAB99078A68}" dt="2021-06-03T01:22:45.483" v="3358"/>
          <ac:spMkLst>
            <pc:docMk/>
            <pc:sldMk cId="3450880574" sldId="2146846027"/>
            <ac:spMk id="75" creationId="{A7D16893-DFB4-45ED-BBA8-9C6D04403F7A}"/>
          </ac:spMkLst>
        </pc:spChg>
        <pc:spChg chg="mod ord">
          <ac:chgData name="Ken Popkin" userId="3c94c39e-c43b-4805-99ab-8da17777f1ac" providerId="ADAL" clId="{69153B8F-FC4A-44BA-BB5E-1EAB99078A68}" dt="2021-06-03T01:32:34.182" v="8872"/>
          <ac:spMkLst>
            <pc:docMk/>
            <pc:sldMk cId="3450880574" sldId="2146846027"/>
            <ac:spMk id="76" creationId="{FE2705B8-8471-4CEE-AB69-E77F02145355}"/>
          </ac:spMkLst>
        </pc:spChg>
        <pc:spChg chg="mod ord">
          <ac:chgData name="Ken Popkin" userId="3c94c39e-c43b-4805-99ab-8da17777f1ac" providerId="ADAL" clId="{69153B8F-FC4A-44BA-BB5E-1EAB99078A68}" dt="2021-06-03T01:22:45.484" v="3362"/>
          <ac:spMkLst>
            <pc:docMk/>
            <pc:sldMk cId="3450880574" sldId="2146846027"/>
            <ac:spMk id="77" creationId="{DB8ACF17-6504-4253-865F-061200473E78}"/>
          </ac:spMkLst>
        </pc:spChg>
        <pc:spChg chg="mod">
          <ac:chgData name="Ken Popkin" userId="3c94c39e-c43b-4805-99ab-8da17777f1ac" providerId="ADAL" clId="{69153B8F-FC4A-44BA-BB5E-1EAB99078A68}" dt="2021-06-03T01:32:34.158" v="8785"/>
          <ac:spMkLst>
            <pc:docMk/>
            <pc:sldMk cId="3450880574" sldId="2146846027"/>
            <ac:spMk id="78" creationId="{22850A1D-4E21-473E-9917-9D787409A10C}"/>
          </ac:spMkLst>
        </pc:spChg>
        <pc:spChg chg="mod">
          <ac:chgData name="Ken Popkin" userId="3c94c39e-c43b-4805-99ab-8da17777f1ac" providerId="ADAL" clId="{69153B8F-FC4A-44BA-BB5E-1EAB99078A68}" dt="2021-06-03T01:32:34.158" v="8787"/>
          <ac:spMkLst>
            <pc:docMk/>
            <pc:sldMk cId="3450880574" sldId="2146846027"/>
            <ac:spMk id="79" creationId="{A2FDB8D6-CC56-4D03-BA19-A4F0A459DD0F}"/>
          </ac:spMkLst>
        </pc:spChg>
        <pc:spChg chg="mod ord">
          <ac:chgData name="Ken Popkin" userId="3c94c39e-c43b-4805-99ab-8da17777f1ac" providerId="ADAL" clId="{69153B8F-FC4A-44BA-BB5E-1EAB99078A68}" dt="2021-06-03T01:22:45.462" v="3146"/>
          <ac:spMkLst>
            <pc:docMk/>
            <pc:sldMk cId="3450880574" sldId="2146846027"/>
            <ac:spMk id="80" creationId="{EF9EC6FF-DCC4-42AA-B0A3-4619B4599759}"/>
          </ac:spMkLst>
        </pc:spChg>
        <pc:spChg chg="mod ord">
          <ac:chgData name="Ken Popkin" userId="3c94c39e-c43b-4805-99ab-8da17777f1ac" providerId="ADAL" clId="{69153B8F-FC4A-44BA-BB5E-1EAB99078A68}" dt="2021-06-03T01:22:45.463" v="3148"/>
          <ac:spMkLst>
            <pc:docMk/>
            <pc:sldMk cId="3450880574" sldId="2146846027"/>
            <ac:spMk id="81" creationId="{93C934D5-32E9-48C9-A01E-A702397FAAF1}"/>
          </ac:spMkLst>
        </pc:spChg>
        <pc:spChg chg="mod ord">
          <ac:chgData name="Ken Popkin" userId="3c94c39e-c43b-4805-99ab-8da17777f1ac" providerId="ADAL" clId="{69153B8F-FC4A-44BA-BB5E-1EAB99078A68}" dt="2021-06-03T01:22:45.463" v="3150"/>
          <ac:spMkLst>
            <pc:docMk/>
            <pc:sldMk cId="3450880574" sldId="2146846027"/>
            <ac:spMk id="82" creationId="{EF9FF2F0-18F6-47F6-9728-9B80A58777F4}"/>
          </ac:spMkLst>
        </pc:spChg>
        <pc:spChg chg="mod ord">
          <ac:chgData name="Ken Popkin" userId="3c94c39e-c43b-4805-99ab-8da17777f1ac" providerId="ADAL" clId="{69153B8F-FC4A-44BA-BB5E-1EAB99078A68}" dt="2021-06-03T01:22:45.463" v="3152"/>
          <ac:spMkLst>
            <pc:docMk/>
            <pc:sldMk cId="3450880574" sldId="2146846027"/>
            <ac:spMk id="83" creationId="{52E8CCC0-7C52-456F-B771-6475F1E062EF}"/>
          </ac:spMkLst>
        </pc:spChg>
        <pc:spChg chg="mod ord">
          <ac:chgData name="Ken Popkin" userId="3c94c39e-c43b-4805-99ab-8da17777f1ac" providerId="ADAL" clId="{69153B8F-FC4A-44BA-BB5E-1EAB99078A68}" dt="2021-06-03T01:22:45.463" v="3154"/>
          <ac:spMkLst>
            <pc:docMk/>
            <pc:sldMk cId="3450880574" sldId="2146846027"/>
            <ac:spMk id="84" creationId="{D9EDBC72-7ACE-4347-937F-A01F1C18DD36}"/>
          </ac:spMkLst>
        </pc:spChg>
        <pc:spChg chg="mod ord">
          <ac:chgData name="Ken Popkin" userId="3c94c39e-c43b-4805-99ab-8da17777f1ac" providerId="ADAL" clId="{69153B8F-FC4A-44BA-BB5E-1EAB99078A68}" dt="2021-06-03T01:32:34.158" v="8789"/>
          <ac:spMkLst>
            <pc:docMk/>
            <pc:sldMk cId="3450880574" sldId="2146846027"/>
            <ac:spMk id="85" creationId="{B5ACDF37-DCCA-4578-8BFE-F654F0B522EA}"/>
          </ac:spMkLst>
        </pc:spChg>
        <pc:spChg chg="mod">
          <ac:chgData name="Ken Popkin" userId="3c94c39e-c43b-4805-99ab-8da17777f1ac" providerId="ADAL" clId="{69153B8F-FC4A-44BA-BB5E-1EAB99078A68}" dt="2021-06-03T01:32:34.158" v="8791"/>
          <ac:spMkLst>
            <pc:docMk/>
            <pc:sldMk cId="3450880574" sldId="2146846027"/>
            <ac:spMk id="86" creationId="{55B7C976-FFC7-42FD-903A-01CB1A97BD57}"/>
          </ac:spMkLst>
        </pc:spChg>
        <pc:spChg chg="mod">
          <ac:chgData name="Ken Popkin" userId="3c94c39e-c43b-4805-99ab-8da17777f1ac" providerId="ADAL" clId="{69153B8F-FC4A-44BA-BB5E-1EAB99078A68}" dt="2021-06-03T01:32:34.158" v="8793"/>
          <ac:spMkLst>
            <pc:docMk/>
            <pc:sldMk cId="3450880574" sldId="2146846027"/>
            <ac:spMk id="87" creationId="{F86818D3-1B59-47CF-8DCE-E332B1C3E9C1}"/>
          </ac:spMkLst>
        </pc:spChg>
        <pc:spChg chg="mod ord">
          <ac:chgData name="Ken Popkin" userId="3c94c39e-c43b-4805-99ab-8da17777f1ac" providerId="ADAL" clId="{69153B8F-FC4A-44BA-BB5E-1EAB99078A68}" dt="2021-06-03T01:22:45.463" v="3156"/>
          <ac:spMkLst>
            <pc:docMk/>
            <pc:sldMk cId="3450880574" sldId="2146846027"/>
            <ac:spMk id="88" creationId="{E0C93D6D-149C-4407-989A-A4540E373200}"/>
          </ac:spMkLst>
        </pc:spChg>
        <pc:spChg chg="mod ord">
          <ac:chgData name="Ken Popkin" userId="3c94c39e-c43b-4805-99ab-8da17777f1ac" providerId="ADAL" clId="{69153B8F-FC4A-44BA-BB5E-1EAB99078A68}" dt="2021-06-03T01:22:45.464" v="3158"/>
          <ac:spMkLst>
            <pc:docMk/>
            <pc:sldMk cId="3450880574" sldId="2146846027"/>
            <ac:spMk id="89" creationId="{04A7651E-7BE4-4A8E-8846-E5668AF35BCB}"/>
          </ac:spMkLst>
        </pc:spChg>
        <pc:spChg chg="mod ord">
          <ac:chgData name="Ken Popkin" userId="3c94c39e-c43b-4805-99ab-8da17777f1ac" providerId="ADAL" clId="{69153B8F-FC4A-44BA-BB5E-1EAB99078A68}" dt="2021-06-03T01:22:45.464" v="3160"/>
          <ac:spMkLst>
            <pc:docMk/>
            <pc:sldMk cId="3450880574" sldId="2146846027"/>
            <ac:spMk id="90" creationId="{E5D0316A-ED6F-40FA-96DF-15FEA836E8DD}"/>
          </ac:spMkLst>
        </pc:spChg>
        <pc:spChg chg="mod ord">
          <ac:chgData name="Ken Popkin" userId="3c94c39e-c43b-4805-99ab-8da17777f1ac" providerId="ADAL" clId="{69153B8F-FC4A-44BA-BB5E-1EAB99078A68}" dt="2021-06-03T01:22:45.464" v="3162"/>
          <ac:spMkLst>
            <pc:docMk/>
            <pc:sldMk cId="3450880574" sldId="2146846027"/>
            <ac:spMk id="91" creationId="{74091911-A287-4273-9C82-A0DA4303F30B}"/>
          </ac:spMkLst>
        </pc:spChg>
        <pc:spChg chg="mod ord">
          <ac:chgData name="Ken Popkin" userId="3c94c39e-c43b-4805-99ab-8da17777f1ac" providerId="ADAL" clId="{69153B8F-FC4A-44BA-BB5E-1EAB99078A68}" dt="2021-06-03T01:22:45.464" v="3164"/>
          <ac:spMkLst>
            <pc:docMk/>
            <pc:sldMk cId="3450880574" sldId="2146846027"/>
            <ac:spMk id="92" creationId="{BE5D1876-9825-42E8-AE69-35968626A574}"/>
          </ac:spMkLst>
        </pc:spChg>
        <pc:spChg chg="mod ord">
          <ac:chgData name="Ken Popkin" userId="3c94c39e-c43b-4805-99ab-8da17777f1ac" providerId="ADAL" clId="{69153B8F-FC4A-44BA-BB5E-1EAB99078A68}" dt="2021-06-03T01:32:34.158" v="8797"/>
          <ac:spMkLst>
            <pc:docMk/>
            <pc:sldMk cId="3450880574" sldId="2146846027"/>
            <ac:spMk id="93" creationId="{B17CD555-D709-4B67-90DF-66B375BE38BE}"/>
          </ac:spMkLst>
        </pc:spChg>
        <pc:spChg chg="mod">
          <ac:chgData name="Ken Popkin" userId="3c94c39e-c43b-4805-99ab-8da17777f1ac" providerId="ADAL" clId="{69153B8F-FC4A-44BA-BB5E-1EAB99078A68}" dt="2021-06-03T01:32:34.174" v="8808"/>
          <ac:spMkLst>
            <pc:docMk/>
            <pc:sldMk cId="3450880574" sldId="2146846027"/>
            <ac:spMk id="94" creationId="{585E4A16-B9EE-45FB-B9E0-F7A737F12B08}"/>
          </ac:spMkLst>
        </pc:spChg>
        <pc:spChg chg="mod">
          <ac:chgData name="Ken Popkin" userId="3c94c39e-c43b-4805-99ab-8da17777f1ac" providerId="ADAL" clId="{69153B8F-FC4A-44BA-BB5E-1EAB99078A68}" dt="2021-06-03T01:32:34.174" v="8810"/>
          <ac:spMkLst>
            <pc:docMk/>
            <pc:sldMk cId="3450880574" sldId="2146846027"/>
            <ac:spMk id="95" creationId="{29B09DD1-2CC4-4192-98B3-D1A6EF366529}"/>
          </ac:spMkLst>
        </pc:spChg>
        <pc:spChg chg="mod ord">
          <ac:chgData name="Ken Popkin" userId="3c94c39e-c43b-4805-99ab-8da17777f1ac" providerId="ADAL" clId="{69153B8F-FC4A-44BA-BB5E-1EAB99078A68}" dt="2021-06-03T01:22:45.464" v="3166"/>
          <ac:spMkLst>
            <pc:docMk/>
            <pc:sldMk cId="3450880574" sldId="2146846027"/>
            <ac:spMk id="96" creationId="{00EA2A75-FE32-46AB-AA34-35D427EF96DA}"/>
          </ac:spMkLst>
        </pc:spChg>
        <pc:spChg chg="mod ord">
          <ac:chgData name="Ken Popkin" userId="3c94c39e-c43b-4805-99ab-8da17777f1ac" providerId="ADAL" clId="{69153B8F-FC4A-44BA-BB5E-1EAB99078A68}" dt="2021-06-03T01:22:45.465" v="3168"/>
          <ac:spMkLst>
            <pc:docMk/>
            <pc:sldMk cId="3450880574" sldId="2146846027"/>
            <ac:spMk id="97" creationId="{105174C3-7801-41AD-B322-855DB63F4C15}"/>
          </ac:spMkLst>
        </pc:spChg>
        <pc:spChg chg="mod ord">
          <ac:chgData name="Ken Popkin" userId="3c94c39e-c43b-4805-99ab-8da17777f1ac" providerId="ADAL" clId="{69153B8F-FC4A-44BA-BB5E-1EAB99078A68}" dt="2021-06-03T01:22:45.465" v="3170"/>
          <ac:spMkLst>
            <pc:docMk/>
            <pc:sldMk cId="3450880574" sldId="2146846027"/>
            <ac:spMk id="98" creationId="{2C1DED90-28E2-4754-9F17-4694D4F0A836}"/>
          </ac:spMkLst>
        </pc:spChg>
        <pc:spChg chg="mod ord">
          <ac:chgData name="Ken Popkin" userId="3c94c39e-c43b-4805-99ab-8da17777f1ac" providerId="ADAL" clId="{69153B8F-FC4A-44BA-BB5E-1EAB99078A68}" dt="2021-06-03T01:22:45.465" v="3172"/>
          <ac:spMkLst>
            <pc:docMk/>
            <pc:sldMk cId="3450880574" sldId="2146846027"/>
            <ac:spMk id="99" creationId="{0B640D9A-0F49-48CF-8F7B-A1E796BCF541}"/>
          </ac:spMkLst>
        </pc:spChg>
        <pc:spChg chg="mod ord">
          <ac:chgData name="Ken Popkin" userId="3c94c39e-c43b-4805-99ab-8da17777f1ac" providerId="ADAL" clId="{69153B8F-FC4A-44BA-BB5E-1EAB99078A68}" dt="2021-06-03T01:22:45.465" v="3174"/>
          <ac:spMkLst>
            <pc:docMk/>
            <pc:sldMk cId="3450880574" sldId="2146846027"/>
            <ac:spMk id="100" creationId="{494397E7-FC5D-43A4-A7C2-D4FBE8E3AAC4}"/>
          </ac:spMkLst>
        </pc:spChg>
        <pc:spChg chg="mod ord">
          <ac:chgData name="Ken Popkin" userId="3c94c39e-c43b-4805-99ab-8da17777f1ac" providerId="ADAL" clId="{69153B8F-FC4A-44BA-BB5E-1EAB99078A68}" dt="2021-06-03T01:32:34.174" v="8814"/>
          <ac:spMkLst>
            <pc:docMk/>
            <pc:sldMk cId="3450880574" sldId="2146846027"/>
            <ac:spMk id="101" creationId="{5E717654-2D3F-40AA-A9FC-EAD4103260C5}"/>
          </ac:spMkLst>
        </pc:spChg>
        <pc:spChg chg="add mod ord">
          <ac:chgData name="Ken Popkin" userId="3c94c39e-c43b-4805-99ab-8da17777f1ac" providerId="ADAL" clId="{69153B8F-FC4A-44BA-BB5E-1EAB99078A68}" dt="2021-06-03T01:32:34.158" v="8783"/>
          <ac:spMkLst>
            <pc:docMk/>
            <pc:sldMk cId="3450880574" sldId="2146846027"/>
            <ac:spMk id="102" creationId="{5C930CF3-9043-48C3-8DC2-5E7D67A9E635}"/>
          </ac:spMkLst>
        </pc:spChg>
        <pc:spChg chg="add del mod">
          <ac:chgData name="Ken Popkin" userId="3c94c39e-c43b-4805-99ab-8da17777f1ac" providerId="ADAL" clId="{69153B8F-FC4A-44BA-BB5E-1EAB99078A68}" dt="2021-06-03T01:32:34.201" v="8918"/>
          <ac:spMkLst>
            <pc:docMk/>
            <pc:sldMk cId="3450880574" sldId="2146846027"/>
            <ac:spMk id="103" creationId="{B0F13FF8-77B0-41C4-A0A0-1E73603B6624}"/>
          </ac:spMkLst>
        </pc:spChg>
        <pc:spChg chg="add del mod modVis">
          <ac:chgData name="Ken Popkin" userId="3c94c39e-c43b-4805-99ab-8da17777f1ac" providerId="ADAL" clId="{69153B8F-FC4A-44BA-BB5E-1EAB99078A68}" dt="2021-06-03T01:32:34.201" v="8920"/>
          <ac:spMkLst>
            <pc:docMk/>
            <pc:sldMk cId="3450880574" sldId="2146846027"/>
            <ac:spMk id="104" creationId="{7649E375-FF25-4479-996C-B96EF9BAADC9}"/>
          </ac:spMkLst>
        </pc:spChg>
        <pc:spChg chg="add del mod ord modVis">
          <ac:chgData name="Ken Popkin" userId="3c94c39e-c43b-4805-99ab-8da17777f1ac" providerId="ADAL" clId="{69153B8F-FC4A-44BA-BB5E-1EAB99078A68}" dt="2021-06-03T01:23:56.965" v="3877"/>
          <ac:spMkLst>
            <pc:docMk/>
            <pc:sldMk cId="3450880574" sldId="2146846027"/>
            <ac:spMk id="105" creationId="{EAD2B36C-B866-4414-B11F-EF051592965C}"/>
          </ac:spMkLst>
        </pc:spChg>
        <pc:spChg chg="add del mod ord modVis">
          <ac:chgData name="Ken Popkin" userId="3c94c39e-c43b-4805-99ab-8da17777f1ac" providerId="ADAL" clId="{69153B8F-FC4A-44BA-BB5E-1EAB99078A68}" dt="2021-06-03T01:23:56.965" v="3877"/>
          <ac:spMkLst>
            <pc:docMk/>
            <pc:sldMk cId="3450880574" sldId="2146846027"/>
            <ac:spMk id="106" creationId="{1D75AB2E-DA65-4288-9E06-51749E730853}"/>
          </ac:spMkLst>
        </pc:spChg>
        <pc:spChg chg="add del mod ord modVis">
          <ac:chgData name="Ken Popkin" userId="3c94c39e-c43b-4805-99ab-8da17777f1ac" providerId="ADAL" clId="{69153B8F-FC4A-44BA-BB5E-1EAB99078A68}" dt="2021-06-03T01:28:42.040" v="5364"/>
          <ac:spMkLst>
            <pc:docMk/>
            <pc:sldMk cId="3450880574" sldId="2146846027"/>
            <ac:spMk id="107" creationId="{B64EBBC5-1CAD-4163-98E0-3AD1A9330AAA}"/>
          </ac:spMkLst>
        </pc:spChg>
        <pc:spChg chg="add del mod ord modVis">
          <ac:chgData name="Ken Popkin" userId="3c94c39e-c43b-4805-99ab-8da17777f1ac" providerId="ADAL" clId="{69153B8F-FC4A-44BA-BB5E-1EAB99078A68}" dt="2021-06-03T01:28:42.040" v="5366"/>
          <ac:spMkLst>
            <pc:docMk/>
            <pc:sldMk cId="3450880574" sldId="2146846027"/>
            <ac:spMk id="108" creationId="{BC18AC2B-DF3F-41D1-8865-F4F3776756FB}"/>
          </ac:spMkLst>
        </pc:spChg>
        <pc:spChg chg="add del mod ord modVis">
          <ac:chgData name="Ken Popkin" userId="3c94c39e-c43b-4805-99ab-8da17777f1ac" providerId="ADAL" clId="{69153B8F-FC4A-44BA-BB5E-1EAB99078A68}" dt="2021-06-03T01:28:35.839" v="5060"/>
          <ac:spMkLst>
            <pc:docMk/>
            <pc:sldMk cId="3450880574" sldId="2146846027"/>
            <ac:spMk id="109" creationId="{8D11B246-8714-4EBC-BD28-8F6A8BCDDE76}"/>
          </ac:spMkLst>
        </pc:spChg>
        <pc:spChg chg="mod">
          <ac:chgData name="Ken Popkin" userId="3c94c39e-c43b-4805-99ab-8da17777f1ac" providerId="ADAL" clId="{69153B8F-FC4A-44BA-BB5E-1EAB99078A68}" dt="2021-06-03T01:32:34.174" v="8816"/>
          <ac:spMkLst>
            <pc:docMk/>
            <pc:sldMk cId="3450880574" sldId="2146846027"/>
            <ac:spMk id="110" creationId="{B4FA49B2-B40D-48E5-A606-1BB6E1173656}"/>
          </ac:spMkLst>
        </pc:spChg>
        <pc:spChg chg="mod">
          <ac:chgData name="Ken Popkin" userId="3c94c39e-c43b-4805-99ab-8da17777f1ac" providerId="ADAL" clId="{69153B8F-FC4A-44BA-BB5E-1EAB99078A68}" dt="2021-06-03T01:32:34.174" v="8818"/>
          <ac:spMkLst>
            <pc:docMk/>
            <pc:sldMk cId="3450880574" sldId="2146846027"/>
            <ac:spMk id="111" creationId="{67C12356-7522-4BA7-BB7D-D48FA0649771}"/>
          </ac:spMkLst>
        </pc:spChg>
        <pc:spChg chg="mod ord">
          <ac:chgData name="Ken Popkin" userId="3c94c39e-c43b-4805-99ab-8da17777f1ac" providerId="ADAL" clId="{69153B8F-FC4A-44BA-BB5E-1EAB99078A68}" dt="2021-06-03T01:22:45.465" v="3176"/>
          <ac:spMkLst>
            <pc:docMk/>
            <pc:sldMk cId="3450880574" sldId="2146846027"/>
            <ac:spMk id="112" creationId="{6D1B177A-BFAA-4DEB-9821-875AFA73975B}"/>
          </ac:spMkLst>
        </pc:spChg>
        <pc:spChg chg="mod ord">
          <ac:chgData name="Ken Popkin" userId="3c94c39e-c43b-4805-99ab-8da17777f1ac" providerId="ADAL" clId="{69153B8F-FC4A-44BA-BB5E-1EAB99078A68}" dt="2021-06-03T01:22:45.466" v="3178"/>
          <ac:spMkLst>
            <pc:docMk/>
            <pc:sldMk cId="3450880574" sldId="2146846027"/>
            <ac:spMk id="113" creationId="{ECFDB84B-B7B3-48E2-96FD-2D47E2E45BA9}"/>
          </ac:spMkLst>
        </pc:spChg>
        <pc:spChg chg="mod ord">
          <ac:chgData name="Ken Popkin" userId="3c94c39e-c43b-4805-99ab-8da17777f1ac" providerId="ADAL" clId="{69153B8F-FC4A-44BA-BB5E-1EAB99078A68}" dt="2021-06-03T01:22:45.466" v="3180"/>
          <ac:spMkLst>
            <pc:docMk/>
            <pc:sldMk cId="3450880574" sldId="2146846027"/>
            <ac:spMk id="114" creationId="{43DEB5BD-98C4-420D-A4F4-43A2F8DFBB13}"/>
          </ac:spMkLst>
        </pc:spChg>
        <pc:spChg chg="mod ord">
          <ac:chgData name="Ken Popkin" userId="3c94c39e-c43b-4805-99ab-8da17777f1ac" providerId="ADAL" clId="{69153B8F-FC4A-44BA-BB5E-1EAB99078A68}" dt="2021-06-03T01:22:45.466" v="3182"/>
          <ac:spMkLst>
            <pc:docMk/>
            <pc:sldMk cId="3450880574" sldId="2146846027"/>
            <ac:spMk id="115" creationId="{D517DB16-3BF5-451F-B98F-38B247399CD5}"/>
          </ac:spMkLst>
        </pc:spChg>
        <pc:spChg chg="mod ord">
          <ac:chgData name="Ken Popkin" userId="3c94c39e-c43b-4805-99ab-8da17777f1ac" providerId="ADAL" clId="{69153B8F-FC4A-44BA-BB5E-1EAB99078A68}" dt="2021-06-03T01:22:45.466" v="3184"/>
          <ac:spMkLst>
            <pc:docMk/>
            <pc:sldMk cId="3450880574" sldId="2146846027"/>
            <ac:spMk id="116" creationId="{1C090B0F-1E03-4665-9EA6-61B9C85D09EA}"/>
          </ac:spMkLst>
        </pc:spChg>
        <pc:spChg chg="mod ord">
          <ac:chgData name="Ken Popkin" userId="3c94c39e-c43b-4805-99ab-8da17777f1ac" providerId="ADAL" clId="{69153B8F-FC4A-44BA-BB5E-1EAB99078A68}" dt="2021-06-03T01:32:34.174" v="8822"/>
          <ac:spMkLst>
            <pc:docMk/>
            <pc:sldMk cId="3450880574" sldId="2146846027"/>
            <ac:spMk id="117" creationId="{9952DEB3-6597-4362-91BC-B1EE62BA8A96}"/>
          </ac:spMkLst>
        </pc:spChg>
        <pc:spChg chg="mod">
          <ac:chgData name="Ken Popkin" userId="3c94c39e-c43b-4805-99ab-8da17777f1ac" providerId="ADAL" clId="{69153B8F-FC4A-44BA-BB5E-1EAB99078A68}" dt="2021-06-03T01:32:34.174" v="8824"/>
          <ac:spMkLst>
            <pc:docMk/>
            <pc:sldMk cId="3450880574" sldId="2146846027"/>
            <ac:spMk id="118" creationId="{6207AD63-FB89-4C30-9674-C41101CAFA8A}"/>
          </ac:spMkLst>
        </pc:spChg>
        <pc:spChg chg="mod">
          <ac:chgData name="Ken Popkin" userId="3c94c39e-c43b-4805-99ab-8da17777f1ac" providerId="ADAL" clId="{69153B8F-FC4A-44BA-BB5E-1EAB99078A68}" dt="2021-06-03T01:32:34.174" v="8826"/>
          <ac:spMkLst>
            <pc:docMk/>
            <pc:sldMk cId="3450880574" sldId="2146846027"/>
            <ac:spMk id="119" creationId="{C9B86812-A10F-4243-9F92-4052F414F356}"/>
          </ac:spMkLst>
        </pc:spChg>
        <pc:spChg chg="mod ord">
          <ac:chgData name="Ken Popkin" userId="3c94c39e-c43b-4805-99ab-8da17777f1ac" providerId="ADAL" clId="{69153B8F-FC4A-44BA-BB5E-1EAB99078A68}" dt="2021-06-03T01:22:45.466" v="3186"/>
          <ac:spMkLst>
            <pc:docMk/>
            <pc:sldMk cId="3450880574" sldId="2146846027"/>
            <ac:spMk id="120" creationId="{95B561F5-B7AC-4CB4-A9FB-3CFC6749D586}"/>
          </ac:spMkLst>
        </pc:spChg>
        <pc:spChg chg="mod ord">
          <ac:chgData name="Ken Popkin" userId="3c94c39e-c43b-4805-99ab-8da17777f1ac" providerId="ADAL" clId="{69153B8F-FC4A-44BA-BB5E-1EAB99078A68}" dt="2021-06-03T01:22:45.467" v="3188"/>
          <ac:spMkLst>
            <pc:docMk/>
            <pc:sldMk cId="3450880574" sldId="2146846027"/>
            <ac:spMk id="121" creationId="{573A514A-9B2B-42B4-85E5-1C9FAACFB633}"/>
          </ac:spMkLst>
        </pc:spChg>
        <pc:spChg chg="mod ord">
          <ac:chgData name="Ken Popkin" userId="3c94c39e-c43b-4805-99ab-8da17777f1ac" providerId="ADAL" clId="{69153B8F-FC4A-44BA-BB5E-1EAB99078A68}" dt="2021-06-03T01:22:45.467" v="3190"/>
          <ac:spMkLst>
            <pc:docMk/>
            <pc:sldMk cId="3450880574" sldId="2146846027"/>
            <ac:spMk id="122" creationId="{DF099DB5-CEDB-482E-891F-293C52AF66BE}"/>
          </ac:spMkLst>
        </pc:spChg>
        <pc:spChg chg="mod ord">
          <ac:chgData name="Ken Popkin" userId="3c94c39e-c43b-4805-99ab-8da17777f1ac" providerId="ADAL" clId="{69153B8F-FC4A-44BA-BB5E-1EAB99078A68}" dt="2021-06-03T01:22:45.467" v="3192"/>
          <ac:spMkLst>
            <pc:docMk/>
            <pc:sldMk cId="3450880574" sldId="2146846027"/>
            <ac:spMk id="123" creationId="{F52A00B5-1A52-4077-ABE7-96CC5DA4BD21}"/>
          </ac:spMkLst>
        </pc:spChg>
        <pc:spChg chg="mod ord">
          <ac:chgData name="Ken Popkin" userId="3c94c39e-c43b-4805-99ab-8da17777f1ac" providerId="ADAL" clId="{69153B8F-FC4A-44BA-BB5E-1EAB99078A68}" dt="2021-06-03T01:22:45.467" v="3194"/>
          <ac:spMkLst>
            <pc:docMk/>
            <pc:sldMk cId="3450880574" sldId="2146846027"/>
            <ac:spMk id="124" creationId="{468344AA-4A57-4F6F-AFDE-1345B79CD54F}"/>
          </ac:spMkLst>
        </pc:spChg>
        <pc:spChg chg="mod ord">
          <ac:chgData name="Ken Popkin" userId="3c94c39e-c43b-4805-99ab-8da17777f1ac" providerId="ADAL" clId="{69153B8F-FC4A-44BA-BB5E-1EAB99078A68}" dt="2021-06-03T01:32:34.174" v="8830"/>
          <ac:spMkLst>
            <pc:docMk/>
            <pc:sldMk cId="3450880574" sldId="2146846027"/>
            <ac:spMk id="125" creationId="{1C719034-9AD5-4225-90B4-346AB74E4F30}"/>
          </ac:spMkLst>
        </pc:spChg>
        <pc:spChg chg="mod">
          <ac:chgData name="Ken Popkin" userId="3c94c39e-c43b-4805-99ab-8da17777f1ac" providerId="ADAL" clId="{69153B8F-FC4A-44BA-BB5E-1EAB99078A68}" dt="2021-06-03T01:32:34.180" v="8841"/>
          <ac:spMkLst>
            <pc:docMk/>
            <pc:sldMk cId="3450880574" sldId="2146846027"/>
            <ac:spMk id="126" creationId="{9388E85B-D5FD-4A5F-AB16-DCEC055FCEB7}"/>
          </ac:spMkLst>
        </pc:spChg>
        <pc:spChg chg="mod">
          <ac:chgData name="Ken Popkin" userId="3c94c39e-c43b-4805-99ab-8da17777f1ac" providerId="ADAL" clId="{69153B8F-FC4A-44BA-BB5E-1EAB99078A68}" dt="2021-06-03T01:32:34.182" v="8843"/>
          <ac:spMkLst>
            <pc:docMk/>
            <pc:sldMk cId="3450880574" sldId="2146846027"/>
            <ac:spMk id="127" creationId="{17043A0B-4831-4E97-8BC6-9BD324CE80B6}"/>
          </ac:spMkLst>
        </pc:spChg>
        <pc:spChg chg="mod ord">
          <ac:chgData name="Ken Popkin" userId="3c94c39e-c43b-4805-99ab-8da17777f1ac" providerId="ADAL" clId="{69153B8F-FC4A-44BA-BB5E-1EAB99078A68}" dt="2021-06-03T01:22:45.467" v="3196"/>
          <ac:spMkLst>
            <pc:docMk/>
            <pc:sldMk cId="3450880574" sldId="2146846027"/>
            <ac:spMk id="128" creationId="{213A1A47-EAA8-4690-BF11-7B4B60949079}"/>
          </ac:spMkLst>
        </pc:spChg>
        <pc:spChg chg="mod ord">
          <ac:chgData name="Ken Popkin" userId="3c94c39e-c43b-4805-99ab-8da17777f1ac" providerId="ADAL" clId="{69153B8F-FC4A-44BA-BB5E-1EAB99078A68}" dt="2021-06-03T01:22:45.468" v="3198"/>
          <ac:spMkLst>
            <pc:docMk/>
            <pc:sldMk cId="3450880574" sldId="2146846027"/>
            <ac:spMk id="129" creationId="{C5145007-1A1F-4E49-AF5D-3FD5D69E0B71}"/>
          </ac:spMkLst>
        </pc:spChg>
        <pc:spChg chg="mod ord">
          <ac:chgData name="Ken Popkin" userId="3c94c39e-c43b-4805-99ab-8da17777f1ac" providerId="ADAL" clId="{69153B8F-FC4A-44BA-BB5E-1EAB99078A68}" dt="2021-06-03T01:22:45.468" v="3200"/>
          <ac:spMkLst>
            <pc:docMk/>
            <pc:sldMk cId="3450880574" sldId="2146846027"/>
            <ac:spMk id="130" creationId="{D931D51C-2682-43B4-9B81-00B751BBCD94}"/>
          </ac:spMkLst>
        </pc:spChg>
        <pc:spChg chg="mod ord">
          <ac:chgData name="Ken Popkin" userId="3c94c39e-c43b-4805-99ab-8da17777f1ac" providerId="ADAL" clId="{69153B8F-FC4A-44BA-BB5E-1EAB99078A68}" dt="2021-06-03T01:22:45.468" v="3202"/>
          <ac:spMkLst>
            <pc:docMk/>
            <pc:sldMk cId="3450880574" sldId="2146846027"/>
            <ac:spMk id="131" creationId="{87371F4D-2516-4406-9D28-9929027C5772}"/>
          </ac:spMkLst>
        </pc:spChg>
        <pc:spChg chg="mod ord">
          <ac:chgData name="Ken Popkin" userId="3c94c39e-c43b-4805-99ab-8da17777f1ac" providerId="ADAL" clId="{69153B8F-FC4A-44BA-BB5E-1EAB99078A68}" dt="2021-06-03T01:22:45.468" v="3204"/>
          <ac:spMkLst>
            <pc:docMk/>
            <pc:sldMk cId="3450880574" sldId="2146846027"/>
            <ac:spMk id="132" creationId="{0067BA98-ACF8-4FFD-B4A6-4DC256FA1FFC}"/>
          </ac:spMkLst>
        </pc:spChg>
        <pc:spChg chg="mod ord">
          <ac:chgData name="Ken Popkin" userId="3c94c39e-c43b-4805-99ab-8da17777f1ac" providerId="ADAL" clId="{69153B8F-FC4A-44BA-BB5E-1EAB99078A68}" dt="2021-06-03T01:32:34.182" v="8847"/>
          <ac:spMkLst>
            <pc:docMk/>
            <pc:sldMk cId="3450880574" sldId="2146846027"/>
            <ac:spMk id="133" creationId="{3F1954EA-C8F4-4AB9-881E-775EA09E63C3}"/>
          </ac:spMkLst>
        </pc:spChg>
        <pc:spChg chg="add del mod ord">
          <ac:chgData name="Ken Popkin" userId="3c94c39e-c43b-4805-99ab-8da17777f1ac" providerId="ADAL" clId="{69153B8F-FC4A-44BA-BB5E-1EAB99078A68}" dt="2021-06-03T01:32:34.201" v="8924"/>
          <ac:spMkLst>
            <pc:docMk/>
            <pc:sldMk cId="3450880574" sldId="2146846027"/>
            <ac:spMk id="134" creationId="{336E1E90-CE94-4640-B565-1A43EF4B509C}"/>
          </ac:spMkLst>
        </pc:spChg>
        <pc:spChg chg="add mod">
          <ac:chgData name="Ken Popkin" userId="3c94c39e-c43b-4805-99ab-8da17777f1ac" providerId="ADAL" clId="{69153B8F-FC4A-44BA-BB5E-1EAB99078A68}" dt="2021-06-03T01:32:34.203" v="8927"/>
          <ac:spMkLst>
            <pc:docMk/>
            <pc:sldMk cId="3450880574" sldId="2146846027"/>
            <ac:spMk id="135" creationId="{E8C14FAA-B225-42E7-B5C7-E6EFB53937A2}"/>
          </ac:spMkLst>
        </pc:spChg>
        <pc:spChg chg="add mod modVis">
          <ac:chgData name="Ken Popkin" userId="3c94c39e-c43b-4805-99ab-8da17777f1ac" providerId="ADAL" clId="{69153B8F-FC4A-44BA-BB5E-1EAB99078A68}" dt="2021-06-03T01:32:34.203" v="8929"/>
          <ac:spMkLst>
            <pc:docMk/>
            <pc:sldMk cId="3450880574" sldId="2146846027"/>
            <ac:spMk id="136" creationId="{27EE79CC-4F29-41CC-A0B5-0CC622A37024}"/>
          </ac:spMkLst>
        </pc:spChg>
        <pc:spChg chg="add mod ord modVis">
          <ac:chgData name="Ken Popkin" userId="3c94c39e-c43b-4805-99ab-8da17777f1ac" providerId="ADAL" clId="{69153B8F-FC4A-44BA-BB5E-1EAB99078A68}" dt="2021-06-03T01:22:45.485" v="3376"/>
          <ac:spMkLst>
            <pc:docMk/>
            <pc:sldMk cId="3450880574" sldId="2146846027"/>
            <ac:spMk id="137" creationId="{50B47CF0-A5C8-4C63-B56D-0932021FE2A2}"/>
          </ac:spMkLst>
        </pc:spChg>
        <pc:spChg chg="add mod ord modVis">
          <ac:chgData name="Ken Popkin" userId="3c94c39e-c43b-4805-99ab-8da17777f1ac" providerId="ADAL" clId="{69153B8F-FC4A-44BA-BB5E-1EAB99078A68}" dt="2021-06-03T01:22:45.485" v="3378"/>
          <ac:spMkLst>
            <pc:docMk/>
            <pc:sldMk cId="3450880574" sldId="2146846027"/>
            <ac:spMk id="138" creationId="{6BF2DB97-3399-4899-A430-BD16DA768E7D}"/>
          </ac:spMkLst>
        </pc:spChg>
        <pc:spChg chg="add mod ord modVis">
          <ac:chgData name="Ken Popkin" userId="3c94c39e-c43b-4805-99ab-8da17777f1ac" providerId="ADAL" clId="{69153B8F-FC4A-44BA-BB5E-1EAB99078A68}" dt="2021-06-03T01:29:09.807" v="5681"/>
          <ac:spMkLst>
            <pc:docMk/>
            <pc:sldMk cId="3450880574" sldId="2146846027"/>
            <ac:spMk id="139" creationId="{866663C4-F230-49B7-ACC6-012D52DA4BF0}"/>
          </ac:spMkLst>
        </pc:spChg>
        <pc:spChg chg="add mod ord modVis">
          <ac:chgData name="Ken Popkin" userId="3c94c39e-c43b-4805-99ab-8da17777f1ac" providerId="ADAL" clId="{69153B8F-FC4A-44BA-BB5E-1EAB99078A68}" dt="2021-06-03T01:29:09.807" v="5683"/>
          <ac:spMkLst>
            <pc:docMk/>
            <pc:sldMk cId="3450880574" sldId="2146846027"/>
            <ac:spMk id="140" creationId="{98E5C63E-B86F-42A6-B456-5F257B212633}"/>
          </ac:spMkLst>
        </pc:spChg>
        <pc:spChg chg="add mod ord modVis">
          <ac:chgData name="Ken Popkin" userId="3c94c39e-c43b-4805-99ab-8da17777f1ac" providerId="ADAL" clId="{69153B8F-FC4A-44BA-BB5E-1EAB99078A68}" dt="2021-06-03T01:28:42.043" v="5378"/>
          <ac:spMkLst>
            <pc:docMk/>
            <pc:sldMk cId="3450880574" sldId="2146846027"/>
            <ac:spMk id="141" creationId="{1BAEFC08-2B1A-43A8-A42D-DECA01F1E1FA}"/>
          </ac:spMkLst>
        </pc:spChg>
        <pc:spChg chg="mod">
          <ac:chgData name="Ken Popkin" userId="3c94c39e-c43b-4805-99ab-8da17777f1ac" providerId="ADAL" clId="{69153B8F-FC4A-44BA-BB5E-1EAB99078A68}" dt="2021-06-03T01:32:34.182" v="8849"/>
          <ac:spMkLst>
            <pc:docMk/>
            <pc:sldMk cId="3450880574" sldId="2146846027"/>
            <ac:spMk id="142" creationId="{C19C7D2E-D89A-40C7-BBCE-B8475A734549}"/>
          </ac:spMkLst>
        </pc:spChg>
        <pc:spChg chg="mod">
          <ac:chgData name="Ken Popkin" userId="3c94c39e-c43b-4805-99ab-8da17777f1ac" providerId="ADAL" clId="{69153B8F-FC4A-44BA-BB5E-1EAB99078A68}" dt="2021-06-03T01:32:34.182" v="8851"/>
          <ac:spMkLst>
            <pc:docMk/>
            <pc:sldMk cId="3450880574" sldId="2146846027"/>
            <ac:spMk id="143" creationId="{BAC940CF-C114-4DD8-8AAC-4764C17CB5E5}"/>
          </ac:spMkLst>
        </pc:spChg>
        <pc:spChg chg="mod ord">
          <ac:chgData name="Ken Popkin" userId="3c94c39e-c43b-4805-99ab-8da17777f1ac" providerId="ADAL" clId="{69153B8F-FC4A-44BA-BB5E-1EAB99078A68}" dt="2021-06-03T01:22:45.468" v="3206"/>
          <ac:spMkLst>
            <pc:docMk/>
            <pc:sldMk cId="3450880574" sldId="2146846027"/>
            <ac:spMk id="144" creationId="{7789E20C-DF61-40CF-8AFE-5D5461284C4F}"/>
          </ac:spMkLst>
        </pc:spChg>
        <pc:spChg chg="mod ord">
          <ac:chgData name="Ken Popkin" userId="3c94c39e-c43b-4805-99ab-8da17777f1ac" providerId="ADAL" clId="{69153B8F-FC4A-44BA-BB5E-1EAB99078A68}" dt="2021-06-03T01:22:45.469" v="3208"/>
          <ac:spMkLst>
            <pc:docMk/>
            <pc:sldMk cId="3450880574" sldId="2146846027"/>
            <ac:spMk id="145" creationId="{CCC3F928-52FC-4869-B747-1EB7760F2096}"/>
          </ac:spMkLst>
        </pc:spChg>
        <pc:spChg chg="mod ord">
          <ac:chgData name="Ken Popkin" userId="3c94c39e-c43b-4805-99ab-8da17777f1ac" providerId="ADAL" clId="{69153B8F-FC4A-44BA-BB5E-1EAB99078A68}" dt="2021-06-03T01:22:45.469" v="3210"/>
          <ac:spMkLst>
            <pc:docMk/>
            <pc:sldMk cId="3450880574" sldId="2146846027"/>
            <ac:spMk id="146" creationId="{C6CC9D0A-407B-4E77-8977-B6DBF49BF438}"/>
          </ac:spMkLst>
        </pc:spChg>
        <pc:spChg chg="mod ord">
          <ac:chgData name="Ken Popkin" userId="3c94c39e-c43b-4805-99ab-8da17777f1ac" providerId="ADAL" clId="{69153B8F-FC4A-44BA-BB5E-1EAB99078A68}" dt="2021-06-03T01:22:45.469" v="3212"/>
          <ac:spMkLst>
            <pc:docMk/>
            <pc:sldMk cId="3450880574" sldId="2146846027"/>
            <ac:spMk id="147" creationId="{E5C33BF5-2FC4-4C70-A302-69A695D00E95}"/>
          </ac:spMkLst>
        </pc:spChg>
        <pc:spChg chg="mod ord">
          <ac:chgData name="Ken Popkin" userId="3c94c39e-c43b-4805-99ab-8da17777f1ac" providerId="ADAL" clId="{69153B8F-FC4A-44BA-BB5E-1EAB99078A68}" dt="2021-06-03T01:22:45.469" v="3214"/>
          <ac:spMkLst>
            <pc:docMk/>
            <pc:sldMk cId="3450880574" sldId="2146846027"/>
            <ac:spMk id="148" creationId="{A4D982D6-56B7-438D-BA91-C406006CAC42}"/>
          </ac:spMkLst>
        </pc:spChg>
        <pc:spChg chg="mod ord">
          <ac:chgData name="Ken Popkin" userId="3c94c39e-c43b-4805-99ab-8da17777f1ac" providerId="ADAL" clId="{69153B8F-FC4A-44BA-BB5E-1EAB99078A68}" dt="2021-06-03T01:32:34.182" v="8855"/>
          <ac:spMkLst>
            <pc:docMk/>
            <pc:sldMk cId="3450880574" sldId="2146846027"/>
            <ac:spMk id="149" creationId="{8032F3F7-7BC8-4EB4-AFB4-023167354140}"/>
          </ac:spMkLst>
        </pc:spChg>
        <pc:spChg chg="mod">
          <ac:chgData name="Ken Popkin" userId="3c94c39e-c43b-4805-99ab-8da17777f1ac" providerId="ADAL" clId="{69153B8F-FC4A-44BA-BB5E-1EAB99078A68}" dt="2021-06-03T01:32:34.182" v="8857"/>
          <ac:spMkLst>
            <pc:docMk/>
            <pc:sldMk cId="3450880574" sldId="2146846027"/>
            <ac:spMk id="150" creationId="{372A92A7-1DCC-490B-A9E9-0FD09F269160}"/>
          </ac:spMkLst>
        </pc:spChg>
        <pc:spChg chg="mod">
          <ac:chgData name="Ken Popkin" userId="3c94c39e-c43b-4805-99ab-8da17777f1ac" providerId="ADAL" clId="{69153B8F-FC4A-44BA-BB5E-1EAB99078A68}" dt="2021-06-03T01:32:34.182" v="8859"/>
          <ac:spMkLst>
            <pc:docMk/>
            <pc:sldMk cId="3450880574" sldId="2146846027"/>
            <ac:spMk id="151" creationId="{FFA87F17-5AA1-479F-B232-5A7F02E4FC39}"/>
          </ac:spMkLst>
        </pc:spChg>
        <pc:spChg chg="mod ord">
          <ac:chgData name="Ken Popkin" userId="3c94c39e-c43b-4805-99ab-8da17777f1ac" providerId="ADAL" clId="{69153B8F-FC4A-44BA-BB5E-1EAB99078A68}" dt="2021-06-03T01:22:45.469" v="3216"/>
          <ac:spMkLst>
            <pc:docMk/>
            <pc:sldMk cId="3450880574" sldId="2146846027"/>
            <ac:spMk id="152" creationId="{1FC93FF2-EEFD-4358-B3E7-F5F2FAD96CD0}"/>
          </ac:spMkLst>
        </pc:spChg>
        <pc:spChg chg="mod ord">
          <ac:chgData name="Ken Popkin" userId="3c94c39e-c43b-4805-99ab-8da17777f1ac" providerId="ADAL" clId="{69153B8F-FC4A-44BA-BB5E-1EAB99078A68}" dt="2021-06-03T01:22:45.470" v="3218"/>
          <ac:spMkLst>
            <pc:docMk/>
            <pc:sldMk cId="3450880574" sldId="2146846027"/>
            <ac:spMk id="153" creationId="{5CFA94F3-1F5C-4C30-8894-916C34EE8F6D}"/>
          </ac:spMkLst>
        </pc:spChg>
        <pc:spChg chg="mod ord">
          <ac:chgData name="Ken Popkin" userId="3c94c39e-c43b-4805-99ab-8da17777f1ac" providerId="ADAL" clId="{69153B8F-FC4A-44BA-BB5E-1EAB99078A68}" dt="2021-06-03T01:22:45.470" v="3220"/>
          <ac:spMkLst>
            <pc:docMk/>
            <pc:sldMk cId="3450880574" sldId="2146846027"/>
            <ac:spMk id="154" creationId="{FA4ED7DB-6786-4470-9A24-44BC05C2A6B0}"/>
          </ac:spMkLst>
        </pc:spChg>
        <pc:spChg chg="mod ord">
          <ac:chgData name="Ken Popkin" userId="3c94c39e-c43b-4805-99ab-8da17777f1ac" providerId="ADAL" clId="{69153B8F-FC4A-44BA-BB5E-1EAB99078A68}" dt="2021-06-03T01:22:45.470" v="3222"/>
          <ac:spMkLst>
            <pc:docMk/>
            <pc:sldMk cId="3450880574" sldId="2146846027"/>
            <ac:spMk id="155" creationId="{C8B367F1-6609-4B43-A99F-B4D1B8DC8A76}"/>
          </ac:spMkLst>
        </pc:spChg>
        <pc:spChg chg="mod ord">
          <ac:chgData name="Ken Popkin" userId="3c94c39e-c43b-4805-99ab-8da17777f1ac" providerId="ADAL" clId="{69153B8F-FC4A-44BA-BB5E-1EAB99078A68}" dt="2021-06-03T01:22:45.470" v="3224"/>
          <ac:spMkLst>
            <pc:docMk/>
            <pc:sldMk cId="3450880574" sldId="2146846027"/>
            <ac:spMk id="156" creationId="{399B42C1-F158-45A8-A358-BA8F7729A868}"/>
          </ac:spMkLst>
        </pc:spChg>
        <pc:spChg chg="mod ord">
          <ac:chgData name="Ken Popkin" userId="3c94c39e-c43b-4805-99ab-8da17777f1ac" providerId="ADAL" clId="{69153B8F-FC4A-44BA-BB5E-1EAB99078A68}" dt="2021-06-03T01:32:34.182" v="8863"/>
          <ac:spMkLst>
            <pc:docMk/>
            <pc:sldMk cId="3450880574" sldId="2146846027"/>
            <ac:spMk id="157" creationId="{2A104588-3140-4B5C-BC8F-A7835C0A20FB}"/>
          </ac:spMkLst>
        </pc:spChg>
        <pc:spChg chg="mod">
          <ac:chgData name="Ken Popkin" userId="3c94c39e-c43b-4805-99ab-8da17777f1ac" providerId="ADAL" clId="{69153B8F-FC4A-44BA-BB5E-1EAB99078A68}" dt="2021-06-03T01:32:34.182" v="8875"/>
          <ac:spMkLst>
            <pc:docMk/>
            <pc:sldMk cId="3450880574" sldId="2146846027"/>
            <ac:spMk id="158" creationId="{8BE93700-BEFA-4E5A-A57E-0C6398FBD9DE}"/>
          </ac:spMkLst>
        </pc:spChg>
        <pc:spChg chg="mod">
          <ac:chgData name="Ken Popkin" userId="3c94c39e-c43b-4805-99ab-8da17777f1ac" providerId="ADAL" clId="{69153B8F-FC4A-44BA-BB5E-1EAB99078A68}" dt="2021-06-03T01:32:34.190" v="8877"/>
          <ac:spMkLst>
            <pc:docMk/>
            <pc:sldMk cId="3450880574" sldId="2146846027"/>
            <ac:spMk id="159" creationId="{61E197E3-A2E6-4AA2-BEF4-82C2909576E2}"/>
          </ac:spMkLst>
        </pc:spChg>
        <pc:spChg chg="mod ord">
          <ac:chgData name="Ken Popkin" userId="3c94c39e-c43b-4805-99ab-8da17777f1ac" providerId="ADAL" clId="{69153B8F-FC4A-44BA-BB5E-1EAB99078A68}" dt="2021-06-03T01:22:45.470" v="3226"/>
          <ac:spMkLst>
            <pc:docMk/>
            <pc:sldMk cId="3450880574" sldId="2146846027"/>
            <ac:spMk id="160" creationId="{652223B5-0F58-47AB-9121-CAE16E1499CC}"/>
          </ac:spMkLst>
        </pc:spChg>
        <pc:spChg chg="mod ord">
          <ac:chgData name="Ken Popkin" userId="3c94c39e-c43b-4805-99ab-8da17777f1ac" providerId="ADAL" clId="{69153B8F-FC4A-44BA-BB5E-1EAB99078A68}" dt="2021-06-03T01:22:45.470" v="3228"/>
          <ac:spMkLst>
            <pc:docMk/>
            <pc:sldMk cId="3450880574" sldId="2146846027"/>
            <ac:spMk id="161" creationId="{C8BCE1CC-6FE2-4050-AB99-2EF36BBB1634}"/>
          </ac:spMkLst>
        </pc:spChg>
        <pc:spChg chg="mod ord">
          <ac:chgData name="Ken Popkin" userId="3c94c39e-c43b-4805-99ab-8da17777f1ac" providerId="ADAL" clId="{69153B8F-FC4A-44BA-BB5E-1EAB99078A68}" dt="2021-06-03T01:22:45.471" v="3230"/>
          <ac:spMkLst>
            <pc:docMk/>
            <pc:sldMk cId="3450880574" sldId="2146846027"/>
            <ac:spMk id="162" creationId="{DBD23902-EED2-48EB-9C7E-E2BD75B7E26D}"/>
          </ac:spMkLst>
        </pc:spChg>
        <pc:spChg chg="mod ord">
          <ac:chgData name="Ken Popkin" userId="3c94c39e-c43b-4805-99ab-8da17777f1ac" providerId="ADAL" clId="{69153B8F-FC4A-44BA-BB5E-1EAB99078A68}" dt="2021-06-03T01:22:45.471" v="3232"/>
          <ac:spMkLst>
            <pc:docMk/>
            <pc:sldMk cId="3450880574" sldId="2146846027"/>
            <ac:spMk id="163" creationId="{94607CE8-6D19-4893-A604-0F947A4D9F5C}"/>
          </ac:spMkLst>
        </pc:spChg>
        <pc:spChg chg="mod ord">
          <ac:chgData name="Ken Popkin" userId="3c94c39e-c43b-4805-99ab-8da17777f1ac" providerId="ADAL" clId="{69153B8F-FC4A-44BA-BB5E-1EAB99078A68}" dt="2021-06-03T01:22:45.471" v="3234"/>
          <ac:spMkLst>
            <pc:docMk/>
            <pc:sldMk cId="3450880574" sldId="2146846027"/>
            <ac:spMk id="164" creationId="{5F1FF3C4-E7F9-40CB-9A93-130B10F193E8}"/>
          </ac:spMkLst>
        </pc:spChg>
        <pc:spChg chg="mod ord">
          <ac:chgData name="Ken Popkin" userId="3c94c39e-c43b-4805-99ab-8da17777f1ac" providerId="ADAL" clId="{69153B8F-FC4A-44BA-BB5E-1EAB99078A68}" dt="2021-06-03T01:32:34.190" v="8881"/>
          <ac:spMkLst>
            <pc:docMk/>
            <pc:sldMk cId="3450880574" sldId="2146846027"/>
            <ac:spMk id="165" creationId="{DD201D1D-4C46-4376-BD7F-737EA5AF8462}"/>
          </ac:spMkLst>
        </pc:spChg>
        <pc:spChg chg="add mod ord">
          <ac:chgData name="Ken Popkin" userId="3c94c39e-c43b-4805-99ab-8da17777f1ac" providerId="ADAL" clId="{69153B8F-FC4A-44BA-BB5E-1EAB99078A68}" dt="2021-06-03T01:32:34.203" v="8935"/>
          <ac:spMkLst>
            <pc:docMk/>
            <pc:sldMk cId="3450880574" sldId="2146846027"/>
            <ac:spMk id="166" creationId="{D64AD3FA-AAF9-42DB-AF5A-EBD5E501CD89}"/>
          </ac:spMkLst>
        </pc:spChg>
        <pc:spChg chg="add mod">
          <ac:chgData name="Ken Popkin" userId="3c94c39e-c43b-4805-99ab-8da17777f1ac" providerId="ADAL" clId="{69153B8F-FC4A-44BA-BB5E-1EAB99078A68}" dt="2021-06-03T01:32:34.203" v="8938"/>
          <ac:spMkLst>
            <pc:docMk/>
            <pc:sldMk cId="3450880574" sldId="2146846027"/>
            <ac:spMk id="167" creationId="{F3AF72AE-447A-4F33-8351-78C0A01C3535}"/>
          </ac:spMkLst>
        </pc:spChg>
        <pc:spChg chg="add mod modVis">
          <ac:chgData name="Ken Popkin" userId="3c94c39e-c43b-4805-99ab-8da17777f1ac" providerId="ADAL" clId="{69153B8F-FC4A-44BA-BB5E-1EAB99078A68}" dt="2021-06-03T01:32:34.203" v="8940"/>
          <ac:spMkLst>
            <pc:docMk/>
            <pc:sldMk cId="3450880574" sldId="2146846027"/>
            <ac:spMk id="168" creationId="{5D372FEA-026B-49AB-97ED-C2EA8B164D96}"/>
          </ac:spMkLst>
        </pc:spChg>
        <pc:spChg chg="add mod ord modVis">
          <ac:chgData name="Ken Popkin" userId="3c94c39e-c43b-4805-99ab-8da17777f1ac" providerId="ADAL" clId="{69153B8F-FC4A-44BA-BB5E-1EAB99078A68}" dt="2021-06-03T01:22:45.486" v="3388"/>
          <ac:spMkLst>
            <pc:docMk/>
            <pc:sldMk cId="3450880574" sldId="2146846027"/>
            <ac:spMk id="169" creationId="{19DF743A-121D-4CAD-A1E8-E95F1D91598D}"/>
          </ac:spMkLst>
        </pc:spChg>
        <pc:spChg chg="add mod ord modVis">
          <ac:chgData name="Ken Popkin" userId="3c94c39e-c43b-4805-99ab-8da17777f1ac" providerId="ADAL" clId="{69153B8F-FC4A-44BA-BB5E-1EAB99078A68}" dt="2021-06-03T01:22:45.486" v="3390"/>
          <ac:spMkLst>
            <pc:docMk/>
            <pc:sldMk cId="3450880574" sldId="2146846027"/>
            <ac:spMk id="170" creationId="{B0DB4101-8977-4C1A-9C26-B8A2F15BAF3E}"/>
          </ac:spMkLst>
        </pc:spChg>
        <pc:spChg chg="add mod ord modVis">
          <ac:chgData name="Ken Popkin" userId="3c94c39e-c43b-4805-99ab-8da17777f1ac" providerId="ADAL" clId="{69153B8F-FC4A-44BA-BB5E-1EAB99078A68}" dt="2021-06-03T01:29:09.809" v="5694"/>
          <ac:spMkLst>
            <pc:docMk/>
            <pc:sldMk cId="3450880574" sldId="2146846027"/>
            <ac:spMk id="171" creationId="{D9B7DE42-4547-4CB8-8EBE-488DBA2F89C3}"/>
          </ac:spMkLst>
        </pc:spChg>
        <pc:spChg chg="add mod ord modVis">
          <ac:chgData name="Ken Popkin" userId="3c94c39e-c43b-4805-99ab-8da17777f1ac" providerId="ADAL" clId="{69153B8F-FC4A-44BA-BB5E-1EAB99078A68}" dt="2021-06-03T01:29:09.809" v="5696"/>
          <ac:spMkLst>
            <pc:docMk/>
            <pc:sldMk cId="3450880574" sldId="2146846027"/>
            <ac:spMk id="172" creationId="{1EBB84E8-F52E-404E-A0E8-A85D998B3C92}"/>
          </ac:spMkLst>
        </pc:spChg>
        <pc:spChg chg="add mod ord modVis">
          <ac:chgData name="Ken Popkin" userId="3c94c39e-c43b-4805-99ab-8da17777f1ac" providerId="ADAL" clId="{69153B8F-FC4A-44BA-BB5E-1EAB99078A68}" dt="2021-06-03T01:28:42.047" v="5392"/>
          <ac:spMkLst>
            <pc:docMk/>
            <pc:sldMk cId="3450880574" sldId="2146846027"/>
            <ac:spMk id="173" creationId="{6C4EF800-4A07-4998-81F5-E6AC658AAC28}"/>
          </ac:spMkLst>
        </pc:spChg>
        <pc:spChg chg="mod">
          <ac:chgData name="Ken Popkin" userId="3c94c39e-c43b-4805-99ab-8da17777f1ac" providerId="ADAL" clId="{69153B8F-FC4A-44BA-BB5E-1EAB99078A68}" dt="2021-06-03T01:32:34.190" v="8883"/>
          <ac:spMkLst>
            <pc:docMk/>
            <pc:sldMk cId="3450880574" sldId="2146846027"/>
            <ac:spMk id="174" creationId="{C2F8C70A-ADA9-48E3-B5E4-F1D6D5E9DF84}"/>
          </ac:spMkLst>
        </pc:spChg>
        <pc:spChg chg="mod">
          <ac:chgData name="Ken Popkin" userId="3c94c39e-c43b-4805-99ab-8da17777f1ac" providerId="ADAL" clId="{69153B8F-FC4A-44BA-BB5E-1EAB99078A68}" dt="2021-06-03T01:32:34.192" v="8885"/>
          <ac:spMkLst>
            <pc:docMk/>
            <pc:sldMk cId="3450880574" sldId="2146846027"/>
            <ac:spMk id="175" creationId="{F39C3105-9417-4648-91DE-43FE4003744A}"/>
          </ac:spMkLst>
        </pc:spChg>
        <pc:spChg chg="mod ord">
          <ac:chgData name="Ken Popkin" userId="3c94c39e-c43b-4805-99ab-8da17777f1ac" providerId="ADAL" clId="{69153B8F-FC4A-44BA-BB5E-1EAB99078A68}" dt="2021-06-03T01:22:45.471" v="3236"/>
          <ac:spMkLst>
            <pc:docMk/>
            <pc:sldMk cId="3450880574" sldId="2146846027"/>
            <ac:spMk id="176" creationId="{447457BC-E6B0-420D-B2C6-6DFFAE784394}"/>
          </ac:spMkLst>
        </pc:spChg>
        <pc:spChg chg="mod ord">
          <ac:chgData name="Ken Popkin" userId="3c94c39e-c43b-4805-99ab-8da17777f1ac" providerId="ADAL" clId="{69153B8F-FC4A-44BA-BB5E-1EAB99078A68}" dt="2021-06-03T01:22:45.471" v="3238"/>
          <ac:spMkLst>
            <pc:docMk/>
            <pc:sldMk cId="3450880574" sldId="2146846027"/>
            <ac:spMk id="177" creationId="{096DCBC2-9502-41F1-9CD2-46929A1919D5}"/>
          </ac:spMkLst>
        </pc:spChg>
        <pc:spChg chg="mod ord">
          <ac:chgData name="Ken Popkin" userId="3c94c39e-c43b-4805-99ab-8da17777f1ac" providerId="ADAL" clId="{69153B8F-FC4A-44BA-BB5E-1EAB99078A68}" dt="2021-06-03T01:22:45.472" v="3240"/>
          <ac:spMkLst>
            <pc:docMk/>
            <pc:sldMk cId="3450880574" sldId="2146846027"/>
            <ac:spMk id="178" creationId="{1EBF6B16-555C-4763-922C-48D3C52C403F}"/>
          </ac:spMkLst>
        </pc:spChg>
        <pc:spChg chg="mod ord">
          <ac:chgData name="Ken Popkin" userId="3c94c39e-c43b-4805-99ab-8da17777f1ac" providerId="ADAL" clId="{69153B8F-FC4A-44BA-BB5E-1EAB99078A68}" dt="2021-06-03T01:22:45.472" v="3242"/>
          <ac:spMkLst>
            <pc:docMk/>
            <pc:sldMk cId="3450880574" sldId="2146846027"/>
            <ac:spMk id="179" creationId="{2DBBD0B5-1F1A-4115-90AC-D0AFBE5BDB95}"/>
          </ac:spMkLst>
        </pc:spChg>
        <pc:spChg chg="mod ord">
          <ac:chgData name="Ken Popkin" userId="3c94c39e-c43b-4805-99ab-8da17777f1ac" providerId="ADAL" clId="{69153B8F-FC4A-44BA-BB5E-1EAB99078A68}" dt="2021-06-03T01:22:45.472" v="3244"/>
          <ac:spMkLst>
            <pc:docMk/>
            <pc:sldMk cId="3450880574" sldId="2146846027"/>
            <ac:spMk id="180" creationId="{1BAF5D26-1374-4E05-8AE9-7DC113CCF2E3}"/>
          </ac:spMkLst>
        </pc:spChg>
        <pc:spChg chg="mod ord">
          <ac:chgData name="Ken Popkin" userId="3c94c39e-c43b-4805-99ab-8da17777f1ac" providerId="ADAL" clId="{69153B8F-FC4A-44BA-BB5E-1EAB99078A68}" dt="2021-06-03T01:32:34.192" v="8889"/>
          <ac:spMkLst>
            <pc:docMk/>
            <pc:sldMk cId="3450880574" sldId="2146846027"/>
            <ac:spMk id="181" creationId="{CB039F2E-38B8-49F3-8411-1089164A57E4}"/>
          </ac:spMkLst>
        </pc:spChg>
        <pc:spChg chg="mod">
          <ac:chgData name="Ken Popkin" userId="3c94c39e-c43b-4805-99ab-8da17777f1ac" providerId="ADAL" clId="{69153B8F-FC4A-44BA-BB5E-1EAB99078A68}" dt="2021-06-03T01:32:34.192" v="8891"/>
          <ac:spMkLst>
            <pc:docMk/>
            <pc:sldMk cId="3450880574" sldId="2146846027"/>
            <ac:spMk id="182" creationId="{E74B5FE6-7822-4B5B-B041-8B6B1ECF1311}"/>
          </ac:spMkLst>
        </pc:spChg>
        <pc:spChg chg="mod">
          <ac:chgData name="Ken Popkin" userId="3c94c39e-c43b-4805-99ab-8da17777f1ac" providerId="ADAL" clId="{69153B8F-FC4A-44BA-BB5E-1EAB99078A68}" dt="2021-06-03T01:32:34.192" v="8893"/>
          <ac:spMkLst>
            <pc:docMk/>
            <pc:sldMk cId="3450880574" sldId="2146846027"/>
            <ac:spMk id="183" creationId="{0D7F39D6-79A6-4E3B-90F7-F6E028416C2A}"/>
          </ac:spMkLst>
        </pc:spChg>
        <pc:spChg chg="mod ord">
          <ac:chgData name="Ken Popkin" userId="3c94c39e-c43b-4805-99ab-8da17777f1ac" providerId="ADAL" clId="{69153B8F-FC4A-44BA-BB5E-1EAB99078A68}" dt="2021-06-03T01:22:45.472" v="3246"/>
          <ac:spMkLst>
            <pc:docMk/>
            <pc:sldMk cId="3450880574" sldId="2146846027"/>
            <ac:spMk id="184" creationId="{BCC1F68E-7939-47F0-9210-E44A1BF4305B}"/>
          </ac:spMkLst>
        </pc:spChg>
        <pc:spChg chg="mod ord">
          <ac:chgData name="Ken Popkin" userId="3c94c39e-c43b-4805-99ab-8da17777f1ac" providerId="ADAL" clId="{69153B8F-FC4A-44BA-BB5E-1EAB99078A68}" dt="2021-06-03T01:22:45.472" v="3248"/>
          <ac:spMkLst>
            <pc:docMk/>
            <pc:sldMk cId="3450880574" sldId="2146846027"/>
            <ac:spMk id="185" creationId="{B7C3EBAD-0CC7-4B9A-9E84-076B4A8C4154}"/>
          </ac:spMkLst>
        </pc:spChg>
        <pc:spChg chg="mod ord">
          <ac:chgData name="Ken Popkin" userId="3c94c39e-c43b-4805-99ab-8da17777f1ac" providerId="ADAL" clId="{69153B8F-FC4A-44BA-BB5E-1EAB99078A68}" dt="2021-06-03T01:22:45.473" v="3250"/>
          <ac:spMkLst>
            <pc:docMk/>
            <pc:sldMk cId="3450880574" sldId="2146846027"/>
            <ac:spMk id="186" creationId="{79589094-CAB4-4F14-8CDC-86556845CFAD}"/>
          </ac:spMkLst>
        </pc:spChg>
        <pc:spChg chg="mod ord">
          <ac:chgData name="Ken Popkin" userId="3c94c39e-c43b-4805-99ab-8da17777f1ac" providerId="ADAL" clId="{69153B8F-FC4A-44BA-BB5E-1EAB99078A68}" dt="2021-06-03T01:22:45.473" v="3252"/>
          <ac:spMkLst>
            <pc:docMk/>
            <pc:sldMk cId="3450880574" sldId="2146846027"/>
            <ac:spMk id="187" creationId="{DAD1E631-E717-4FE6-8973-881D9909A962}"/>
          </ac:spMkLst>
        </pc:spChg>
        <pc:spChg chg="mod ord">
          <ac:chgData name="Ken Popkin" userId="3c94c39e-c43b-4805-99ab-8da17777f1ac" providerId="ADAL" clId="{69153B8F-FC4A-44BA-BB5E-1EAB99078A68}" dt="2021-06-03T01:22:45.473" v="3254"/>
          <ac:spMkLst>
            <pc:docMk/>
            <pc:sldMk cId="3450880574" sldId="2146846027"/>
            <ac:spMk id="188" creationId="{F0F1B88D-7836-4A66-8B47-EF7E7AD01CF8}"/>
          </ac:spMkLst>
        </pc:spChg>
        <pc:spChg chg="mod ord">
          <ac:chgData name="Ken Popkin" userId="3c94c39e-c43b-4805-99ab-8da17777f1ac" providerId="ADAL" clId="{69153B8F-FC4A-44BA-BB5E-1EAB99078A68}" dt="2021-06-03T01:32:34.192" v="8897"/>
          <ac:spMkLst>
            <pc:docMk/>
            <pc:sldMk cId="3450880574" sldId="2146846027"/>
            <ac:spMk id="189" creationId="{C3D6E333-CF00-410E-9788-866BE94810C9}"/>
          </ac:spMkLst>
        </pc:spChg>
        <pc:spChg chg="mod">
          <ac:chgData name="Ken Popkin" userId="3c94c39e-c43b-4805-99ab-8da17777f1ac" providerId="ADAL" clId="{69153B8F-FC4A-44BA-BB5E-1EAB99078A68}" dt="2021-06-03T01:32:34.192" v="8908"/>
          <ac:spMkLst>
            <pc:docMk/>
            <pc:sldMk cId="3450880574" sldId="2146846027"/>
            <ac:spMk id="190" creationId="{D8DEBF50-6CCC-45C6-828F-FF2E3F1D09E6}"/>
          </ac:spMkLst>
        </pc:spChg>
        <pc:spChg chg="mod">
          <ac:chgData name="Ken Popkin" userId="3c94c39e-c43b-4805-99ab-8da17777f1ac" providerId="ADAL" clId="{69153B8F-FC4A-44BA-BB5E-1EAB99078A68}" dt="2021-06-03T01:32:34.192" v="8910"/>
          <ac:spMkLst>
            <pc:docMk/>
            <pc:sldMk cId="3450880574" sldId="2146846027"/>
            <ac:spMk id="191" creationId="{26A5F0DE-E9F9-4E18-AB9A-3D3ED8F36360}"/>
          </ac:spMkLst>
        </pc:spChg>
        <pc:spChg chg="mod ord">
          <ac:chgData name="Ken Popkin" userId="3c94c39e-c43b-4805-99ab-8da17777f1ac" providerId="ADAL" clId="{69153B8F-FC4A-44BA-BB5E-1EAB99078A68}" dt="2021-06-03T01:22:45.473" v="3256"/>
          <ac:spMkLst>
            <pc:docMk/>
            <pc:sldMk cId="3450880574" sldId="2146846027"/>
            <ac:spMk id="192" creationId="{76017D39-9C89-44C6-8AB1-CD4003B42555}"/>
          </ac:spMkLst>
        </pc:spChg>
        <pc:spChg chg="mod ord">
          <ac:chgData name="Ken Popkin" userId="3c94c39e-c43b-4805-99ab-8da17777f1ac" providerId="ADAL" clId="{69153B8F-FC4A-44BA-BB5E-1EAB99078A68}" dt="2021-06-03T01:22:45.473" v="3258"/>
          <ac:spMkLst>
            <pc:docMk/>
            <pc:sldMk cId="3450880574" sldId="2146846027"/>
            <ac:spMk id="193" creationId="{28B387E0-0FEA-4881-A87A-0BB0C2E80600}"/>
          </ac:spMkLst>
        </pc:spChg>
        <pc:spChg chg="mod ord">
          <ac:chgData name="Ken Popkin" userId="3c94c39e-c43b-4805-99ab-8da17777f1ac" providerId="ADAL" clId="{69153B8F-FC4A-44BA-BB5E-1EAB99078A68}" dt="2021-06-03T01:22:45.474" v="3260"/>
          <ac:spMkLst>
            <pc:docMk/>
            <pc:sldMk cId="3450880574" sldId="2146846027"/>
            <ac:spMk id="194" creationId="{75D93013-CC9A-47B9-B31C-DECC7C1D3B11}"/>
          </ac:spMkLst>
        </pc:spChg>
        <pc:spChg chg="mod ord">
          <ac:chgData name="Ken Popkin" userId="3c94c39e-c43b-4805-99ab-8da17777f1ac" providerId="ADAL" clId="{69153B8F-FC4A-44BA-BB5E-1EAB99078A68}" dt="2021-06-03T01:22:45.474" v="3262"/>
          <ac:spMkLst>
            <pc:docMk/>
            <pc:sldMk cId="3450880574" sldId="2146846027"/>
            <ac:spMk id="195" creationId="{F5F2FD5A-AFC4-4D5F-972C-174CF35EFFEB}"/>
          </ac:spMkLst>
        </pc:spChg>
        <pc:spChg chg="mod ord">
          <ac:chgData name="Ken Popkin" userId="3c94c39e-c43b-4805-99ab-8da17777f1ac" providerId="ADAL" clId="{69153B8F-FC4A-44BA-BB5E-1EAB99078A68}" dt="2021-06-03T01:22:45.474" v="3264"/>
          <ac:spMkLst>
            <pc:docMk/>
            <pc:sldMk cId="3450880574" sldId="2146846027"/>
            <ac:spMk id="196" creationId="{DF13EE35-CA8C-4528-B51F-EFDE65342EB0}"/>
          </ac:spMkLst>
        </pc:spChg>
        <pc:spChg chg="mod ord">
          <ac:chgData name="Ken Popkin" userId="3c94c39e-c43b-4805-99ab-8da17777f1ac" providerId="ADAL" clId="{69153B8F-FC4A-44BA-BB5E-1EAB99078A68}" dt="2021-06-03T01:32:34.192" v="8914"/>
          <ac:spMkLst>
            <pc:docMk/>
            <pc:sldMk cId="3450880574" sldId="2146846027"/>
            <ac:spMk id="197" creationId="{6DB33C22-1ED8-4BE5-8741-36EF7B68D2B6}"/>
          </ac:spMkLst>
        </pc:spChg>
        <pc:spChg chg="mod">
          <ac:chgData name="Ken Popkin" userId="3c94c39e-c43b-4805-99ab-8da17777f1ac" providerId="ADAL" clId="{69153B8F-FC4A-44BA-BB5E-1EAB99078A68}" dt="2021-06-03T01:32:34.158" v="8730"/>
          <ac:spMkLst>
            <pc:docMk/>
            <pc:sldMk cId="3450880574" sldId="2146846027"/>
            <ac:spMk id="198" creationId="{AB74523D-3979-4083-ADC3-83AAE2294AD8}"/>
          </ac:spMkLst>
        </pc:spChg>
        <pc:spChg chg="mod">
          <ac:chgData name="Ken Popkin" userId="3c94c39e-c43b-4805-99ab-8da17777f1ac" providerId="ADAL" clId="{69153B8F-FC4A-44BA-BB5E-1EAB99078A68}" dt="2021-06-03T01:32:34.143" v="8721"/>
          <ac:spMkLst>
            <pc:docMk/>
            <pc:sldMk cId="3450880574" sldId="2146846027"/>
            <ac:spMk id="199" creationId="{20D96C5B-DA1C-4C0E-B2A3-D9D75AB4DA3E}"/>
          </ac:spMkLst>
        </pc:spChg>
        <pc:spChg chg="mod">
          <ac:chgData name="Ken Popkin" userId="3c94c39e-c43b-4805-99ab-8da17777f1ac" providerId="ADAL" clId="{69153B8F-FC4A-44BA-BB5E-1EAB99078A68}" dt="2021-06-03T01:32:34.158" v="8739"/>
          <ac:spMkLst>
            <pc:docMk/>
            <pc:sldMk cId="3450880574" sldId="2146846027"/>
            <ac:spMk id="200" creationId="{65EA39B1-D909-412C-83B1-67E561752AC4}"/>
          </ac:spMkLst>
        </pc:spChg>
        <pc:spChg chg="mod">
          <ac:chgData name="Ken Popkin" userId="3c94c39e-c43b-4805-99ab-8da17777f1ac" providerId="ADAL" clId="{69153B8F-FC4A-44BA-BB5E-1EAB99078A68}" dt="2021-06-03T01:32:34.158" v="8748"/>
          <ac:spMkLst>
            <pc:docMk/>
            <pc:sldMk cId="3450880574" sldId="2146846027"/>
            <ac:spMk id="201" creationId="{EEC64A58-5A3E-42FA-A55D-2E4B75A848BC}"/>
          </ac:spMkLst>
        </pc:spChg>
        <pc:spChg chg="mod ord">
          <ac:chgData name="Ken Popkin" userId="3c94c39e-c43b-4805-99ab-8da17777f1ac" providerId="ADAL" clId="{69153B8F-FC4A-44BA-BB5E-1EAB99078A68}" dt="2021-06-03T01:32:34.143" v="8707"/>
          <ac:spMkLst>
            <pc:docMk/>
            <pc:sldMk cId="3450880574" sldId="2146846027"/>
            <ac:spMk id="202" creationId="{299DDF43-7FAC-4957-9F3A-61771E46A2E4}"/>
          </ac:spMkLst>
        </pc:spChg>
        <pc:spChg chg="mod ord">
          <ac:chgData name="Ken Popkin" userId="3c94c39e-c43b-4805-99ab-8da17777f1ac" providerId="ADAL" clId="{69153B8F-FC4A-44BA-BB5E-1EAB99078A68}" dt="2021-06-03T01:32:34.143" v="8711"/>
          <ac:spMkLst>
            <pc:docMk/>
            <pc:sldMk cId="3450880574" sldId="2146846027"/>
            <ac:spMk id="203" creationId="{3C1D45B4-5169-418E-AD93-550A1183399D}"/>
          </ac:spMkLst>
        </pc:spChg>
        <pc:spChg chg="mod">
          <ac:chgData name="Ken Popkin" userId="3c94c39e-c43b-4805-99ab-8da17777f1ac" providerId="ADAL" clId="{69153B8F-FC4A-44BA-BB5E-1EAB99078A68}" dt="2021-06-03T01:32:34.143" v="8712"/>
          <ac:spMkLst>
            <pc:docMk/>
            <pc:sldMk cId="3450880574" sldId="2146846027"/>
            <ac:spMk id="204" creationId="{20D038F3-9CA0-488C-B947-9CF35A8F8720}"/>
          </ac:spMkLst>
        </pc:spChg>
        <pc:spChg chg="add mod ord">
          <ac:chgData name="Ken Popkin" userId="3c94c39e-c43b-4805-99ab-8da17777f1ac" providerId="ADAL" clId="{69153B8F-FC4A-44BA-BB5E-1EAB99078A68}" dt="2021-06-03T01:32:34.203" v="8946"/>
          <ac:spMkLst>
            <pc:docMk/>
            <pc:sldMk cId="3450880574" sldId="2146846027"/>
            <ac:spMk id="205" creationId="{D057FD5B-0EAF-4E4C-AFF4-32A2FC97FF77}"/>
          </ac:spMkLst>
        </pc:spChg>
        <pc:spChg chg="mod ord">
          <ac:chgData name="Ken Popkin" userId="3c94c39e-c43b-4805-99ab-8da17777f1ac" providerId="ADAL" clId="{69153B8F-FC4A-44BA-BB5E-1EAB99078A68}" dt="2021-06-03T01:32:34.336" v="8948"/>
          <ac:spMkLst>
            <pc:docMk/>
            <pc:sldMk cId="3450880574" sldId="2146846027"/>
            <ac:spMk id="208" creationId="{14779655-B198-48F4-AF78-EFC364D62AC8}"/>
          </ac:spMkLst>
        </pc:spChg>
        <pc:spChg chg="mod ord">
          <ac:chgData name="Ken Popkin" userId="3c94c39e-c43b-4805-99ab-8da17777f1ac" providerId="ADAL" clId="{69153B8F-FC4A-44BA-BB5E-1EAB99078A68}" dt="2021-06-03T01:32:34.143" v="8691"/>
          <ac:spMkLst>
            <pc:docMk/>
            <pc:sldMk cId="3450880574" sldId="2146846027"/>
            <ac:spMk id="209" creationId="{A4D80DB1-318F-48CD-BCF9-232E6DF3A38F}"/>
          </ac:spMkLst>
        </pc:spChg>
        <pc:spChg chg="mod ord">
          <ac:chgData name="Ken Popkin" userId="3c94c39e-c43b-4805-99ab-8da17777f1ac" providerId="ADAL" clId="{69153B8F-FC4A-44BA-BB5E-1EAB99078A68}" dt="2021-06-03T01:32:34.143" v="8693"/>
          <ac:spMkLst>
            <pc:docMk/>
            <pc:sldMk cId="3450880574" sldId="2146846027"/>
            <ac:spMk id="210" creationId="{72039B64-D096-44D5-8D9F-712616328AF3}"/>
          </ac:spMkLst>
        </pc:spChg>
        <pc:spChg chg="mod ord">
          <ac:chgData name="Ken Popkin" userId="3c94c39e-c43b-4805-99ab-8da17777f1ac" providerId="ADAL" clId="{69153B8F-FC4A-44BA-BB5E-1EAB99078A68}" dt="2021-06-03T01:32:34.143" v="8695"/>
          <ac:spMkLst>
            <pc:docMk/>
            <pc:sldMk cId="3450880574" sldId="2146846027"/>
            <ac:spMk id="211" creationId="{D98A794E-A8C3-4173-B0CD-DFEF6DC23513}"/>
          </ac:spMkLst>
        </pc:spChg>
        <pc:spChg chg="mod ord">
          <ac:chgData name="Ken Popkin" userId="3c94c39e-c43b-4805-99ab-8da17777f1ac" providerId="ADAL" clId="{69153B8F-FC4A-44BA-BB5E-1EAB99078A68}" dt="2021-06-03T01:32:34.336" v="8950"/>
          <ac:spMkLst>
            <pc:docMk/>
            <pc:sldMk cId="3450880574" sldId="2146846027"/>
            <ac:spMk id="215" creationId="{AE4EDC57-2BBE-4EC4-B4AE-DAF48D9B4E2A}"/>
          </ac:spMkLst>
        </pc:spChg>
        <pc:spChg chg="mod ord">
          <ac:chgData name="Ken Popkin" userId="3c94c39e-c43b-4805-99ab-8da17777f1ac" providerId="ADAL" clId="{69153B8F-FC4A-44BA-BB5E-1EAB99078A68}" dt="2021-06-03T01:33:26.106" v="8971" actId="1038"/>
          <ac:spMkLst>
            <pc:docMk/>
            <pc:sldMk cId="3450880574" sldId="2146846027"/>
            <ac:spMk id="216" creationId="{B0AA3632-2AC4-49E7-BF18-450A716A0EDF}"/>
          </ac:spMkLst>
        </pc:spChg>
        <pc:cxnChg chg="mod ord">
          <ac:chgData name="Ken Popkin" userId="3c94c39e-c43b-4805-99ab-8da17777f1ac" providerId="ADAL" clId="{69153B8F-FC4A-44BA-BB5E-1EAB99078A68}" dt="2021-06-03T01:28:35.797" v="4906"/>
          <ac:cxnSpMkLst>
            <pc:docMk/>
            <pc:sldMk cId="3450880574" sldId="2146846027"/>
            <ac:cxnSpMk id="64" creationId="{276AC867-44BB-4193-B741-F01491EDDC8F}"/>
          </ac:cxnSpMkLst>
        </pc:cxnChg>
        <pc:cxnChg chg="mod ord">
          <ac:chgData name="Ken Popkin" userId="3c94c39e-c43b-4805-99ab-8da17777f1ac" providerId="ADAL" clId="{69153B8F-FC4A-44BA-BB5E-1EAB99078A68}" dt="2021-06-03T01:28:35.797" v="4908"/>
          <ac:cxnSpMkLst>
            <pc:docMk/>
            <pc:sldMk cId="3450880574" sldId="2146846027"/>
            <ac:cxnSpMk id="65" creationId="{1C441E1E-E63E-47D6-8CD9-8A6D8B8755A0}"/>
          </ac:cxnSpMkLst>
        </pc:cxnChg>
        <pc:cxnChg chg="mod ord">
          <ac:chgData name="Ken Popkin" userId="3c94c39e-c43b-4805-99ab-8da17777f1ac" providerId="ADAL" clId="{69153B8F-FC4A-44BA-BB5E-1EAB99078A68}" dt="2021-06-03T01:28:35.798" v="4910"/>
          <ac:cxnSpMkLst>
            <pc:docMk/>
            <pc:sldMk cId="3450880574" sldId="2146846027"/>
            <ac:cxnSpMk id="66" creationId="{84965DC8-CC3F-4453-A082-094E80AF8F3B}"/>
          </ac:cxnSpMkLst>
        </pc:cxnChg>
        <pc:cxnChg chg="mod ord">
          <ac:chgData name="Ken Popkin" userId="3c94c39e-c43b-4805-99ab-8da17777f1ac" providerId="ADAL" clId="{69153B8F-FC4A-44BA-BB5E-1EAB99078A68}" dt="2021-06-03T01:28:35.798" v="4912"/>
          <ac:cxnSpMkLst>
            <pc:docMk/>
            <pc:sldMk cId="3450880574" sldId="2146846027"/>
            <ac:cxnSpMk id="67" creationId="{214010CF-F660-4C9E-B652-4DD6C0D23E4D}"/>
          </ac:cxnSpMkLst>
        </pc:cxnChg>
        <pc:cxnChg chg="mod ord">
          <ac:chgData name="Ken Popkin" userId="3c94c39e-c43b-4805-99ab-8da17777f1ac" providerId="ADAL" clId="{69153B8F-FC4A-44BA-BB5E-1EAB99078A68}" dt="2021-06-03T01:28:35.798" v="4914"/>
          <ac:cxnSpMkLst>
            <pc:docMk/>
            <pc:sldMk cId="3450880574" sldId="2146846027"/>
            <ac:cxnSpMk id="68" creationId="{2F811EF6-63DA-427F-AA1E-B69099B569C2}"/>
          </ac:cxnSpMkLst>
        </pc:cxnChg>
        <pc:cxnChg chg="mod ord">
          <ac:chgData name="Ken Popkin" userId="3c94c39e-c43b-4805-99ab-8da17777f1ac" providerId="ADAL" clId="{69153B8F-FC4A-44BA-BB5E-1EAB99078A68}" dt="2021-06-03T01:28:35.799" v="4916"/>
          <ac:cxnSpMkLst>
            <pc:docMk/>
            <pc:sldMk cId="3450880574" sldId="2146846027"/>
            <ac:cxnSpMk id="69" creationId="{0F7022D1-E6DD-4428-A9C7-2E8621776AE9}"/>
          </ac:cxnSpMkLst>
        </pc:cxnChg>
        <pc:cxnChg chg="mod ord">
          <ac:chgData name="Ken Popkin" userId="3c94c39e-c43b-4805-99ab-8da17777f1ac" providerId="ADAL" clId="{69153B8F-FC4A-44BA-BB5E-1EAB99078A68}" dt="2021-06-03T01:28:35.799" v="4918"/>
          <ac:cxnSpMkLst>
            <pc:docMk/>
            <pc:sldMk cId="3450880574" sldId="2146846027"/>
            <ac:cxnSpMk id="212" creationId="{EA7D4CBF-510A-4ADE-9866-A67DD224FCC0}"/>
          </ac:cxnSpMkLst>
        </pc:cxnChg>
        <pc:cxnChg chg="mod ord">
          <ac:chgData name="Ken Popkin" userId="3c94c39e-c43b-4805-99ab-8da17777f1ac" providerId="ADAL" clId="{69153B8F-FC4A-44BA-BB5E-1EAB99078A68}" dt="2021-06-03T01:28:35.799" v="4920"/>
          <ac:cxnSpMkLst>
            <pc:docMk/>
            <pc:sldMk cId="3450880574" sldId="2146846027"/>
            <ac:cxnSpMk id="213" creationId="{7C91C1D8-AE72-4C17-9CD5-D511F1B5F24C}"/>
          </ac:cxnSpMkLst>
        </pc:cxnChg>
        <pc:cxnChg chg="mod ord">
          <ac:chgData name="Ken Popkin" userId="3c94c39e-c43b-4805-99ab-8da17777f1ac" providerId="ADAL" clId="{69153B8F-FC4A-44BA-BB5E-1EAB99078A68}" dt="2021-06-03T01:28:35.799" v="4922"/>
          <ac:cxnSpMkLst>
            <pc:docMk/>
            <pc:sldMk cId="3450880574" sldId="2146846027"/>
            <ac:cxnSpMk id="214" creationId="{3B99AA85-457C-4644-9D71-1591C2CFCB8C}"/>
          </ac:cxnSpMkLst>
        </pc:cxnChg>
      </pc:sldChg>
      <pc:sldChg chg="add del ord">
        <pc:chgData name="Ken Popkin" userId="3c94c39e-c43b-4805-99ab-8da17777f1ac" providerId="ADAL" clId="{69153B8F-FC4A-44BA-BB5E-1EAB99078A68}" dt="2021-06-03T01:38:06.012" v="8973" actId="47"/>
        <pc:sldMkLst>
          <pc:docMk/>
          <pc:sldMk cId="1750121902" sldId="2146846028"/>
        </pc:sldMkLst>
      </pc:sldChg>
      <pc:sldChg chg="del">
        <pc:chgData name="Ken Popkin" userId="3c94c39e-c43b-4805-99ab-8da17777f1ac" providerId="ADAL" clId="{69153B8F-FC4A-44BA-BB5E-1EAB99078A68}" dt="2021-06-02T15:16:03.350" v="64" actId="47"/>
        <pc:sldMkLst>
          <pc:docMk/>
          <pc:sldMk cId="1125456126" sldId="2146846029"/>
        </pc:sldMkLst>
      </pc:sldChg>
      <pc:sldChg chg="add ord">
        <pc:chgData name="Ken Popkin" userId="3c94c39e-c43b-4805-99ab-8da17777f1ac" providerId="ADAL" clId="{69153B8F-FC4A-44BA-BB5E-1EAB99078A68}" dt="2021-06-03T01:09:24.492" v="1303" actId="20578"/>
        <pc:sldMkLst>
          <pc:docMk/>
          <pc:sldMk cId="497179377" sldId="2146846034"/>
        </pc:sldMkLst>
      </pc:sldChg>
      <pc:sldChg chg="add">
        <pc:chgData name="Ken Popkin" userId="3c94c39e-c43b-4805-99ab-8da17777f1ac" providerId="ADAL" clId="{69153B8F-FC4A-44BA-BB5E-1EAB99078A68}" dt="2021-06-03T01:09:42.018" v="1304"/>
        <pc:sldMkLst>
          <pc:docMk/>
          <pc:sldMk cId="470055742" sldId="2146846037"/>
        </pc:sldMkLst>
      </pc:sldChg>
      <pc:sldChg chg="add ord">
        <pc:chgData name="Ken Popkin" userId="3c94c39e-c43b-4805-99ab-8da17777f1ac" providerId="ADAL" clId="{69153B8F-FC4A-44BA-BB5E-1EAB99078A68}" dt="2021-06-03T01:17:12.994" v="1310"/>
        <pc:sldMkLst>
          <pc:docMk/>
          <pc:sldMk cId="4254340890" sldId="2146846045"/>
        </pc:sldMkLst>
      </pc:sldChg>
      <pc:sldChg chg="addSp delSp modSp mod ord">
        <pc:chgData name="Ken Popkin" userId="3c94c39e-c43b-4805-99ab-8da17777f1ac" providerId="ADAL" clId="{69153B8F-FC4A-44BA-BB5E-1EAB99078A68}" dt="2021-06-02T15:25:05.093" v="341" actId="1076"/>
        <pc:sldMkLst>
          <pc:docMk/>
          <pc:sldMk cId="182815512" sldId="2146846054"/>
        </pc:sldMkLst>
        <pc:spChg chg="add del mod ord">
          <ac:chgData name="Ken Popkin" userId="3c94c39e-c43b-4805-99ab-8da17777f1ac" providerId="ADAL" clId="{69153B8F-FC4A-44BA-BB5E-1EAB99078A68}" dt="2021-06-02T15:21:04.222" v="133" actId="478"/>
          <ac:spMkLst>
            <pc:docMk/>
            <pc:sldMk cId="182815512" sldId="2146846054"/>
            <ac:spMk id="2" creationId="{C63AD39B-A9E9-48E1-BDEE-368522ABA661}"/>
          </ac:spMkLst>
        </pc:spChg>
        <pc:spChg chg="add del mod ord">
          <ac:chgData name="Ken Popkin" userId="3c94c39e-c43b-4805-99ab-8da17777f1ac" providerId="ADAL" clId="{69153B8F-FC4A-44BA-BB5E-1EAB99078A68}" dt="2021-06-02T15:18:56.216" v="119" actId="478"/>
          <ac:spMkLst>
            <pc:docMk/>
            <pc:sldMk cId="182815512" sldId="2146846054"/>
            <ac:spMk id="3" creationId="{94A7D084-6039-478E-A6F9-B40F020846DE}"/>
          </ac:spMkLst>
        </pc:spChg>
        <pc:spChg chg="add del mod">
          <ac:chgData name="Ken Popkin" userId="3c94c39e-c43b-4805-99ab-8da17777f1ac" providerId="ADAL" clId="{69153B8F-FC4A-44BA-BB5E-1EAB99078A68}" dt="2021-06-02T15:25:05.093" v="341" actId="1076"/>
          <ac:spMkLst>
            <pc:docMk/>
            <pc:sldMk cId="182815512" sldId="2146846054"/>
            <ac:spMk id="4" creationId="{52F2DCBF-FAA6-4CAB-AE5A-7632249AA6C5}"/>
          </ac:spMkLst>
        </pc:spChg>
        <pc:spChg chg="add del mod">
          <ac:chgData name="Ken Popkin" userId="3c94c39e-c43b-4805-99ab-8da17777f1ac" providerId="ADAL" clId="{69153B8F-FC4A-44BA-BB5E-1EAB99078A68}" dt="2021-06-02T15:18:05.570" v="73" actId="478"/>
          <ac:spMkLst>
            <pc:docMk/>
            <pc:sldMk cId="182815512" sldId="2146846054"/>
            <ac:spMk id="5" creationId="{07865C0C-99C3-4850-918C-FC56395543D8}"/>
          </ac:spMkLst>
        </pc:spChg>
        <pc:spChg chg="add del mod">
          <ac:chgData name="Ken Popkin" userId="3c94c39e-c43b-4805-99ab-8da17777f1ac" providerId="ADAL" clId="{69153B8F-FC4A-44BA-BB5E-1EAB99078A68}" dt="2021-06-02T15:18:05.570" v="73" actId="478"/>
          <ac:spMkLst>
            <pc:docMk/>
            <pc:sldMk cId="182815512" sldId="2146846054"/>
            <ac:spMk id="6" creationId="{2C878E47-2702-482C-915C-6BE0840FC976}"/>
          </ac:spMkLst>
        </pc:spChg>
        <pc:spChg chg="add mod ord">
          <ac:chgData name="Ken Popkin" userId="3c94c39e-c43b-4805-99ab-8da17777f1ac" providerId="ADAL" clId="{69153B8F-FC4A-44BA-BB5E-1EAB99078A68}" dt="2021-06-02T15:24:38.327" v="337" actId="14100"/>
          <ac:spMkLst>
            <pc:docMk/>
            <pc:sldMk cId="182815512" sldId="2146846054"/>
            <ac:spMk id="7" creationId="{F123CD8E-CA78-4AEB-BF99-A99579387E45}"/>
          </ac:spMkLst>
        </pc:spChg>
        <pc:spChg chg="add del">
          <ac:chgData name="Ken Popkin" userId="3c94c39e-c43b-4805-99ab-8da17777f1ac" providerId="ADAL" clId="{69153B8F-FC4A-44BA-BB5E-1EAB99078A68}" dt="2021-06-02T15:20:44.174" v="132" actId="478"/>
          <ac:spMkLst>
            <pc:docMk/>
            <pc:sldMk cId="182815512" sldId="2146846054"/>
            <ac:spMk id="9" creationId="{09588DA8-065E-4F6F-8EFD-43104AB2E0CF}"/>
          </ac:spMkLst>
        </pc:spChg>
        <pc:spChg chg="add del mod">
          <ac:chgData name="Ken Popkin" userId="3c94c39e-c43b-4805-99ab-8da17777f1ac" providerId="ADAL" clId="{69153B8F-FC4A-44BA-BB5E-1EAB99078A68}" dt="2021-06-02T15:21:07.407" v="134" actId="478"/>
          <ac:spMkLst>
            <pc:docMk/>
            <pc:sldMk cId="182815512" sldId="2146846054"/>
            <ac:spMk id="10" creationId="{19B85BF1-B7BE-4471-9E2C-08D635D52FE9}"/>
          </ac:spMkLst>
        </pc:spChg>
        <pc:spChg chg="add del">
          <ac:chgData name="Ken Popkin" userId="3c94c39e-c43b-4805-99ab-8da17777f1ac" providerId="ADAL" clId="{69153B8F-FC4A-44BA-BB5E-1EAB99078A68}" dt="2021-06-02T15:20:44.174" v="132" actId="478"/>
          <ac:spMkLst>
            <pc:docMk/>
            <pc:sldMk cId="182815512" sldId="2146846054"/>
            <ac:spMk id="11" creationId="{C4285719-470E-454C-AF62-8323075F1F5B}"/>
          </ac:spMkLst>
        </pc:spChg>
        <pc:spChg chg="add del">
          <ac:chgData name="Ken Popkin" userId="3c94c39e-c43b-4805-99ab-8da17777f1ac" providerId="ADAL" clId="{69153B8F-FC4A-44BA-BB5E-1EAB99078A68}" dt="2021-06-02T15:20:44.174" v="132" actId="478"/>
          <ac:spMkLst>
            <pc:docMk/>
            <pc:sldMk cId="182815512" sldId="2146846054"/>
            <ac:spMk id="13" creationId="{CD9FE4EF-C4D8-49A0-B2FF-81D8DB7D8A24}"/>
          </ac:spMkLst>
        </pc:spChg>
        <pc:spChg chg="add del">
          <ac:chgData name="Ken Popkin" userId="3c94c39e-c43b-4805-99ab-8da17777f1ac" providerId="ADAL" clId="{69153B8F-FC4A-44BA-BB5E-1EAB99078A68}" dt="2021-06-02T15:20:44.174" v="132" actId="478"/>
          <ac:spMkLst>
            <pc:docMk/>
            <pc:sldMk cId="182815512" sldId="2146846054"/>
            <ac:spMk id="15" creationId="{4300840D-0A0B-4512-BACA-B439D5B9C57C}"/>
          </ac:spMkLst>
        </pc:spChg>
        <pc:spChg chg="add del">
          <ac:chgData name="Ken Popkin" userId="3c94c39e-c43b-4805-99ab-8da17777f1ac" providerId="ADAL" clId="{69153B8F-FC4A-44BA-BB5E-1EAB99078A68}" dt="2021-06-02T15:20:44.174" v="132" actId="478"/>
          <ac:spMkLst>
            <pc:docMk/>
            <pc:sldMk cId="182815512" sldId="2146846054"/>
            <ac:spMk id="17" creationId="{D2B78728-A580-49A7-84F9-6EF6F583ADE0}"/>
          </ac:spMkLst>
        </pc:spChg>
        <pc:spChg chg="add mod">
          <ac:chgData name="Ken Popkin" userId="3c94c39e-c43b-4805-99ab-8da17777f1ac" providerId="ADAL" clId="{69153B8F-FC4A-44BA-BB5E-1EAB99078A68}" dt="2021-06-02T15:22:30.707" v="303" actId="20577"/>
          <ac:spMkLst>
            <pc:docMk/>
            <pc:sldMk cId="182815512" sldId="2146846054"/>
            <ac:spMk id="18" creationId="{5A330CAA-DD1E-45F9-B8D5-C5FE7833A46D}"/>
          </ac:spMkLst>
        </pc:spChg>
        <pc:spChg chg="add del">
          <ac:chgData name="Ken Popkin" userId="3c94c39e-c43b-4805-99ab-8da17777f1ac" providerId="ADAL" clId="{69153B8F-FC4A-44BA-BB5E-1EAB99078A68}" dt="2021-06-02T15:20:44.174" v="132" actId="478"/>
          <ac:spMkLst>
            <pc:docMk/>
            <pc:sldMk cId="182815512" sldId="2146846054"/>
            <ac:spMk id="19" creationId="{38FAA1A1-D861-433F-88FA-1E9D6FD31D11}"/>
          </ac:spMkLst>
        </pc:spChg>
        <pc:spChg chg="add del">
          <ac:chgData name="Ken Popkin" userId="3c94c39e-c43b-4805-99ab-8da17777f1ac" providerId="ADAL" clId="{69153B8F-FC4A-44BA-BB5E-1EAB99078A68}" dt="2021-06-02T15:20:44.174" v="132" actId="478"/>
          <ac:spMkLst>
            <pc:docMk/>
            <pc:sldMk cId="182815512" sldId="2146846054"/>
            <ac:spMk id="21" creationId="{8D71EDA1-87BF-4D5D-AB79-F346FD19278A}"/>
          </ac:spMkLst>
        </pc:spChg>
      </pc:sldChg>
      <pc:sldChg chg="delSp modSp mod">
        <pc:chgData name="Ken Popkin" userId="3c94c39e-c43b-4805-99ab-8da17777f1ac" providerId="ADAL" clId="{69153B8F-FC4A-44BA-BB5E-1EAB99078A68}" dt="2021-06-02T15:47:46.888" v="1301" actId="1036"/>
        <pc:sldMkLst>
          <pc:docMk/>
          <pc:sldMk cId="3568620224" sldId="2146846056"/>
        </pc:sldMkLst>
        <pc:spChg chg="mod">
          <ac:chgData name="Ken Popkin" userId="3c94c39e-c43b-4805-99ab-8da17777f1ac" providerId="ADAL" clId="{69153B8F-FC4A-44BA-BB5E-1EAB99078A68}" dt="2021-06-02T15:47:46.888" v="1301" actId="1036"/>
          <ac:spMkLst>
            <pc:docMk/>
            <pc:sldMk cId="3568620224" sldId="2146846056"/>
            <ac:spMk id="5" creationId="{BF445FAB-8DBF-453E-9283-A9A6EBA065FA}"/>
          </ac:spMkLst>
        </pc:spChg>
        <pc:spChg chg="mod">
          <ac:chgData name="Ken Popkin" userId="3c94c39e-c43b-4805-99ab-8da17777f1ac" providerId="ADAL" clId="{69153B8F-FC4A-44BA-BB5E-1EAB99078A68}" dt="2021-06-02T15:47:46.888" v="1301" actId="1036"/>
          <ac:spMkLst>
            <pc:docMk/>
            <pc:sldMk cId="3568620224" sldId="2146846056"/>
            <ac:spMk id="6" creationId="{ADE3302C-320C-4A18-8F51-050992413360}"/>
          </ac:spMkLst>
        </pc:spChg>
        <pc:spChg chg="mod">
          <ac:chgData name="Ken Popkin" userId="3c94c39e-c43b-4805-99ab-8da17777f1ac" providerId="ADAL" clId="{69153B8F-FC4A-44BA-BB5E-1EAB99078A68}" dt="2021-06-02T15:47:46.888" v="1301" actId="1036"/>
          <ac:spMkLst>
            <pc:docMk/>
            <pc:sldMk cId="3568620224" sldId="2146846056"/>
            <ac:spMk id="11" creationId="{2EF70A3F-A171-42C7-ACB7-9036B17FA978}"/>
          </ac:spMkLst>
        </pc:spChg>
        <pc:spChg chg="mod">
          <ac:chgData name="Ken Popkin" userId="3c94c39e-c43b-4805-99ab-8da17777f1ac" providerId="ADAL" clId="{69153B8F-FC4A-44BA-BB5E-1EAB99078A68}" dt="2021-06-02T15:47:46.888" v="1301" actId="1036"/>
          <ac:spMkLst>
            <pc:docMk/>
            <pc:sldMk cId="3568620224" sldId="2146846056"/>
            <ac:spMk id="12" creationId="{149CC1AC-CF57-4F33-82FC-A9203A243F8A}"/>
          </ac:spMkLst>
        </pc:spChg>
        <pc:spChg chg="mod">
          <ac:chgData name="Ken Popkin" userId="3c94c39e-c43b-4805-99ab-8da17777f1ac" providerId="ADAL" clId="{69153B8F-FC4A-44BA-BB5E-1EAB99078A68}" dt="2021-06-02T15:47:46.888" v="1301" actId="1036"/>
          <ac:spMkLst>
            <pc:docMk/>
            <pc:sldMk cId="3568620224" sldId="2146846056"/>
            <ac:spMk id="13" creationId="{9D9FCDAD-0908-4247-9645-6171B300FF4C}"/>
          </ac:spMkLst>
        </pc:spChg>
        <pc:spChg chg="mod">
          <ac:chgData name="Ken Popkin" userId="3c94c39e-c43b-4805-99ab-8da17777f1ac" providerId="ADAL" clId="{69153B8F-FC4A-44BA-BB5E-1EAB99078A68}" dt="2021-06-02T15:47:46.888" v="1301" actId="1036"/>
          <ac:spMkLst>
            <pc:docMk/>
            <pc:sldMk cId="3568620224" sldId="2146846056"/>
            <ac:spMk id="14" creationId="{37A5EA7F-A8D4-4752-9024-C2FAEB6FA043}"/>
          </ac:spMkLst>
        </pc:spChg>
        <pc:spChg chg="mod">
          <ac:chgData name="Ken Popkin" userId="3c94c39e-c43b-4805-99ab-8da17777f1ac" providerId="ADAL" clId="{69153B8F-FC4A-44BA-BB5E-1EAB99078A68}" dt="2021-06-02T15:47:46.888" v="1301" actId="1036"/>
          <ac:spMkLst>
            <pc:docMk/>
            <pc:sldMk cId="3568620224" sldId="2146846056"/>
            <ac:spMk id="23" creationId="{9BC36B51-D7E5-4B3F-8759-20E12BF6B07F}"/>
          </ac:spMkLst>
        </pc:spChg>
        <pc:spChg chg="mod">
          <ac:chgData name="Ken Popkin" userId="3c94c39e-c43b-4805-99ab-8da17777f1ac" providerId="ADAL" clId="{69153B8F-FC4A-44BA-BB5E-1EAB99078A68}" dt="2021-06-02T15:47:46.888" v="1301" actId="1036"/>
          <ac:spMkLst>
            <pc:docMk/>
            <pc:sldMk cId="3568620224" sldId="2146846056"/>
            <ac:spMk id="24" creationId="{F5462578-1B5E-4CF1-9DDD-8D5C258DA9F4}"/>
          </ac:spMkLst>
        </pc:spChg>
        <pc:spChg chg="mod">
          <ac:chgData name="Ken Popkin" userId="3c94c39e-c43b-4805-99ab-8da17777f1ac" providerId="ADAL" clId="{69153B8F-FC4A-44BA-BB5E-1EAB99078A68}" dt="2021-06-02T15:47:46.888" v="1301" actId="1036"/>
          <ac:spMkLst>
            <pc:docMk/>
            <pc:sldMk cId="3568620224" sldId="2146846056"/>
            <ac:spMk id="25" creationId="{34A0A9C3-5A66-44DE-BB0E-A1263BB1A129}"/>
          </ac:spMkLst>
        </pc:spChg>
        <pc:spChg chg="mod">
          <ac:chgData name="Ken Popkin" userId="3c94c39e-c43b-4805-99ab-8da17777f1ac" providerId="ADAL" clId="{69153B8F-FC4A-44BA-BB5E-1EAB99078A68}" dt="2021-06-02T15:47:46.888" v="1301" actId="1036"/>
          <ac:spMkLst>
            <pc:docMk/>
            <pc:sldMk cId="3568620224" sldId="2146846056"/>
            <ac:spMk id="26" creationId="{27DBEA28-FE23-4F89-ADDD-465BE256260C}"/>
          </ac:spMkLst>
        </pc:spChg>
        <pc:spChg chg="mod">
          <ac:chgData name="Ken Popkin" userId="3c94c39e-c43b-4805-99ab-8da17777f1ac" providerId="ADAL" clId="{69153B8F-FC4A-44BA-BB5E-1EAB99078A68}" dt="2021-06-02T15:47:46.888" v="1301" actId="1036"/>
          <ac:spMkLst>
            <pc:docMk/>
            <pc:sldMk cId="3568620224" sldId="2146846056"/>
            <ac:spMk id="27" creationId="{0175043C-92CF-4544-A36C-51352E126D15}"/>
          </ac:spMkLst>
        </pc:spChg>
        <pc:spChg chg="mod">
          <ac:chgData name="Ken Popkin" userId="3c94c39e-c43b-4805-99ab-8da17777f1ac" providerId="ADAL" clId="{69153B8F-FC4A-44BA-BB5E-1EAB99078A68}" dt="2021-06-02T15:47:46.888" v="1301" actId="1036"/>
          <ac:spMkLst>
            <pc:docMk/>
            <pc:sldMk cId="3568620224" sldId="2146846056"/>
            <ac:spMk id="28" creationId="{9EE83BA5-6874-43A3-8F2E-1A378BA74F0B}"/>
          </ac:spMkLst>
        </pc:spChg>
        <pc:spChg chg="mod">
          <ac:chgData name="Ken Popkin" userId="3c94c39e-c43b-4805-99ab-8da17777f1ac" providerId="ADAL" clId="{69153B8F-FC4A-44BA-BB5E-1EAB99078A68}" dt="2021-06-02T15:47:46.888" v="1301" actId="1036"/>
          <ac:spMkLst>
            <pc:docMk/>
            <pc:sldMk cId="3568620224" sldId="2146846056"/>
            <ac:spMk id="29" creationId="{D29E2F2C-D57B-48D4-AC41-0C5842E8306E}"/>
          </ac:spMkLst>
        </pc:spChg>
        <pc:spChg chg="mod">
          <ac:chgData name="Ken Popkin" userId="3c94c39e-c43b-4805-99ab-8da17777f1ac" providerId="ADAL" clId="{69153B8F-FC4A-44BA-BB5E-1EAB99078A68}" dt="2021-06-02T15:47:46.888" v="1301" actId="1036"/>
          <ac:spMkLst>
            <pc:docMk/>
            <pc:sldMk cId="3568620224" sldId="2146846056"/>
            <ac:spMk id="30" creationId="{BCFD905A-88F8-4311-97B1-B1C95F3AC430}"/>
          </ac:spMkLst>
        </pc:spChg>
        <pc:spChg chg="mod">
          <ac:chgData name="Ken Popkin" userId="3c94c39e-c43b-4805-99ab-8da17777f1ac" providerId="ADAL" clId="{69153B8F-FC4A-44BA-BB5E-1EAB99078A68}" dt="2021-06-02T15:47:46.888" v="1301" actId="1036"/>
          <ac:spMkLst>
            <pc:docMk/>
            <pc:sldMk cId="3568620224" sldId="2146846056"/>
            <ac:spMk id="31" creationId="{966D39A7-CE23-46F2-BF96-9ABBDC8872C3}"/>
          </ac:spMkLst>
        </pc:spChg>
        <pc:spChg chg="mod">
          <ac:chgData name="Ken Popkin" userId="3c94c39e-c43b-4805-99ab-8da17777f1ac" providerId="ADAL" clId="{69153B8F-FC4A-44BA-BB5E-1EAB99078A68}" dt="2021-06-02T15:47:46.888" v="1301" actId="1036"/>
          <ac:spMkLst>
            <pc:docMk/>
            <pc:sldMk cId="3568620224" sldId="2146846056"/>
            <ac:spMk id="32" creationId="{1A0B6AC2-BA53-47AA-810B-531E7ABA14AA}"/>
          </ac:spMkLst>
        </pc:spChg>
        <pc:spChg chg="mod">
          <ac:chgData name="Ken Popkin" userId="3c94c39e-c43b-4805-99ab-8da17777f1ac" providerId="ADAL" clId="{69153B8F-FC4A-44BA-BB5E-1EAB99078A68}" dt="2021-06-02T15:47:46.888" v="1301" actId="1036"/>
          <ac:spMkLst>
            <pc:docMk/>
            <pc:sldMk cId="3568620224" sldId="2146846056"/>
            <ac:spMk id="33" creationId="{F0CCF0C0-A11D-40E3-8419-335D28E4144D}"/>
          </ac:spMkLst>
        </pc:spChg>
        <pc:spChg chg="mod">
          <ac:chgData name="Ken Popkin" userId="3c94c39e-c43b-4805-99ab-8da17777f1ac" providerId="ADAL" clId="{69153B8F-FC4A-44BA-BB5E-1EAB99078A68}" dt="2021-06-02T15:47:46.888" v="1301" actId="1036"/>
          <ac:spMkLst>
            <pc:docMk/>
            <pc:sldMk cId="3568620224" sldId="2146846056"/>
            <ac:spMk id="34" creationId="{48B5CFDA-12E3-4F07-A6AC-0BC46BAE5472}"/>
          </ac:spMkLst>
        </pc:spChg>
        <pc:spChg chg="mod">
          <ac:chgData name="Ken Popkin" userId="3c94c39e-c43b-4805-99ab-8da17777f1ac" providerId="ADAL" clId="{69153B8F-FC4A-44BA-BB5E-1EAB99078A68}" dt="2021-06-02T15:47:46.888" v="1301" actId="1036"/>
          <ac:spMkLst>
            <pc:docMk/>
            <pc:sldMk cId="3568620224" sldId="2146846056"/>
            <ac:spMk id="35" creationId="{9B51035F-92E9-460F-8393-383883274FDE}"/>
          </ac:spMkLst>
        </pc:spChg>
        <pc:spChg chg="mod">
          <ac:chgData name="Ken Popkin" userId="3c94c39e-c43b-4805-99ab-8da17777f1ac" providerId="ADAL" clId="{69153B8F-FC4A-44BA-BB5E-1EAB99078A68}" dt="2021-06-02T15:47:46.888" v="1301" actId="1036"/>
          <ac:spMkLst>
            <pc:docMk/>
            <pc:sldMk cId="3568620224" sldId="2146846056"/>
            <ac:spMk id="36" creationId="{7B2B8C59-2E7D-4967-9BE2-63404833BB3F}"/>
          </ac:spMkLst>
        </pc:spChg>
        <pc:spChg chg="mod">
          <ac:chgData name="Ken Popkin" userId="3c94c39e-c43b-4805-99ab-8da17777f1ac" providerId="ADAL" clId="{69153B8F-FC4A-44BA-BB5E-1EAB99078A68}" dt="2021-06-02T15:47:46.888" v="1301" actId="1036"/>
          <ac:spMkLst>
            <pc:docMk/>
            <pc:sldMk cId="3568620224" sldId="2146846056"/>
            <ac:spMk id="37" creationId="{91DDBF3A-50C0-482D-A922-95624547956A}"/>
          </ac:spMkLst>
        </pc:spChg>
        <pc:spChg chg="mod">
          <ac:chgData name="Ken Popkin" userId="3c94c39e-c43b-4805-99ab-8da17777f1ac" providerId="ADAL" clId="{69153B8F-FC4A-44BA-BB5E-1EAB99078A68}" dt="2021-06-02T15:47:46.888" v="1301" actId="1036"/>
          <ac:spMkLst>
            <pc:docMk/>
            <pc:sldMk cId="3568620224" sldId="2146846056"/>
            <ac:spMk id="48" creationId="{2F479020-4D83-4F5F-ABD9-B21645DD3A1B}"/>
          </ac:spMkLst>
        </pc:spChg>
        <pc:spChg chg="mod">
          <ac:chgData name="Ken Popkin" userId="3c94c39e-c43b-4805-99ab-8da17777f1ac" providerId="ADAL" clId="{69153B8F-FC4A-44BA-BB5E-1EAB99078A68}" dt="2021-06-02T15:47:46.888" v="1301" actId="1036"/>
          <ac:spMkLst>
            <pc:docMk/>
            <pc:sldMk cId="3568620224" sldId="2146846056"/>
            <ac:spMk id="51" creationId="{DCCF5611-75DE-4E14-8989-4A2785682233}"/>
          </ac:spMkLst>
        </pc:spChg>
        <pc:spChg chg="mod">
          <ac:chgData name="Ken Popkin" userId="3c94c39e-c43b-4805-99ab-8da17777f1ac" providerId="ADAL" clId="{69153B8F-FC4A-44BA-BB5E-1EAB99078A68}" dt="2021-06-02T15:47:46.888" v="1301" actId="1036"/>
          <ac:spMkLst>
            <pc:docMk/>
            <pc:sldMk cId="3568620224" sldId="2146846056"/>
            <ac:spMk id="54" creationId="{CF85A81B-3338-4EAF-B308-C16C014D8EFC}"/>
          </ac:spMkLst>
        </pc:spChg>
        <pc:spChg chg="mod">
          <ac:chgData name="Ken Popkin" userId="3c94c39e-c43b-4805-99ab-8da17777f1ac" providerId="ADAL" clId="{69153B8F-FC4A-44BA-BB5E-1EAB99078A68}" dt="2021-06-02T15:47:46.888" v="1301" actId="1036"/>
          <ac:spMkLst>
            <pc:docMk/>
            <pc:sldMk cId="3568620224" sldId="2146846056"/>
            <ac:spMk id="57" creationId="{D362101B-439F-4B22-BF3A-A615FC7CECFF}"/>
          </ac:spMkLst>
        </pc:spChg>
        <pc:spChg chg="mod">
          <ac:chgData name="Ken Popkin" userId="3c94c39e-c43b-4805-99ab-8da17777f1ac" providerId="ADAL" clId="{69153B8F-FC4A-44BA-BB5E-1EAB99078A68}" dt="2021-06-02T15:47:46.888" v="1301" actId="1036"/>
          <ac:spMkLst>
            <pc:docMk/>
            <pc:sldMk cId="3568620224" sldId="2146846056"/>
            <ac:spMk id="60" creationId="{29AF2E92-CE4D-42B0-A01A-C4EF3BA9F5AA}"/>
          </ac:spMkLst>
        </pc:spChg>
        <pc:spChg chg="mod">
          <ac:chgData name="Ken Popkin" userId="3c94c39e-c43b-4805-99ab-8da17777f1ac" providerId="ADAL" clId="{69153B8F-FC4A-44BA-BB5E-1EAB99078A68}" dt="2021-06-02T15:47:46.888" v="1301" actId="1036"/>
          <ac:spMkLst>
            <pc:docMk/>
            <pc:sldMk cId="3568620224" sldId="2146846056"/>
            <ac:spMk id="63" creationId="{21AC4102-D7F2-4471-893D-811D9D8A9FCA}"/>
          </ac:spMkLst>
        </pc:spChg>
        <pc:spChg chg="mod">
          <ac:chgData name="Ken Popkin" userId="3c94c39e-c43b-4805-99ab-8da17777f1ac" providerId="ADAL" clId="{69153B8F-FC4A-44BA-BB5E-1EAB99078A68}" dt="2021-06-02T15:47:46.888" v="1301" actId="1036"/>
          <ac:spMkLst>
            <pc:docMk/>
            <pc:sldMk cId="3568620224" sldId="2146846056"/>
            <ac:spMk id="66" creationId="{EA1600D5-7549-4416-86DC-E5A7470D27D4}"/>
          </ac:spMkLst>
        </pc:spChg>
        <pc:spChg chg="mod">
          <ac:chgData name="Ken Popkin" userId="3c94c39e-c43b-4805-99ab-8da17777f1ac" providerId="ADAL" clId="{69153B8F-FC4A-44BA-BB5E-1EAB99078A68}" dt="2021-06-02T15:47:46.888" v="1301" actId="1036"/>
          <ac:spMkLst>
            <pc:docMk/>
            <pc:sldMk cId="3568620224" sldId="2146846056"/>
            <ac:spMk id="69" creationId="{8D8A4872-E6DC-402D-B61D-10AE96A21050}"/>
          </ac:spMkLst>
        </pc:spChg>
        <pc:spChg chg="mod">
          <ac:chgData name="Ken Popkin" userId="3c94c39e-c43b-4805-99ab-8da17777f1ac" providerId="ADAL" clId="{69153B8F-FC4A-44BA-BB5E-1EAB99078A68}" dt="2021-06-02T15:47:46.888" v="1301" actId="1036"/>
          <ac:spMkLst>
            <pc:docMk/>
            <pc:sldMk cId="3568620224" sldId="2146846056"/>
            <ac:spMk id="72" creationId="{7B892F94-A46C-4514-BF37-E2E351A45E01}"/>
          </ac:spMkLst>
        </pc:spChg>
        <pc:spChg chg="mod">
          <ac:chgData name="Ken Popkin" userId="3c94c39e-c43b-4805-99ab-8da17777f1ac" providerId="ADAL" clId="{69153B8F-FC4A-44BA-BB5E-1EAB99078A68}" dt="2021-06-02T15:47:46.888" v="1301" actId="1036"/>
          <ac:spMkLst>
            <pc:docMk/>
            <pc:sldMk cId="3568620224" sldId="2146846056"/>
            <ac:spMk id="75" creationId="{CB5430A7-B0D3-439E-81D9-AD4D667213D1}"/>
          </ac:spMkLst>
        </pc:spChg>
        <pc:spChg chg="mod">
          <ac:chgData name="Ken Popkin" userId="3c94c39e-c43b-4805-99ab-8da17777f1ac" providerId="ADAL" clId="{69153B8F-FC4A-44BA-BB5E-1EAB99078A68}" dt="2021-06-02T15:47:46.888" v="1301" actId="1036"/>
          <ac:spMkLst>
            <pc:docMk/>
            <pc:sldMk cId="3568620224" sldId="2146846056"/>
            <ac:spMk id="78" creationId="{E2D2DF86-2CBA-4074-BB94-C2C2E823EBF2}"/>
          </ac:spMkLst>
        </pc:spChg>
        <pc:spChg chg="del">
          <ac:chgData name="Ken Popkin" userId="3c94c39e-c43b-4805-99ab-8da17777f1ac" providerId="ADAL" clId="{69153B8F-FC4A-44BA-BB5E-1EAB99078A68}" dt="2021-06-02T15:47:28.539" v="1281" actId="478"/>
          <ac:spMkLst>
            <pc:docMk/>
            <pc:sldMk cId="3568620224" sldId="2146846056"/>
            <ac:spMk id="80" creationId="{AA568CBB-48D0-4117-8701-0F461990A12C}"/>
          </ac:spMkLst>
        </pc:spChg>
        <pc:spChg chg="mod">
          <ac:chgData name="Ken Popkin" userId="3c94c39e-c43b-4805-99ab-8da17777f1ac" providerId="ADAL" clId="{69153B8F-FC4A-44BA-BB5E-1EAB99078A68}" dt="2021-06-02T15:47:46.888" v="1301" actId="1036"/>
          <ac:spMkLst>
            <pc:docMk/>
            <pc:sldMk cId="3568620224" sldId="2146846056"/>
            <ac:spMk id="89" creationId="{1A97A1D5-29D9-4226-AFD6-C2BCD95DB981}"/>
          </ac:spMkLst>
        </pc:spChg>
        <pc:spChg chg="mod">
          <ac:chgData name="Ken Popkin" userId="3c94c39e-c43b-4805-99ab-8da17777f1ac" providerId="ADAL" clId="{69153B8F-FC4A-44BA-BB5E-1EAB99078A68}" dt="2021-06-02T15:47:46.888" v="1301" actId="1036"/>
          <ac:spMkLst>
            <pc:docMk/>
            <pc:sldMk cId="3568620224" sldId="2146846056"/>
            <ac:spMk id="100" creationId="{906488FD-5CDB-4483-A69C-9F18A2694A8D}"/>
          </ac:spMkLst>
        </pc:spChg>
        <pc:spChg chg="mod">
          <ac:chgData name="Ken Popkin" userId="3c94c39e-c43b-4805-99ab-8da17777f1ac" providerId="ADAL" clId="{69153B8F-FC4A-44BA-BB5E-1EAB99078A68}" dt="2021-06-02T15:47:46.888" v="1301" actId="1036"/>
          <ac:spMkLst>
            <pc:docMk/>
            <pc:sldMk cId="3568620224" sldId="2146846056"/>
            <ac:spMk id="101" creationId="{BB5DBA60-D6BB-46B5-998C-04A5F1FCF84F}"/>
          </ac:spMkLst>
        </pc:spChg>
        <pc:spChg chg="mod">
          <ac:chgData name="Ken Popkin" userId="3c94c39e-c43b-4805-99ab-8da17777f1ac" providerId="ADAL" clId="{69153B8F-FC4A-44BA-BB5E-1EAB99078A68}" dt="2021-06-02T15:47:46.888" v="1301" actId="1036"/>
          <ac:spMkLst>
            <pc:docMk/>
            <pc:sldMk cId="3568620224" sldId="2146846056"/>
            <ac:spMk id="102" creationId="{CB571D9C-B772-4622-BC96-04DF2111CED2}"/>
          </ac:spMkLst>
        </pc:spChg>
        <pc:spChg chg="mod">
          <ac:chgData name="Ken Popkin" userId="3c94c39e-c43b-4805-99ab-8da17777f1ac" providerId="ADAL" clId="{69153B8F-FC4A-44BA-BB5E-1EAB99078A68}" dt="2021-06-02T15:47:46.888" v="1301" actId="1036"/>
          <ac:spMkLst>
            <pc:docMk/>
            <pc:sldMk cId="3568620224" sldId="2146846056"/>
            <ac:spMk id="103" creationId="{5E949C25-09D8-422A-937C-83E6D4F1C484}"/>
          </ac:spMkLst>
        </pc:spChg>
        <pc:spChg chg="mod">
          <ac:chgData name="Ken Popkin" userId="3c94c39e-c43b-4805-99ab-8da17777f1ac" providerId="ADAL" clId="{69153B8F-FC4A-44BA-BB5E-1EAB99078A68}" dt="2021-06-02T15:47:46.888" v="1301" actId="1036"/>
          <ac:spMkLst>
            <pc:docMk/>
            <pc:sldMk cId="3568620224" sldId="2146846056"/>
            <ac:spMk id="104" creationId="{8A3CF1BC-9EA9-4781-ACAC-7F501C220E34}"/>
          </ac:spMkLst>
        </pc:spChg>
        <pc:spChg chg="mod">
          <ac:chgData name="Ken Popkin" userId="3c94c39e-c43b-4805-99ab-8da17777f1ac" providerId="ADAL" clId="{69153B8F-FC4A-44BA-BB5E-1EAB99078A68}" dt="2021-06-02T15:47:46.888" v="1301" actId="1036"/>
          <ac:spMkLst>
            <pc:docMk/>
            <pc:sldMk cId="3568620224" sldId="2146846056"/>
            <ac:spMk id="105" creationId="{AF5645CD-6C2F-486A-BE1F-8D2B42459C16}"/>
          </ac:spMkLst>
        </pc:spChg>
        <pc:spChg chg="mod">
          <ac:chgData name="Ken Popkin" userId="3c94c39e-c43b-4805-99ab-8da17777f1ac" providerId="ADAL" clId="{69153B8F-FC4A-44BA-BB5E-1EAB99078A68}" dt="2021-06-02T15:47:46.888" v="1301" actId="1036"/>
          <ac:spMkLst>
            <pc:docMk/>
            <pc:sldMk cId="3568620224" sldId="2146846056"/>
            <ac:spMk id="106" creationId="{27B8C1B0-6169-48B2-8F87-620858E3F737}"/>
          </ac:spMkLst>
        </pc:spChg>
        <pc:spChg chg="mod">
          <ac:chgData name="Ken Popkin" userId="3c94c39e-c43b-4805-99ab-8da17777f1ac" providerId="ADAL" clId="{69153B8F-FC4A-44BA-BB5E-1EAB99078A68}" dt="2021-06-02T15:47:46.888" v="1301" actId="1036"/>
          <ac:spMkLst>
            <pc:docMk/>
            <pc:sldMk cId="3568620224" sldId="2146846056"/>
            <ac:spMk id="107" creationId="{28FEFA97-B2A6-458E-AE74-C764D9E664D9}"/>
          </ac:spMkLst>
        </pc:spChg>
        <pc:spChg chg="mod">
          <ac:chgData name="Ken Popkin" userId="3c94c39e-c43b-4805-99ab-8da17777f1ac" providerId="ADAL" clId="{69153B8F-FC4A-44BA-BB5E-1EAB99078A68}" dt="2021-06-02T15:47:46.888" v="1301" actId="1036"/>
          <ac:spMkLst>
            <pc:docMk/>
            <pc:sldMk cId="3568620224" sldId="2146846056"/>
            <ac:spMk id="108" creationId="{70902698-959B-4EF7-BB91-5C5591723CB2}"/>
          </ac:spMkLst>
        </pc:spChg>
        <pc:spChg chg="mod">
          <ac:chgData name="Ken Popkin" userId="3c94c39e-c43b-4805-99ab-8da17777f1ac" providerId="ADAL" clId="{69153B8F-FC4A-44BA-BB5E-1EAB99078A68}" dt="2021-06-02T15:47:46.888" v="1301" actId="1036"/>
          <ac:spMkLst>
            <pc:docMk/>
            <pc:sldMk cId="3568620224" sldId="2146846056"/>
            <ac:spMk id="109" creationId="{57961189-7C21-4A0B-83FF-35FD4492534E}"/>
          </ac:spMkLst>
        </pc:spChg>
        <pc:spChg chg="mod">
          <ac:chgData name="Ken Popkin" userId="3c94c39e-c43b-4805-99ab-8da17777f1ac" providerId="ADAL" clId="{69153B8F-FC4A-44BA-BB5E-1EAB99078A68}" dt="2021-06-02T15:47:46.888" v="1301" actId="1036"/>
          <ac:spMkLst>
            <pc:docMk/>
            <pc:sldMk cId="3568620224" sldId="2146846056"/>
            <ac:spMk id="110" creationId="{F33CAB39-560D-4ECC-958E-15F143BE6382}"/>
          </ac:spMkLst>
        </pc:spChg>
        <pc:spChg chg="mod">
          <ac:chgData name="Ken Popkin" userId="3c94c39e-c43b-4805-99ab-8da17777f1ac" providerId="ADAL" clId="{69153B8F-FC4A-44BA-BB5E-1EAB99078A68}" dt="2021-06-02T15:47:46.888" v="1301" actId="1036"/>
          <ac:spMkLst>
            <pc:docMk/>
            <pc:sldMk cId="3568620224" sldId="2146846056"/>
            <ac:spMk id="138" creationId="{A429EB7E-4FB2-44FD-8D25-D6D28BF23064}"/>
          </ac:spMkLst>
        </pc:spChg>
        <pc:spChg chg="mod">
          <ac:chgData name="Ken Popkin" userId="3c94c39e-c43b-4805-99ab-8da17777f1ac" providerId="ADAL" clId="{69153B8F-FC4A-44BA-BB5E-1EAB99078A68}" dt="2021-06-02T15:47:46.888" v="1301" actId="1036"/>
          <ac:spMkLst>
            <pc:docMk/>
            <pc:sldMk cId="3568620224" sldId="2146846056"/>
            <ac:spMk id="140" creationId="{D2994A89-1FE1-4027-86FC-03E8DB0EF029}"/>
          </ac:spMkLst>
        </pc:spChg>
        <pc:spChg chg="mod">
          <ac:chgData name="Ken Popkin" userId="3c94c39e-c43b-4805-99ab-8da17777f1ac" providerId="ADAL" clId="{69153B8F-FC4A-44BA-BB5E-1EAB99078A68}" dt="2021-06-02T15:47:46.888" v="1301" actId="1036"/>
          <ac:spMkLst>
            <pc:docMk/>
            <pc:sldMk cId="3568620224" sldId="2146846056"/>
            <ac:spMk id="141" creationId="{24AB6177-4BEE-4C5C-8B73-E6B44DB446B8}"/>
          </ac:spMkLst>
        </pc:spChg>
        <pc:spChg chg="mod">
          <ac:chgData name="Ken Popkin" userId="3c94c39e-c43b-4805-99ab-8da17777f1ac" providerId="ADAL" clId="{69153B8F-FC4A-44BA-BB5E-1EAB99078A68}" dt="2021-06-02T15:47:46.888" v="1301" actId="1036"/>
          <ac:spMkLst>
            <pc:docMk/>
            <pc:sldMk cId="3568620224" sldId="2146846056"/>
            <ac:spMk id="144" creationId="{5C4309CD-F1A6-441A-8182-FE65D96D3136}"/>
          </ac:spMkLst>
        </pc:spChg>
        <pc:spChg chg="mod">
          <ac:chgData name="Ken Popkin" userId="3c94c39e-c43b-4805-99ab-8da17777f1ac" providerId="ADAL" clId="{69153B8F-FC4A-44BA-BB5E-1EAB99078A68}" dt="2021-06-02T15:47:46.888" v="1301" actId="1036"/>
          <ac:spMkLst>
            <pc:docMk/>
            <pc:sldMk cId="3568620224" sldId="2146846056"/>
            <ac:spMk id="147" creationId="{65F0530B-6050-4548-91FA-64816E911944}"/>
          </ac:spMkLst>
        </pc:spChg>
        <pc:spChg chg="mod">
          <ac:chgData name="Ken Popkin" userId="3c94c39e-c43b-4805-99ab-8da17777f1ac" providerId="ADAL" clId="{69153B8F-FC4A-44BA-BB5E-1EAB99078A68}" dt="2021-06-02T15:47:46.888" v="1301" actId="1036"/>
          <ac:spMkLst>
            <pc:docMk/>
            <pc:sldMk cId="3568620224" sldId="2146846056"/>
            <ac:spMk id="149" creationId="{065F318C-D35C-44BC-9ECE-245B51437F56}"/>
          </ac:spMkLst>
        </pc:spChg>
        <pc:spChg chg="mod">
          <ac:chgData name="Ken Popkin" userId="3c94c39e-c43b-4805-99ab-8da17777f1ac" providerId="ADAL" clId="{69153B8F-FC4A-44BA-BB5E-1EAB99078A68}" dt="2021-06-02T15:47:46.888" v="1301" actId="1036"/>
          <ac:spMkLst>
            <pc:docMk/>
            <pc:sldMk cId="3568620224" sldId="2146846056"/>
            <ac:spMk id="150" creationId="{3495B0E1-B2F7-48BC-809C-DB26435BB584}"/>
          </ac:spMkLst>
        </pc:spChg>
        <pc:spChg chg="mod">
          <ac:chgData name="Ken Popkin" userId="3c94c39e-c43b-4805-99ab-8da17777f1ac" providerId="ADAL" clId="{69153B8F-FC4A-44BA-BB5E-1EAB99078A68}" dt="2021-06-02T15:47:46.888" v="1301" actId="1036"/>
          <ac:spMkLst>
            <pc:docMk/>
            <pc:sldMk cId="3568620224" sldId="2146846056"/>
            <ac:spMk id="151" creationId="{E434F47F-0A0E-4EA9-B63F-BC137DFD3E5D}"/>
          </ac:spMkLst>
        </pc:spChg>
        <pc:cxnChg chg="mod">
          <ac:chgData name="Ken Popkin" userId="3c94c39e-c43b-4805-99ab-8da17777f1ac" providerId="ADAL" clId="{69153B8F-FC4A-44BA-BB5E-1EAB99078A68}" dt="2021-06-02T15:47:46.888" v="1301" actId="1036"/>
          <ac:cxnSpMkLst>
            <pc:docMk/>
            <pc:sldMk cId="3568620224" sldId="2146846056"/>
            <ac:cxnSpMk id="38" creationId="{6DA04CDE-739D-4DE1-8881-DFCA44DABCB7}"/>
          </ac:cxnSpMkLst>
        </pc:cxnChg>
        <pc:cxnChg chg="mod">
          <ac:chgData name="Ken Popkin" userId="3c94c39e-c43b-4805-99ab-8da17777f1ac" providerId="ADAL" clId="{69153B8F-FC4A-44BA-BB5E-1EAB99078A68}" dt="2021-06-02T15:47:46.888" v="1301" actId="1036"/>
          <ac:cxnSpMkLst>
            <pc:docMk/>
            <pc:sldMk cId="3568620224" sldId="2146846056"/>
            <ac:cxnSpMk id="39" creationId="{0A919284-8832-41DC-8D1F-34AF04D8CD9E}"/>
          </ac:cxnSpMkLst>
        </pc:cxnChg>
        <pc:cxnChg chg="mod">
          <ac:chgData name="Ken Popkin" userId="3c94c39e-c43b-4805-99ab-8da17777f1ac" providerId="ADAL" clId="{69153B8F-FC4A-44BA-BB5E-1EAB99078A68}" dt="2021-06-02T15:47:46.888" v="1301" actId="1036"/>
          <ac:cxnSpMkLst>
            <pc:docMk/>
            <pc:sldMk cId="3568620224" sldId="2146846056"/>
            <ac:cxnSpMk id="40" creationId="{72CA6C0A-4897-4E9E-A194-0CDC5E0FBA34}"/>
          </ac:cxnSpMkLst>
        </pc:cxnChg>
        <pc:cxnChg chg="mod">
          <ac:chgData name="Ken Popkin" userId="3c94c39e-c43b-4805-99ab-8da17777f1ac" providerId="ADAL" clId="{69153B8F-FC4A-44BA-BB5E-1EAB99078A68}" dt="2021-06-02T15:47:46.888" v="1301" actId="1036"/>
          <ac:cxnSpMkLst>
            <pc:docMk/>
            <pc:sldMk cId="3568620224" sldId="2146846056"/>
            <ac:cxnSpMk id="91" creationId="{CED724EB-A6F5-46F6-BAB0-BDF4B661FE86}"/>
          </ac:cxnSpMkLst>
        </pc:cxnChg>
        <pc:cxnChg chg="mod">
          <ac:chgData name="Ken Popkin" userId="3c94c39e-c43b-4805-99ab-8da17777f1ac" providerId="ADAL" clId="{69153B8F-FC4A-44BA-BB5E-1EAB99078A68}" dt="2021-06-02T15:47:46.888" v="1301" actId="1036"/>
          <ac:cxnSpMkLst>
            <pc:docMk/>
            <pc:sldMk cId="3568620224" sldId="2146846056"/>
            <ac:cxnSpMk id="92" creationId="{356DF483-19F6-4770-B12F-779CACB36CA6}"/>
          </ac:cxnSpMkLst>
        </pc:cxnChg>
        <pc:cxnChg chg="mod">
          <ac:chgData name="Ken Popkin" userId="3c94c39e-c43b-4805-99ab-8da17777f1ac" providerId="ADAL" clId="{69153B8F-FC4A-44BA-BB5E-1EAB99078A68}" dt="2021-06-02T15:47:46.888" v="1301" actId="1036"/>
          <ac:cxnSpMkLst>
            <pc:docMk/>
            <pc:sldMk cId="3568620224" sldId="2146846056"/>
            <ac:cxnSpMk id="93" creationId="{A0425DCC-752D-4A0F-935C-C366BB6D243E}"/>
          </ac:cxnSpMkLst>
        </pc:cxnChg>
      </pc:sldChg>
      <pc:sldChg chg="addSp delSp modSp add mod setBg">
        <pc:chgData name="Ken Popkin" userId="3c94c39e-c43b-4805-99ab-8da17777f1ac" providerId="ADAL" clId="{69153B8F-FC4A-44BA-BB5E-1EAB99078A68}" dt="2021-06-02T15:42:26.576" v="1262" actId="1036"/>
        <pc:sldMkLst>
          <pc:docMk/>
          <pc:sldMk cId="3271900203" sldId="2146846057"/>
        </pc:sldMkLst>
        <pc:spChg chg="add del mod">
          <ac:chgData name="Ken Popkin" userId="3c94c39e-c43b-4805-99ab-8da17777f1ac" providerId="ADAL" clId="{69153B8F-FC4A-44BA-BB5E-1EAB99078A68}" dt="2021-06-02T15:25:50.471" v="365" actId="478"/>
          <ac:spMkLst>
            <pc:docMk/>
            <pc:sldMk cId="3271900203" sldId="2146846057"/>
            <ac:spMk id="3" creationId="{9C87DA5E-1D55-45DD-87A2-A590E2B65B95}"/>
          </ac:spMkLst>
        </pc:spChg>
        <pc:spChg chg="del">
          <ac:chgData name="Ken Popkin" userId="3c94c39e-c43b-4805-99ab-8da17777f1ac" providerId="ADAL" clId="{69153B8F-FC4A-44BA-BB5E-1EAB99078A68}" dt="2021-06-02T15:25:48.367" v="364" actId="478"/>
          <ac:spMkLst>
            <pc:docMk/>
            <pc:sldMk cId="3271900203" sldId="2146846057"/>
            <ac:spMk id="4" creationId="{52F2DCBF-FAA6-4CAB-AE5A-7632249AA6C5}"/>
          </ac:spMkLst>
        </pc:spChg>
        <pc:spChg chg="del mod">
          <ac:chgData name="Ken Popkin" userId="3c94c39e-c43b-4805-99ab-8da17777f1ac" providerId="ADAL" clId="{69153B8F-FC4A-44BA-BB5E-1EAB99078A68}" dt="2021-06-02T15:26:47.940" v="370" actId="478"/>
          <ac:spMkLst>
            <pc:docMk/>
            <pc:sldMk cId="3271900203" sldId="2146846057"/>
            <ac:spMk id="7" creationId="{F123CD8E-CA78-4AEB-BF99-A99579387E45}"/>
          </ac:spMkLst>
        </pc:spChg>
        <pc:spChg chg="add mod">
          <ac:chgData name="Ken Popkin" userId="3c94c39e-c43b-4805-99ab-8da17777f1ac" providerId="ADAL" clId="{69153B8F-FC4A-44BA-BB5E-1EAB99078A68}" dt="2021-06-02T15:42:26.576" v="1262" actId="1036"/>
          <ac:spMkLst>
            <pc:docMk/>
            <pc:sldMk cId="3271900203" sldId="2146846057"/>
            <ac:spMk id="10" creationId="{7C15B69C-54DB-4527-A39A-6803DFA8E9AD}"/>
          </ac:spMkLst>
        </pc:spChg>
        <pc:spChg chg="add del mod ord">
          <ac:chgData name="Ken Popkin" userId="3c94c39e-c43b-4805-99ab-8da17777f1ac" providerId="ADAL" clId="{69153B8F-FC4A-44BA-BB5E-1EAB99078A68}" dt="2021-06-02T15:39:04.690" v="1151" actId="478"/>
          <ac:spMkLst>
            <pc:docMk/>
            <pc:sldMk cId="3271900203" sldId="2146846057"/>
            <ac:spMk id="11" creationId="{92F39DAA-4671-4366-8462-183688AA59DA}"/>
          </ac:spMkLst>
        </pc:spChg>
        <pc:spChg chg="add del mod">
          <ac:chgData name="Ken Popkin" userId="3c94c39e-c43b-4805-99ab-8da17777f1ac" providerId="ADAL" clId="{69153B8F-FC4A-44BA-BB5E-1EAB99078A68}" dt="2021-06-02T15:37:12.872" v="933" actId="478"/>
          <ac:spMkLst>
            <pc:docMk/>
            <pc:sldMk cId="3271900203" sldId="2146846057"/>
            <ac:spMk id="12" creationId="{E2B172B8-3DB0-4BC0-B961-328AF142D6C5}"/>
          </ac:spMkLst>
        </pc:spChg>
        <pc:spChg chg="add mod">
          <ac:chgData name="Ken Popkin" userId="3c94c39e-c43b-4805-99ab-8da17777f1ac" providerId="ADAL" clId="{69153B8F-FC4A-44BA-BB5E-1EAB99078A68}" dt="2021-06-02T15:42:26.576" v="1262" actId="1036"/>
          <ac:spMkLst>
            <pc:docMk/>
            <pc:sldMk cId="3271900203" sldId="2146846057"/>
            <ac:spMk id="17" creationId="{57A1D86E-2778-4CBA-9CF9-06BBD380AEC6}"/>
          </ac:spMkLst>
        </pc:spChg>
        <pc:spChg chg="mod">
          <ac:chgData name="Ken Popkin" userId="3c94c39e-c43b-4805-99ab-8da17777f1ac" providerId="ADAL" clId="{69153B8F-FC4A-44BA-BB5E-1EAB99078A68}" dt="2021-06-02T15:25:38.842" v="361" actId="20577"/>
          <ac:spMkLst>
            <pc:docMk/>
            <pc:sldMk cId="3271900203" sldId="2146846057"/>
            <ac:spMk id="18" creationId="{5A330CAA-DD1E-45F9-B8D5-C5FE7833A46D}"/>
          </ac:spMkLst>
        </pc:spChg>
        <pc:graphicFrameChg chg="add mod modGraphic">
          <ac:chgData name="Ken Popkin" userId="3c94c39e-c43b-4805-99ab-8da17777f1ac" providerId="ADAL" clId="{69153B8F-FC4A-44BA-BB5E-1EAB99078A68}" dt="2021-06-02T15:41:45.994" v="1246" actId="207"/>
          <ac:graphicFrameMkLst>
            <pc:docMk/>
            <pc:sldMk cId="3271900203" sldId="2146846057"/>
            <ac:graphicFrameMk id="14" creationId="{00138F56-DBDE-4FF5-8DF8-80A02C3CF53C}"/>
          </ac:graphicFrameMkLst>
        </pc:graphicFrameChg>
        <pc:graphicFrameChg chg="add mod modGraphic">
          <ac:chgData name="Ken Popkin" userId="3c94c39e-c43b-4805-99ab-8da17777f1ac" providerId="ADAL" clId="{69153B8F-FC4A-44BA-BB5E-1EAB99078A68}" dt="2021-06-02T15:41:51.537" v="1247" actId="207"/>
          <ac:graphicFrameMkLst>
            <pc:docMk/>
            <pc:sldMk cId="3271900203" sldId="2146846057"/>
            <ac:graphicFrameMk id="16" creationId="{7666B627-677B-43BC-8204-EA68FC6C9ECB}"/>
          </ac:graphicFrameMkLst>
        </pc:graphicFrameChg>
        <pc:picChg chg="add del mod">
          <ac:chgData name="Ken Popkin" userId="3c94c39e-c43b-4805-99ab-8da17777f1ac" providerId="ADAL" clId="{69153B8F-FC4A-44BA-BB5E-1EAB99078A68}" dt="2021-06-02T15:35:31.912" v="917" actId="478"/>
          <ac:picMkLst>
            <pc:docMk/>
            <pc:sldMk cId="3271900203" sldId="2146846057"/>
            <ac:picMk id="6" creationId="{61274861-C218-446D-B5DE-DD4ACA3F8B25}"/>
          </ac:picMkLst>
        </pc:picChg>
        <pc:picChg chg="add del mod">
          <ac:chgData name="Ken Popkin" userId="3c94c39e-c43b-4805-99ab-8da17777f1ac" providerId="ADAL" clId="{69153B8F-FC4A-44BA-BB5E-1EAB99078A68}" dt="2021-06-02T15:27:36.969" v="373" actId="478"/>
          <ac:picMkLst>
            <pc:docMk/>
            <pc:sldMk cId="3271900203" sldId="2146846057"/>
            <ac:picMk id="8" creationId="{62E2CE07-EB69-4BDD-99BC-9DBB1EC5B5DA}"/>
          </ac:picMkLst>
        </pc:picChg>
        <pc:picChg chg="add del mod">
          <ac:chgData name="Ken Popkin" userId="3c94c39e-c43b-4805-99ab-8da17777f1ac" providerId="ADAL" clId="{69153B8F-FC4A-44BA-BB5E-1EAB99078A68}" dt="2021-06-02T15:39:00.645" v="1150" actId="478"/>
          <ac:picMkLst>
            <pc:docMk/>
            <pc:sldMk cId="3271900203" sldId="2146846057"/>
            <ac:picMk id="13" creationId="{36EBCCF9-C855-4526-B087-FE00C8571B22}"/>
          </ac:picMkLst>
        </pc:picChg>
      </pc:sldChg>
      <pc:sldChg chg="add">
        <pc:chgData name="Ken Popkin" userId="3c94c39e-c43b-4805-99ab-8da17777f1ac" providerId="ADAL" clId="{69153B8F-FC4A-44BA-BB5E-1EAB99078A68}" dt="2021-06-03T01:37:58.266" v="8972"/>
        <pc:sldMkLst>
          <pc:docMk/>
          <pc:sldMk cId="2181646374" sldId="2146846058"/>
        </pc:sldMkLst>
      </pc:sldChg>
    </pc:docChg>
  </pc:docChgLst>
  <pc:docChgLst>
    <pc:chgData name="Ken Popkin" userId="3c94c39e-c43b-4805-99ab-8da17777f1ac" providerId="ADAL" clId="{690631BD-0920-4F8B-B4A7-12A398833A99}"/>
    <pc:docChg chg="undo custSel addSld delSld modSld sldOrd modSection">
      <pc:chgData name="Ken Popkin" userId="3c94c39e-c43b-4805-99ab-8da17777f1ac" providerId="ADAL" clId="{690631BD-0920-4F8B-B4A7-12A398833A99}" dt="2021-03-19T18:05:15.108" v="2305" actId="478"/>
      <pc:docMkLst>
        <pc:docMk/>
      </pc:docMkLst>
      <pc:sldChg chg="del">
        <pc:chgData name="Ken Popkin" userId="3c94c39e-c43b-4805-99ab-8da17777f1ac" providerId="ADAL" clId="{690631BD-0920-4F8B-B4A7-12A398833A99}" dt="2021-03-19T16:49:25.475" v="527" actId="47"/>
        <pc:sldMkLst>
          <pc:docMk/>
          <pc:sldMk cId="495401053" sldId="256"/>
        </pc:sldMkLst>
      </pc:sldChg>
      <pc:sldChg chg="del ord">
        <pc:chgData name="Ken Popkin" userId="3c94c39e-c43b-4805-99ab-8da17777f1ac" providerId="ADAL" clId="{690631BD-0920-4F8B-B4A7-12A398833A99}" dt="2021-03-19T16:49:25.475" v="527" actId="47"/>
        <pc:sldMkLst>
          <pc:docMk/>
          <pc:sldMk cId="934694612" sldId="379"/>
        </pc:sldMkLst>
      </pc:sldChg>
      <pc:sldChg chg="del">
        <pc:chgData name="Ken Popkin" userId="3c94c39e-c43b-4805-99ab-8da17777f1ac" providerId="ADAL" clId="{690631BD-0920-4F8B-B4A7-12A398833A99}" dt="2021-03-19T16:49:25.475" v="527" actId="47"/>
        <pc:sldMkLst>
          <pc:docMk/>
          <pc:sldMk cId="298866822" sldId="7423"/>
        </pc:sldMkLst>
      </pc:sldChg>
      <pc:sldChg chg="addSp delSp modSp mod ord">
        <pc:chgData name="Ken Popkin" userId="3c94c39e-c43b-4805-99ab-8da17777f1ac" providerId="ADAL" clId="{690631BD-0920-4F8B-B4A7-12A398833A99}" dt="2021-03-19T17:51:57.233" v="1534" actId="1035"/>
        <pc:sldMkLst>
          <pc:docMk/>
          <pc:sldMk cId="93243010" sldId="7428"/>
        </pc:sldMkLst>
        <pc:spChg chg="del mod">
          <ac:chgData name="Ken Popkin" userId="3c94c39e-c43b-4805-99ab-8da17777f1ac" providerId="ADAL" clId="{690631BD-0920-4F8B-B4A7-12A398833A99}" dt="2021-03-19T16:59:29.588" v="903" actId="478"/>
          <ac:spMkLst>
            <pc:docMk/>
            <pc:sldMk cId="93243010" sldId="7428"/>
            <ac:spMk id="2" creationId="{3B7F2E5F-0D14-4794-8967-57C6BDAD66D4}"/>
          </ac:spMkLst>
        </pc:spChg>
        <pc:spChg chg="add del mod">
          <ac:chgData name="Ken Popkin" userId="3c94c39e-c43b-4805-99ab-8da17777f1ac" providerId="ADAL" clId="{690631BD-0920-4F8B-B4A7-12A398833A99}" dt="2021-03-19T16:58:16.244" v="859" actId="478"/>
          <ac:spMkLst>
            <pc:docMk/>
            <pc:sldMk cId="93243010" sldId="7428"/>
            <ac:spMk id="3" creationId="{A2320559-CBC3-488F-999F-AF045D07A671}"/>
          </ac:spMkLst>
        </pc:spChg>
        <pc:spChg chg="add del mod">
          <ac:chgData name="Ken Popkin" userId="3c94c39e-c43b-4805-99ab-8da17777f1ac" providerId="ADAL" clId="{690631BD-0920-4F8B-B4A7-12A398833A99}" dt="2021-03-19T17:41:50.220" v="1395" actId="478"/>
          <ac:spMkLst>
            <pc:docMk/>
            <pc:sldMk cId="93243010" sldId="7428"/>
            <ac:spMk id="4" creationId="{CC7A9378-F812-4C8E-B261-6D208330CFB6}"/>
          </ac:spMkLst>
        </pc:spChg>
        <pc:spChg chg="del">
          <ac:chgData name="Ken Popkin" userId="3c94c39e-c43b-4805-99ab-8da17777f1ac" providerId="ADAL" clId="{690631BD-0920-4F8B-B4A7-12A398833A99}" dt="2021-03-19T15:35:41.700" v="144" actId="478"/>
          <ac:spMkLst>
            <pc:docMk/>
            <pc:sldMk cId="93243010" sldId="7428"/>
            <ac:spMk id="7" creationId="{8977C36B-9337-4C0C-B45C-907197C77D1C}"/>
          </ac:spMkLst>
        </pc:spChg>
        <pc:spChg chg="del">
          <ac:chgData name="Ken Popkin" userId="3c94c39e-c43b-4805-99ab-8da17777f1ac" providerId="ADAL" clId="{690631BD-0920-4F8B-B4A7-12A398833A99}" dt="2021-03-19T15:35:41.700" v="144" actId="478"/>
          <ac:spMkLst>
            <pc:docMk/>
            <pc:sldMk cId="93243010" sldId="7428"/>
            <ac:spMk id="8" creationId="{6C128E16-C932-421B-B707-4AEB3E0DFCA9}"/>
          </ac:spMkLst>
        </pc:spChg>
        <pc:spChg chg="del">
          <ac:chgData name="Ken Popkin" userId="3c94c39e-c43b-4805-99ab-8da17777f1ac" providerId="ADAL" clId="{690631BD-0920-4F8B-B4A7-12A398833A99}" dt="2021-03-19T15:35:41.700" v="144" actId="478"/>
          <ac:spMkLst>
            <pc:docMk/>
            <pc:sldMk cId="93243010" sldId="7428"/>
            <ac:spMk id="9" creationId="{36A28BDD-8026-4018-80A7-4D62D8F58EF6}"/>
          </ac:spMkLst>
        </pc:spChg>
        <pc:spChg chg="mod">
          <ac:chgData name="Ken Popkin" userId="3c94c39e-c43b-4805-99ab-8da17777f1ac" providerId="ADAL" clId="{690631BD-0920-4F8B-B4A7-12A398833A99}" dt="2021-03-19T16:56:51.535" v="687" actId="207"/>
          <ac:spMkLst>
            <pc:docMk/>
            <pc:sldMk cId="93243010" sldId="7428"/>
            <ac:spMk id="10" creationId="{A78988CF-C0D9-4564-A18C-624985AA8302}"/>
          </ac:spMkLst>
        </pc:spChg>
        <pc:spChg chg="add mod">
          <ac:chgData name="Ken Popkin" userId="3c94c39e-c43b-4805-99ab-8da17777f1ac" providerId="ADAL" clId="{690631BD-0920-4F8B-B4A7-12A398833A99}" dt="2021-03-19T17:51:52.278" v="1525" actId="1036"/>
          <ac:spMkLst>
            <pc:docMk/>
            <pc:sldMk cId="93243010" sldId="7428"/>
            <ac:spMk id="14" creationId="{447631CC-5608-4CDB-81F1-3DC95D40ABF9}"/>
          </ac:spMkLst>
        </pc:spChg>
        <pc:spChg chg="add del mod">
          <ac:chgData name="Ken Popkin" userId="3c94c39e-c43b-4805-99ab-8da17777f1ac" providerId="ADAL" clId="{690631BD-0920-4F8B-B4A7-12A398833A99}" dt="2021-03-19T16:58:18.886" v="860" actId="478"/>
          <ac:spMkLst>
            <pc:docMk/>
            <pc:sldMk cId="93243010" sldId="7428"/>
            <ac:spMk id="16" creationId="{34ADE4EF-6AD1-429B-BA52-34B6D70CAF30}"/>
          </ac:spMkLst>
        </pc:spChg>
        <pc:spChg chg="add del mod">
          <ac:chgData name="Ken Popkin" userId="3c94c39e-c43b-4805-99ab-8da17777f1ac" providerId="ADAL" clId="{690631BD-0920-4F8B-B4A7-12A398833A99}" dt="2021-03-19T16:59:33.792" v="904" actId="478"/>
          <ac:spMkLst>
            <pc:docMk/>
            <pc:sldMk cId="93243010" sldId="7428"/>
            <ac:spMk id="18" creationId="{98633BF9-267D-4EA7-927C-7745F66B826F}"/>
          </ac:spMkLst>
        </pc:spChg>
        <pc:spChg chg="del mod">
          <ac:chgData name="Ken Popkin" userId="3c94c39e-c43b-4805-99ab-8da17777f1ac" providerId="ADAL" clId="{690631BD-0920-4F8B-B4A7-12A398833A99}" dt="2021-03-19T16:56:56.973" v="688" actId="478"/>
          <ac:spMkLst>
            <pc:docMk/>
            <pc:sldMk cId="93243010" sldId="7428"/>
            <ac:spMk id="19" creationId="{546FBC52-7F06-44A1-81F2-34063F9674B3}"/>
          </ac:spMkLst>
        </pc:spChg>
        <pc:spChg chg="mod">
          <ac:chgData name="Ken Popkin" userId="3c94c39e-c43b-4805-99ab-8da17777f1ac" providerId="ADAL" clId="{690631BD-0920-4F8B-B4A7-12A398833A99}" dt="2021-03-19T17:51:52.278" v="1525" actId="1036"/>
          <ac:spMkLst>
            <pc:docMk/>
            <pc:sldMk cId="93243010" sldId="7428"/>
            <ac:spMk id="20" creationId="{CE49BD6E-3453-41BA-A609-1BB2E7CA7AB1}"/>
          </ac:spMkLst>
        </pc:spChg>
        <pc:spChg chg="mod">
          <ac:chgData name="Ken Popkin" userId="3c94c39e-c43b-4805-99ab-8da17777f1ac" providerId="ADAL" clId="{690631BD-0920-4F8B-B4A7-12A398833A99}" dt="2021-03-19T17:51:52.278" v="1525" actId="1036"/>
          <ac:spMkLst>
            <pc:docMk/>
            <pc:sldMk cId="93243010" sldId="7428"/>
            <ac:spMk id="21" creationId="{48FFF42E-D3FE-4EEF-9365-722E9F5819BC}"/>
          </ac:spMkLst>
        </pc:spChg>
        <pc:spChg chg="mod">
          <ac:chgData name="Ken Popkin" userId="3c94c39e-c43b-4805-99ab-8da17777f1ac" providerId="ADAL" clId="{690631BD-0920-4F8B-B4A7-12A398833A99}" dt="2021-03-19T17:51:52.278" v="1525" actId="1036"/>
          <ac:spMkLst>
            <pc:docMk/>
            <pc:sldMk cId="93243010" sldId="7428"/>
            <ac:spMk id="22" creationId="{0455313F-DEF8-4285-B54B-583AD513F2D6}"/>
          </ac:spMkLst>
        </pc:spChg>
        <pc:spChg chg="add mod">
          <ac:chgData name="Ken Popkin" userId="3c94c39e-c43b-4805-99ab-8da17777f1ac" providerId="ADAL" clId="{690631BD-0920-4F8B-B4A7-12A398833A99}" dt="2021-03-19T17:51:52.278" v="1525" actId="1036"/>
          <ac:spMkLst>
            <pc:docMk/>
            <pc:sldMk cId="93243010" sldId="7428"/>
            <ac:spMk id="23" creationId="{5027BCFF-EF76-45A7-BE7A-4AE634841B4B}"/>
          </ac:spMkLst>
        </pc:spChg>
        <pc:spChg chg="del">
          <ac:chgData name="Ken Popkin" userId="3c94c39e-c43b-4805-99ab-8da17777f1ac" providerId="ADAL" clId="{690631BD-0920-4F8B-B4A7-12A398833A99}" dt="2021-03-19T15:35:41.700" v="144" actId="478"/>
          <ac:spMkLst>
            <pc:docMk/>
            <pc:sldMk cId="93243010" sldId="7428"/>
            <ac:spMk id="23" creationId="{C16D4BF1-3486-48C1-A856-6F3C5EFD7FE4}"/>
          </ac:spMkLst>
        </pc:spChg>
        <pc:spChg chg="add mod">
          <ac:chgData name="Ken Popkin" userId="3c94c39e-c43b-4805-99ab-8da17777f1ac" providerId="ADAL" clId="{690631BD-0920-4F8B-B4A7-12A398833A99}" dt="2021-03-19T17:51:52.278" v="1525" actId="1036"/>
          <ac:spMkLst>
            <pc:docMk/>
            <pc:sldMk cId="93243010" sldId="7428"/>
            <ac:spMk id="24" creationId="{47D7A770-9FCA-4433-B9D2-D4752AEFE537}"/>
          </ac:spMkLst>
        </pc:spChg>
        <pc:spChg chg="add del mod">
          <ac:chgData name="Ken Popkin" userId="3c94c39e-c43b-4805-99ab-8da17777f1ac" providerId="ADAL" clId="{690631BD-0920-4F8B-B4A7-12A398833A99}" dt="2021-03-19T16:59:25.236" v="902" actId="478"/>
          <ac:spMkLst>
            <pc:docMk/>
            <pc:sldMk cId="93243010" sldId="7428"/>
            <ac:spMk id="25" creationId="{0432FB52-0EEF-4E72-9104-F054846349E7}"/>
          </ac:spMkLst>
        </pc:spChg>
        <pc:spChg chg="del">
          <ac:chgData name="Ken Popkin" userId="3c94c39e-c43b-4805-99ab-8da17777f1ac" providerId="ADAL" clId="{690631BD-0920-4F8B-B4A7-12A398833A99}" dt="2021-03-19T15:35:41.700" v="144" actId="478"/>
          <ac:spMkLst>
            <pc:docMk/>
            <pc:sldMk cId="93243010" sldId="7428"/>
            <ac:spMk id="25" creationId="{7BF7BEB0-B472-40A0-8653-7EA54D825E12}"/>
          </ac:spMkLst>
        </pc:spChg>
        <pc:spChg chg="del">
          <ac:chgData name="Ken Popkin" userId="3c94c39e-c43b-4805-99ab-8da17777f1ac" providerId="ADAL" clId="{690631BD-0920-4F8B-B4A7-12A398833A99}" dt="2021-03-19T15:35:41.700" v="144" actId="478"/>
          <ac:spMkLst>
            <pc:docMk/>
            <pc:sldMk cId="93243010" sldId="7428"/>
            <ac:spMk id="26" creationId="{433B21FE-FF6A-4D1E-993D-0A7F6DFBFC69}"/>
          </ac:spMkLst>
        </pc:spChg>
        <pc:spChg chg="add del mod ord">
          <ac:chgData name="Ken Popkin" userId="3c94c39e-c43b-4805-99ab-8da17777f1ac" providerId="ADAL" clId="{690631BD-0920-4F8B-B4A7-12A398833A99}" dt="2021-03-19T17:25:51.696" v="937" actId="478"/>
          <ac:spMkLst>
            <pc:docMk/>
            <pc:sldMk cId="93243010" sldId="7428"/>
            <ac:spMk id="26" creationId="{5DFB54E0-20FE-4D9D-B2C2-07C780BF23B4}"/>
          </ac:spMkLst>
        </pc:spChg>
        <pc:spChg chg="del">
          <ac:chgData name="Ken Popkin" userId="3c94c39e-c43b-4805-99ab-8da17777f1ac" providerId="ADAL" clId="{690631BD-0920-4F8B-B4A7-12A398833A99}" dt="2021-03-19T15:35:41.700" v="144" actId="478"/>
          <ac:spMkLst>
            <pc:docMk/>
            <pc:sldMk cId="93243010" sldId="7428"/>
            <ac:spMk id="27" creationId="{12224042-C4EA-4FC4-BA89-18AE3DA894BC}"/>
          </ac:spMkLst>
        </pc:spChg>
        <pc:spChg chg="add mod">
          <ac:chgData name="Ken Popkin" userId="3c94c39e-c43b-4805-99ab-8da17777f1ac" providerId="ADAL" clId="{690631BD-0920-4F8B-B4A7-12A398833A99}" dt="2021-03-19T17:51:52.278" v="1525" actId="1036"/>
          <ac:spMkLst>
            <pc:docMk/>
            <pc:sldMk cId="93243010" sldId="7428"/>
            <ac:spMk id="27" creationId="{A33779DB-F93E-4656-A2EF-8CF0571B7B8C}"/>
          </ac:spMkLst>
        </pc:spChg>
        <pc:spChg chg="add mod">
          <ac:chgData name="Ken Popkin" userId="3c94c39e-c43b-4805-99ab-8da17777f1ac" providerId="ADAL" clId="{690631BD-0920-4F8B-B4A7-12A398833A99}" dt="2021-03-19T17:51:52.278" v="1525" actId="1036"/>
          <ac:spMkLst>
            <pc:docMk/>
            <pc:sldMk cId="93243010" sldId="7428"/>
            <ac:spMk id="35" creationId="{84983288-E7EB-4C08-84CF-D4DE63435154}"/>
          </ac:spMkLst>
        </pc:spChg>
        <pc:spChg chg="add mod">
          <ac:chgData name="Ken Popkin" userId="3c94c39e-c43b-4805-99ab-8da17777f1ac" providerId="ADAL" clId="{690631BD-0920-4F8B-B4A7-12A398833A99}" dt="2021-03-19T17:51:57.233" v="1534" actId="1035"/>
          <ac:spMkLst>
            <pc:docMk/>
            <pc:sldMk cId="93243010" sldId="7428"/>
            <ac:spMk id="37" creationId="{3248DC65-317A-44E1-B922-A28DFBEC4C26}"/>
          </ac:spMkLst>
        </pc:spChg>
        <pc:graphicFrameChg chg="add mod modGraphic">
          <ac:chgData name="Ken Popkin" userId="3c94c39e-c43b-4805-99ab-8da17777f1ac" providerId="ADAL" clId="{690631BD-0920-4F8B-B4A7-12A398833A99}" dt="2021-03-19T17:51:52.278" v="1525" actId="1036"/>
          <ac:graphicFrameMkLst>
            <pc:docMk/>
            <pc:sldMk cId="93243010" sldId="7428"/>
            <ac:graphicFrameMk id="28" creationId="{F3C9871E-461E-4EFB-8BDB-69A6F35507CB}"/>
          </ac:graphicFrameMkLst>
        </pc:graphicFrameChg>
        <pc:graphicFrameChg chg="add mod modGraphic">
          <ac:chgData name="Ken Popkin" userId="3c94c39e-c43b-4805-99ab-8da17777f1ac" providerId="ADAL" clId="{690631BD-0920-4F8B-B4A7-12A398833A99}" dt="2021-03-19T17:51:52.278" v="1525" actId="1036"/>
          <ac:graphicFrameMkLst>
            <pc:docMk/>
            <pc:sldMk cId="93243010" sldId="7428"/>
            <ac:graphicFrameMk id="29" creationId="{4980A1DF-E9AB-416A-929C-32F33133EEBF}"/>
          </ac:graphicFrameMkLst>
        </pc:graphicFrameChg>
        <pc:graphicFrameChg chg="add mod modGraphic">
          <ac:chgData name="Ken Popkin" userId="3c94c39e-c43b-4805-99ab-8da17777f1ac" providerId="ADAL" clId="{690631BD-0920-4F8B-B4A7-12A398833A99}" dt="2021-03-19T17:51:52.278" v="1525" actId="1036"/>
          <ac:graphicFrameMkLst>
            <pc:docMk/>
            <pc:sldMk cId="93243010" sldId="7428"/>
            <ac:graphicFrameMk id="30" creationId="{403593DE-64CC-401B-A174-F3AC1FA6C814}"/>
          </ac:graphicFrameMkLst>
        </pc:graphicFrameChg>
        <pc:graphicFrameChg chg="add mod modGraphic">
          <ac:chgData name="Ken Popkin" userId="3c94c39e-c43b-4805-99ab-8da17777f1ac" providerId="ADAL" clId="{690631BD-0920-4F8B-B4A7-12A398833A99}" dt="2021-03-19T17:51:52.278" v="1525" actId="1036"/>
          <ac:graphicFrameMkLst>
            <pc:docMk/>
            <pc:sldMk cId="93243010" sldId="7428"/>
            <ac:graphicFrameMk id="31" creationId="{6E235A55-6837-44DF-8CE6-66978F7D7FBF}"/>
          </ac:graphicFrameMkLst>
        </pc:graphicFrameChg>
        <pc:graphicFrameChg chg="add mod modGraphic">
          <ac:chgData name="Ken Popkin" userId="3c94c39e-c43b-4805-99ab-8da17777f1ac" providerId="ADAL" clId="{690631BD-0920-4F8B-B4A7-12A398833A99}" dt="2021-03-19T17:51:52.278" v="1525" actId="1036"/>
          <ac:graphicFrameMkLst>
            <pc:docMk/>
            <pc:sldMk cId="93243010" sldId="7428"/>
            <ac:graphicFrameMk id="32" creationId="{A79269F3-FA72-4EF8-8F0C-6AF9851E22C3}"/>
          </ac:graphicFrameMkLst>
        </pc:graphicFrameChg>
        <pc:graphicFrameChg chg="add mod modGraphic">
          <ac:chgData name="Ken Popkin" userId="3c94c39e-c43b-4805-99ab-8da17777f1ac" providerId="ADAL" clId="{690631BD-0920-4F8B-B4A7-12A398833A99}" dt="2021-03-19T17:51:52.278" v="1525" actId="1036"/>
          <ac:graphicFrameMkLst>
            <pc:docMk/>
            <pc:sldMk cId="93243010" sldId="7428"/>
            <ac:graphicFrameMk id="33" creationId="{13975DFD-EE93-4884-B2C2-8DDE99E397BD}"/>
          </ac:graphicFrameMkLst>
        </pc:graphicFrameChg>
        <pc:graphicFrameChg chg="add mod modGraphic">
          <ac:chgData name="Ken Popkin" userId="3c94c39e-c43b-4805-99ab-8da17777f1ac" providerId="ADAL" clId="{690631BD-0920-4F8B-B4A7-12A398833A99}" dt="2021-03-19T17:51:52.278" v="1525" actId="1036"/>
          <ac:graphicFrameMkLst>
            <pc:docMk/>
            <pc:sldMk cId="93243010" sldId="7428"/>
            <ac:graphicFrameMk id="34" creationId="{70900EE3-1DE6-472D-9B54-8264EC2568BF}"/>
          </ac:graphicFrameMkLst>
        </pc:graphicFrameChg>
        <pc:graphicFrameChg chg="add mod modGraphic">
          <ac:chgData name="Ken Popkin" userId="3c94c39e-c43b-4805-99ab-8da17777f1ac" providerId="ADAL" clId="{690631BD-0920-4F8B-B4A7-12A398833A99}" dt="2021-03-19T17:51:52.278" v="1525" actId="1036"/>
          <ac:graphicFrameMkLst>
            <pc:docMk/>
            <pc:sldMk cId="93243010" sldId="7428"/>
            <ac:graphicFrameMk id="36" creationId="{C973D10D-971D-4F1A-92D2-28CE0D5968F9}"/>
          </ac:graphicFrameMkLst>
        </pc:graphicFrameChg>
      </pc:sldChg>
      <pc:sldChg chg="del">
        <pc:chgData name="Ken Popkin" userId="3c94c39e-c43b-4805-99ab-8da17777f1ac" providerId="ADAL" clId="{690631BD-0920-4F8B-B4A7-12A398833A99}" dt="2021-03-19T16:49:25.475" v="527" actId="47"/>
        <pc:sldMkLst>
          <pc:docMk/>
          <pc:sldMk cId="3362209346" sldId="2146845939"/>
        </pc:sldMkLst>
      </pc:sldChg>
      <pc:sldChg chg="delSp modSp mod">
        <pc:chgData name="Ken Popkin" userId="3c94c39e-c43b-4805-99ab-8da17777f1ac" providerId="ADAL" clId="{690631BD-0920-4F8B-B4A7-12A398833A99}" dt="2021-03-19T17:52:32.160" v="1548" actId="1036"/>
        <pc:sldMkLst>
          <pc:docMk/>
          <pc:sldMk cId="2765825036" sldId="2146845944"/>
        </pc:sldMkLst>
        <pc:spChg chg="del">
          <ac:chgData name="Ken Popkin" userId="3c94c39e-c43b-4805-99ab-8da17777f1ac" providerId="ADAL" clId="{690631BD-0920-4F8B-B4A7-12A398833A99}" dt="2021-03-19T17:52:27.293" v="1535" actId="478"/>
          <ac:spMkLst>
            <pc:docMk/>
            <pc:sldMk cId="2765825036" sldId="2146845944"/>
            <ac:spMk id="22" creationId="{AC71E712-5958-4BEE-A83B-8B9D0ED9C5DA}"/>
          </ac:spMkLst>
        </pc:spChg>
        <pc:grpChg chg="mod">
          <ac:chgData name="Ken Popkin" userId="3c94c39e-c43b-4805-99ab-8da17777f1ac" providerId="ADAL" clId="{690631BD-0920-4F8B-B4A7-12A398833A99}" dt="2021-03-19T17:52:32.160" v="1548" actId="1036"/>
          <ac:grpSpMkLst>
            <pc:docMk/>
            <pc:sldMk cId="2765825036" sldId="2146845944"/>
            <ac:grpSpMk id="3" creationId="{D4035510-1EF3-4B1F-B16A-56D7E2CC6348}"/>
          </ac:grpSpMkLst>
        </pc:grpChg>
      </pc:sldChg>
      <pc:sldChg chg="del">
        <pc:chgData name="Ken Popkin" userId="3c94c39e-c43b-4805-99ab-8da17777f1ac" providerId="ADAL" clId="{690631BD-0920-4F8B-B4A7-12A398833A99}" dt="2021-03-19T16:49:25.475" v="527" actId="47"/>
        <pc:sldMkLst>
          <pc:docMk/>
          <pc:sldMk cId="2174113185" sldId="2146845945"/>
        </pc:sldMkLst>
      </pc:sldChg>
      <pc:sldChg chg="del">
        <pc:chgData name="Ken Popkin" userId="3c94c39e-c43b-4805-99ab-8da17777f1ac" providerId="ADAL" clId="{690631BD-0920-4F8B-B4A7-12A398833A99}" dt="2021-03-19T16:49:25.475" v="527" actId="47"/>
        <pc:sldMkLst>
          <pc:docMk/>
          <pc:sldMk cId="3915282138" sldId="2146845950"/>
        </pc:sldMkLst>
      </pc:sldChg>
      <pc:sldChg chg="del">
        <pc:chgData name="Ken Popkin" userId="3c94c39e-c43b-4805-99ab-8da17777f1ac" providerId="ADAL" clId="{690631BD-0920-4F8B-B4A7-12A398833A99}" dt="2021-03-19T16:49:25.475" v="527" actId="47"/>
        <pc:sldMkLst>
          <pc:docMk/>
          <pc:sldMk cId="3995845475" sldId="2146845953"/>
        </pc:sldMkLst>
      </pc:sldChg>
      <pc:sldChg chg="del">
        <pc:chgData name="Ken Popkin" userId="3c94c39e-c43b-4805-99ab-8da17777f1ac" providerId="ADAL" clId="{690631BD-0920-4F8B-B4A7-12A398833A99}" dt="2021-03-19T16:49:25.475" v="527" actId="47"/>
        <pc:sldMkLst>
          <pc:docMk/>
          <pc:sldMk cId="3868737140" sldId="2146845957"/>
        </pc:sldMkLst>
      </pc:sldChg>
      <pc:sldChg chg="del">
        <pc:chgData name="Ken Popkin" userId="3c94c39e-c43b-4805-99ab-8da17777f1ac" providerId="ADAL" clId="{690631BD-0920-4F8B-B4A7-12A398833A99}" dt="2021-03-19T16:49:25.475" v="527" actId="47"/>
        <pc:sldMkLst>
          <pc:docMk/>
          <pc:sldMk cId="3109033921" sldId="2146845958"/>
        </pc:sldMkLst>
      </pc:sldChg>
      <pc:sldChg chg="del">
        <pc:chgData name="Ken Popkin" userId="3c94c39e-c43b-4805-99ab-8da17777f1ac" providerId="ADAL" clId="{690631BD-0920-4F8B-B4A7-12A398833A99}" dt="2021-03-19T16:49:25.475" v="527" actId="47"/>
        <pc:sldMkLst>
          <pc:docMk/>
          <pc:sldMk cId="3029326289" sldId="2146845959"/>
        </pc:sldMkLst>
      </pc:sldChg>
      <pc:sldChg chg="del">
        <pc:chgData name="Ken Popkin" userId="3c94c39e-c43b-4805-99ab-8da17777f1ac" providerId="ADAL" clId="{690631BD-0920-4F8B-B4A7-12A398833A99}" dt="2021-03-19T16:49:25.475" v="527" actId="47"/>
        <pc:sldMkLst>
          <pc:docMk/>
          <pc:sldMk cId="2385326984" sldId="2146845960"/>
        </pc:sldMkLst>
      </pc:sldChg>
      <pc:sldChg chg="del">
        <pc:chgData name="Ken Popkin" userId="3c94c39e-c43b-4805-99ab-8da17777f1ac" providerId="ADAL" clId="{690631BD-0920-4F8B-B4A7-12A398833A99}" dt="2021-03-19T16:49:25.475" v="527" actId="47"/>
        <pc:sldMkLst>
          <pc:docMk/>
          <pc:sldMk cId="2661541782" sldId="2146845961"/>
        </pc:sldMkLst>
      </pc:sldChg>
      <pc:sldChg chg="del">
        <pc:chgData name="Ken Popkin" userId="3c94c39e-c43b-4805-99ab-8da17777f1ac" providerId="ADAL" clId="{690631BD-0920-4F8B-B4A7-12A398833A99}" dt="2021-03-19T16:49:25.475" v="527" actId="47"/>
        <pc:sldMkLst>
          <pc:docMk/>
          <pc:sldMk cId="2053770510" sldId="2146845962"/>
        </pc:sldMkLst>
      </pc:sldChg>
      <pc:sldChg chg="del">
        <pc:chgData name="Ken Popkin" userId="3c94c39e-c43b-4805-99ab-8da17777f1ac" providerId="ADAL" clId="{690631BD-0920-4F8B-B4A7-12A398833A99}" dt="2021-03-19T16:49:25.475" v="527" actId="47"/>
        <pc:sldMkLst>
          <pc:docMk/>
          <pc:sldMk cId="4096410338" sldId="2146845963"/>
        </pc:sldMkLst>
      </pc:sldChg>
      <pc:sldChg chg="del">
        <pc:chgData name="Ken Popkin" userId="3c94c39e-c43b-4805-99ab-8da17777f1ac" providerId="ADAL" clId="{690631BD-0920-4F8B-B4A7-12A398833A99}" dt="2021-03-19T16:49:25.475" v="527" actId="47"/>
        <pc:sldMkLst>
          <pc:docMk/>
          <pc:sldMk cId="745352429" sldId="2146845964"/>
        </pc:sldMkLst>
      </pc:sldChg>
      <pc:sldChg chg="del">
        <pc:chgData name="Ken Popkin" userId="3c94c39e-c43b-4805-99ab-8da17777f1ac" providerId="ADAL" clId="{690631BD-0920-4F8B-B4A7-12A398833A99}" dt="2021-03-19T16:49:25.475" v="527" actId="47"/>
        <pc:sldMkLst>
          <pc:docMk/>
          <pc:sldMk cId="3157778664" sldId="2146845965"/>
        </pc:sldMkLst>
      </pc:sldChg>
      <pc:sldChg chg="del">
        <pc:chgData name="Ken Popkin" userId="3c94c39e-c43b-4805-99ab-8da17777f1ac" providerId="ADAL" clId="{690631BD-0920-4F8B-B4A7-12A398833A99}" dt="2021-03-19T16:49:25.475" v="527" actId="47"/>
        <pc:sldMkLst>
          <pc:docMk/>
          <pc:sldMk cId="1553529464" sldId="2146845966"/>
        </pc:sldMkLst>
      </pc:sldChg>
      <pc:sldChg chg="del">
        <pc:chgData name="Ken Popkin" userId="3c94c39e-c43b-4805-99ab-8da17777f1ac" providerId="ADAL" clId="{690631BD-0920-4F8B-B4A7-12A398833A99}" dt="2021-03-19T16:49:25.475" v="527" actId="47"/>
        <pc:sldMkLst>
          <pc:docMk/>
          <pc:sldMk cId="1043133902" sldId="2146845967"/>
        </pc:sldMkLst>
      </pc:sldChg>
      <pc:sldChg chg="del">
        <pc:chgData name="Ken Popkin" userId="3c94c39e-c43b-4805-99ab-8da17777f1ac" providerId="ADAL" clId="{690631BD-0920-4F8B-B4A7-12A398833A99}" dt="2021-03-19T16:49:25.475" v="527" actId="47"/>
        <pc:sldMkLst>
          <pc:docMk/>
          <pc:sldMk cId="1039501811" sldId="2146845968"/>
        </pc:sldMkLst>
      </pc:sldChg>
      <pc:sldChg chg="del">
        <pc:chgData name="Ken Popkin" userId="3c94c39e-c43b-4805-99ab-8da17777f1ac" providerId="ADAL" clId="{690631BD-0920-4F8B-B4A7-12A398833A99}" dt="2021-03-19T16:49:25.475" v="527" actId="47"/>
        <pc:sldMkLst>
          <pc:docMk/>
          <pc:sldMk cId="2434110015" sldId="2146845969"/>
        </pc:sldMkLst>
      </pc:sldChg>
      <pc:sldChg chg="del">
        <pc:chgData name="Ken Popkin" userId="3c94c39e-c43b-4805-99ab-8da17777f1ac" providerId="ADAL" clId="{690631BD-0920-4F8B-B4A7-12A398833A99}" dt="2021-03-19T16:49:25.475" v="527" actId="47"/>
        <pc:sldMkLst>
          <pc:docMk/>
          <pc:sldMk cId="2541186394" sldId="2146845972"/>
        </pc:sldMkLst>
      </pc:sldChg>
      <pc:sldChg chg="del">
        <pc:chgData name="Ken Popkin" userId="3c94c39e-c43b-4805-99ab-8da17777f1ac" providerId="ADAL" clId="{690631BD-0920-4F8B-B4A7-12A398833A99}" dt="2021-03-19T16:49:25.475" v="527" actId="47"/>
        <pc:sldMkLst>
          <pc:docMk/>
          <pc:sldMk cId="1405030134" sldId="2146845974"/>
        </pc:sldMkLst>
      </pc:sldChg>
      <pc:sldChg chg="del">
        <pc:chgData name="Ken Popkin" userId="3c94c39e-c43b-4805-99ab-8da17777f1ac" providerId="ADAL" clId="{690631BD-0920-4F8B-B4A7-12A398833A99}" dt="2021-03-19T16:49:25.475" v="527" actId="47"/>
        <pc:sldMkLst>
          <pc:docMk/>
          <pc:sldMk cId="3188655382" sldId="2146845975"/>
        </pc:sldMkLst>
      </pc:sldChg>
      <pc:sldChg chg="modSp mod">
        <pc:chgData name="Ken Popkin" userId="3c94c39e-c43b-4805-99ab-8da17777f1ac" providerId="ADAL" clId="{690631BD-0920-4F8B-B4A7-12A398833A99}" dt="2021-03-19T18:04:06.004" v="2291" actId="20577"/>
        <pc:sldMkLst>
          <pc:docMk/>
          <pc:sldMk cId="3445609876" sldId="2146845976"/>
        </pc:sldMkLst>
        <pc:spChg chg="mod">
          <ac:chgData name="Ken Popkin" userId="3c94c39e-c43b-4805-99ab-8da17777f1ac" providerId="ADAL" clId="{690631BD-0920-4F8B-B4A7-12A398833A99}" dt="2021-03-19T17:52:50.038" v="1561" actId="6549"/>
          <ac:spMkLst>
            <pc:docMk/>
            <pc:sldMk cId="3445609876" sldId="2146845976"/>
            <ac:spMk id="10" creationId="{A78988CF-C0D9-4564-A18C-624985AA8302}"/>
          </ac:spMkLst>
        </pc:spChg>
        <pc:graphicFrameChg chg="mod modGraphic">
          <ac:chgData name="Ken Popkin" userId="3c94c39e-c43b-4805-99ab-8da17777f1ac" providerId="ADAL" clId="{690631BD-0920-4F8B-B4A7-12A398833A99}" dt="2021-03-19T18:04:06.004" v="2291" actId="20577"/>
          <ac:graphicFrameMkLst>
            <pc:docMk/>
            <pc:sldMk cId="3445609876" sldId="2146845976"/>
            <ac:graphicFrameMk id="7" creationId="{3050A818-959D-47B5-9938-7C1566218347}"/>
          </ac:graphicFrameMkLst>
        </pc:graphicFrameChg>
        <pc:graphicFrameChg chg="modGraphic">
          <ac:chgData name="Ken Popkin" userId="3c94c39e-c43b-4805-99ab-8da17777f1ac" providerId="ADAL" clId="{690631BD-0920-4F8B-B4A7-12A398833A99}" dt="2021-03-19T17:19:24.261" v="911" actId="20577"/>
          <ac:graphicFrameMkLst>
            <pc:docMk/>
            <pc:sldMk cId="3445609876" sldId="2146845976"/>
            <ac:graphicFrameMk id="8" creationId="{11C6AFA9-D17F-472D-97FC-23D5883BB9C0}"/>
          </ac:graphicFrameMkLst>
        </pc:graphicFrameChg>
        <pc:graphicFrameChg chg="mod modGraphic">
          <ac:chgData name="Ken Popkin" userId="3c94c39e-c43b-4805-99ab-8da17777f1ac" providerId="ADAL" clId="{690631BD-0920-4F8B-B4A7-12A398833A99}" dt="2021-03-19T17:15:44.050" v="910" actId="20577"/>
          <ac:graphicFrameMkLst>
            <pc:docMk/>
            <pc:sldMk cId="3445609876" sldId="2146845976"/>
            <ac:graphicFrameMk id="9" creationId="{C288DDB8-A596-45DD-8339-81F64AB25786}"/>
          </ac:graphicFrameMkLst>
        </pc:graphicFrameChg>
      </pc:sldChg>
      <pc:sldChg chg="delSp modSp del mod">
        <pc:chgData name="Ken Popkin" userId="3c94c39e-c43b-4805-99ab-8da17777f1ac" providerId="ADAL" clId="{690631BD-0920-4F8B-B4A7-12A398833A99}" dt="2021-03-19T15:45:24.767" v="222" actId="47"/>
        <pc:sldMkLst>
          <pc:docMk/>
          <pc:sldMk cId="1621579523" sldId="2146845977"/>
        </pc:sldMkLst>
        <pc:spChg chg="mod">
          <ac:chgData name="Ken Popkin" userId="3c94c39e-c43b-4805-99ab-8da17777f1ac" providerId="ADAL" clId="{690631BD-0920-4F8B-B4A7-12A398833A99}" dt="2021-03-19T15:43:49.241" v="164" actId="20577"/>
          <ac:spMkLst>
            <pc:docMk/>
            <pc:sldMk cId="1621579523" sldId="2146845977"/>
            <ac:spMk id="10" creationId="{A78988CF-C0D9-4564-A18C-624985AA8302}"/>
          </ac:spMkLst>
        </pc:spChg>
        <pc:grpChg chg="del">
          <ac:chgData name="Ken Popkin" userId="3c94c39e-c43b-4805-99ab-8da17777f1ac" providerId="ADAL" clId="{690631BD-0920-4F8B-B4A7-12A398833A99}" dt="2021-03-19T15:44:23.067" v="203" actId="478"/>
          <ac:grpSpMkLst>
            <pc:docMk/>
            <pc:sldMk cId="1621579523" sldId="2146845977"/>
            <ac:grpSpMk id="54" creationId="{BF941AD9-3512-4F7B-B463-239306E7F369}"/>
          </ac:grpSpMkLst>
        </pc:grpChg>
      </pc:sldChg>
      <pc:sldChg chg="addSp modSp mod">
        <pc:chgData name="Ken Popkin" userId="3c94c39e-c43b-4805-99ab-8da17777f1ac" providerId="ADAL" clId="{690631BD-0920-4F8B-B4A7-12A398833A99}" dt="2021-03-19T18:03:19.531" v="2283" actId="113"/>
        <pc:sldMkLst>
          <pc:docMk/>
          <pc:sldMk cId="3118789118" sldId="2146845978"/>
        </pc:sldMkLst>
        <pc:spChg chg="mod">
          <ac:chgData name="Ken Popkin" userId="3c94c39e-c43b-4805-99ab-8da17777f1ac" providerId="ADAL" clId="{690631BD-0920-4F8B-B4A7-12A398833A99}" dt="2021-03-19T18:02:54.474" v="2282" actId="20577"/>
          <ac:spMkLst>
            <pc:docMk/>
            <pc:sldMk cId="3118789118" sldId="2146845978"/>
            <ac:spMk id="3" creationId="{35FEBA87-E5A5-4CAA-8842-CCF9825DDCF0}"/>
          </ac:spMkLst>
        </pc:spChg>
        <pc:spChg chg="mod">
          <ac:chgData name="Ken Popkin" userId="3c94c39e-c43b-4805-99ab-8da17777f1ac" providerId="ADAL" clId="{690631BD-0920-4F8B-B4A7-12A398833A99}" dt="2021-03-19T17:53:07.830" v="1565" actId="20577"/>
          <ac:spMkLst>
            <pc:docMk/>
            <pc:sldMk cId="3118789118" sldId="2146845978"/>
            <ac:spMk id="10" creationId="{A78988CF-C0D9-4564-A18C-624985AA8302}"/>
          </ac:spMkLst>
        </pc:spChg>
        <pc:spChg chg="add mod">
          <ac:chgData name="Ken Popkin" userId="3c94c39e-c43b-4805-99ab-8da17777f1ac" providerId="ADAL" clId="{690631BD-0920-4F8B-B4A7-12A398833A99}" dt="2021-03-19T17:59:11.130" v="2004" actId="255"/>
          <ac:spMkLst>
            <pc:docMk/>
            <pc:sldMk cId="3118789118" sldId="2146845978"/>
            <ac:spMk id="12" creationId="{55EC26CC-4743-4B58-A4EB-383A6EA303E2}"/>
          </ac:spMkLst>
        </pc:spChg>
        <pc:spChg chg="add mod">
          <ac:chgData name="Ken Popkin" userId="3c94c39e-c43b-4805-99ab-8da17777f1ac" providerId="ADAL" clId="{690631BD-0920-4F8B-B4A7-12A398833A99}" dt="2021-03-19T17:59:11.130" v="2004" actId="255"/>
          <ac:spMkLst>
            <pc:docMk/>
            <pc:sldMk cId="3118789118" sldId="2146845978"/>
            <ac:spMk id="13" creationId="{A976B790-752C-4992-95CD-CF5DBD7A5C08}"/>
          </ac:spMkLst>
        </pc:spChg>
        <pc:spChg chg="add mod">
          <ac:chgData name="Ken Popkin" userId="3c94c39e-c43b-4805-99ab-8da17777f1ac" providerId="ADAL" clId="{690631BD-0920-4F8B-B4A7-12A398833A99}" dt="2021-03-19T17:59:11.130" v="2004" actId="255"/>
          <ac:spMkLst>
            <pc:docMk/>
            <pc:sldMk cId="3118789118" sldId="2146845978"/>
            <ac:spMk id="14" creationId="{6932CE2D-FF33-4026-8184-39DD3D48EBEC}"/>
          </ac:spMkLst>
        </pc:spChg>
        <pc:spChg chg="add mod">
          <ac:chgData name="Ken Popkin" userId="3c94c39e-c43b-4805-99ab-8da17777f1ac" providerId="ADAL" clId="{690631BD-0920-4F8B-B4A7-12A398833A99}" dt="2021-03-19T17:59:11.130" v="2004" actId="255"/>
          <ac:spMkLst>
            <pc:docMk/>
            <pc:sldMk cId="3118789118" sldId="2146845978"/>
            <ac:spMk id="15" creationId="{B25528A1-338B-49D0-9349-0503426ABB9E}"/>
          </ac:spMkLst>
        </pc:spChg>
        <pc:spChg chg="mod">
          <ac:chgData name="Ken Popkin" userId="3c94c39e-c43b-4805-99ab-8da17777f1ac" providerId="ADAL" clId="{690631BD-0920-4F8B-B4A7-12A398833A99}" dt="2021-03-19T18:03:19.531" v="2283" actId="113"/>
          <ac:spMkLst>
            <pc:docMk/>
            <pc:sldMk cId="3118789118" sldId="2146845978"/>
            <ac:spMk id="22" creationId="{30A10D0D-747D-41FA-AF5A-A207F4D58004}"/>
          </ac:spMkLst>
        </pc:spChg>
        <pc:spChg chg="mod">
          <ac:chgData name="Ken Popkin" userId="3c94c39e-c43b-4805-99ab-8da17777f1ac" providerId="ADAL" clId="{690631BD-0920-4F8B-B4A7-12A398833A99}" dt="2021-03-19T17:59:11.130" v="2004" actId="255"/>
          <ac:spMkLst>
            <pc:docMk/>
            <pc:sldMk cId="3118789118" sldId="2146845978"/>
            <ac:spMk id="23" creationId="{FD859B32-40EE-4F32-BA5D-A8C3C598327B}"/>
          </ac:spMkLst>
        </pc:spChg>
        <pc:spChg chg="mod">
          <ac:chgData name="Ken Popkin" userId="3c94c39e-c43b-4805-99ab-8da17777f1ac" providerId="ADAL" clId="{690631BD-0920-4F8B-B4A7-12A398833A99}" dt="2021-03-19T17:59:11.130" v="2004" actId="255"/>
          <ac:spMkLst>
            <pc:docMk/>
            <pc:sldMk cId="3118789118" sldId="2146845978"/>
            <ac:spMk id="26" creationId="{92211282-4B21-42CC-9FFE-A1A4AB7A8487}"/>
          </ac:spMkLst>
        </pc:spChg>
        <pc:spChg chg="mod">
          <ac:chgData name="Ken Popkin" userId="3c94c39e-c43b-4805-99ab-8da17777f1ac" providerId="ADAL" clId="{690631BD-0920-4F8B-B4A7-12A398833A99}" dt="2021-03-19T17:59:11.130" v="2004" actId="255"/>
          <ac:spMkLst>
            <pc:docMk/>
            <pc:sldMk cId="3118789118" sldId="2146845978"/>
            <ac:spMk id="27" creationId="{BB366935-10D4-4E2F-B87F-84BE2D8DACCF}"/>
          </ac:spMkLst>
        </pc:spChg>
        <pc:spChg chg="mod">
          <ac:chgData name="Ken Popkin" userId="3c94c39e-c43b-4805-99ab-8da17777f1ac" providerId="ADAL" clId="{690631BD-0920-4F8B-B4A7-12A398833A99}" dt="2021-03-19T17:59:11.130" v="2004" actId="255"/>
          <ac:spMkLst>
            <pc:docMk/>
            <pc:sldMk cId="3118789118" sldId="2146845978"/>
            <ac:spMk id="28" creationId="{441262D6-1B79-47A3-9609-6152D3A48797}"/>
          </ac:spMkLst>
        </pc:spChg>
      </pc:sldChg>
      <pc:sldChg chg="del">
        <pc:chgData name="Ken Popkin" userId="3c94c39e-c43b-4805-99ab-8da17777f1ac" providerId="ADAL" clId="{690631BD-0920-4F8B-B4A7-12A398833A99}" dt="2021-03-19T16:49:25.475" v="527" actId="47"/>
        <pc:sldMkLst>
          <pc:docMk/>
          <pc:sldMk cId="2109709174" sldId="2146845979"/>
        </pc:sldMkLst>
      </pc:sldChg>
      <pc:sldChg chg="del">
        <pc:chgData name="Ken Popkin" userId="3c94c39e-c43b-4805-99ab-8da17777f1ac" providerId="ADAL" clId="{690631BD-0920-4F8B-B4A7-12A398833A99}" dt="2021-03-19T16:49:25.475" v="527" actId="47"/>
        <pc:sldMkLst>
          <pc:docMk/>
          <pc:sldMk cId="158459451" sldId="2146845980"/>
        </pc:sldMkLst>
      </pc:sldChg>
      <pc:sldChg chg="addSp delSp modSp add mod ord">
        <pc:chgData name="Ken Popkin" userId="3c94c39e-c43b-4805-99ab-8da17777f1ac" providerId="ADAL" clId="{690631BD-0920-4F8B-B4A7-12A398833A99}" dt="2021-03-19T18:05:15.108" v="2305" actId="478"/>
        <pc:sldMkLst>
          <pc:docMk/>
          <pc:sldMk cId="1161169406" sldId="2146845981"/>
        </pc:sldMkLst>
        <pc:spChg chg="mod">
          <ac:chgData name="Ken Popkin" userId="3c94c39e-c43b-4805-99ab-8da17777f1ac" providerId="ADAL" clId="{690631BD-0920-4F8B-B4A7-12A398833A99}" dt="2021-03-19T18:05:05.735" v="2304" actId="1076"/>
          <ac:spMkLst>
            <pc:docMk/>
            <pc:sldMk cId="1161169406" sldId="2146845981"/>
            <ac:spMk id="10" creationId="{A78988CF-C0D9-4564-A18C-624985AA8302}"/>
          </ac:spMkLst>
        </pc:spChg>
        <pc:spChg chg="del">
          <ac:chgData name="Ken Popkin" userId="3c94c39e-c43b-4805-99ab-8da17777f1ac" providerId="ADAL" clId="{690631BD-0920-4F8B-B4A7-12A398833A99}" dt="2021-03-19T18:05:15.108" v="2305" actId="478"/>
          <ac:spMkLst>
            <pc:docMk/>
            <pc:sldMk cId="1161169406" sldId="2146845981"/>
            <ac:spMk id="17" creationId="{0D16D375-1CF5-477C-9D0F-2E227CD161A0}"/>
          </ac:spMkLst>
        </pc:spChg>
        <pc:spChg chg="del mod topLvl">
          <ac:chgData name="Ken Popkin" userId="3c94c39e-c43b-4805-99ab-8da17777f1ac" providerId="ADAL" clId="{690631BD-0920-4F8B-B4A7-12A398833A99}" dt="2021-03-19T16:51:14.976" v="534" actId="478"/>
          <ac:spMkLst>
            <pc:docMk/>
            <pc:sldMk cId="1161169406" sldId="2146845981"/>
            <ac:spMk id="41" creationId="{0750FBB1-C718-427A-8ACD-A95952A1F513}"/>
          </ac:spMkLst>
        </pc:spChg>
        <pc:spChg chg="del mod topLvl">
          <ac:chgData name="Ken Popkin" userId="3c94c39e-c43b-4805-99ab-8da17777f1ac" providerId="ADAL" clId="{690631BD-0920-4F8B-B4A7-12A398833A99}" dt="2021-03-19T16:51:14.976" v="534" actId="478"/>
          <ac:spMkLst>
            <pc:docMk/>
            <pc:sldMk cId="1161169406" sldId="2146845981"/>
            <ac:spMk id="42" creationId="{D698F34E-5E77-4F66-8D3D-37493B526D4F}"/>
          </ac:spMkLst>
        </pc:spChg>
        <pc:spChg chg="del mod topLvl">
          <ac:chgData name="Ken Popkin" userId="3c94c39e-c43b-4805-99ab-8da17777f1ac" providerId="ADAL" clId="{690631BD-0920-4F8B-B4A7-12A398833A99}" dt="2021-03-19T16:51:14.976" v="534" actId="478"/>
          <ac:spMkLst>
            <pc:docMk/>
            <pc:sldMk cId="1161169406" sldId="2146845981"/>
            <ac:spMk id="43" creationId="{405CEDBF-EA80-4FF2-B646-34ACBBF584D8}"/>
          </ac:spMkLst>
        </pc:spChg>
        <pc:spChg chg="del mod topLvl">
          <ac:chgData name="Ken Popkin" userId="3c94c39e-c43b-4805-99ab-8da17777f1ac" providerId="ADAL" clId="{690631BD-0920-4F8B-B4A7-12A398833A99}" dt="2021-03-19T16:51:14.976" v="534" actId="478"/>
          <ac:spMkLst>
            <pc:docMk/>
            <pc:sldMk cId="1161169406" sldId="2146845981"/>
            <ac:spMk id="44" creationId="{D9752919-53EE-406D-A1FF-5942CFEA22AE}"/>
          </ac:spMkLst>
        </pc:spChg>
        <pc:spChg chg="del mod topLvl">
          <ac:chgData name="Ken Popkin" userId="3c94c39e-c43b-4805-99ab-8da17777f1ac" providerId="ADAL" clId="{690631BD-0920-4F8B-B4A7-12A398833A99}" dt="2021-03-19T18:04:54.358" v="2294" actId="478"/>
          <ac:spMkLst>
            <pc:docMk/>
            <pc:sldMk cId="1161169406" sldId="2146845981"/>
            <ac:spMk id="49" creationId="{0AEFC690-3C95-4F92-A3B3-6E6F04817297}"/>
          </ac:spMkLst>
        </pc:spChg>
        <pc:spChg chg="del mod topLvl">
          <ac:chgData name="Ken Popkin" userId="3c94c39e-c43b-4805-99ab-8da17777f1ac" providerId="ADAL" clId="{690631BD-0920-4F8B-B4A7-12A398833A99}" dt="2021-03-19T18:04:54.358" v="2294" actId="478"/>
          <ac:spMkLst>
            <pc:docMk/>
            <pc:sldMk cId="1161169406" sldId="2146845981"/>
            <ac:spMk id="50" creationId="{300021EF-427A-4D0E-B6E6-8C0706DC3060}"/>
          </ac:spMkLst>
        </pc:spChg>
        <pc:spChg chg="del mod topLvl">
          <ac:chgData name="Ken Popkin" userId="3c94c39e-c43b-4805-99ab-8da17777f1ac" providerId="ADAL" clId="{690631BD-0920-4F8B-B4A7-12A398833A99}" dt="2021-03-19T18:04:54.358" v="2294" actId="478"/>
          <ac:spMkLst>
            <pc:docMk/>
            <pc:sldMk cId="1161169406" sldId="2146845981"/>
            <ac:spMk id="51" creationId="{FE288D11-7038-402B-848F-FB5A99378125}"/>
          </ac:spMkLst>
        </pc:spChg>
        <pc:grpChg chg="add del">
          <ac:chgData name="Ken Popkin" userId="3c94c39e-c43b-4805-99ab-8da17777f1ac" providerId="ADAL" clId="{690631BD-0920-4F8B-B4A7-12A398833A99}" dt="2021-03-19T16:51:05.324" v="533" actId="165"/>
          <ac:grpSpMkLst>
            <pc:docMk/>
            <pc:sldMk cId="1161169406" sldId="2146845981"/>
            <ac:grpSpMk id="54" creationId="{BF941AD9-3512-4F7B-B463-239306E7F369}"/>
          </ac:grpSpMkLst>
        </pc:grpChg>
        <pc:picChg chg="del mod topLvl">
          <ac:chgData name="Ken Popkin" userId="3c94c39e-c43b-4805-99ab-8da17777f1ac" providerId="ADAL" clId="{690631BD-0920-4F8B-B4A7-12A398833A99}" dt="2021-03-19T16:51:14.976" v="534" actId="478"/>
          <ac:picMkLst>
            <pc:docMk/>
            <pc:sldMk cId="1161169406" sldId="2146845981"/>
            <ac:picMk id="8" creationId="{5ADC681B-3A50-420D-A2E6-67917464B902}"/>
          </ac:picMkLst>
        </pc:picChg>
        <pc:picChg chg="del mod topLvl">
          <ac:chgData name="Ken Popkin" userId="3c94c39e-c43b-4805-99ab-8da17777f1ac" providerId="ADAL" clId="{690631BD-0920-4F8B-B4A7-12A398833A99}" dt="2021-03-19T16:51:14.976" v="534" actId="478"/>
          <ac:picMkLst>
            <pc:docMk/>
            <pc:sldMk cId="1161169406" sldId="2146845981"/>
            <ac:picMk id="52" creationId="{7F668519-5CFB-4EC5-BAA8-2E8E7DA73248}"/>
          </ac:picMkLst>
        </pc:picChg>
        <pc:picChg chg="del mod topLvl">
          <ac:chgData name="Ken Popkin" userId="3c94c39e-c43b-4805-99ab-8da17777f1ac" providerId="ADAL" clId="{690631BD-0920-4F8B-B4A7-12A398833A99}" dt="2021-03-19T16:51:14.976" v="534" actId="478"/>
          <ac:picMkLst>
            <pc:docMk/>
            <pc:sldMk cId="1161169406" sldId="2146845981"/>
            <ac:picMk id="53" creationId="{AA293B1F-E6E2-49CA-8ECA-07577FE1B7CD}"/>
          </ac:picMkLst>
        </pc:picChg>
      </pc:sldChg>
      <pc:sldChg chg="del">
        <pc:chgData name="Ken Popkin" userId="3c94c39e-c43b-4805-99ab-8da17777f1ac" providerId="ADAL" clId="{690631BD-0920-4F8B-B4A7-12A398833A99}" dt="2021-03-19T15:27:30.497" v="36" actId="47"/>
        <pc:sldMkLst>
          <pc:docMk/>
          <pc:sldMk cId="3160662492" sldId="2146845981"/>
        </pc:sldMkLst>
      </pc:sldChg>
      <pc:sldChg chg="delSp add mod ord">
        <pc:chgData name="Ken Popkin" userId="3c94c39e-c43b-4805-99ab-8da17777f1ac" providerId="ADAL" clId="{690631BD-0920-4F8B-B4A7-12A398833A99}" dt="2021-03-19T16:54:20.270" v="570"/>
        <pc:sldMkLst>
          <pc:docMk/>
          <pc:sldMk cId="207730898" sldId="2146845982"/>
        </pc:sldMkLst>
        <pc:spChg chg="del">
          <ac:chgData name="Ken Popkin" userId="3c94c39e-c43b-4805-99ab-8da17777f1ac" providerId="ADAL" clId="{690631BD-0920-4F8B-B4A7-12A398833A99}" dt="2021-03-19T16:53:27.491" v="564" actId="478"/>
          <ac:spMkLst>
            <pc:docMk/>
            <pc:sldMk cId="207730898" sldId="2146845982"/>
            <ac:spMk id="3" creationId="{A2320559-CBC3-488F-999F-AF045D07A671}"/>
          </ac:spMkLst>
        </pc:spChg>
      </pc:sldChg>
      <pc:sldChg chg="del">
        <pc:chgData name="Ken Popkin" userId="3c94c39e-c43b-4805-99ab-8da17777f1ac" providerId="ADAL" clId="{690631BD-0920-4F8B-B4A7-12A398833A99}" dt="2021-03-19T15:28:03.671" v="37" actId="47"/>
        <pc:sldMkLst>
          <pc:docMk/>
          <pc:sldMk cId="3587735239" sldId="2146845982"/>
        </pc:sldMkLst>
      </pc:sldChg>
      <pc:sldChg chg="add">
        <pc:chgData name="Ken Popkin" userId="3c94c39e-c43b-4805-99ab-8da17777f1ac" providerId="ADAL" clId="{690631BD-0920-4F8B-B4A7-12A398833A99}" dt="2021-03-19T18:04:48.539" v="2293"/>
        <pc:sldMkLst>
          <pc:docMk/>
          <pc:sldMk cId="1510712340" sldId="2146845983"/>
        </pc:sldMkLst>
      </pc:sldChg>
      <pc:sldMasterChg chg="delSldLayout">
        <pc:chgData name="Ken Popkin" userId="3c94c39e-c43b-4805-99ab-8da17777f1ac" providerId="ADAL" clId="{690631BD-0920-4F8B-B4A7-12A398833A99}" dt="2021-03-19T16:49:25.475" v="527" actId="47"/>
        <pc:sldMasterMkLst>
          <pc:docMk/>
          <pc:sldMasterMk cId="4258334832" sldId="2147483661"/>
        </pc:sldMasterMkLst>
        <pc:sldLayoutChg chg="del">
          <pc:chgData name="Ken Popkin" userId="3c94c39e-c43b-4805-99ab-8da17777f1ac" providerId="ADAL" clId="{690631BD-0920-4F8B-B4A7-12A398833A99}" dt="2021-03-19T16:49:25.475" v="527" actId="47"/>
          <pc:sldLayoutMkLst>
            <pc:docMk/>
            <pc:sldMasterMk cId="4258334832" sldId="2147483661"/>
            <pc:sldLayoutMk cId="460793400" sldId="2147483660"/>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0CBF622-08EE-4152-B997-1086F7A1CED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CEAA9A1-4136-4F74-9F50-1583C785B3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FDE741-C56C-484E-9F6A-E1C7D1969029}" type="datetimeFigureOut">
              <a:rPr lang="en-US" smtClean="0"/>
              <a:t>6/19/2021</a:t>
            </a:fld>
            <a:endParaRPr lang="en-US"/>
          </a:p>
        </p:txBody>
      </p:sp>
      <p:sp>
        <p:nvSpPr>
          <p:cNvPr id="4" name="Footer Placeholder 3">
            <a:extLst>
              <a:ext uri="{FF2B5EF4-FFF2-40B4-BE49-F238E27FC236}">
                <a16:creationId xmlns:a16="http://schemas.microsoft.com/office/drawing/2014/main" id="{5126C565-2EDB-4A81-9A2E-4F30B52C5DD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8D9570B-F467-4E8F-BAC7-391F890B274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2FB3C59-29CE-4C1D-9232-B8FBA82B13E9}" type="slidenum">
              <a:rPr lang="en-US" smtClean="0"/>
              <a:t>‹#›</a:t>
            </a:fld>
            <a:endParaRPr lang="en-US"/>
          </a:p>
        </p:txBody>
      </p:sp>
    </p:spTree>
    <p:extLst>
      <p:ext uri="{BB962C8B-B14F-4D97-AF65-F5344CB8AC3E}">
        <p14:creationId xmlns:p14="http://schemas.microsoft.com/office/powerpoint/2010/main" val="24456086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C98CE2-079D-487A-A8E9-25291FF38A1C}" type="datetimeFigureOut">
              <a:rPr lang="en-US" smtClean="0"/>
              <a:t>6/19/2021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7EA2CA-B42C-49D0-891A-0D43BFE52162}" type="slidenum">
              <a:rPr lang="en-US" smtClean="0"/>
              <a:t>‹#›</a:t>
            </a:fld>
            <a:endParaRPr lang="en-US"/>
          </a:p>
        </p:txBody>
      </p:sp>
    </p:spTree>
    <p:extLst>
      <p:ext uri="{BB962C8B-B14F-4D97-AF65-F5344CB8AC3E}">
        <p14:creationId xmlns:p14="http://schemas.microsoft.com/office/powerpoint/2010/main" val="2522866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7EA2CA-B42C-49D0-891A-0D43BFE521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0581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7EA2CA-B42C-49D0-891A-0D43BFE521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10614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7EA2CA-B42C-49D0-891A-0D43BFE521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4248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7EA2CA-B42C-49D0-891A-0D43BFE521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3622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7EA2CA-B42C-49D0-891A-0D43BFE521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0967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12BD1-DBE9-4C7A-A155-572F79D413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ECC7AF7-D671-438E-B1CD-182E5B16D9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DF3A63-2100-49AA-9D9C-0E3D7B60B9E2}"/>
              </a:ext>
            </a:extLst>
          </p:cNvPr>
          <p:cNvSpPr>
            <a:spLocks noGrp="1"/>
          </p:cNvSpPr>
          <p:nvPr>
            <p:ph type="dt" sz="half" idx="10"/>
          </p:nvPr>
        </p:nvSpPr>
        <p:spPr/>
        <p:txBody>
          <a:bodyPr/>
          <a:lstStyle/>
          <a:p>
            <a:fld id="{103B2EBB-52A7-4B38-8120-7E7528119968}" type="datetime1">
              <a:rPr lang="en-US" smtClean="0"/>
              <a:t>6/19/2021</a:t>
            </a:fld>
            <a:endParaRPr lang="en-US"/>
          </a:p>
        </p:txBody>
      </p:sp>
      <p:sp>
        <p:nvSpPr>
          <p:cNvPr id="5" name="Footer Placeholder 4">
            <a:extLst>
              <a:ext uri="{FF2B5EF4-FFF2-40B4-BE49-F238E27FC236}">
                <a16:creationId xmlns:a16="http://schemas.microsoft.com/office/drawing/2014/main" id="{B7AE9506-0A78-4898-B1B7-55D363FFD16D}"/>
              </a:ext>
            </a:extLst>
          </p:cNvPr>
          <p:cNvSpPr>
            <a:spLocks noGrp="1"/>
          </p:cNvSpPr>
          <p:nvPr>
            <p:ph type="ftr" sz="quarter" idx="11"/>
          </p:nvPr>
        </p:nvSpPr>
        <p:spPr/>
        <p:txBody>
          <a:bodyPr/>
          <a:lstStyle/>
          <a:p>
            <a:r>
              <a:rPr lang="en-US"/>
              <a:t>Global Data &amp; Analytics</a:t>
            </a:r>
          </a:p>
        </p:txBody>
      </p:sp>
      <p:sp>
        <p:nvSpPr>
          <p:cNvPr id="6" name="Slide Number Placeholder 5">
            <a:extLst>
              <a:ext uri="{FF2B5EF4-FFF2-40B4-BE49-F238E27FC236}">
                <a16:creationId xmlns:a16="http://schemas.microsoft.com/office/drawing/2014/main" id="{58680C9F-ED0C-4CCC-BB02-EB84BB8997AF}"/>
              </a:ext>
            </a:extLst>
          </p:cNvPr>
          <p:cNvSpPr>
            <a:spLocks noGrp="1"/>
          </p:cNvSpPr>
          <p:nvPr>
            <p:ph type="sldNum" sz="quarter" idx="12"/>
          </p:nvPr>
        </p:nvSpPr>
        <p:spPr/>
        <p:txBody>
          <a:bodyPr/>
          <a:lstStyle/>
          <a:p>
            <a:fld id="{1F4FC6D2-A475-42D8-9478-B7141B876853}" type="slidenum">
              <a:rPr lang="en-US" smtClean="0"/>
              <a:t>‹#›</a:t>
            </a:fld>
            <a:endParaRPr lang="en-US"/>
          </a:p>
        </p:txBody>
      </p:sp>
    </p:spTree>
    <p:extLst>
      <p:ext uri="{BB962C8B-B14F-4D97-AF65-F5344CB8AC3E}">
        <p14:creationId xmlns:p14="http://schemas.microsoft.com/office/powerpoint/2010/main" val="782930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64ADC-1964-4DDE-BFAC-478723D357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D2DC0D-2AD5-443D-BD29-3A6301275A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3BF5C7-76BE-4BA9-861B-5733B76A54B8}"/>
              </a:ext>
            </a:extLst>
          </p:cNvPr>
          <p:cNvSpPr>
            <a:spLocks noGrp="1"/>
          </p:cNvSpPr>
          <p:nvPr>
            <p:ph type="dt" sz="half" idx="10"/>
          </p:nvPr>
        </p:nvSpPr>
        <p:spPr/>
        <p:txBody>
          <a:bodyPr/>
          <a:lstStyle/>
          <a:p>
            <a:fld id="{1672BD64-F590-4509-A68C-28675F3CD962}" type="datetime1">
              <a:rPr lang="en-US" smtClean="0"/>
              <a:t>6/19/2021</a:t>
            </a:fld>
            <a:endParaRPr lang="en-US"/>
          </a:p>
        </p:txBody>
      </p:sp>
      <p:sp>
        <p:nvSpPr>
          <p:cNvPr id="5" name="Footer Placeholder 4">
            <a:extLst>
              <a:ext uri="{FF2B5EF4-FFF2-40B4-BE49-F238E27FC236}">
                <a16:creationId xmlns:a16="http://schemas.microsoft.com/office/drawing/2014/main" id="{CDD90D1D-B27F-48D2-AF56-130DD9ECC1FD}"/>
              </a:ext>
            </a:extLst>
          </p:cNvPr>
          <p:cNvSpPr>
            <a:spLocks noGrp="1"/>
          </p:cNvSpPr>
          <p:nvPr>
            <p:ph type="ftr" sz="quarter" idx="11"/>
          </p:nvPr>
        </p:nvSpPr>
        <p:spPr/>
        <p:txBody>
          <a:bodyPr/>
          <a:lstStyle/>
          <a:p>
            <a:r>
              <a:rPr lang="en-US"/>
              <a:t>Global Data &amp; Analytics</a:t>
            </a:r>
          </a:p>
        </p:txBody>
      </p:sp>
      <p:sp>
        <p:nvSpPr>
          <p:cNvPr id="6" name="Slide Number Placeholder 5">
            <a:extLst>
              <a:ext uri="{FF2B5EF4-FFF2-40B4-BE49-F238E27FC236}">
                <a16:creationId xmlns:a16="http://schemas.microsoft.com/office/drawing/2014/main" id="{7EA9D637-9B89-491F-B5F1-BC9C7839402A}"/>
              </a:ext>
            </a:extLst>
          </p:cNvPr>
          <p:cNvSpPr>
            <a:spLocks noGrp="1"/>
          </p:cNvSpPr>
          <p:nvPr>
            <p:ph type="sldNum" sz="quarter" idx="12"/>
          </p:nvPr>
        </p:nvSpPr>
        <p:spPr/>
        <p:txBody>
          <a:bodyPr/>
          <a:lstStyle/>
          <a:p>
            <a:fld id="{1F4FC6D2-A475-42D8-9478-B7141B876853}" type="slidenum">
              <a:rPr lang="en-US" smtClean="0"/>
              <a:t>‹#›</a:t>
            </a:fld>
            <a:endParaRPr lang="en-US"/>
          </a:p>
        </p:txBody>
      </p:sp>
    </p:spTree>
    <p:extLst>
      <p:ext uri="{BB962C8B-B14F-4D97-AF65-F5344CB8AC3E}">
        <p14:creationId xmlns:p14="http://schemas.microsoft.com/office/powerpoint/2010/main" val="3972735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50446-DB1E-4393-82A8-F71A0CA9AB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DD8927E-9361-49E5-A90A-3A152D127A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5CE751-404D-430F-A17C-D6F705C65F2F}"/>
              </a:ext>
            </a:extLst>
          </p:cNvPr>
          <p:cNvSpPr>
            <a:spLocks noGrp="1"/>
          </p:cNvSpPr>
          <p:nvPr>
            <p:ph type="dt" sz="half" idx="10"/>
          </p:nvPr>
        </p:nvSpPr>
        <p:spPr/>
        <p:txBody>
          <a:bodyPr/>
          <a:lstStyle/>
          <a:p>
            <a:fld id="{07E42BF0-882E-4F00-9E72-52F04965CA8B}" type="datetime1">
              <a:rPr lang="en-US" smtClean="0"/>
              <a:t>6/19/2021</a:t>
            </a:fld>
            <a:endParaRPr lang="en-US"/>
          </a:p>
        </p:txBody>
      </p:sp>
      <p:sp>
        <p:nvSpPr>
          <p:cNvPr id="5" name="Footer Placeholder 4">
            <a:extLst>
              <a:ext uri="{FF2B5EF4-FFF2-40B4-BE49-F238E27FC236}">
                <a16:creationId xmlns:a16="http://schemas.microsoft.com/office/drawing/2014/main" id="{9C7A9AC9-17D2-4420-B988-0294145A9AC2}"/>
              </a:ext>
            </a:extLst>
          </p:cNvPr>
          <p:cNvSpPr>
            <a:spLocks noGrp="1"/>
          </p:cNvSpPr>
          <p:nvPr>
            <p:ph type="ftr" sz="quarter" idx="11"/>
          </p:nvPr>
        </p:nvSpPr>
        <p:spPr/>
        <p:txBody>
          <a:bodyPr/>
          <a:lstStyle/>
          <a:p>
            <a:r>
              <a:rPr lang="en-US"/>
              <a:t>Global Data &amp; Analytics</a:t>
            </a:r>
          </a:p>
        </p:txBody>
      </p:sp>
      <p:sp>
        <p:nvSpPr>
          <p:cNvPr id="6" name="Slide Number Placeholder 5">
            <a:extLst>
              <a:ext uri="{FF2B5EF4-FFF2-40B4-BE49-F238E27FC236}">
                <a16:creationId xmlns:a16="http://schemas.microsoft.com/office/drawing/2014/main" id="{FA3C1BB6-5C2D-43A6-BBB5-370F876492D8}"/>
              </a:ext>
            </a:extLst>
          </p:cNvPr>
          <p:cNvSpPr>
            <a:spLocks noGrp="1"/>
          </p:cNvSpPr>
          <p:nvPr>
            <p:ph type="sldNum" sz="quarter" idx="12"/>
          </p:nvPr>
        </p:nvSpPr>
        <p:spPr/>
        <p:txBody>
          <a:bodyPr/>
          <a:lstStyle/>
          <a:p>
            <a:fld id="{1F4FC6D2-A475-42D8-9478-B7141B876853}" type="slidenum">
              <a:rPr lang="en-US" smtClean="0"/>
              <a:t>‹#›</a:t>
            </a:fld>
            <a:endParaRPr lang="en-US"/>
          </a:p>
        </p:txBody>
      </p:sp>
    </p:spTree>
    <p:extLst>
      <p:ext uri="{BB962C8B-B14F-4D97-AF65-F5344CB8AC3E}">
        <p14:creationId xmlns:p14="http://schemas.microsoft.com/office/powerpoint/2010/main" val="820419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61CCE-E1B5-450E-913A-04F49E1A4F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2CE1B2-3B27-4EC2-BD64-30B7611520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8F4816-A1C1-46E2-8A67-E173A22DCB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F04272-3E95-4EDF-95F8-FF8B199725D4}"/>
              </a:ext>
            </a:extLst>
          </p:cNvPr>
          <p:cNvSpPr>
            <a:spLocks noGrp="1"/>
          </p:cNvSpPr>
          <p:nvPr>
            <p:ph type="dt" sz="half" idx="10"/>
          </p:nvPr>
        </p:nvSpPr>
        <p:spPr/>
        <p:txBody>
          <a:bodyPr/>
          <a:lstStyle/>
          <a:p>
            <a:fld id="{4ECAB61D-DD6B-4DBF-99C4-72F9744C0A4A}" type="datetime1">
              <a:rPr lang="en-US" smtClean="0"/>
              <a:t>6/19/2021</a:t>
            </a:fld>
            <a:endParaRPr lang="en-US"/>
          </a:p>
        </p:txBody>
      </p:sp>
      <p:sp>
        <p:nvSpPr>
          <p:cNvPr id="6" name="Footer Placeholder 5">
            <a:extLst>
              <a:ext uri="{FF2B5EF4-FFF2-40B4-BE49-F238E27FC236}">
                <a16:creationId xmlns:a16="http://schemas.microsoft.com/office/drawing/2014/main" id="{9C891E91-777F-4F9E-8D2E-00EE663A3F71}"/>
              </a:ext>
            </a:extLst>
          </p:cNvPr>
          <p:cNvSpPr>
            <a:spLocks noGrp="1"/>
          </p:cNvSpPr>
          <p:nvPr>
            <p:ph type="ftr" sz="quarter" idx="11"/>
          </p:nvPr>
        </p:nvSpPr>
        <p:spPr/>
        <p:txBody>
          <a:bodyPr/>
          <a:lstStyle/>
          <a:p>
            <a:r>
              <a:rPr lang="en-US"/>
              <a:t>Global Data &amp; Analytics</a:t>
            </a:r>
          </a:p>
        </p:txBody>
      </p:sp>
      <p:sp>
        <p:nvSpPr>
          <p:cNvPr id="7" name="Slide Number Placeholder 6">
            <a:extLst>
              <a:ext uri="{FF2B5EF4-FFF2-40B4-BE49-F238E27FC236}">
                <a16:creationId xmlns:a16="http://schemas.microsoft.com/office/drawing/2014/main" id="{67975898-D22B-42FD-9F5B-2E2C1194386F}"/>
              </a:ext>
            </a:extLst>
          </p:cNvPr>
          <p:cNvSpPr>
            <a:spLocks noGrp="1"/>
          </p:cNvSpPr>
          <p:nvPr>
            <p:ph type="sldNum" sz="quarter" idx="12"/>
          </p:nvPr>
        </p:nvSpPr>
        <p:spPr/>
        <p:txBody>
          <a:bodyPr/>
          <a:lstStyle/>
          <a:p>
            <a:fld id="{1F4FC6D2-A475-42D8-9478-B7141B876853}" type="slidenum">
              <a:rPr lang="en-US" smtClean="0"/>
              <a:t>‹#›</a:t>
            </a:fld>
            <a:endParaRPr lang="en-US"/>
          </a:p>
        </p:txBody>
      </p:sp>
    </p:spTree>
    <p:extLst>
      <p:ext uri="{BB962C8B-B14F-4D97-AF65-F5344CB8AC3E}">
        <p14:creationId xmlns:p14="http://schemas.microsoft.com/office/powerpoint/2010/main" val="3879358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014E3-A428-4507-94D3-53AC20E422F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2B140E-9079-4AEE-8C65-48DEB3DAC4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09620E-517D-4664-BAD9-AA9D1CF7F9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20A67E-F1FD-48DE-9DFB-79B76563A4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015ABF-7DB2-48E0-BE89-1D2493FE02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33D640-D6F3-4021-8834-9277D479F2CB}"/>
              </a:ext>
            </a:extLst>
          </p:cNvPr>
          <p:cNvSpPr>
            <a:spLocks noGrp="1"/>
          </p:cNvSpPr>
          <p:nvPr>
            <p:ph type="dt" sz="half" idx="10"/>
          </p:nvPr>
        </p:nvSpPr>
        <p:spPr/>
        <p:txBody>
          <a:bodyPr/>
          <a:lstStyle/>
          <a:p>
            <a:fld id="{5E85C52C-226D-4695-B768-C68FA6DDE012}" type="datetime1">
              <a:rPr lang="en-US" smtClean="0"/>
              <a:t>6/19/2021</a:t>
            </a:fld>
            <a:endParaRPr lang="en-US"/>
          </a:p>
        </p:txBody>
      </p:sp>
      <p:sp>
        <p:nvSpPr>
          <p:cNvPr id="8" name="Footer Placeholder 7">
            <a:extLst>
              <a:ext uri="{FF2B5EF4-FFF2-40B4-BE49-F238E27FC236}">
                <a16:creationId xmlns:a16="http://schemas.microsoft.com/office/drawing/2014/main" id="{C982EF5F-42FE-4B62-9450-855FB98C09C4}"/>
              </a:ext>
            </a:extLst>
          </p:cNvPr>
          <p:cNvSpPr>
            <a:spLocks noGrp="1"/>
          </p:cNvSpPr>
          <p:nvPr>
            <p:ph type="ftr" sz="quarter" idx="11"/>
          </p:nvPr>
        </p:nvSpPr>
        <p:spPr/>
        <p:txBody>
          <a:bodyPr/>
          <a:lstStyle/>
          <a:p>
            <a:r>
              <a:rPr lang="en-US"/>
              <a:t>Global Data &amp; Analytics</a:t>
            </a:r>
          </a:p>
        </p:txBody>
      </p:sp>
      <p:sp>
        <p:nvSpPr>
          <p:cNvPr id="9" name="Slide Number Placeholder 8">
            <a:extLst>
              <a:ext uri="{FF2B5EF4-FFF2-40B4-BE49-F238E27FC236}">
                <a16:creationId xmlns:a16="http://schemas.microsoft.com/office/drawing/2014/main" id="{3F13C628-5DF7-4048-B9DF-BF16D22B75AE}"/>
              </a:ext>
            </a:extLst>
          </p:cNvPr>
          <p:cNvSpPr>
            <a:spLocks noGrp="1"/>
          </p:cNvSpPr>
          <p:nvPr>
            <p:ph type="sldNum" sz="quarter" idx="12"/>
          </p:nvPr>
        </p:nvSpPr>
        <p:spPr/>
        <p:txBody>
          <a:bodyPr/>
          <a:lstStyle/>
          <a:p>
            <a:fld id="{1F4FC6D2-A475-42D8-9478-B7141B876853}" type="slidenum">
              <a:rPr lang="en-US" smtClean="0"/>
              <a:t>‹#›</a:t>
            </a:fld>
            <a:endParaRPr lang="en-US"/>
          </a:p>
        </p:txBody>
      </p:sp>
    </p:spTree>
    <p:extLst>
      <p:ext uri="{BB962C8B-B14F-4D97-AF65-F5344CB8AC3E}">
        <p14:creationId xmlns:p14="http://schemas.microsoft.com/office/powerpoint/2010/main" val="2356722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DC4D1-ADFC-4AF6-A907-8E596DC789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5685D9B-39B7-469B-99EA-B47D5520B381}"/>
              </a:ext>
            </a:extLst>
          </p:cNvPr>
          <p:cNvSpPr>
            <a:spLocks noGrp="1"/>
          </p:cNvSpPr>
          <p:nvPr>
            <p:ph type="dt" sz="half" idx="10"/>
          </p:nvPr>
        </p:nvSpPr>
        <p:spPr/>
        <p:txBody>
          <a:bodyPr/>
          <a:lstStyle/>
          <a:p>
            <a:fld id="{251C1E38-F3C3-47A4-B959-4E74FCE5CEE2}" type="datetime1">
              <a:rPr lang="en-US" smtClean="0"/>
              <a:t>6/19/2021</a:t>
            </a:fld>
            <a:endParaRPr lang="en-US"/>
          </a:p>
        </p:txBody>
      </p:sp>
      <p:sp>
        <p:nvSpPr>
          <p:cNvPr id="4" name="Footer Placeholder 3">
            <a:extLst>
              <a:ext uri="{FF2B5EF4-FFF2-40B4-BE49-F238E27FC236}">
                <a16:creationId xmlns:a16="http://schemas.microsoft.com/office/drawing/2014/main" id="{0418EFFF-9B53-4F19-B39F-4AE45B6537F8}"/>
              </a:ext>
            </a:extLst>
          </p:cNvPr>
          <p:cNvSpPr>
            <a:spLocks noGrp="1"/>
          </p:cNvSpPr>
          <p:nvPr>
            <p:ph type="ftr" sz="quarter" idx="11"/>
          </p:nvPr>
        </p:nvSpPr>
        <p:spPr/>
        <p:txBody>
          <a:bodyPr/>
          <a:lstStyle/>
          <a:p>
            <a:r>
              <a:rPr lang="en-US"/>
              <a:t>Global Data &amp; Analytics</a:t>
            </a:r>
          </a:p>
        </p:txBody>
      </p:sp>
      <p:sp>
        <p:nvSpPr>
          <p:cNvPr id="5" name="Slide Number Placeholder 4">
            <a:extLst>
              <a:ext uri="{FF2B5EF4-FFF2-40B4-BE49-F238E27FC236}">
                <a16:creationId xmlns:a16="http://schemas.microsoft.com/office/drawing/2014/main" id="{68946F0E-0277-4D97-A86F-0A01B870E4B5}"/>
              </a:ext>
            </a:extLst>
          </p:cNvPr>
          <p:cNvSpPr>
            <a:spLocks noGrp="1"/>
          </p:cNvSpPr>
          <p:nvPr>
            <p:ph type="sldNum" sz="quarter" idx="12"/>
          </p:nvPr>
        </p:nvSpPr>
        <p:spPr/>
        <p:txBody>
          <a:bodyPr/>
          <a:lstStyle/>
          <a:p>
            <a:fld id="{1F4FC6D2-A475-42D8-9478-B7141B876853}" type="slidenum">
              <a:rPr lang="en-US" smtClean="0"/>
              <a:t>‹#›</a:t>
            </a:fld>
            <a:endParaRPr lang="en-US"/>
          </a:p>
        </p:txBody>
      </p:sp>
    </p:spTree>
    <p:extLst>
      <p:ext uri="{BB962C8B-B14F-4D97-AF65-F5344CB8AC3E}">
        <p14:creationId xmlns:p14="http://schemas.microsoft.com/office/powerpoint/2010/main" val="2556314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26E0A6-A6B5-4A60-91FB-875170596B55}"/>
              </a:ext>
            </a:extLst>
          </p:cNvPr>
          <p:cNvSpPr>
            <a:spLocks noGrp="1"/>
          </p:cNvSpPr>
          <p:nvPr>
            <p:ph type="dt" sz="half" idx="10"/>
          </p:nvPr>
        </p:nvSpPr>
        <p:spPr/>
        <p:txBody>
          <a:bodyPr/>
          <a:lstStyle/>
          <a:p>
            <a:fld id="{1C48A9B4-6337-42AF-8508-3996BE1F4842}" type="datetime1">
              <a:rPr lang="en-US" smtClean="0"/>
              <a:t>6/19/2021</a:t>
            </a:fld>
            <a:endParaRPr lang="en-US"/>
          </a:p>
        </p:txBody>
      </p:sp>
      <p:sp>
        <p:nvSpPr>
          <p:cNvPr id="3" name="Footer Placeholder 2">
            <a:extLst>
              <a:ext uri="{FF2B5EF4-FFF2-40B4-BE49-F238E27FC236}">
                <a16:creationId xmlns:a16="http://schemas.microsoft.com/office/drawing/2014/main" id="{6E71D71D-959D-453F-8C8A-C9E063620368}"/>
              </a:ext>
            </a:extLst>
          </p:cNvPr>
          <p:cNvSpPr>
            <a:spLocks noGrp="1"/>
          </p:cNvSpPr>
          <p:nvPr>
            <p:ph type="ftr" sz="quarter" idx="11"/>
          </p:nvPr>
        </p:nvSpPr>
        <p:spPr/>
        <p:txBody>
          <a:bodyPr/>
          <a:lstStyle/>
          <a:p>
            <a:r>
              <a:rPr lang="en-US"/>
              <a:t>Global Data &amp; Analytics</a:t>
            </a:r>
          </a:p>
        </p:txBody>
      </p:sp>
      <p:sp>
        <p:nvSpPr>
          <p:cNvPr id="4" name="Slide Number Placeholder 3">
            <a:extLst>
              <a:ext uri="{FF2B5EF4-FFF2-40B4-BE49-F238E27FC236}">
                <a16:creationId xmlns:a16="http://schemas.microsoft.com/office/drawing/2014/main" id="{EA7D30ED-A832-468E-B35C-E1EFC3FDBCD9}"/>
              </a:ext>
            </a:extLst>
          </p:cNvPr>
          <p:cNvSpPr>
            <a:spLocks noGrp="1"/>
          </p:cNvSpPr>
          <p:nvPr>
            <p:ph type="sldNum" sz="quarter" idx="12"/>
          </p:nvPr>
        </p:nvSpPr>
        <p:spPr/>
        <p:txBody>
          <a:bodyPr/>
          <a:lstStyle/>
          <a:p>
            <a:fld id="{1F4FC6D2-A475-42D8-9478-B7141B876853}" type="slidenum">
              <a:rPr lang="en-US" smtClean="0"/>
              <a:t>‹#›</a:t>
            </a:fld>
            <a:endParaRPr lang="en-US"/>
          </a:p>
        </p:txBody>
      </p:sp>
    </p:spTree>
    <p:extLst>
      <p:ext uri="{BB962C8B-B14F-4D97-AF65-F5344CB8AC3E}">
        <p14:creationId xmlns:p14="http://schemas.microsoft.com/office/powerpoint/2010/main" val="1203103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B2D51-6231-43F0-91FC-E3FDD8CCEC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85267C4-ACEE-4CC9-B774-0AF3DADE4B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B68944-338F-4AD0-9720-1492207198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FFC126-4BC1-43E1-B108-BB758B6F133B}"/>
              </a:ext>
            </a:extLst>
          </p:cNvPr>
          <p:cNvSpPr>
            <a:spLocks noGrp="1"/>
          </p:cNvSpPr>
          <p:nvPr>
            <p:ph type="dt" sz="half" idx="10"/>
          </p:nvPr>
        </p:nvSpPr>
        <p:spPr/>
        <p:txBody>
          <a:bodyPr/>
          <a:lstStyle/>
          <a:p>
            <a:fld id="{18C7B0B3-2E08-4557-A8E4-413FDC53D92D}" type="datetime1">
              <a:rPr lang="en-US" smtClean="0"/>
              <a:t>6/19/2021</a:t>
            </a:fld>
            <a:endParaRPr lang="en-US"/>
          </a:p>
        </p:txBody>
      </p:sp>
      <p:sp>
        <p:nvSpPr>
          <p:cNvPr id="6" name="Footer Placeholder 5">
            <a:extLst>
              <a:ext uri="{FF2B5EF4-FFF2-40B4-BE49-F238E27FC236}">
                <a16:creationId xmlns:a16="http://schemas.microsoft.com/office/drawing/2014/main" id="{8CC3BA06-6F74-4EAA-8F79-1ADD28BBB31C}"/>
              </a:ext>
            </a:extLst>
          </p:cNvPr>
          <p:cNvSpPr>
            <a:spLocks noGrp="1"/>
          </p:cNvSpPr>
          <p:nvPr>
            <p:ph type="ftr" sz="quarter" idx="11"/>
          </p:nvPr>
        </p:nvSpPr>
        <p:spPr/>
        <p:txBody>
          <a:bodyPr/>
          <a:lstStyle/>
          <a:p>
            <a:r>
              <a:rPr lang="en-US"/>
              <a:t>Global Data &amp; Analytics</a:t>
            </a:r>
          </a:p>
        </p:txBody>
      </p:sp>
      <p:sp>
        <p:nvSpPr>
          <p:cNvPr id="7" name="Slide Number Placeholder 6">
            <a:extLst>
              <a:ext uri="{FF2B5EF4-FFF2-40B4-BE49-F238E27FC236}">
                <a16:creationId xmlns:a16="http://schemas.microsoft.com/office/drawing/2014/main" id="{03CFFE8E-43D3-451F-947D-72A164EC5D74}"/>
              </a:ext>
            </a:extLst>
          </p:cNvPr>
          <p:cNvSpPr>
            <a:spLocks noGrp="1"/>
          </p:cNvSpPr>
          <p:nvPr>
            <p:ph type="sldNum" sz="quarter" idx="12"/>
          </p:nvPr>
        </p:nvSpPr>
        <p:spPr/>
        <p:txBody>
          <a:bodyPr/>
          <a:lstStyle/>
          <a:p>
            <a:fld id="{1F4FC6D2-A475-42D8-9478-B7141B876853}" type="slidenum">
              <a:rPr lang="en-US" smtClean="0"/>
              <a:t>‹#›</a:t>
            </a:fld>
            <a:endParaRPr lang="en-US"/>
          </a:p>
        </p:txBody>
      </p:sp>
    </p:spTree>
    <p:extLst>
      <p:ext uri="{BB962C8B-B14F-4D97-AF65-F5344CB8AC3E}">
        <p14:creationId xmlns:p14="http://schemas.microsoft.com/office/powerpoint/2010/main" val="825070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99F7C-BE15-4781-876B-C59ECDF52F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9F5185C-ABF0-4A8E-B8AD-24B700E394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2777A07-F1A3-469D-A51A-5DA098835F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2D2B05-01EE-46B8-9A06-6BB1150316F3}"/>
              </a:ext>
            </a:extLst>
          </p:cNvPr>
          <p:cNvSpPr>
            <a:spLocks noGrp="1"/>
          </p:cNvSpPr>
          <p:nvPr>
            <p:ph type="dt" sz="half" idx="10"/>
          </p:nvPr>
        </p:nvSpPr>
        <p:spPr/>
        <p:txBody>
          <a:bodyPr/>
          <a:lstStyle/>
          <a:p>
            <a:fld id="{23241DAE-81D3-40A1-B863-61EE09DA0B57}" type="datetime1">
              <a:rPr lang="en-US" smtClean="0"/>
              <a:t>6/19/2021</a:t>
            </a:fld>
            <a:endParaRPr lang="en-US"/>
          </a:p>
        </p:txBody>
      </p:sp>
      <p:sp>
        <p:nvSpPr>
          <p:cNvPr id="6" name="Footer Placeholder 5">
            <a:extLst>
              <a:ext uri="{FF2B5EF4-FFF2-40B4-BE49-F238E27FC236}">
                <a16:creationId xmlns:a16="http://schemas.microsoft.com/office/drawing/2014/main" id="{A1829D0C-5896-44E7-9A32-F0CA5B283F01}"/>
              </a:ext>
            </a:extLst>
          </p:cNvPr>
          <p:cNvSpPr>
            <a:spLocks noGrp="1"/>
          </p:cNvSpPr>
          <p:nvPr>
            <p:ph type="ftr" sz="quarter" idx="11"/>
          </p:nvPr>
        </p:nvSpPr>
        <p:spPr/>
        <p:txBody>
          <a:bodyPr/>
          <a:lstStyle/>
          <a:p>
            <a:r>
              <a:rPr lang="en-US"/>
              <a:t>Global Data &amp; Analytics</a:t>
            </a:r>
          </a:p>
        </p:txBody>
      </p:sp>
      <p:sp>
        <p:nvSpPr>
          <p:cNvPr id="7" name="Slide Number Placeholder 6">
            <a:extLst>
              <a:ext uri="{FF2B5EF4-FFF2-40B4-BE49-F238E27FC236}">
                <a16:creationId xmlns:a16="http://schemas.microsoft.com/office/drawing/2014/main" id="{9DB9520A-3A5D-4A31-B658-6970D1FD6B66}"/>
              </a:ext>
            </a:extLst>
          </p:cNvPr>
          <p:cNvSpPr>
            <a:spLocks noGrp="1"/>
          </p:cNvSpPr>
          <p:nvPr>
            <p:ph type="sldNum" sz="quarter" idx="12"/>
          </p:nvPr>
        </p:nvSpPr>
        <p:spPr/>
        <p:txBody>
          <a:bodyPr/>
          <a:lstStyle/>
          <a:p>
            <a:fld id="{1F4FC6D2-A475-42D8-9478-B7141B876853}" type="slidenum">
              <a:rPr lang="en-US" smtClean="0"/>
              <a:t>‹#›</a:t>
            </a:fld>
            <a:endParaRPr lang="en-US"/>
          </a:p>
        </p:txBody>
      </p:sp>
    </p:spTree>
    <p:extLst>
      <p:ext uri="{BB962C8B-B14F-4D97-AF65-F5344CB8AC3E}">
        <p14:creationId xmlns:p14="http://schemas.microsoft.com/office/powerpoint/2010/main" val="3041032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A60B5-1E0A-4E6C-939D-E3977CA083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D921FE8-2634-4A10-9F7A-7A67FF4AF4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722466-F55C-4084-9C07-A27D2188584B}"/>
              </a:ext>
            </a:extLst>
          </p:cNvPr>
          <p:cNvSpPr>
            <a:spLocks noGrp="1"/>
          </p:cNvSpPr>
          <p:nvPr>
            <p:ph type="dt" sz="half" idx="10"/>
          </p:nvPr>
        </p:nvSpPr>
        <p:spPr/>
        <p:txBody>
          <a:bodyPr/>
          <a:lstStyle/>
          <a:p>
            <a:fld id="{F5E579C9-A32F-4F0B-ABD2-ADCF85B6FA55}" type="datetime1">
              <a:rPr lang="en-US" smtClean="0"/>
              <a:t>6/19/2021</a:t>
            </a:fld>
            <a:endParaRPr lang="en-US"/>
          </a:p>
        </p:txBody>
      </p:sp>
      <p:sp>
        <p:nvSpPr>
          <p:cNvPr id="5" name="Footer Placeholder 4">
            <a:extLst>
              <a:ext uri="{FF2B5EF4-FFF2-40B4-BE49-F238E27FC236}">
                <a16:creationId xmlns:a16="http://schemas.microsoft.com/office/drawing/2014/main" id="{C3C6F6CB-75AA-4756-B304-9BF2441B3A2F}"/>
              </a:ext>
            </a:extLst>
          </p:cNvPr>
          <p:cNvSpPr>
            <a:spLocks noGrp="1"/>
          </p:cNvSpPr>
          <p:nvPr>
            <p:ph type="ftr" sz="quarter" idx="11"/>
          </p:nvPr>
        </p:nvSpPr>
        <p:spPr/>
        <p:txBody>
          <a:bodyPr/>
          <a:lstStyle/>
          <a:p>
            <a:r>
              <a:rPr lang="en-US"/>
              <a:t>Global Data &amp; Analytics</a:t>
            </a:r>
          </a:p>
        </p:txBody>
      </p:sp>
      <p:sp>
        <p:nvSpPr>
          <p:cNvPr id="6" name="Slide Number Placeholder 5">
            <a:extLst>
              <a:ext uri="{FF2B5EF4-FFF2-40B4-BE49-F238E27FC236}">
                <a16:creationId xmlns:a16="http://schemas.microsoft.com/office/drawing/2014/main" id="{1AA86EC7-B20F-41C0-980B-4AC84DBC9564}"/>
              </a:ext>
            </a:extLst>
          </p:cNvPr>
          <p:cNvSpPr>
            <a:spLocks noGrp="1"/>
          </p:cNvSpPr>
          <p:nvPr>
            <p:ph type="sldNum" sz="quarter" idx="12"/>
          </p:nvPr>
        </p:nvSpPr>
        <p:spPr/>
        <p:txBody>
          <a:bodyPr/>
          <a:lstStyle/>
          <a:p>
            <a:fld id="{1F4FC6D2-A475-42D8-9478-B7141B876853}" type="slidenum">
              <a:rPr lang="en-US" smtClean="0"/>
              <a:t>‹#›</a:t>
            </a:fld>
            <a:endParaRPr lang="en-US"/>
          </a:p>
        </p:txBody>
      </p:sp>
    </p:spTree>
    <p:extLst>
      <p:ext uri="{BB962C8B-B14F-4D97-AF65-F5344CB8AC3E}">
        <p14:creationId xmlns:p14="http://schemas.microsoft.com/office/powerpoint/2010/main" val="3919461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D0CD3B-D97E-4E4A-A8A7-A692730FF2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8B9C12E-0680-4665-A5EC-45D2DA1266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9860D6-E84F-4652-8A73-AAE1715C097B}"/>
              </a:ext>
            </a:extLst>
          </p:cNvPr>
          <p:cNvSpPr>
            <a:spLocks noGrp="1"/>
          </p:cNvSpPr>
          <p:nvPr>
            <p:ph type="dt" sz="half" idx="10"/>
          </p:nvPr>
        </p:nvSpPr>
        <p:spPr/>
        <p:txBody>
          <a:bodyPr/>
          <a:lstStyle/>
          <a:p>
            <a:fld id="{27AA915F-C44D-424D-943F-EEAF3B8CD8B4}" type="datetime1">
              <a:rPr lang="en-US" smtClean="0"/>
              <a:t>6/19/2021</a:t>
            </a:fld>
            <a:endParaRPr lang="en-US"/>
          </a:p>
        </p:txBody>
      </p:sp>
      <p:sp>
        <p:nvSpPr>
          <p:cNvPr id="5" name="Footer Placeholder 4">
            <a:extLst>
              <a:ext uri="{FF2B5EF4-FFF2-40B4-BE49-F238E27FC236}">
                <a16:creationId xmlns:a16="http://schemas.microsoft.com/office/drawing/2014/main" id="{7D36FD53-CEC5-4046-BE6F-0F93FC42D54D}"/>
              </a:ext>
            </a:extLst>
          </p:cNvPr>
          <p:cNvSpPr>
            <a:spLocks noGrp="1"/>
          </p:cNvSpPr>
          <p:nvPr>
            <p:ph type="ftr" sz="quarter" idx="11"/>
          </p:nvPr>
        </p:nvSpPr>
        <p:spPr/>
        <p:txBody>
          <a:bodyPr/>
          <a:lstStyle/>
          <a:p>
            <a:r>
              <a:rPr lang="en-US"/>
              <a:t>Global Data &amp; Analytics</a:t>
            </a:r>
          </a:p>
        </p:txBody>
      </p:sp>
      <p:sp>
        <p:nvSpPr>
          <p:cNvPr id="6" name="Slide Number Placeholder 5">
            <a:extLst>
              <a:ext uri="{FF2B5EF4-FFF2-40B4-BE49-F238E27FC236}">
                <a16:creationId xmlns:a16="http://schemas.microsoft.com/office/drawing/2014/main" id="{CAF99C4F-9967-4388-8446-DFE81D89BDA8}"/>
              </a:ext>
            </a:extLst>
          </p:cNvPr>
          <p:cNvSpPr>
            <a:spLocks noGrp="1"/>
          </p:cNvSpPr>
          <p:nvPr>
            <p:ph type="sldNum" sz="quarter" idx="12"/>
          </p:nvPr>
        </p:nvSpPr>
        <p:spPr/>
        <p:txBody>
          <a:bodyPr/>
          <a:lstStyle/>
          <a:p>
            <a:fld id="{1F4FC6D2-A475-42D8-9478-B7141B876853}" type="slidenum">
              <a:rPr lang="en-US" smtClean="0"/>
              <a:t>‹#›</a:t>
            </a:fld>
            <a:endParaRPr lang="en-US"/>
          </a:p>
        </p:txBody>
      </p:sp>
    </p:spTree>
    <p:extLst>
      <p:ext uri="{BB962C8B-B14F-4D97-AF65-F5344CB8AC3E}">
        <p14:creationId xmlns:p14="http://schemas.microsoft.com/office/powerpoint/2010/main" val="31359641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1_Bottom Overlay">
    <p:bg>
      <p:bgPr>
        <a:solidFill>
          <a:srgbClr val="454546"/>
        </a:solidFill>
        <a:effectLst/>
      </p:bgPr>
    </p:bg>
    <p:spTree>
      <p:nvGrpSpPr>
        <p:cNvPr id="1" name=""/>
        <p:cNvGrpSpPr/>
        <p:nvPr/>
      </p:nvGrpSpPr>
      <p:grpSpPr>
        <a:xfrm>
          <a:off x="0" y="0"/>
          <a:ext cx="0" cy="0"/>
          <a:chOff x="0" y="0"/>
          <a:chExt cx="0" cy="0"/>
        </a:xfrm>
      </p:grpSpPr>
      <p:sp>
        <p:nvSpPr>
          <p:cNvPr id="96" name="Rectangle"/>
          <p:cNvSpPr>
            <a:spLocks noGrp="1"/>
          </p:cNvSpPr>
          <p:nvPr>
            <p:ph type="body" idx="13"/>
          </p:nvPr>
        </p:nvSpPr>
        <p:spPr>
          <a:xfrm>
            <a:off x="0" y="2381250"/>
            <a:ext cx="12192001" cy="4476750"/>
          </a:xfrm>
          <a:prstGeom prst="rect">
            <a:avLst/>
          </a:prstGeom>
          <a:gradFill>
            <a:gsLst>
              <a:gs pos="0">
                <a:srgbClr val="FFFFFF"/>
              </a:gs>
              <a:gs pos="100000">
                <a:srgbClr val="929292"/>
              </a:gs>
            </a:gsLst>
            <a:lin ang="8100000"/>
          </a:gradFill>
          <a:effectLst>
            <a:outerShdw blurRad="1270000" dist="635000" dir="16200000" rotWithShape="0">
              <a:srgbClr val="000000">
                <a:alpha val="25000"/>
              </a:srgbClr>
            </a:outerShdw>
          </a:effectLst>
        </p:spPr>
        <p:txBody>
          <a:bodyPr lIns="0" tIns="0" rIns="0" bIns="0" anchor="ctr">
            <a:noAutofit/>
          </a:bodyPr>
          <a:lstStyle/>
          <a:p>
            <a:pPr algn="ctr">
              <a:lnSpc>
                <a:spcPct val="100000"/>
              </a:lnSpc>
              <a:defRPr sz="3200" cap="none" spc="0">
                <a:solidFill>
                  <a:srgbClr val="FFFFFF"/>
                </a:solidFill>
                <a:latin typeface="Helvetica Neue Medium"/>
                <a:ea typeface="Helvetica Neue Medium"/>
                <a:cs typeface="Helvetica Neue Medium"/>
                <a:sym typeface="Helvetica Neue Medium"/>
              </a:defRPr>
            </a:pPr>
            <a:endParaRPr/>
          </a:p>
        </p:txBody>
      </p:sp>
      <p:sp>
        <p:nvSpPr>
          <p:cNvPr id="97" name="Rounded Rectangle"/>
          <p:cNvSpPr>
            <a:spLocks noGrp="1"/>
          </p:cNvSpPr>
          <p:nvPr>
            <p:ph type="body" sz="quarter" idx="14"/>
          </p:nvPr>
        </p:nvSpPr>
        <p:spPr>
          <a:xfrm rot="16200000">
            <a:off x="5937250" y="1749406"/>
            <a:ext cx="317500" cy="1270001"/>
          </a:xfrm>
          <a:prstGeom prst="roundRect">
            <a:avLst>
              <a:gd name="adj" fmla="val 50000"/>
            </a:avLst>
          </a:prstGeom>
          <a:solidFill>
            <a:srgbClr val="4BA7B9"/>
          </a:solidFill>
        </p:spPr>
        <p:txBody>
          <a:bodyPr anchor="ctr">
            <a:noAutofit/>
          </a:bodyPr>
          <a:lstStyle/>
          <a:p>
            <a:pPr algn="ctr">
              <a:lnSpc>
                <a:spcPct val="100000"/>
              </a:lnSpc>
              <a:defRPr sz="3200" cap="none" spc="0">
                <a:solidFill>
                  <a:srgbClr val="FFFFFF"/>
                </a:solidFill>
                <a:latin typeface="Helvetica Neue Medium"/>
                <a:ea typeface="Helvetica Neue Medium"/>
                <a:cs typeface="Helvetica Neue Medium"/>
                <a:sym typeface="Helvetica Neue Medium"/>
              </a:defRPr>
            </a:pPr>
            <a:endParaRPr/>
          </a:p>
        </p:txBody>
      </p:sp>
      <p:sp>
        <p:nvSpPr>
          <p:cNvPr id="9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649046006"/>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5DF253-A8BB-40BC-B855-AAD5E20A5F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D00913-6FC0-427F-9473-C61D09F6EC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9DF773-DB9A-4837-B44E-F4BE90A488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1C9B08-2FC1-4EA4-B812-405B36FC06BF}" type="datetime1">
              <a:rPr lang="en-US" smtClean="0"/>
              <a:t>6/19/2021</a:t>
            </a:fld>
            <a:endParaRPr lang="en-US"/>
          </a:p>
        </p:txBody>
      </p:sp>
      <p:sp>
        <p:nvSpPr>
          <p:cNvPr id="5" name="Footer Placeholder 4">
            <a:extLst>
              <a:ext uri="{FF2B5EF4-FFF2-40B4-BE49-F238E27FC236}">
                <a16:creationId xmlns:a16="http://schemas.microsoft.com/office/drawing/2014/main" id="{B8560A87-18A4-4992-947F-88C9046D10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Global Data &amp; Analytics</a:t>
            </a:r>
          </a:p>
        </p:txBody>
      </p:sp>
      <p:sp>
        <p:nvSpPr>
          <p:cNvPr id="6" name="Slide Number Placeholder 5">
            <a:extLst>
              <a:ext uri="{FF2B5EF4-FFF2-40B4-BE49-F238E27FC236}">
                <a16:creationId xmlns:a16="http://schemas.microsoft.com/office/drawing/2014/main" id="{09BE3E6B-E688-4EEB-AB5D-9988112325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FC6D2-A475-42D8-9478-B7141B876853}" type="slidenum">
              <a:rPr lang="en-US" smtClean="0"/>
              <a:t>‹#›</a:t>
            </a:fld>
            <a:endParaRPr lang="en-US"/>
          </a:p>
        </p:txBody>
      </p:sp>
    </p:spTree>
    <p:extLst>
      <p:ext uri="{BB962C8B-B14F-4D97-AF65-F5344CB8AC3E}">
        <p14:creationId xmlns:p14="http://schemas.microsoft.com/office/powerpoint/2010/main" val="4258334832"/>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4"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s://en.wikipedia.org/wiki/Meijer" TargetMode="External"/><Relationship Id="rId3" Type="http://schemas.openxmlformats.org/officeDocument/2006/relationships/tags" Target="../tags/tag3.xml"/><Relationship Id="rId7"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hyperlink" Target="https://www.meijer.com/about-meijer.html" TargetMode="External"/><Relationship Id="rId4" Type="http://schemas.openxmlformats.org/officeDocument/2006/relationships/tags" Target="../tags/tag4.xml"/><Relationship Id="rId9"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5.xml"/><Relationship Id="rId7" Type="http://schemas.openxmlformats.org/officeDocument/2006/relationships/slideLayout" Target="../slideLayouts/slideLayout7.xml"/><Relationship Id="rId12" Type="http://schemas.openxmlformats.org/officeDocument/2006/relationships/image" Target="../media/image6.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image" Target="../media/image5.png"/><Relationship Id="rId5" Type="http://schemas.openxmlformats.org/officeDocument/2006/relationships/tags" Target="../tags/tag17.xml"/><Relationship Id="rId10" Type="http://schemas.openxmlformats.org/officeDocument/2006/relationships/hyperlink" Target="https://github.com/krpopkin/DATA604_repository/find/main" TargetMode="External"/><Relationship Id="rId4" Type="http://schemas.openxmlformats.org/officeDocument/2006/relationships/tags" Target="../tags/tag16.xml"/><Relationship Id="rId9" Type="http://schemas.openxmlformats.org/officeDocument/2006/relationships/hyperlink" Target="https://github.com/krpopkin/DATA604_repository/blob/main/Final%20Project/Meijer%20Shopping%20Carts.ipynb"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21.xml"/><Relationship Id="rId7" Type="http://schemas.openxmlformats.org/officeDocument/2006/relationships/slideLayout" Target="../slideLayouts/slideLayout7.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s>
</file>

<file path=ppt/slides/_rels/slide10.xml.rels><?xml version="1.0" encoding="UTF-8" standalone="yes"?>
<Relationships xmlns="http://schemas.openxmlformats.org/package/2006/relationships"><Relationship Id="rId3" Type="http://schemas.openxmlformats.org/officeDocument/2006/relationships/tags" Target="../tags/tag27.xml"/><Relationship Id="rId7" Type="http://schemas.openxmlformats.org/officeDocument/2006/relationships/slideLayout" Target="../slideLayouts/slideLayout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5F7BF1D-097B-4D3F-A6CF-F5A7455F38D8}"/>
              </a:ext>
            </a:extLst>
          </p:cNvPr>
          <p:cNvPicPr>
            <a:picLocks noChangeAspect="1"/>
          </p:cNvPicPr>
          <p:nvPr/>
        </p:nvPicPr>
        <p:blipFill>
          <a:blip r:embed="rId3"/>
          <a:stretch>
            <a:fillRect/>
          </a:stretch>
        </p:blipFill>
        <p:spPr>
          <a:xfrm>
            <a:off x="0" y="0"/>
            <a:ext cx="12192000" cy="3737645"/>
          </a:xfrm>
          <a:prstGeom prst="rect">
            <a:avLst/>
          </a:prstGeom>
        </p:spPr>
      </p:pic>
      <p:sp>
        <p:nvSpPr>
          <p:cNvPr id="17" name="TextBox 16">
            <a:extLst>
              <a:ext uri="{FF2B5EF4-FFF2-40B4-BE49-F238E27FC236}">
                <a16:creationId xmlns:a16="http://schemas.microsoft.com/office/drawing/2014/main" id="{A30E12F0-925E-47D5-8271-731C363947DF}"/>
              </a:ext>
            </a:extLst>
          </p:cNvPr>
          <p:cNvSpPr txBox="1"/>
          <p:nvPr/>
        </p:nvSpPr>
        <p:spPr>
          <a:xfrm>
            <a:off x="3021447" y="4103836"/>
            <a:ext cx="6102675" cy="769441"/>
          </a:xfrm>
          <a:prstGeom prst="rect">
            <a:avLst/>
          </a:prstGeom>
          <a:noFill/>
        </p:spPr>
        <p:txBody>
          <a:bodyPr wrap="square">
            <a:spAutoFit/>
          </a:bodyPr>
          <a:lstStyle/>
          <a:p>
            <a:r>
              <a:rPr lang="en-US" sz="4400" dirty="0">
                <a:solidFill>
                  <a:schemeClr val="accent2">
                    <a:lumMod val="75000"/>
                  </a:schemeClr>
                </a:solidFill>
                <a:latin typeface="Gisha" panose="020B0502040204020203" pitchFamily="34" charset="-79"/>
                <a:cs typeface="Gisha" panose="020B0502040204020203" pitchFamily="34" charset="-79"/>
              </a:rPr>
              <a:t>Meijer’s Shopping Carts</a:t>
            </a:r>
            <a:endParaRPr lang="en-US" sz="4400" dirty="0"/>
          </a:p>
        </p:txBody>
      </p:sp>
      <p:sp>
        <p:nvSpPr>
          <p:cNvPr id="19" name="Title 6">
            <a:extLst>
              <a:ext uri="{FF2B5EF4-FFF2-40B4-BE49-F238E27FC236}">
                <a16:creationId xmlns:a16="http://schemas.microsoft.com/office/drawing/2014/main" id="{5D289768-C3F1-4F07-B298-D4F55ABE17F7}"/>
              </a:ext>
            </a:extLst>
          </p:cNvPr>
          <p:cNvSpPr txBox="1">
            <a:spLocks/>
          </p:cNvSpPr>
          <p:nvPr/>
        </p:nvSpPr>
        <p:spPr>
          <a:xfrm>
            <a:off x="4443399" y="5117216"/>
            <a:ext cx="3762401" cy="67802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dirty="0">
                <a:solidFill>
                  <a:srgbClr val="00B0F0"/>
                </a:solidFill>
                <a:latin typeface="Gisha" panose="020B0502040204020203" pitchFamily="34" charset="-79"/>
                <a:cs typeface="Gisha" panose="020B0502040204020203" pitchFamily="34" charset="-79"/>
              </a:rPr>
              <a:t>DATA604 Final Project</a:t>
            </a:r>
          </a:p>
          <a:p>
            <a:r>
              <a:rPr lang="en-US" sz="2400" dirty="0">
                <a:solidFill>
                  <a:srgbClr val="00B0F0"/>
                </a:solidFill>
                <a:latin typeface="Gisha" panose="020B0502040204020203" pitchFamily="34" charset="-79"/>
                <a:cs typeface="Gisha" panose="020B0502040204020203" pitchFamily="34" charset="-79"/>
              </a:rPr>
              <a:t>July 18</a:t>
            </a:r>
            <a:r>
              <a:rPr lang="en-US" sz="2400" baseline="30000" dirty="0">
                <a:solidFill>
                  <a:srgbClr val="00B0F0"/>
                </a:solidFill>
                <a:latin typeface="Gisha" panose="020B0502040204020203" pitchFamily="34" charset="-79"/>
                <a:cs typeface="Gisha" panose="020B0502040204020203" pitchFamily="34" charset="-79"/>
              </a:rPr>
              <a:t>th</a:t>
            </a:r>
            <a:r>
              <a:rPr lang="en-US" sz="2400" dirty="0">
                <a:solidFill>
                  <a:srgbClr val="00B0F0"/>
                </a:solidFill>
                <a:latin typeface="Gisha" panose="020B0502040204020203" pitchFamily="34" charset="-79"/>
                <a:cs typeface="Gisha" panose="020B0502040204020203" pitchFamily="34" charset="-79"/>
              </a:rPr>
              <a:t>, 2021</a:t>
            </a:r>
          </a:p>
        </p:txBody>
      </p:sp>
    </p:spTree>
    <p:extLst>
      <p:ext uri="{BB962C8B-B14F-4D97-AF65-F5344CB8AC3E}">
        <p14:creationId xmlns:p14="http://schemas.microsoft.com/office/powerpoint/2010/main" val="182815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123CD8E-CA78-4AEB-BF99-A99579387E45}"/>
              </a:ext>
            </a:extLst>
          </p:cNvPr>
          <p:cNvSpPr/>
          <p:nvPr/>
        </p:nvSpPr>
        <p:spPr>
          <a:xfrm>
            <a:off x="-9939" y="10138"/>
            <a:ext cx="5962851" cy="6858000"/>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i="1" dirty="0"/>
          </a:p>
        </p:txBody>
      </p:sp>
      <p:sp>
        <p:nvSpPr>
          <p:cNvPr id="18" name="Title 3">
            <a:extLst>
              <a:ext uri="{FF2B5EF4-FFF2-40B4-BE49-F238E27FC236}">
                <a16:creationId xmlns:a16="http://schemas.microsoft.com/office/drawing/2014/main" id="{5A330CAA-DD1E-45F9-B8D5-C5FE7833A46D}"/>
              </a:ext>
            </a:extLst>
          </p:cNvPr>
          <p:cNvSpPr txBox="1">
            <a:spLocks/>
          </p:cNvSpPr>
          <p:nvPr/>
        </p:nvSpPr>
        <p:spPr>
          <a:xfrm>
            <a:off x="1532009" y="168044"/>
            <a:ext cx="2888179" cy="7588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ED7D31"/>
                </a:solidFill>
                <a:effectLst/>
                <a:uLnTx/>
                <a:uFillTx/>
                <a:latin typeface="Gisha" panose="020B0502040204020203" pitchFamily="34" charset="-79"/>
                <a:ea typeface="+mj-ea"/>
                <a:cs typeface="Gisha" panose="020B0502040204020203" pitchFamily="34" charset="-79"/>
              </a:rPr>
              <a:t>Contents</a:t>
            </a:r>
          </a:p>
        </p:txBody>
      </p:sp>
      <p:sp>
        <p:nvSpPr>
          <p:cNvPr id="10" name="TextBox 9">
            <a:extLst>
              <a:ext uri="{FF2B5EF4-FFF2-40B4-BE49-F238E27FC236}">
                <a16:creationId xmlns:a16="http://schemas.microsoft.com/office/drawing/2014/main" id="{F4121284-E11E-42EB-B665-B506A4D5D9C6}"/>
              </a:ext>
            </a:extLst>
          </p:cNvPr>
          <p:cNvSpPr txBox="1"/>
          <p:nvPr/>
        </p:nvSpPr>
        <p:spPr>
          <a:xfrm>
            <a:off x="985197" y="3039571"/>
            <a:ext cx="3981802" cy="830997"/>
          </a:xfrm>
          <a:prstGeom prst="rect">
            <a:avLst/>
          </a:prstGeom>
          <a:noFill/>
        </p:spPr>
        <p:txBody>
          <a:bodyPr wrap="square">
            <a:spAutoFit/>
          </a:bodyPr>
          <a:lstStyle/>
          <a:p>
            <a:pPr algn="l" latinLnBrk="0"/>
            <a:r>
              <a:rPr lang="en-US" sz="1600" b="0" i="1" dirty="0">
                <a:solidFill>
                  <a:schemeClr val="bg1"/>
                </a:solidFill>
                <a:effectLst/>
                <a:latin typeface="Gisha" panose="020B0502040204020203" pitchFamily="34" charset="-79"/>
                <a:cs typeface="Gisha" panose="020B0502040204020203" pitchFamily="34" charset="-79"/>
              </a:rPr>
              <a:t>Using </a:t>
            </a:r>
            <a:r>
              <a:rPr lang="en-US" sz="1600" b="0" i="1" dirty="0" err="1">
                <a:solidFill>
                  <a:schemeClr val="bg1"/>
                </a:solidFill>
                <a:effectLst/>
                <a:latin typeface="Gisha" panose="020B0502040204020203" pitchFamily="34" charset="-79"/>
                <a:cs typeface="Gisha" panose="020B0502040204020203" pitchFamily="34" charset="-79"/>
              </a:rPr>
              <a:t>SimPy</a:t>
            </a:r>
            <a:r>
              <a:rPr lang="en-US" sz="1600" b="0" i="1" dirty="0">
                <a:solidFill>
                  <a:schemeClr val="bg1"/>
                </a:solidFill>
                <a:effectLst/>
                <a:latin typeface="Gisha" panose="020B0502040204020203" pitchFamily="34" charset="-79"/>
                <a:cs typeface="Gisha" panose="020B0502040204020203" pitchFamily="34" charset="-79"/>
              </a:rPr>
              <a:t>, write a process simulation that includes waiting time.  You may use any topic of interest to you.</a:t>
            </a:r>
          </a:p>
        </p:txBody>
      </p:sp>
      <p:sp>
        <p:nvSpPr>
          <p:cNvPr id="12" name="TextBox 11">
            <a:extLst>
              <a:ext uri="{FF2B5EF4-FFF2-40B4-BE49-F238E27FC236}">
                <a16:creationId xmlns:a16="http://schemas.microsoft.com/office/drawing/2014/main" id="{52688B0F-A3A0-46A6-B17D-34E89ACDAAFE}"/>
              </a:ext>
            </a:extLst>
          </p:cNvPr>
          <p:cNvSpPr txBox="1"/>
          <p:nvPr/>
        </p:nvSpPr>
        <p:spPr>
          <a:xfrm>
            <a:off x="1828129" y="1417555"/>
            <a:ext cx="2295939" cy="830997"/>
          </a:xfrm>
          <a:prstGeom prst="rect">
            <a:avLst/>
          </a:prstGeom>
          <a:noFill/>
        </p:spPr>
        <p:txBody>
          <a:bodyPr wrap="square">
            <a:spAutoFit/>
          </a:bodyPr>
          <a:lstStyle/>
          <a:p>
            <a:pPr algn="ctr"/>
            <a:r>
              <a:rPr lang="en-US" sz="2400" dirty="0">
                <a:solidFill>
                  <a:schemeClr val="bg1"/>
                </a:solidFill>
                <a:latin typeface="Gisha" panose="020B0502040204020203" pitchFamily="34" charset="-79"/>
                <a:cs typeface="Gisha" panose="020B0502040204020203" pitchFamily="34" charset="-79"/>
              </a:rPr>
              <a:t>DATA604</a:t>
            </a:r>
          </a:p>
          <a:p>
            <a:pPr algn="ctr"/>
            <a:r>
              <a:rPr lang="en-US" sz="2400" i="1" dirty="0">
                <a:solidFill>
                  <a:schemeClr val="bg1"/>
                </a:solidFill>
                <a:latin typeface="Gisha" panose="020B0502040204020203" pitchFamily="34" charset="-79"/>
                <a:cs typeface="Gisha" panose="020B0502040204020203" pitchFamily="34" charset="-79"/>
              </a:rPr>
              <a:t>Final Project</a:t>
            </a:r>
            <a:endParaRPr lang="en-US" sz="2400" dirty="0">
              <a:solidFill>
                <a:schemeClr val="bg1"/>
              </a:solidFill>
              <a:latin typeface="Gisha" panose="020B0502040204020203" pitchFamily="34" charset="-79"/>
              <a:cs typeface="Gisha" panose="020B0502040204020203" pitchFamily="34" charset="-79"/>
            </a:endParaRPr>
          </a:p>
        </p:txBody>
      </p:sp>
      <p:graphicFrame>
        <p:nvGraphicFramePr>
          <p:cNvPr id="15" name="Table 4">
            <a:extLst>
              <a:ext uri="{FF2B5EF4-FFF2-40B4-BE49-F238E27FC236}">
                <a16:creationId xmlns:a16="http://schemas.microsoft.com/office/drawing/2014/main" id="{BB6ED463-2C1A-462C-8B5C-CE9A5D296097}"/>
              </a:ext>
            </a:extLst>
          </p:cNvPr>
          <p:cNvGraphicFramePr>
            <a:graphicFrameLocks noGrp="1"/>
          </p:cNvGraphicFramePr>
          <p:nvPr>
            <p:extLst>
              <p:ext uri="{D42A27DB-BD31-4B8C-83A1-F6EECF244321}">
                <p14:modId xmlns:p14="http://schemas.microsoft.com/office/powerpoint/2010/main" val="372442152"/>
              </p:ext>
            </p:extLst>
          </p:nvPr>
        </p:nvGraphicFramePr>
        <p:xfrm>
          <a:off x="7413964" y="1417555"/>
          <a:ext cx="3096771" cy="3794760"/>
        </p:xfrm>
        <a:graphic>
          <a:graphicData uri="http://schemas.openxmlformats.org/drawingml/2006/table">
            <a:tbl>
              <a:tblPr firstRow="1" bandRow="1">
                <a:tableStyleId>{5C22544A-7EE6-4342-B048-85BDC9FD1C3A}</a:tableStyleId>
              </a:tblPr>
              <a:tblGrid>
                <a:gridCol w="2391093">
                  <a:extLst>
                    <a:ext uri="{9D8B030D-6E8A-4147-A177-3AD203B41FA5}">
                      <a16:colId xmlns:a16="http://schemas.microsoft.com/office/drawing/2014/main" val="1214332513"/>
                    </a:ext>
                  </a:extLst>
                </a:gridCol>
                <a:gridCol w="705678">
                  <a:extLst>
                    <a:ext uri="{9D8B030D-6E8A-4147-A177-3AD203B41FA5}">
                      <a16:colId xmlns:a16="http://schemas.microsoft.com/office/drawing/2014/main" val="4208529526"/>
                    </a:ext>
                  </a:extLst>
                </a:gridCol>
              </a:tblGrid>
              <a:tr h="2565104">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800" b="1" u="sng" dirty="0">
                          <a:solidFill>
                            <a:schemeClr val="accent2">
                              <a:lumMod val="75000"/>
                            </a:schemeClr>
                          </a:solidFill>
                          <a:latin typeface="Gisha" panose="020B0502040204020203" pitchFamily="34" charset="-79"/>
                          <a:cs typeface="Gisha" panose="020B0502040204020203" pitchFamily="34" charset="-79"/>
                        </a:rPr>
                        <a:t>Topic</a:t>
                      </a:r>
                      <a:endParaRPr lang="en-US" sz="1800" b="1" dirty="0">
                        <a:solidFill>
                          <a:schemeClr val="accent2">
                            <a:lumMod val="75000"/>
                          </a:schemeClr>
                        </a:solidFill>
                        <a:latin typeface="Gisha" panose="020B0502040204020203" pitchFamily="34" charset="-79"/>
                        <a:cs typeface="Gisha" panose="020B0502040204020203" pitchFamily="34" charset="-79"/>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sz="1800" b="0" dirty="0">
                          <a:solidFill>
                            <a:schemeClr val="accent2">
                              <a:lumMod val="75000"/>
                            </a:schemeClr>
                          </a:solidFill>
                          <a:latin typeface="Gisha" panose="020B0502040204020203" pitchFamily="34" charset="-79"/>
                          <a:cs typeface="Gisha" panose="020B0502040204020203" pitchFamily="34" charset="-79"/>
                        </a:rPr>
                        <a:t>About Meijer</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sz="1800" b="0" dirty="0">
                          <a:solidFill>
                            <a:schemeClr val="accent2">
                              <a:lumMod val="75000"/>
                            </a:schemeClr>
                          </a:solidFill>
                          <a:latin typeface="Gisha" panose="020B0502040204020203" pitchFamily="34" charset="-79"/>
                          <a:cs typeface="Gisha" panose="020B0502040204020203" pitchFamily="34" charset="-79"/>
                        </a:rPr>
                        <a:t>Cart Problem</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sz="1800" b="0" dirty="0">
                          <a:solidFill>
                            <a:schemeClr val="accent2">
                              <a:lumMod val="75000"/>
                            </a:schemeClr>
                          </a:solidFill>
                          <a:latin typeface="Gisha" panose="020B0502040204020203" pitchFamily="34" charset="-79"/>
                          <a:cs typeface="Gisha" panose="020B0502040204020203" pitchFamily="34" charset="-79"/>
                        </a:rPr>
                        <a:t>Flowchart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accent2">
                              <a:lumMod val="75000"/>
                            </a:schemeClr>
                          </a:solidFill>
                          <a:latin typeface="Gisha" panose="020B0502040204020203" pitchFamily="34" charset="-79"/>
                          <a:cs typeface="Gisha" panose="020B0502040204020203" pitchFamily="34" charset="-79"/>
                        </a:rPr>
                        <a:t>Validity</a:t>
                      </a:r>
                    </a:p>
                    <a:p>
                      <a:pPr marL="228600" marR="0" lvl="0" indent="0" algn="l" defTabSz="914400" rtl="0" eaLnBrk="1" fontAlgn="auto" latinLnBrk="0" hangingPunct="1">
                        <a:lnSpc>
                          <a:spcPct val="100000"/>
                        </a:lnSpc>
                        <a:spcBef>
                          <a:spcPts val="0"/>
                        </a:spcBef>
                        <a:spcAft>
                          <a:spcPts val="300"/>
                        </a:spcAft>
                        <a:buClrTx/>
                        <a:buSzTx/>
                        <a:buFontTx/>
                        <a:buNone/>
                        <a:tabLst/>
                        <a:defRPr/>
                      </a:pPr>
                      <a:r>
                        <a:rPr lang="en-US" sz="1600" b="0" dirty="0">
                          <a:solidFill>
                            <a:schemeClr val="accent2">
                              <a:lumMod val="75000"/>
                            </a:schemeClr>
                          </a:solidFill>
                          <a:latin typeface="Gisha" panose="020B0502040204020203" pitchFamily="34" charset="-79"/>
                          <a:cs typeface="Gisha" panose="020B0502040204020203" pitchFamily="34" charset="-79"/>
                        </a:rPr>
                        <a:t>Assumptions</a:t>
                      </a:r>
                    </a:p>
                    <a:p>
                      <a:pPr marL="228600" marR="0" lvl="0" indent="0" algn="l" defTabSz="914400" rtl="0" eaLnBrk="1" fontAlgn="auto" latinLnBrk="0" hangingPunct="1">
                        <a:lnSpc>
                          <a:spcPct val="100000"/>
                        </a:lnSpc>
                        <a:spcBef>
                          <a:spcPts val="0"/>
                        </a:spcBef>
                        <a:spcAft>
                          <a:spcPts val="600"/>
                        </a:spcAft>
                        <a:buClrTx/>
                        <a:buSzTx/>
                        <a:buFontTx/>
                        <a:buNone/>
                        <a:tabLst/>
                        <a:defRPr/>
                      </a:pPr>
                      <a:r>
                        <a:rPr lang="en-US" sz="1600" b="0" dirty="0">
                          <a:solidFill>
                            <a:schemeClr val="accent2">
                              <a:lumMod val="75000"/>
                            </a:schemeClr>
                          </a:solidFill>
                          <a:latin typeface="Gisha" panose="020B0502040204020203" pitchFamily="34" charset="-79"/>
                          <a:cs typeface="Gisha" panose="020B0502040204020203" pitchFamily="34" charset="-79"/>
                        </a:rPr>
                        <a:t>Parameters</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sz="1800" b="0" dirty="0">
                          <a:solidFill>
                            <a:schemeClr val="accent2">
                              <a:lumMod val="75000"/>
                            </a:schemeClr>
                          </a:solidFill>
                          <a:latin typeface="Gisha" panose="020B0502040204020203" pitchFamily="34" charset="-79"/>
                          <a:cs typeface="Gisha" panose="020B0502040204020203" pitchFamily="34" charset="-79"/>
                        </a:rPr>
                        <a:t>Simulation/Iterations</a:t>
                      </a:r>
                      <a:endParaRPr lang="en-US" sz="2000" b="0" dirty="0">
                        <a:solidFill>
                          <a:schemeClr val="accent2">
                            <a:lumMod val="75000"/>
                          </a:schemeClr>
                        </a:solidFill>
                        <a:latin typeface="Gisha" panose="020B0502040204020203" pitchFamily="34" charset="-79"/>
                        <a:cs typeface="Gisha" panose="020B0502040204020203" pitchFamily="34" charset="-79"/>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sz="1800" b="0" dirty="0">
                          <a:solidFill>
                            <a:schemeClr val="accent2">
                              <a:lumMod val="75000"/>
                            </a:schemeClr>
                          </a:solidFill>
                          <a:latin typeface="Gisha" panose="020B0502040204020203" pitchFamily="34" charset="-79"/>
                          <a:cs typeface="Gisha" panose="020B0502040204020203" pitchFamily="34" charset="-79"/>
                        </a:rPr>
                        <a:t>Conclusions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accent2">
                              <a:lumMod val="75000"/>
                            </a:schemeClr>
                          </a:solidFill>
                          <a:latin typeface="Gisha" panose="020B0502040204020203" pitchFamily="34" charset="-79"/>
                          <a:cs typeface="Gisha" panose="020B0502040204020203" pitchFamily="34" charset="-79"/>
                        </a:rPr>
                        <a:t>Out of Scope</a:t>
                      </a:r>
                      <a:endParaRPr lang="en-US" sz="1600" b="0" dirty="0">
                        <a:solidFill>
                          <a:schemeClr val="accent2">
                            <a:lumMod val="75000"/>
                          </a:schemeClr>
                        </a:solidFill>
                        <a:latin typeface="Gisha" panose="020B0502040204020203" pitchFamily="34" charset="-79"/>
                        <a:cs typeface="Gisha" panose="020B0502040204020203" pitchFamily="34" charset="-79"/>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lang="en-US" sz="1800" b="0" dirty="0">
                        <a:solidFill>
                          <a:schemeClr val="accent2">
                            <a:lumMod val="75000"/>
                          </a:schemeClr>
                        </a:solidFill>
                        <a:latin typeface="Gisha" panose="020B0502040204020203" pitchFamily="34" charset="-79"/>
                        <a:cs typeface="Gisha" panose="020B0502040204020203" pitchFamily="34" charset="-79"/>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Aft>
                          <a:spcPts val="600"/>
                        </a:spcAft>
                      </a:pPr>
                      <a:r>
                        <a:rPr lang="en-US" sz="1800" b="1" u="sng" dirty="0">
                          <a:solidFill>
                            <a:schemeClr val="accent2">
                              <a:lumMod val="75000"/>
                            </a:schemeClr>
                          </a:solidFill>
                          <a:latin typeface="Gisha" panose="020B0502040204020203" pitchFamily="34" charset="-79"/>
                          <a:cs typeface="Gisha" panose="020B0502040204020203" pitchFamily="34" charset="-79"/>
                        </a:rPr>
                        <a:t>Page</a:t>
                      </a:r>
                    </a:p>
                    <a:p>
                      <a:pPr lvl="0" algn="r">
                        <a:lnSpc>
                          <a:spcPct val="100000"/>
                        </a:lnSpc>
                        <a:spcAft>
                          <a:spcPts val="600"/>
                        </a:spcAft>
                        <a:buNone/>
                      </a:pPr>
                      <a:r>
                        <a:rPr lang="en-US" sz="1800" b="0" dirty="0">
                          <a:solidFill>
                            <a:schemeClr val="accent2">
                              <a:lumMod val="75000"/>
                            </a:schemeClr>
                          </a:solidFill>
                          <a:latin typeface="Gisha" panose="020B0502040204020203" pitchFamily="34" charset="-79"/>
                          <a:cs typeface="Gisha" panose="020B0502040204020203" pitchFamily="34" charset="-79"/>
                        </a:rPr>
                        <a:t>3</a:t>
                      </a:r>
                    </a:p>
                    <a:p>
                      <a:pPr lvl="0" algn="r">
                        <a:lnSpc>
                          <a:spcPct val="100000"/>
                        </a:lnSpc>
                        <a:spcAft>
                          <a:spcPts val="600"/>
                        </a:spcAft>
                        <a:buNone/>
                      </a:pPr>
                      <a:r>
                        <a:rPr lang="en-US" sz="1800" b="0" dirty="0">
                          <a:solidFill>
                            <a:schemeClr val="accent2">
                              <a:lumMod val="75000"/>
                            </a:schemeClr>
                          </a:solidFill>
                          <a:latin typeface="Gisha" panose="020B0502040204020203" pitchFamily="34" charset="-79"/>
                          <a:cs typeface="Gisha" panose="020B0502040204020203" pitchFamily="34" charset="-79"/>
                        </a:rPr>
                        <a:t>4</a:t>
                      </a:r>
                    </a:p>
                    <a:p>
                      <a:pPr lvl="0" algn="r">
                        <a:lnSpc>
                          <a:spcPct val="100000"/>
                        </a:lnSpc>
                        <a:spcAft>
                          <a:spcPts val="600"/>
                        </a:spcAft>
                        <a:buNone/>
                      </a:pPr>
                      <a:r>
                        <a:rPr lang="en-US" sz="1800" b="0" dirty="0">
                          <a:solidFill>
                            <a:schemeClr val="accent2">
                              <a:lumMod val="75000"/>
                            </a:schemeClr>
                          </a:solidFill>
                          <a:latin typeface="Gisha" panose="020B0502040204020203" pitchFamily="34" charset="-79"/>
                          <a:cs typeface="Gisha" panose="020B0502040204020203" pitchFamily="34" charset="-79"/>
                        </a:rPr>
                        <a:t>5</a:t>
                      </a:r>
                    </a:p>
                    <a:p>
                      <a:pPr lvl="0" algn="r">
                        <a:lnSpc>
                          <a:spcPct val="100000"/>
                        </a:lnSpc>
                        <a:spcAft>
                          <a:spcPts val="0"/>
                        </a:spcAft>
                        <a:buNone/>
                      </a:pPr>
                      <a:r>
                        <a:rPr lang="en-US" sz="1800" b="0" dirty="0">
                          <a:solidFill>
                            <a:schemeClr val="accent2">
                              <a:lumMod val="75000"/>
                            </a:schemeClr>
                          </a:solidFill>
                          <a:latin typeface="Gisha" panose="020B0502040204020203" pitchFamily="34" charset="-79"/>
                          <a:cs typeface="Gisha" panose="020B0502040204020203" pitchFamily="34" charset="-79"/>
                        </a:rPr>
                        <a:t>6-7</a:t>
                      </a:r>
                    </a:p>
                    <a:p>
                      <a:pPr lvl="0" algn="r">
                        <a:lnSpc>
                          <a:spcPct val="100000"/>
                        </a:lnSpc>
                        <a:spcAft>
                          <a:spcPts val="0"/>
                        </a:spcAft>
                        <a:buNone/>
                      </a:pPr>
                      <a:endParaRPr lang="en-US" sz="1800" b="0" dirty="0">
                        <a:solidFill>
                          <a:schemeClr val="accent2">
                            <a:lumMod val="75000"/>
                          </a:schemeClr>
                        </a:solidFill>
                        <a:latin typeface="Gisha" panose="020B0502040204020203" pitchFamily="34" charset="-79"/>
                        <a:cs typeface="Gisha" panose="020B0502040204020203" pitchFamily="34" charset="-79"/>
                      </a:endParaRPr>
                    </a:p>
                    <a:p>
                      <a:pPr lvl="0" algn="r">
                        <a:lnSpc>
                          <a:spcPct val="100000"/>
                        </a:lnSpc>
                        <a:spcAft>
                          <a:spcPts val="600"/>
                        </a:spcAft>
                        <a:buNone/>
                      </a:pPr>
                      <a:endParaRPr lang="en-US" sz="1800" b="0" dirty="0">
                        <a:solidFill>
                          <a:schemeClr val="accent2">
                            <a:lumMod val="75000"/>
                          </a:schemeClr>
                        </a:solidFill>
                        <a:latin typeface="Gisha" panose="020B0502040204020203" pitchFamily="34" charset="-79"/>
                        <a:cs typeface="Gisha" panose="020B0502040204020203" pitchFamily="34" charset="-79"/>
                      </a:endParaRPr>
                    </a:p>
                    <a:p>
                      <a:pPr lvl="0" algn="r">
                        <a:lnSpc>
                          <a:spcPct val="100000"/>
                        </a:lnSpc>
                        <a:spcAft>
                          <a:spcPts val="600"/>
                        </a:spcAft>
                        <a:buNone/>
                      </a:pPr>
                      <a:r>
                        <a:rPr lang="en-US" sz="1800" b="0" dirty="0">
                          <a:solidFill>
                            <a:schemeClr val="accent2">
                              <a:lumMod val="75000"/>
                            </a:schemeClr>
                          </a:solidFill>
                          <a:latin typeface="Gisha" panose="020B0502040204020203" pitchFamily="34" charset="-79"/>
                          <a:cs typeface="Gisha" panose="020B0502040204020203" pitchFamily="34" charset="-79"/>
                        </a:rPr>
                        <a:t>8</a:t>
                      </a:r>
                    </a:p>
                    <a:p>
                      <a:pPr lvl="0" algn="r">
                        <a:lnSpc>
                          <a:spcPct val="100000"/>
                        </a:lnSpc>
                        <a:spcAft>
                          <a:spcPts val="600"/>
                        </a:spcAft>
                        <a:buNone/>
                      </a:pPr>
                      <a:r>
                        <a:rPr lang="en-US" sz="1800" b="0" dirty="0">
                          <a:solidFill>
                            <a:schemeClr val="accent2">
                              <a:lumMod val="75000"/>
                            </a:schemeClr>
                          </a:solidFill>
                          <a:latin typeface="Gisha" panose="020B0502040204020203" pitchFamily="34" charset="-79"/>
                          <a:cs typeface="Gisha" panose="020B0502040204020203" pitchFamily="34" charset="-79"/>
                        </a:rPr>
                        <a:t>9</a:t>
                      </a:r>
                    </a:p>
                    <a:p>
                      <a:pPr lvl="0" algn="r">
                        <a:lnSpc>
                          <a:spcPct val="100000"/>
                        </a:lnSpc>
                        <a:spcAft>
                          <a:spcPts val="1200"/>
                        </a:spcAft>
                        <a:buNone/>
                      </a:pPr>
                      <a:r>
                        <a:rPr lang="en-US" sz="1800" b="0" dirty="0">
                          <a:solidFill>
                            <a:schemeClr val="accent2">
                              <a:lumMod val="75000"/>
                            </a:schemeClr>
                          </a:solidFill>
                          <a:latin typeface="Gisha" panose="020B0502040204020203" pitchFamily="34" charset="-79"/>
                          <a:cs typeface="Gisha" panose="020B0502040204020203" pitchFamily="34" charset="-79"/>
                        </a:rPr>
                        <a:t>10</a:t>
                      </a:r>
                    </a:p>
                    <a:p>
                      <a:pPr lvl="0" algn="r">
                        <a:lnSpc>
                          <a:spcPct val="100000"/>
                        </a:lnSpc>
                        <a:spcAft>
                          <a:spcPts val="600"/>
                        </a:spcAft>
                        <a:buNone/>
                      </a:pPr>
                      <a:endParaRPr lang="en-US" dirty="0">
                        <a:solidFill>
                          <a:schemeClr val="accent2">
                            <a:lumMod val="75000"/>
                          </a:schemeClr>
                        </a:solidFill>
                        <a:latin typeface="Gisha" panose="020B0502040204020203" pitchFamily="34" charset="-79"/>
                        <a:cs typeface="Gisha" panose="020B0502040204020203" pitchFamily="34" charset="-79"/>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7246761"/>
                  </a:ext>
                </a:extLst>
              </a:tr>
            </a:tbl>
          </a:graphicData>
        </a:graphic>
      </p:graphicFrame>
    </p:spTree>
    <p:extLst>
      <p:ext uri="{BB962C8B-B14F-4D97-AF65-F5344CB8AC3E}">
        <p14:creationId xmlns:p14="http://schemas.microsoft.com/office/powerpoint/2010/main" val="3304871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215" name="Title 3">
            <a:extLst>
              <a:ext uri="{FF2B5EF4-FFF2-40B4-BE49-F238E27FC236}">
                <a16:creationId xmlns:a16="http://schemas.microsoft.com/office/drawing/2014/main" id="{AE4EDC57-2BBE-4EC4-B4AE-DAF48D9B4E2A}"/>
              </a:ext>
            </a:extLst>
          </p:cNvPr>
          <p:cNvSpPr txBox="1">
            <a:spLocks/>
          </p:cNvSpPr>
          <p:nvPr/>
        </p:nvSpPr>
        <p:spPr>
          <a:xfrm>
            <a:off x="272459" y="171118"/>
            <a:ext cx="11030857" cy="7588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ED7D31"/>
                </a:solidFill>
                <a:effectLst/>
                <a:uLnTx/>
                <a:uFillTx/>
                <a:latin typeface="Gisha" panose="020B0502040204020203" pitchFamily="34" charset="-79"/>
                <a:ea typeface="+mj-ea"/>
                <a:cs typeface="Gisha" panose="020B0502040204020203" pitchFamily="34" charset="-79"/>
              </a:rPr>
              <a:t>About Meijer</a:t>
            </a:r>
          </a:p>
        </p:txBody>
      </p:sp>
      <p:sp>
        <p:nvSpPr>
          <p:cNvPr id="206" name="OTLSHAPE_TB_00000000000000000000000000000000_LeftEndCaps" hidden="1">
            <a:extLst>
              <a:ext uri="{FF2B5EF4-FFF2-40B4-BE49-F238E27FC236}">
                <a16:creationId xmlns:a16="http://schemas.microsoft.com/office/drawing/2014/main" id="{498B39AF-6085-4B88-86CD-C885D9D84BF1}"/>
              </a:ext>
            </a:extLst>
          </p:cNvPr>
          <p:cNvSpPr txBox="1"/>
          <p:nvPr>
            <p:custDataLst>
              <p:tags r:id="rId2"/>
            </p:custDataLst>
          </p:nvPr>
        </p:nvSpPr>
        <p:spPr>
          <a:xfrm>
            <a:off x="-221339" y="12700"/>
            <a:ext cx="469900" cy="276999"/>
          </a:xfrm>
          <a:prstGeom prst="rect">
            <a:avLst/>
          </a:prstGeom>
          <a:noFill/>
        </p:spPr>
        <p:txBody>
          <a:bodyPr vert="horz" wrap="none" lIns="0" tIns="0" rIns="0" bIns="0" rtlCol="0" anchor="ctr" anchorCtr="0">
            <a:spAutoFit/>
          </a:bodyPr>
          <a:lstStyle/>
          <a:p>
            <a:pPr algn="ctr"/>
            <a:r>
              <a:rPr lang="en-US" b="1">
                <a:solidFill>
                  <a:srgbClr val="FEBA0A"/>
                </a:solidFill>
                <a:latin typeface="Calibri" panose="020F0502020204030204" pitchFamily="34" charset="0"/>
              </a:rPr>
              <a:t>2021</a:t>
            </a:r>
          </a:p>
        </p:txBody>
      </p:sp>
      <p:sp>
        <p:nvSpPr>
          <p:cNvPr id="207" name="OTLSHAPE_TB_00000000000000000000000000000000_RightEndCaps" hidden="1">
            <a:extLst>
              <a:ext uri="{FF2B5EF4-FFF2-40B4-BE49-F238E27FC236}">
                <a16:creationId xmlns:a16="http://schemas.microsoft.com/office/drawing/2014/main" id="{9CB94177-4304-4203-970F-BC30B7B03A3C}"/>
              </a:ext>
            </a:extLst>
          </p:cNvPr>
          <p:cNvSpPr txBox="1"/>
          <p:nvPr>
            <p:custDataLst>
              <p:tags r:id="rId3"/>
            </p:custDataLst>
          </p:nvPr>
        </p:nvSpPr>
        <p:spPr>
          <a:xfrm>
            <a:off x="-221339" y="12700"/>
            <a:ext cx="469900" cy="276999"/>
          </a:xfrm>
          <a:prstGeom prst="rect">
            <a:avLst/>
          </a:prstGeom>
          <a:noFill/>
        </p:spPr>
        <p:txBody>
          <a:bodyPr vert="horz" wrap="none" lIns="0" tIns="0" rIns="0" bIns="0" rtlCol="0" anchor="ctr" anchorCtr="0">
            <a:spAutoFit/>
          </a:bodyPr>
          <a:lstStyle/>
          <a:p>
            <a:pPr algn="ctr"/>
            <a:r>
              <a:rPr lang="en-US" b="1">
                <a:solidFill>
                  <a:srgbClr val="FEBA0A"/>
                </a:solidFill>
                <a:latin typeface="Calibri" panose="020F0502020204030204" pitchFamily="34" charset="0"/>
              </a:rPr>
              <a:t>2021</a:t>
            </a:r>
          </a:p>
        </p:txBody>
      </p:sp>
      <p:sp>
        <p:nvSpPr>
          <p:cNvPr id="218" name="OTLSHAPE_TB_00000000000000000000000000000000_ElapsedTime" hidden="1">
            <a:extLst>
              <a:ext uri="{FF2B5EF4-FFF2-40B4-BE49-F238E27FC236}">
                <a16:creationId xmlns:a16="http://schemas.microsoft.com/office/drawing/2014/main" id="{6E30FEF6-4558-4BCD-B1AF-B5941127F741}"/>
              </a:ext>
            </a:extLst>
          </p:cNvPr>
          <p:cNvSpPr/>
          <p:nvPr>
            <p:custDataLst>
              <p:tags r:id="rId4"/>
            </p:custDataLst>
          </p:nvPr>
        </p:nvSpPr>
        <p:spPr>
          <a:xfrm>
            <a:off x="0" y="0"/>
            <a:ext cx="0" cy="0"/>
          </a:xfrm>
          <a:prstGeom prst="roundRect">
            <a:avLst/>
          </a:prstGeom>
          <a:solidFill>
            <a:srgbClr val="FF0000">
              <a:alpha val="30196"/>
            </a:srgbClr>
          </a:solidFill>
          <a:ln w="12700" cap="flat" cmpd="sng" algn="ctr">
            <a:noFill/>
            <a:prstDash val="solid"/>
            <a:miter lim="800000"/>
          </a:ln>
          <a:effectLst/>
          <a:scene3d>
            <a:camera prst="orthographicFront"/>
            <a:lightRig rig="threePt" dir="t"/>
          </a:scene3d>
          <a:sp3d>
            <a:bevelT w="12700" h="139700"/>
          </a:sp3d>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OTLSHAPE_TB_00000000000000000000000000000000_TodayMarkerShape" hidden="1">
            <a:extLst>
              <a:ext uri="{FF2B5EF4-FFF2-40B4-BE49-F238E27FC236}">
                <a16:creationId xmlns:a16="http://schemas.microsoft.com/office/drawing/2014/main" id="{2618CA4C-C5B2-4589-AFBC-9E88AC04CA4E}"/>
              </a:ext>
            </a:extLst>
          </p:cNvPr>
          <p:cNvSpPr/>
          <p:nvPr>
            <p:custDataLst>
              <p:tags r:id="rId5"/>
            </p:custDataLst>
          </p:nvPr>
        </p:nvSpPr>
        <p:spPr>
          <a:xfrm>
            <a:off x="5645809" y="1828830"/>
            <a:ext cx="76200" cy="84667"/>
          </a:xfrm>
          <a:prstGeom prst="triangl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OTLSHAPE_TB_00000000000000000000000000000000_TodayMarkerText" hidden="1">
            <a:extLst>
              <a:ext uri="{FF2B5EF4-FFF2-40B4-BE49-F238E27FC236}">
                <a16:creationId xmlns:a16="http://schemas.microsoft.com/office/drawing/2014/main" id="{9C9F6EA3-3E8E-4AD2-8AB9-045027ED80DA}"/>
              </a:ext>
            </a:extLst>
          </p:cNvPr>
          <p:cNvSpPr txBox="1"/>
          <p:nvPr>
            <p:custDataLst>
              <p:tags r:id="rId6"/>
            </p:custDataLst>
          </p:nvPr>
        </p:nvSpPr>
        <p:spPr>
          <a:xfrm>
            <a:off x="-168984" y="58866"/>
            <a:ext cx="363369" cy="0"/>
          </a:xfrm>
          <a:prstGeom prst="rect">
            <a:avLst/>
          </a:prstGeom>
          <a:noFill/>
        </p:spPr>
        <p:txBody>
          <a:bodyPr vert="horz" wrap="none" lIns="0" tIns="0" rIns="0" bIns="0" rtlCol="0" anchor="ctr" anchorCtr="0">
            <a:spAutoFit/>
          </a:bodyPr>
          <a:lstStyle/>
          <a:p>
            <a:pPr algn="ctr"/>
            <a:r>
              <a:rPr lang="en-US" sz="1200">
                <a:solidFill>
                  <a:schemeClr val="dk1"/>
                </a:solidFill>
                <a:latin typeface="Calibri" panose="020F0502020204030204" pitchFamily="34" charset="0"/>
              </a:rPr>
              <a:t>Today</a:t>
            </a:r>
          </a:p>
        </p:txBody>
      </p:sp>
      <p:sp>
        <p:nvSpPr>
          <p:cNvPr id="239" name="TextBox 238">
            <a:hlinkClick r:id="rId8"/>
            <a:extLst>
              <a:ext uri="{FF2B5EF4-FFF2-40B4-BE49-F238E27FC236}">
                <a16:creationId xmlns:a16="http://schemas.microsoft.com/office/drawing/2014/main" id="{03BA0E40-5F75-4925-B460-1ECF2A2946C7}"/>
              </a:ext>
            </a:extLst>
          </p:cNvPr>
          <p:cNvSpPr txBox="1"/>
          <p:nvPr/>
        </p:nvSpPr>
        <p:spPr>
          <a:xfrm>
            <a:off x="10065854" y="6206195"/>
            <a:ext cx="2199033" cy="307777"/>
          </a:xfrm>
          <a:prstGeom prst="rect">
            <a:avLst/>
          </a:prstGeom>
          <a:noFill/>
        </p:spPr>
        <p:txBody>
          <a:bodyPr wrap="square">
            <a:spAutoFit/>
          </a:bodyPr>
          <a:lstStyle/>
          <a:p>
            <a:r>
              <a:rPr lang="en-US" sz="1400" i="1" u="sng" dirty="0">
                <a:solidFill>
                  <a:schemeClr val="bg1"/>
                </a:solidFill>
                <a:latin typeface="Gisha" panose="020B0502040204020203" pitchFamily="34" charset="-79"/>
                <a:cs typeface="Gisha" panose="020B0502040204020203" pitchFamily="34" charset="-79"/>
              </a:rPr>
              <a:t>source: Wikipedia</a:t>
            </a:r>
          </a:p>
        </p:txBody>
      </p:sp>
      <p:pic>
        <p:nvPicPr>
          <p:cNvPr id="241" name="Picture 240">
            <a:extLst>
              <a:ext uri="{FF2B5EF4-FFF2-40B4-BE49-F238E27FC236}">
                <a16:creationId xmlns:a16="http://schemas.microsoft.com/office/drawing/2014/main" id="{B80CFA10-DF2D-4EF3-B2B2-E556236E2BE6}"/>
              </a:ext>
            </a:extLst>
          </p:cNvPr>
          <p:cNvPicPr>
            <a:picLocks noChangeAspect="1"/>
          </p:cNvPicPr>
          <p:nvPr/>
        </p:nvPicPr>
        <p:blipFill>
          <a:blip r:embed="rId9"/>
          <a:stretch>
            <a:fillRect/>
          </a:stretch>
        </p:blipFill>
        <p:spPr>
          <a:xfrm>
            <a:off x="9243132" y="344028"/>
            <a:ext cx="2676409" cy="5575852"/>
          </a:xfrm>
          <a:prstGeom prst="rect">
            <a:avLst/>
          </a:prstGeom>
        </p:spPr>
      </p:pic>
      <p:sp>
        <p:nvSpPr>
          <p:cNvPr id="244" name="TextBox 243">
            <a:extLst>
              <a:ext uri="{FF2B5EF4-FFF2-40B4-BE49-F238E27FC236}">
                <a16:creationId xmlns:a16="http://schemas.microsoft.com/office/drawing/2014/main" id="{78AF9EBA-6F10-4B25-92E8-F12D2B892594}"/>
              </a:ext>
            </a:extLst>
          </p:cNvPr>
          <p:cNvSpPr txBox="1"/>
          <p:nvPr/>
        </p:nvSpPr>
        <p:spPr>
          <a:xfrm>
            <a:off x="272459" y="1584172"/>
            <a:ext cx="8314951" cy="3400931"/>
          </a:xfrm>
          <a:prstGeom prst="rect">
            <a:avLst/>
          </a:prstGeom>
          <a:noFill/>
        </p:spPr>
        <p:txBody>
          <a:bodyPr wrap="square">
            <a:spAutoFit/>
          </a:bodyPr>
          <a:lstStyle/>
          <a:p>
            <a:pPr>
              <a:spcAft>
                <a:spcPts val="1200"/>
              </a:spcAft>
            </a:pPr>
            <a:r>
              <a:rPr lang="en-US" sz="1500" b="1" i="0" dirty="0">
                <a:solidFill>
                  <a:schemeClr val="bg1"/>
                </a:solidFill>
                <a:effectLst/>
                <a:latin typeface="Gisha" panose="020B0502040204020203" pitchFamily="34" charset="-79"/>
                <a:cs typeface="Gisha" panose="020B0502040204020203" pitchFamily="34" charset="-79"/>
              </a:rPr>
              <a:t>Meijer Inc.</a:t>
            </a:r>
            <a:r>
              <a:rPr lang="en-US" sz="1500" b="0" i="0" dirty="0">
                <a:solidFill>
                  <a:schemeClr val="bg1"/>
                </a:solidFill>
                <a:effectLst/>
                <a:latin typeface="Gisha" panose="020B0502040204020203" pitchFamily="34" charset="-79"/>
                <a:cs typeface="Gisha" panose="020B0502040204020203" pitchFamily="34" charset="-79"/>
              </a:rPr>
              <a:t> …</a:t>
            </a:r>
          </a:p>
          <a:p>
            <a:pPr marL="285750" indent="-285750">
              <a:spcAft>
                <a:spcPts val="1200"/>
              </a:spcAft>
              <a:buFont typeface="Arial" panose="020B0604020202020204" pitchFamily="34" charset="0"/>
              <a:buChar char="•"/>
            </a:pPr>
            <a:r>
              <a:rPr lang="en-US" sz="1500" b="0" i="0" dirty="0">
                <a:solidFill>
                  <a:schemeClr val="bg1"/>
                </a:solidFill>
                <a:effectLst/>
                <a:latin typeface="Gisha" panose="020B0502040204020203" pitchFamily="34" charset="-79"/>
                <a:cs typeface="Gisha" panose="020B0502040204020203" pitchFamily="34" charset="-79"/>
              </a:rPr>
              <a:t>is an American </a:t>
            </a:r>
            <a:r>
              <a:rPr lang="en-US" sz="1500" b="0" i="0" dirty="0">
                <a:solidFill>
                  <a:srgbClr val="ED7D31"/>
                </a:solidFill>
                <a:effectLst/>
                <a:latin typeface="Gisha" panose="020B0502040204020203" pitchFamily="34" charset="-79"/>
                <a:cs typeface="Gisha" panose="020B0502040204020203" pitchFamily="34" charset="-79"/>
              </a:rPr>
              <a:t>supercenter</a:t>
            </a:r>
            <a:r>
              <a:rPr lang="en-US" sz="1500" b="0" i="0" dirty="0">
                <a:solidFill>
                  <a:schemeClr val="bg1"/>
                </a:solidFill>
                <a:effectLst/>
                <a:latin typeface="Gisha" panose="020B0502040204020203" pitchFamily="34" charset="-79"/>
                <a:cs typeface="Gisha" panose="020B0502040204020203" pitchFamily="34" charset="-79"/>
              </a:rPr>
              <a:t> chain in the Midwest, headquartered in Grand Rapids, MI</a:t>
            </a:r>
          </a:p>
          <a:p>
            <a:pPr marL="285750" indent="-285750">
              <a:spcAft>
                <a:spcPts val="1200"/>
              </a:spcAft>
              <a:buFont typeface="Arial" panose="020B0604020202020204" pitchFamily="34" charset="0"/>
              <a:buChar char="•"/>
            </a:pPr>
            <a:r>
              <a:rPr lang="en-US" sz="1500" b="0" i="0" dirty="0">
                <a:solidFill>
                  <a:schemeClr val="bg1"/>
                </a:solidFill>
                <a:effectLst/>
                <a:latin typeface="Gisha" panose="020B0502040204020203" pitchFamily="34" charset="-79"/>
                <a:cs typeface="Gisha" panose="020B0502040204020203" pitchFamily="34" charset="-79"/>
              </a:rPr>
              <a:t>was founded in 1934 as a supermarket chain</a:t>
            </a:r>
            <a:r>
              <a:rPr lang="en-US" sz="1500" dirty="0">
                <a:solidFill>
                  <a:schemeClr val="bg1"/>
                </a:solidFill>
                <a:latin typeface="Gisha" panose="020B0502040204020203" pitchFamily="34" charset="-79"/>
                <a:cs typeface="Gisha" panose="020B0502040204020203" pitchFamily="34" charset="-79"/>
              </a:rPr>
              <a:t> and </a:t>
            </a:r>
            <a:r>
              <a:rPr lang="en-US" sz="1500" dirty="0">
                <a:solidFill>
                  <a:srgbClr val="ED7D31"/>
                </a:solidFill>
                <a:latin typeface="Gisha" panose="020B0502040204020203" pitchFamily="34" charset="-79"/>
                <a:cs typeface="Gisha" panose="020B0502040204020203" pitchFamily="34" charset="-79"/>
              </a:rPr>
              <a:t>is c</a:t>
            </a:r>
            <a:r>
              <a:rPr lang="en-US" sz="1500" b="0" i="0" dirty="0">
                <a:solidFill>
                  <a:srgbClr val="ED7D31"/>
                </a:solidFill>
                <a:effectLst/>
                <a:latin typeface="Gisha" panose="020B0502040204020203" pitchFamily="34" charset="-79"/>
                <a:cs typeface="Gisha" panose="020B0502040204020203" pitchFamily="34" charset="-79"/>
              </a:rPr>
              <a:t>redited with pioneering the modern supercenter concept in 1962</a:t>
            </a:r>
          </a:p>
          <a:p>
            <a:pPr marL="285750" indent="-285750">
              <a:spcAft>
                <a:spcPts val="1200"/>
              </a:spcAft>
              <a:buFont typeface="Arial" panose="020B0604020202020204" pitchFamily="34" charset="0"/>
              <a:buChar char="•"/>
            </a:pPr>
            <a:r>
              <a:rPr lang="en-US" sz="1500" dirty="0">
                <a:solidFill>
                  <a:schemeClr val="bg1"/>
                </a:solidFill>
                <a:latin typeface="Gisha" panose="020B0502040204020203" pitchFamily="34" charset="-79"/>
                <a:cs typeface="Gisha" panose="020B0502040204020203" pitchFamily="34" charset="-79"/>
              </a:rPr>
              <a:t>has a</a:t>
            </a:r>
            <a:r>
              <a:rPr lang="en-US" sz="1500" b="0" i="0" dirty="0">
                <a:solidFill>
                  <a:schemeClr val="bg1"/>
                </a:solidFill>
                <a:effectLst/>
                <a:latin typeface="Gisha" panose="020B0502040204020203" pitchFamily="34" charset="-79"/>
                <a:cs typeface="Gisha" panose="020B0502040204020203" pitchFamily="34" charset="-79"/>
              </a:rPr>
              <a:t>bout half of their 259 stores located in Michigan, with the others in Illinois, Indiana, Kentucky, Ohio, and Wisconsin </a:t>
            </a:r>
          </a:p>
          <a:p>
            <a:pPr marL="285750" indent="-285750">
              <a:spcAft>
                <a:spcPts val="600"/>
              </a:spcAft>
              <a:buFont typeface="Arial" panose="020B0604020202020204" pitchFamily="34" charset="0"/>
              <a:buChar char="•"/>
            </a:pPr>
            <a:r>
              <a:rPr lang="en-US" sz="1500" dirty="0">
                <a:solidFill>
                  <a:schemeClr val="bg1"/>
                </a:solidFill>
                <a:latin typeface="Gisha" panose="020B0502040204020203" pitchFamily="34" charset="-79"/>
                <a:cs typeface="Gisha" panose="020B0502040204020203" pitchFamily="34" charset="-79"/>
              </a:rPr>
              <a:t>r</a:t>
            </a:r>
            <a:r>
              <a:rPr lang="en-US" sz="1500" b="0" i="0" dirty="0">
                <a:solidFill>
                  <a:schemeClr val="bg1"/>
                </a:solidFill>
                <a:effectLst/>
                <a:latin typeface="Gisha" panose="020B0502040204020203" pitchFamily="34" charset="-79"/>
                <a:cs typeface="Gisha" panose="020B0502040204020203" pitchFamily="34" charset="-79"/>
              </a:rPr>
              <a:t>anked…</a:t>
            </a:r>
          </a:p>
          <a:p>
            <a:pPr marL="576263" indent="-285750">
              <a:spcAft>
                <a:spcPts val="1200"/>
              </a:spcAft>
              <a:buFont typeface="Courier New" panose="02070309020205020404" pitchFamily="49" charset="0"/>
              <a:buChar char="o"/>
            </a:pPr>
            <a:r>
              <a:rPr lang="en-US" sz="1500" b="0" i="0" dirty="0">
                <a:solidFill>
                  <a:schemeClr val="bg1"/>
                </a:solidFill>
                <a:effectLst/>
                <a:latin typeface="Gisha" panose="020B0502040204020203" pitchFamily="34" charset="-79"/>
                <a:cs typeface="Gisha" panose="020B0502040204020203" pitchFamily="34" charset="-79"/>
              </a:rPr>
              <a:t>19</a:t>
            </a:r>
            <a:r>
              <a:rPr lang="en-US" sz="1500" b="0" i="0" baseline="30000" dirty="0">
                <a:solidFill>
                  <a:schemeClr val="bg1"/>
                </a:solidFill>
                <a:effectLst/>
                <a:latin typeface="Gisha" panose="020B0502040204020203" pitchFamily="34" charset="-79"/>
                <a:cs typeface="Gisha" panose="020B0502040204020203" pitchFamily="34" charset="-79"/>
              </a:rPr>
              <a:t>th</a:t>
            </a:r>
            <a:r>
              <a:rPr lang="en-US" sz="1500" b="0" i="0" dirty="0">
                <a:solidFill>
                  <a:schemeClr val="bg1"/>
                </a:solidFill>
                <a:effectLst/>
                <a:latin typeface="Gisha" panose="020B0502040204020203" pitchFamily="34" charset="-79"/>
                <a:cs typeface="Gisha" panose="020B0502040204020203" pitchFamily="34" charset="-79"/>
              </a:rPr>
              <a:t>  on Forbes magazine's 2015 list of "America's Largest Private Companies”</a:t>
            </a:r>
          </a:p>
          <a:p>
            <a:pPr marL="576263" indent="-285750">
              <a:spcAft>
                <a:spcPts val="1200"/>
              </a:spcAft>
              <a:buFont typeface="Courier New" panose="02070309020205020404" pitchFamily="49" charset="0"/>
              <a:buChar char="o"/>
            </a:pPr>
            <a:r>
              <a:rPr lang="en-US" sz="1500" b="0" i="0" dirty="0">
                <a:solidFill>
                  <a:schemeClr val="bg1"/>
                </a:solidFill>
                <a:effectLst/>
                <a:latin typeface="Gisha" panose="020B0502040204020203" pitchFamily="34" charset="-79"/>
                <a:cs typeface="Gisha" panose="020B0502040204020203" pitchFamily="34" charset="-79"/>
              </a:rPr>
              <a:t>15</a:t>
            </a:r>
            <a:r>
              <a:rPr lang="en-US" sz="1500" b="0" i="0" baseline="30000" dirty="0">
                <a:solidFill>
                  <a:schemeClr val="bg1"/>
                </a:solidFill>
                <a:effectLst/>
                <a:latin typeface="Gisha" panose="020B0502040204020203" pitchFamily="34" charset="-79"/>
                <a:cs typeface="Gisha" panose="020B0502040204020203" pitchFamily="34" charset="-79"/>
              </a:rPr>
              <a:t>th</a:t>
            </a:r>
            <a:r>
              <a:rPr lang="en-US" sz="1500" b="0" i="0" dirty="0">
                <a:solidFill>
                  <a:schemeClr val="bg1"/>
                </a:solidFill>
                <a:effectLst/>
                <a:latin typeface="Gisha" panose="020B0502040204020203" pitchFamily="34" charset="-79"/>
                <a:cs typeface="Gisha" panose="020B0502040204020203" pitchFamily="34" charset="-79"/>
              </a:rPr>
              <a:t> on Supermarket News’ </a:t>
            </a:r>
            <a:r>
              <a:rPr lang="en-US" sz="1500" dirty="0">
                <a:solidFill>
                  <a:schemeClr val="bg1"/>
                </a:solidFill>
                <a:latin typeface="Gisha" panose="020B0502040204020203" pitchFamily="34" charset="-79"/>
                <a:cs typeface="Gisha" panose="020B0502040204020203" pitchFamily="34" charset="-79"/>
              </a:rPr>
              <a:t>l</a:t>
            </a:r>
            <a:r>
              <a:rPr lang="en-US" sz="1500" b="0" i="0" dirty="0">
                <a:solidFill>
                  <a:schemeClr val="bg1"/>
                </a:solidFill>
                <a:effectLst/>
                <a:latin typeface="Gisha" panose="020B0502040204020203" pitchFamily="34" charset="-79"/>
                <a:cs typeface="Gisha" panose="020B0502040204020203" pitchFamily="34" charset="-79"/>
              </a:rPr>
              <a:t>ist of Top 75 U.S. &amp; Canadian Food Retailers &amp; Wholesalers</a:t>
            </a:r>
            <a:r>
              <a:rPr lang="en-US" sz="1500" dirty="0">
                <a:solidFill>
                  <a:schemeClr val="bg1"/>
                </a:solidFill>
                <a:latin typeface="Gisha" panose="020B0502040204020203" pitchFamily="34" charset="-79"/>
                <a:cs typeface="Gisha" panose="020B0502040204020203" pitchFamily="34" charset="-79"/>
              </a:rPr>
              <a:t> </a:t>
            </a:r>
            <a:r>
              <a:rPr lang="en-US" sz="1500" b="0" i="0" dirty="0">
                <a:solidFill>
                  <a:schemeClr val="bg1"/>
                </a:solidFill>
                <a:effectLst/>
                <a:latin typeface="Gisha" panose="020B0502040204020203" pitchFamily="34" charset="-79"/>
                <a:cs typeface="Gisha" panose="020B0502040204020203" pitchFamily="34" charset="-79"/>
              </a:rPr>
              <a:t> </a:t>
            </a:r>
          </a:p>
          <a:p>
            <a:pPr marL="576263" indent="-285750">
              <a:spcAft>
                <a:spcPts val="1200"/>
              </a:spcAft>
              <a:buFont typeface="Courier New" panose="02070309020205020404" pitchFamily="49" charset="0"/>
              <a:buChar char="o"/>
            </a:pPr>
            <a:r>
              <a:rPr lang="en-US" sz="1500" b="0" i="0" dirty="0">
                <a:solidFill>
                  <a:schemeClr val="bg1"/>
                </a:solidFill>
                <a:effectLst/>
                <a:latin typeface="Gisha" panose="020B0502040204020203" pitchFamily="34" charset="-79"/>
                <a:cs typeface="Gisha" panose="020B0502040204020203" pitchFamily="34" charset="-79"/>
              </a:rPr>
              <a:t>Based on 2015 revenue, Meijer is the 26th-largest retailer in the United States</a:t>
            </a:r>
            <a:endParaRPr lang="en-US" sz="1500" dirty="0">
              <a:solidFill>
                <a:schemeClr val="bg1"/>
              </a:solidFill>
              <a:latin typeface="Gisha" panose="020B0502040204020203" pitchFamily="34" charset="-79"/>
              <a:cs typeface="Gisha" panose="020B0502040204020203" pitchFamily="34" charset="-79"/>
            </a:endParaRPr>
          </a:p>
        </p:txBody>
      </p:sp>
      <p:sp>
        <p:nvSpPr>
          <p:cNvPr id="246" name="TextBox 245">
            <a:hlinkClick r:id="rId10"/>
            <a:extLst>
              <a:ext uri="{FF2B5EF4-FFF2-40B4-BE49-F238E27FC236}">
                <a16:creationId xmlns:a16="http://schemas.microsoft.com/office/drawing/2014/main" id="{5C422668-C1E5-4DB7-9763-C12A629A2092}"/>
              </a:ext>
            </a:extLst>
          </p:cNvPr>
          <p:cNvSpPr txBox="1"/>
          <p:nvPr/>
        </p:nvSpPr>
        <p:spPr>
          <a:xfrm>
            <a:off x="417443" y="6206195"/>
            <a:ext cx="2375452" cy="307777"/>
          </a:xfrm>
          <a:prstGeom prst="rect">
            <a:avLst/>
          </a:prstGeom>
          <a:noFill/>
        </p:spPr>
        <p:txBody>
          <a:bodyPr wrap="square">
            <a:spAutoFit/>
          </a:bodyPr>
          <a:lstStyle/>
          <a:p>
            <a:r>
              <a:rPr lang="en-US" sz="1400" i="1" u="sng" dirty="0">
                <a:solidFill>
                  <a:schemeClr val="bg1"/>
                </a:solidFill>
                <a:latin typeface="Gisha" panose="020B0502040204020203" pitchFamily="34" charset="-79"/>
                <a:cs typeface="Gisha" panose="020B0502040204020203" pitchFamily="34" charset="-79"/>
              </a:rPr>
              <a:t>link to Meijer’s Website</a:t>
            </a:r>
          </a:p>
        </p:txBody>
      </p:sp>
    </p:spTree>
    <p:custDataLst>
      <p:tags r:id="rId1"/>
    </p:custDataLst>
    <p:extLst>
      <p:ext uri="{BB962C8B-B14F-4D97-AF65-F5344CB8AC3E}">
        <p14:creationId xmlns:p14="http://schemas.microsoft.com/office/powerpoint/2010/main" val="3450880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18" name="Title 3">
            <a:extLst>
              <a:ext uri="{FF2B5EF4-FFF2-40B4-BE49-F238E27FC236}">
                <a16:creationId xmlns:a16="http://schemas.microsoft.com/office/drawing/2014/main" id="{5A330CAA-DD1E-45F9-B8D5-C5FE7833A46D}"/>
              </a:ext>
            </a:extLst>
          </p:cNvPr>
          <p:cNvSpPr txBox="1">
            <a:spLocks/>
          </p:cNvSpPr>
          <p:nvPr/>
        </p:nvSpPr>
        <p:spPr>
          <a:xfrm>
            <a:off x="580572" y="168044"/>
            <a:ext cx="11030857" cy="7588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dirty="0">
                <a:solidFill>
                  <a:srgbClr val="00B0F0"/>
                </a:solidFill>
                <a:latin typeface="Gisha" panose="020B0502040204020203" pitchFamily="34" charset="-79"/>
                <a:cs typeface="Gisha" panose="020B0502040204020203" pitchFamily="34" charset="-79"/>
              </a:rPr>
              <a:t>Cart</a:t>
            </a:r>
            <a:r>
              <a:rPr kumimoji="0" lang="en-US" sz="4400" b="0" i="0" u="none" strike="noStrike" kern="1200" cap="none" spc="0" normalizeH="0" baseline="0" noProof="0" dirty="0">
                <a:ln>
                  <a:noFill/>
                </a:ln>
                <a:solidFill>
                  <a:srgbClr val="00B0F0"/>
                </a:solidFill>
                <a:effectLst/>
                <a:uLnTx/>
                <a:uFillTx/>
                <a:latin typeface="Gisha" panose="020B0502040204020203" pitchFamily="34" charset="-79"/>
                <a:ea typeface="+mj-ea"/>
                <a:cs typeface="Gisha" panose="020B0502040204020203" pitchFamily="34" charset="-79"/>
              </a:rPr>
              <a:t> Problem</a:t>
            </a:r>
          </a:p>
        </p:txBody>
      </p:sp>
      <p:sp>
        <p:nvSpPr>
          <p:cNvPr id="8" name="TextBox 7">
            <a:extLst>
              <a:ext uri="{FF2B5EF4-FFF2-40B4-BE49-F238E27FC236}">
                <a16:creationId xmlns:a16="http://schemas.microsoft.com/office/drawing/2014/main" id="{1D360C52-836F-4077-9321-E5879510915A}"/>
              </a:ext>
            </a:extLst>
          </p:cNvPr>
          <p:cNvSpPr txBox="1"/>
          <p:nvPr/>
        </p:nvSpPr>
        <p:spPr>
          <a:xfrm>
            <a:off x="580572" y="1116885"/>
            <a:ext cx="1941544" cy="461665"/>
          </a:xfrm>
          <a:prstGeom prst="rect">
            <a:avLst/>
          </a:prstGeom>
          <a:noFill/>
        </p:spPr>
        <p:txBody>
          <a:bodyPr wrap="square">
            <a:spAutoFit/>
          </a:bodyPr>
          <a:lstStyle/>
          <a:p>
            <a:r>
              <a:rPr lang="en-US" sz="2400" b="1" i="1" dirty="0">
                <a:solidFill>
                  <a:srgbClr val="96D642"/>
                </a:solidFill>
                <a:effectLst/>
                <a:latin typeface="Gisha" panose="020B0502040204020203" pitchFamily="34" charset="-79"/>
                <a:cs typeface="Gisha" panose="020B0502040204020203" pitchFamily="34" charset="-79"/>
              </a:rPr>
              <a:t>Problem…</a:t>
            </a:r>
            <a:endParaRPr lang="en-US" sz="2400" b="1" dirty="0">
              <a:solidFill>
                <a:srgbClr val="96D642"/>
              </a:solidFill>
              <a:latin typeface="Gisha" panose="020B0502040204020203" pitchFamily="34" charset="-79"/>
              <a:cs typeface="Gisha" panose="020B0502040204020203" pitchFamily="34" charset="-79"/>
            </a:endParaRPr>
          </a:p>
        </p:txBody>
      </p:sp>
      <p:sp>
        <p:nvSpPr>
          <p:cNvPr id="9" name="TextBox 8">
            <a:extLst>
              <a:ext uri="{FF2B5EF4-FFF2-40B4-BE49-F238E27FC236}">
                <a16:creationId xmlns:a16="http://schemas.microsoft.com/office/drawing/2014/main" id="{6F728773-01CA-4B40-8340-B5CBC58F11DC}"/>
              </a:ext>
            </a:extLst>
          </p:cNvPr>
          <p:cNvSpPr txBox="1"/>
          <p:nvPr/>
        </p:nvSpPr>
        <p:spPr>
          <a:xfrm>
            <a:off x="3185309" y="1507230"/>
            <a:ext cx="6734867" cy="738664"/>
          </a:xfrm>
          <a:prstGeom prst="rect">
            <a:avLst/>
          </a:prstGeom>
          <a:noFill/>
        </p:spPr>
        <p:txBody>
          <a:bodyPr wrap="square">
            <a:spAutoFit/>
          </a:bodyPr>
          <a:lstStyle/>
          <a:p>
            <a:r>
              <a:rPr lang="en-US" sz="1400" b="0" i="0" dirty="0">
                <a:solidFill>
                  <a:schemeClr val="bg1"/>
                </a:solidFill>
                <a:effectLst/>
                <a:latin typeface="Gisha" panose="020B0502040204020203" pitchFamily="34" charset="-79"/>
                <a:cs typeface="Gisha" panose="020B0502040204020203" pitchFamily="34" charset="-79"/>
              </a:rPr>
              <a:t>…I’ve been shopping at Meijer at least once a week for over 15 years and I’ve never entered either of their two main entrances at any location and not had at least 25 shopping carts waitin</a:t>
            </a:r>
            <a:r>
              <a:rPr lang="en-US" sz="1400" dirty="0">
                <a:solidFill>
                  <a:schemeClr val="bg1"/>
                </a:solidFill>
                <a:latin typeface="Gisha" panose="020B0502040204020203" pitchFamily="34" charset="-79"/>
                <a:cs typeface="Gisha" panose="020B0502040204020203" pitchFamily="34" charset="-79"/>
              </a:rPr>
              <a:t>g for me. </a:t>
            </a:r>
            <a:r>
              <a:rPr lang="en-US" sz="1400" i="1" dirty="0">
                <a:solidFill>
                  <a:schemeClr val="bg1"/>
                </a:solidFill>
                <a:latin typeface="Gisha" panose="020B0502040204020203" pitchFamily="34" charset="-79"/>
                <a:cs typeface="Gisha" panose="020B0502040204020203" pitchFamily="34" charset="-79"/>
              </a:rPr>
              <a:t>Great customer service, “yes”, but …</a:t>
            </a:r>
            <a:endParaRPr lang="en-US" sz="1400" dirty="0">
              <a:solidFill>
                <a:schemeClr val="bg1"/>
              </a:solidFill>
              <a:latin typeface="Gisha" panose="020B0502040204020203" pitchFamily="34" charset="-79"/>
              <a:cs typeface="Gisha" panose="020B0502040204020203" pitchFamily="34" charset="-79"/>
            </a:endParaRPr>
          </a:p>
        </p:txBody>
      </p:sp>
      <p:sp>
        <p:nvSpPr>
          <p:cNvPr id="12" name="TextBox 11">
            <a:extLst>
              <a:ext uri="{FF2B5EF4-FFF2-40B4-BE49-F238E27FC236}">
                <a16:creationId xmlns:a16="http://schemas.microsoft.com/office/drawing/2014/main" id="{E7EA87A5-C600-41DE-9C14-38A84539230F}"/>
              </a:ext>
            </a:extLst>
          </p:cNvPr>
          <p:cNvSpPr txBox="1"/>
          <p:nvPr/>
        </p:nvSpPr>
        <p:spPr>
          <a:xfrm>
            <a:off x="580572" y="4320855"/>
            <a:ext cx="2488932" cy="461665"/>
          </a:xfrm>
          <a:prstGeom prst="rect">
            <a:avLst/>
          </a:prstGeom>
          <a:noFill/>
        </p:spPr>
        <p:txBody>
          <a:bodyPr wrap="square">
            <a:spAutoFit/>
          </a:bodyPr>
          <a:lstStyle/>
          <a:p>
            <a:r>
              <a:rPr lang="en-US" sz="2400" b="1" i="1" dirty="0">
                <a:solidFill>
                  <a:srgbClr val="96D642"/>
                </a:solidFill>
                <a:effectLst/>
                <a:latin typeface="Gisha" panose="020B0502040204020203" pitchFamily="34" charset="-79"/>
                <a:cs typeface="Gisha" panose="020B0502040204020203" pitchFamily="34" charset="-79"/>
              </a:rPr>
              <a:t>Significance…</a:t>
            </a:r>
            <a:endParaRPr lang="en-US" sz="2400" b="0" i="1" dirty="0">
              <a:solidFill>
                <a:srgbClr val="96D642"/>
              </a:solidFill>
              <a:effectLst/>
              <a:latin typeface="Gisha" panose="020B0502040204020203" pitchFamily="34" charset="-79"/>
              <a:cs typeface="Gisha" panose="020B0502040204020203" pitchFamily="34" charset="-79"/>
            </a:endParaRPr>
          </a:p>
        </p:txBody>
      </p:sp>
      <p:sp>
        <p:nvSpPr>
          <p:cNvPr id="10" name="TextBox 9">
            <a:extLst>
              <a:ext uri="{FF2B5EF4-FFF2-40B4-BE49-F238E27FC236}">
                <a16:creationId xmlns:a16="http://schemas.microsoft.com/office/drawing/2014/main" id="{E66C1837-ED98-4B73-8DD1-2D7365D72C37}"/>
              </a:ext>
            </a:extLst>
          </p:cNvPr>
          <p:cNvSpPr txBox="1"/>
          <p:nvPr/>
        </p:nvSpPr>
        <p:spPr>
          <a:xfrm>
            <a:off x="3353146" y="3263103"/>
            <a:ext cx="5895922" cy="461665"/>
          </a:xfrm>
          <a:prstGeom prst="rect">
            <a:avLst/>
          </a:prstGeom>
          <a:noFill/>
        </p:spPr>
        <p:txBody>
          <a:bodyPr wrap="square">
            <a:spAutoFit/>
          </a:bodyPr>
          <a:lstStyle/>
          <a:p>
            <a:pPr algn="ctr"/>
            <a:r>
              <a:rPr lang="en-US" sz="2400" b="1" i="1" dirty="0">
                <a:solidFill>
                  <a:srgbClr val="92D050"/>
                </a:solidFill>
                <a:latin typeface="Gisha" panose="020B0502040204020203" pitchFamily="34" charset="-79"/>
                <a:cs typeface="Gisha" panose="020B0502040204020203" pitchFamily="34" charset="-79"/>
              </a:rPr>
              <a:t>…is Meijer buying too many carts?</a:t>
            </a:r>
            <a:endParaRPr lang="en-US" sz="2400" i="1" dirty="0">
              <a:solidFill>
                <a:schemeClr val="bg1"/>
              </a:solidFill>
              <a:latin typeface="Gisha" panose="020B0502040204020203" pitchFamily="34" charset="-79"/>
              <a:cs typeface="Gisha" panose="020B0502040204020203" pitchFamily="34" charset="-79"/>
            </a:endParaRPr>
          </a:p>
        </p:txBody>
      </p:sp>
      <p:sp>
        <p:nvSpPr>
          <p:cNvPr id="13" name="TextBox 12">
            <a:extLst>
              <a:ext uri="{FF2B5EF4-FFF2-40B4-BE49-F238E27FC236}">
                <a16:creationId xmlns:a16="http://schemas.microsoft.com/office/drawing/2014/main" id="{28BDE281-5EB4-49B8-BB54-3AC22B28E751}"/>
              </a:ext>
            </a:extLst>
          </p:cNvPr>
          <p:cNvSpPr txBox="1"/>
          <p:nvPr/>
        </p:nvSpPr>
        <p:spPr>
          <a:xfrm>
            <a:off x="3185310" y="4741977"/>
            <a:ext cx="6734866" cy="954107"/>
          </a:xfrm>
          <a:prstGeom prst="rect">
            <a:avLst/>
          </a:prstGeom>
          <a:noFill/>
        </p:spPr>
        <p:txBody>
          <a:bodyPr wrap="square">
            <a:spAutoFit/>
          </a:bodyPr>
          <a:lstStyle/>
          <a:p>
            <a:r>
              <a:rPr lang="en-US" sz="1400" b="0" i="0" dirty="0">
                <a:solidFill>
                  <a:schemeClr val="bg1"/>
                </a:solidFill>
                <a:effectLst/>
                <a:latin typeface="Gisha" panose="020B0502040204020203" pitchFamily="34" charset="-79"/>
                <a:cs typeface="Gisha" panose="020B0502040204020203" pitchFamily="34" charset="-79"/>
              </a:rPr>
              <a:t>…Shopping carts similar to Meijer’s are around $175 and my personal count at the Grandville, MI store totaled 450 carts.  </a:t>
            </a:r>
            <a:r>
              <a:rPr lang="en-US" sz="1400" dirty="0">
                <a:solidFill>
                  <a:schemeClr val="bg1"/>
                </a:solidFill>
                <a:latin typeface="Gisha" panose="020B0502040204020203" pitchFamily="34" charset="-79"/>
                <a:cs typeface="Gisha" panose="020B0502040204020203" pitchFamily="34" charset="-79"/>
              </a:rPr>
              <a:t>If Meijer truly does have too many carts, then new stores (average of 3 per year) could be supplied with carts from existing stores for an annual savings of $236,250 (450 carts * 3 new stores * $175 per cart) </a:t>
            </a:r>
          </a:p>
        </p:txBody>
      </p:sp>
      <p:sp>
        <p:nvSpPr>
          <p:cNvPr id="14" name="TextBox 13">
            <a:extLst>
              <a:ext uri="{FF2B5EF4-FFF2-40B4-BE49-F238E27FC236}">
                <a16:creationId xmlns:a16="http://schemas.microsoft.com/office/drawing/2014/main" id="{AAFFA7BE-FACE-4BCE-8C66-3918E86E1883}"/>
              </a:ext>
            </a:extLst>
          </p:cNvPr>
          <p:cNvSpPr txBox="1"/>
          <p:nvPr/>
        </p:nvSpPr>
        <p:spPr>
          <a:xfrm>
            <a:off x="7985033" y="6412957"/>
            <a:ext cx="4051020" cy="276999"/>
          </a:xfrm>
          <a:prstGeom prst="rect">
            <a:avLst/>
          </a:prstGeom>
          <a:noFill/>
        </p:spPr>
        <p:txBody>
          <a:bodyPr wrap="square">
            <a:spAutoFit/>
          </a:bodyPr>
          <a:lstStyle/>
          <a:p>
            <a:r>
              <a:rPr lang="en-US" sz="1200" b="0" i="0" u="sng" dirty="0">
                <a:solidFill>
                  <a:schemeClr val="bg1"/>
                </a:solidFill>
                <a:effectLst/>
                <a:latin typeface="Gisha" panose="020B0502040204020203" pitchFamily="34" charset="-79"/>
                <a:cs typeface="Gisha" panose="020B0502040204020203" pitchFamily="34" charset="-79"/>
              </a:rPr>
              <a:t>(see Descriptive Stats slide for details on these numbers)</a:t>
            </a:r>
          </a:p>
        </p:txBody>
      </p:sp>
    </p:spTree>
    <p:extLst>
      <p:ext uri="{BB962C8B-B14F-4D97-AF65-F5344CB8AC3E}">
        <p14:creationId xmlns:p14="http://schemas.microsoft.com/office/powerpoint/2010/main" val="3271900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114" name="Title 3">
            <a:extLst>
              <a:ext uri="{FF2B5EF4-FFF2-40B4-BE49-F238E27FC236}">
                <a16:creationId xmlns:a16="http://schemas.microsoft.com/office/drawing/2014/main" id="{2C132CAD-417E-43E1-8183-CD3BECBB0EA9}"/>
              </a:ext>
            </a:extLst>
          </p:cNvPr>
          <p:cNvSpPr txBox="1">
            <a:spLocks/>
          </p:cNvSpPr>
          <p:nvPr/>
        </p:nvSpPr>
        <p:spPr>
          <a:xfrm>
            <a:off x="580572" y="114879"/>
            <a:ext cx="11030857" cy="7588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2B2EE"/>
                </a:solidFill>
                <a:effectLst/>
                <a:uLnTx/>
                <a:uFillTx/>
                <a:latin typeface="Gisha" panose="020B0502040204020203" pitchFamily="34" charset="-79"/>
                <a:ea typeface="+mj-ea"/>
                <a:cs typeface="Gisha" panose="020B0502040204020203" pitchFamily="34" charset="-79"/>
              </a:rPr>
              <a:t>Flowchart</a:t>
            </a:r>
          </a:p>
        </p:txBody>
      </p:sp>
      <p:sp>
        <p:nvSpPr>
          <p:cNvPr id="2" name="OTLSHAPE_TB_00000000000000000000000000000000_LeftEndCaps" hidden="1">
            <a:extLst>
              <a:ext uri="{FF2B5EF4-FFF2-40B4-BE49-F238E27FC236}">
                <a16:creationId xmlns:a16="http://schemas.microsoft.com/office/drawing/2014/main" id="{5C308C86-E31C-4537-B769-19A879A0BBEF}"/>
              </a:ext>
            </a:extLst>
          </p:cNvPr>
          <p:cNvSpPr txBox="1"/>
          <p:nvPr>
            <p:custDataLst>
              <p:tags r:id="rId2"/>
            </p:custDataLst>
          </p:nvPr>
        </p:nvSpPr>
        <p:spPr>
          <a:xfrm>
            <a:off x="-221339"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A5A5A5"/>
                </a:solidFill>
                <a:effectLst/>
                <a:uLnTx/>
                <a:uFillTx/>
                <a:latin typeface="Calibri" panose="020F0502020204030204" pitchFamily="34" charset="0"/>
                <a:ea typeface="+mn-ea"/>
                <a:cs typeface="+mn-cs"/>
              </a:rPr>
              <a:t>2021</a:t>
            </a:r>
          </a:p>
        </p:txBody>
      </p:sp>
      <p:sp>
        <p:nvSpPr>
          <p:cNvPr id="3" name="OTLSHAPE_TB_00000000000000000000000000000000_RightEndCaps" hidden="1">
            <a:extLst>
              <a:ext uri="{FF2B5EF4-FFF2-40B4-BE49-F238E27FC236}">
                <a16:creationId xmlns:a16="http://schemas.microsoft.com/office/drawing/2014/main" id="{8AB82CEB-8480-4B78-9145-5599AC9AF335}"/>
              </a:ext>
            </a:extLst>
          </p:cNvPr>
          <p:cNvSpPr txBox="1"/>
          <p:nvPr>
            <p:custDataLst>
              <p:tags r:id="rId3"/>
            </p:custDataLst>
          </p:nvPr>
        </p:nvSpPr>
        <p:spPr>
          <a:xfrm>
            <a:off x="-221339"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A5A5A5"/>
                </a:solidFill>
                <a:effectLst/>
                <a:uLnTx/>
                <a:uFillTx/>
                <a:latin typeface="Calibri" panose="020F0502020204030204" pitchFamily="34" charset="0"/>
                <a:ea typeface="+mn-ea"/>
                <a:cs typeface="+mn-cs"/>
              </a:rPr>
              <a:t>2021</a:t>
            </a:r>
          </a:p>
        </p:txBody>
      </p:sp>
      <p:sp>
        <p:nvSpPr>
          <p:cNvPr id="90" name="OTLSHAPE_TB_00000000000000000000000000000000_ElapsedTime" hidden="1">
            <a:extLst>
              <a:ext uri="{FF2B5EF4-FFF2-40B4-BE49-F238E27FC236}">
                <a16:creationId xmlns:a16="http://schemas.microsoft.com/office/drawing/2014/main" id="{A3840545-0070-4F71-AC67-123656CCFD11}"/>
              </a:ext>
            </a:extLst>
          </p:cNvPr>
          <p:cNvSpPr/>
          <p:nvPr>
            <p:custDataLst>
              <p:tags r:id="rId4"/>
            </p:custDataLst>
          </p:nvPr>
        </p:nvSpPr>
        <p:spPr>
          <a:xfrm>
            <a:off x="0" y="0"/>
            <a:ext cx="0" cy="0"/>
          </a:xfrm>
          <a:prstGeom prst="round2DiagRect">
            <a:avLst>
              <a:gd name="adj1" fmla="val 100000"/>
              <a:gd name="adj2" fmla="val 0"/>
            </a:avLst>
          </a:prstGeom>
          <a:solidFill>
            <a:srgbClr val="FF0000">
              <a:alpha val="30196"/>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OTLSHAPE_TB_00000000000000000000000000000000_TodayMarkerShape" hidden="1">
            <a:extLst>
              <a:ext uri="{FF2B5EF4-FFF2-40B4-BE49-F238E27FC236}">
                <a16:creationId xmlns:a16="http://schemas.microsoft.com/office/drawing/2014/main" id="{5AF1DDDF-A305-492F-8212-5DDD3C3140D7}"/>
              </a:ext>
            </a:extLst>
          </p:cNvPr>
          <p:cNvSpPr/>
          <p:nvPr>
            <p:custDataLst>
              <p:tags r:id="rId5"/>
            </p:custDataLst>
          </p:nvPr>
        </p:nvSpPr>
        <p:spPr>
          <a:xfrm>
            <a:off x="9439127" y="1746818"/>
            <a:ext cx="114300" cy="127000"/>
          </a:xfrm>
          <a:prstGeom prst="triangl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OTLSHAPE_TB_00000000000000000000000000000000_TodayMarkerText" hidden="1">
            <a:extLst>
              <a:ext uri="{FF2B5EF4-FFF2-40B4-BE49-F238E27FC236}">
                <a16:creationId xmlns:a16="http://schemas.microsoft.com/office/drawing/2014/main" id="{D4D21E57-D809-4662-BA10-93E7AA1C1437}"/>
              </a:ext>
            </a:extLst>
          </p:cNvPr>
          <p:cNvSpPr txBox="1"/>
          <p:nvPr>
            <p:custDataLst>
              <p:tags r:id="rId6"/>
            </p:custDataLst>
          </p:nvPr>
        </p:nvSpPr>
        <p:spPr>
          <a:xfrm>
            <a:off x="-168984" y="58866"/>
            <a:ext cx="0" cy="0"/>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Today</a:t>
            </a:r>
          </a:p>
        </p:txBody>
      </p:sp>
      <p:grpSp>
        <p:nvGrpSpPr>
          <p:cNvPr id="118" name="Group 117">
            <a:extLst>
              <a:ext uri="{FF2B5EF4-FFF2-40B4-BE49-F238E27FC236}">
                <a16:creationId xmlns:a16="http://schemas.microsoft.com/office/drawing/2014/main" id="{7B217020-7417-4B50-832E-223EBC98BE5C}"/>
              </a:ext>
            </a:extLst>
          </p:cNvPr>
          <p:cNvGrpSpPr/>
          <p:nvPr/>
        </p:nvGrpSpPr>
        <p:grpSpPr>
          <a:xfrm>
            <a:off x="1340149" y="4328277"/>
            <a:ext cx="6687033" cy="1527348"/>
            <a:chOff x="1340149" y="4328277"/>
            <a:chExt cx="6687033" cy="1527348"/>
          </a:xfrm>
        </p:grpSpPr>
        <p:sp>
          <p:nvSpPr>
            <p:cNvPr id="82" name="Rectangle 81">
              <a:extLst>
                <a:ext uri="{FF2B5EF4-FFF2-40B4-BE49-F238E27FC236}">
                  <a16:creationId xmlns:a16="http://schemas.microsoft.com/office/drawing/2014/main" id="{BFC2BD7B-9AA1-4131-946E-CC05BBA81671}"/>
                </a:ext>
              </a:extLst>
            </p:cNvPr>
            <p:cNvSpPr/>
            <p:nvPr/>
          </p:nvSpPr>
          <p:spPr>
            <a:xfrm>
              <a:off x="1340149" y="4937005"/>
              <a:ext cx="1360714" cy="48912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Enters store</a:t>
              </a:r>
            </a:p>
          </p:txBody>
        </p:sp>
        <p:sp>
          <p:nvSpPr>
            <p:cNvPr id="86" name="Rectangle 85">
              <a:extLst>
                <a:ext uri="{FF2B5EF4-FFF2-40B4-BE49-F238E27FC236}">
                  <a16:creationId xmlns:a16="http://schemas.microsoft.com/office/drawing/2014/main" id="{FF216776-5C68-4381-ABA2-DBDCCE00A772}"/>
                </a:ext>
              </a:extLst>
            </p:cNvPr>
            <p:cNvSpPr/>
            <p:nvPr/>
          </p:nvSpPr>
          <p:spPr>
            <a:xfrm>
              <a:off x="3115589" y="4937005"/>
              <a:ext cx="1360714" cy="48912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Grabs cart</a:t>
              </a:r>
            </a:p>
          </p:txBody>
        </p:sp>
        <p:sp>
          <p:nvSpPr>
            <p:cNvPr id="87" name="Rectangle 86">
              <a:extLst>
                <a:ext uri="{FF2B5EF4-FFF2-40B4-BE49-F238E27FC236}">
                  <a16:creationId xmlns:a16="http://schemas.microsoft.com/office/drawing/2014/main" id="{BD534D1C-9354-416A-8102-C58A4188013E}"/>
                </a:ext>
              </a:extLst>
            </p:cNvPr>
            <p:cNvSpPr/>
            <p:nvPr/>
          </p:nvSpPr>
          <p:spPr>
            <a:xfrm>
              <a:off x="4891029" y="4937005"/>
              <a:ext cx="1360714" cy="48912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Shops</a:t>
              </a:r>
            </a:p>
          </p:txBody>
        </p:sp>
        <p:grpSp>
          <p:nvGrpSpPr>
            <p:cNvPr id="84" name="Group 83">
              <a:extLst>
                <a:ext uri="{FF2B5EF4-FFF2-40B4-BE49-F238E27FC236}">
                  <a16:creationId xmlns:a16="http://schemas.microsoft.com/office/drawing/2014/main" id="{58E26F9A-3347-4CC3-90C7-69BE7071CB2E}"/>
                </a:ext>
              </a:extLst>
            </p:cNvPr>
            <p:cNvGrpSpPr/>
            <p:nvPr/>
          </p:nvGrpSpPr>
          <p:grpSpPr>
            <a:xfrm>
              <a:off x="6666468" y="4328277"/>
              <a:ext cx="1360714" cy="1527348"/>
              <a:chOff x="5794405" y="5262258"/>
              <a:chExt cx="1360714" cy="1527348"/>
            </a:xfrm>
          </p:grpSpPr>
          <p:sp>
            <p:nvSpPr>
              <p:cNvPr id="88" name="Rectangle 87">
                <a:extLst>
                  <a:ext uri="{FF2B5EF4-FFF2-40B4-BE49-F238E27FC236}">
                    <a16:creationId xmlns:a16="http://schemas.microsoft.com/office/drawing/2014/main" id="{B5E200E4-950D-4E2D-9B7E-8179418F27D4}"/>
                  </a:ext>
                </a:extLst>
              </p:cNvPr>
              <p:cNvSpPr/>
              <p:nvPr/>
            </p:nvSpPr>
            <p:spPr>
              <a:xfrm>
                <a:off x="5794405" y="6300479"/>
                <a:ext cx="1360714" cy="48912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Parking Lot</a:t>
                </a:r>
              </a:p>
            </p:txBody>
          </p:sp>
          <p:sp>
            <p:nvSpPr>
              <p:cNvPr id="89" name="Rectangle 88">
                <a:extLst>
                  <a:ext uri="{FF2B5EF4-FFF2-40B4-BE49-F238E27FC236}">
                    <a16:creationId xmlns:a16="http://schemas.microsoft.com/office/drawing/2014/main" id="{55377DB8-E120-46BA-9456-3CB8B51E71CD}"/>
                  </a:ext>
                </a:extLst>
              </p:cNvPr>
              <p:cNvSpPr/>
              <p:nvPr/>
            </p:nvSpPr>
            <p:spPr>
              <a:xfrm>
                <a:off x="5794405" y="5524370"/>
                <a:ext cx="1360714" cy="48912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Entrance</a:t>
                </a:r>
              </a:p>
            </p:txBody>
          </p:sp>
          <p:sp>
            <p:nvSpPr>
              <p:cNvPr id="83" name="TextBox 82">
                <a:extLst>
                  <a:ext uri="{FF2B5EF4-FFF2-40B4-BE49-F238E27FC236}">
                    <a16:creationId xmlns:a16="http://schemas.microsoft.com/office/drawing/2014/main" id="{1209D8FC-2C9C-47C0-87FB-0A86B1374454}"/>
                  </a:ext>
                </a:extLst>
              </p:cNvPr>
              <p:cNvSpPr txBox="1"/>
              <p:nvPr/>
            </p:nvSpPr>
            <p:spPr>
              <a:xfrm>
                <a:off x="6311095" y="6028427"/>
                <a:ext cx="327334" cy="276999"/>
              </a:xfrm>
              <a:prstGeom prst="rect">
                <a:avLst/>
              </a:prstGeom>
              <a:noFill/>
            </p:spPr>
            <p:txBody>
              <a:bodyPr wrap="none" rtlCol="0">
                <a:spAutoFit/>
              </a:bodyPr>
              <a:lstStyle/>
              <a:p>
                <a:pPr algn="l"/>
                <a:r>
                  <a:rPr lang="en-US" sz="1200" b="0" i="0" dirty="0">
                    <a:solidFill>
                      <a:schemeClr val="bg1"/>
                    </a:solidFill>
                    <a:effectLst/>
                    <a:latin typeface="Gisha" panose="020B0502040204020203" pitchFamily="34" charset="-79"/>
                    <a:cs typeface="Gisha" panose="020B0502040204020203" pitchFamily="34" charset="-79"/>
                  </a:rPr>
                  <a:t>or</a:t>
                </a:r>
              </a:p>
            </p:txBody>
          </p:sp>
          <p:sp>
            <p:nvSpPr>
              <p:cNvPr id="91" name="TextBox 90">
                <a:extLst>
                  <a:ext uri="{FF2B5EF4-FFF2-40B4-BE49-F238E27FC236}">
                    <a16:creationId xmlns:a16="http://schemas.microsoft.com/office/drawing/2014/main" id="{0B47C5FC-233B-4E69-A7F8-735F553A3B97}"/>
                  </a:ext>
                </a:extLst>
              </p:cNvPr>
              <p:cNvSpPr txBox="1"/>
              <p:nvPr/>
            </p:nvSpPr>
            <p:spPr>
              <a:xfrm>
                <a:off x="5834106" y="5262258"/>
                <a:ext cx="1281313" cy="276999"/>
              </a:xfrm>
              <a:prstGeom prst="rect">
                <a:avLst/>
              </a:prstGeom>
              <a:noFill/>
            </p:spPr>
            <p:txBody>
              <a:bodyPr wrap="none" rtlCol="0">
                <a:spAutoFit/>
              </a:bodyPr>
              <a:lstStyle/>
              <a:p>
                <a:pPr algn="l"/>
                <a:r>
                  <a:rPr lang="en-US" sz="1200" dirty="0">
                    <a:solidFill>
                      <a:schemeClr val="bg1"/>
                    </a:solidFill>
                    <a:latin typeface="Gisha" panose="020B0502040204020203" pitchFamily="34" charset="-79"/>
                    <a:cs typeface="Gisha" panose="020B0502040204020203" pitchFamily="34" charset="-79"/>
                  </a:rPr>
                  <a:t>Returns cart to…</a:t>
                </a:r>
                <a:endParaRPr lang="en-US" sz="1200" b="0" i="0" dirty="0">
                  <a:solidFill>
                    <a:schemeClr val="bg1"/>
                  </a:solidFill>
                  <a:effectLst/>
                  <a:latin typeface="Gisha" panose="020B0502040204020203" pitchFamily="34" charset="-79"/>
                  <a:cs typeface="Gisha" panose="020B0502040204020203" pitchFamily="34" charset="-79"/>
                </a:endParaRPr>
              </a:p>
            </p:txBody>
          </p:sp>
        </p:grpSp>
        <p:cxnSp>
          <p:nvCxnSpPr>
            <p:cNvPr id="92" name="Straight Arrow Connector 91">
              <a:extLst>
                <a:ext uri="{FF2B5EF4-FFF2-40B4-BE49-F238E27FC236}">
                  <a16:creationId xmlns:a16="http://schemas.microsoft.com/office/drawing/2014/main" id="{8D44162F-7911-46B4-B368-47E6479A4F07}"/>
                </a:ext>
              </a:extLst>
            </p:cNvPr>
            <p:cNvCxnSpPr>
              <a:cxnSpLocks/>
              <a:stCxn id="82" idx="3"/>
              <a:endCxn id="86" idx="1"/>
            </p:cNvCxnSpPr>
            <p:nvPr/>
          </p:nvCxnSpPr>
          <p:spPr>
            <a:xfrm>
              <a:off x="2700863" y="5181569"/>
              <a:ext cx="41472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99CC7D95-DAFE-418D-92D5-0D113848B5FD}"/>
                </a:ext>
              </a:extLst>
            </p:cNvPr>
            <p:cNvCxnSpPr>
              <a:cxnSpLocks/>
              <a:stCxn id="86" idx="3"/>
              <a:endCxn id="87" idx="1"/>
            </p:cNvCxnSpPr>
            <p:nvPr/>
          </p:nvCxnSpPr>
          <p:spPr>
            <a:xfrm>
              <a:off x="4476303" y="5181569"/>
              <a:ext cx="41472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2FB7EC58-010D-4A80-9C25-13A075FE7396}"/>
                </a:ext>
              </a:extLst>
            </p:cNvPr>
            <p:cNvCxnSpPr>
              <a:cxnSpLocks/>
              <a:stCxn id="87" idx="3"/>
              <a:endCxn id="89" idx="1"/>
            </p:cNvCxnSpPr>
            <p:nvPr/>
          </p:nvCxnSpPr>
          <p:spPr>
            <a:xfrm flipV="1">
              <a:off x="6251743" y="4834953"/>
              <a:ext cx="414725" cy="34661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7253B8DE-7671-4909-845B-CFB52335B2E4}"/>
                </a:ext>
              </a:extLst>
            </p:cNvPr>
            <p:cNvCxnSpPr>
              <a:cxnSpLocks/>
              <a:stCxn id="87" idx="3"/>
              <a:endCxn id="88" idx="1"/>
            </p:cNvCxnSpPr>
            <p:nvPr/>
          </p:nvCxnSpPr>
          <p:spPr>
            <a:xfrm>
              <a:off x="6251743" y="5181569"/>
              <a:ext cx="414725" cy="42949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3" name="Group 112">
            <a:extLst>
              <a:ext uri="{FF2B5EF4-FFF2-40B4-BE49-F238E27FC236}">
                <a16:creationId xmlns:a16="http://schemas.microsoft.com/office/drawing/2014/main" id="{BD7831C6-4FFF-4ADC-BE11-0C432AC5C7B3}"/>
              </a:ext>
            </a:extLst>
          </p:cNvPr>
          <p:cNvGrpSpPr/>
          <p:nvPr/>
        </p:nvGrpSpPr>
        <p:grpSpPr>
          <a:xfrm>
            <a:off x="5242406" y="123390"/>
            <a:ext cx="5795459" cy="4036880"/>
            <a:chOff x="1510748" y="2732738"/>
            <a:chExt cx="5795459" cy="4036880"/>
          </a:xfrm>
        </p:grpSpPr>
        <p:sp>
          <p:nvSpPr>
            <p:cNvPr id="4" name="Rectangle 3">
              <a:extLst>
                <a:ext uri="{FF2B5EF4-FFF2-40B4-BE49-F238E27FC236}">
                  <a16:creationId xmlns:a16="http://schemas.microsoft.com/office/drawing/2014/main" id="{D64E2A26-8477-4CEE-AC8F-0F8F75B50517}"/>
                </a:ext>
              </a:extLst>
            </p:cNvPr>
            <p:cNvSpPr/>
            <p:nvPr/>
          </p:nvSpPr>
          <p:spPr>
            <a:xfrm>
              <a:off x="1510748" y="2782958"/>
              <a:ext cx="5795459" cy="16058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09EABF8-7568-4DE2-AD37-3469803639DE}"/>
                </a:ext>
              </a:extLst>
            </p:cNvPr>
            <p:cNvSpPr/>
            <p:nvPr/>
          </p:nvSpPr>
          <p:spPr>
            <a:xfrm>
              <a:off x="1510748" y="4465207"/>
              <a:ext cx="5795459" cy="23044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extBox 98">
              <a:extLst>
                <a:ext uri="{FF2B5EF4-FFF2-40B4-BE49-F238E27FC236}">
                  <a16:creationId xmlns:a16="http://schemas.microsoft.com/office/drawing/2014/main" id="{D179AC73-3112-42C5-AB3D-005D800F578A}"/>
                </a:ext>
              </a:extLst>
            </p:cNvPr>
            <p:cNvSpPr txBox="1"/>
            <p:nvPr/>
          </p:nvSpPr>
          <p:spPr>
            <a:xfrm>
              <a:off x="3811598" y="4464090"/>
              <a:ext cx="1169727" cy="2170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Gisha" panose="020B0502040204020203" pitchFamily="34" charset="-79"/>
                  <a:ea typeface="+mn-ea"/>
                  <a:cs typeface="Gisha" panose="020B0502040204020203" pitchFamily="34" charset="-79"/>
                </a:rPr>
                <a:t>Parking Lot</a:t>
              </a:r>
            </a:p>
          </p:txBody>
        </p:sp>
        <p:sp>
          <p:nvSpPr>
            <p:cNvPr id="12" name="TextBox 11">
              <a:extLst>
                <a:ext uri="{FF2B5EF4-FFF2-40B4-BE49-F238E27FC236}">
                  <a16:creationId xmlns:a16="http://schemas.microsoft.com/office/drawing/2014/main" id="{596CDE14-37C1-4869-904D-732AACFB5FDB}"/>
                </a:ext>
              </a:extLst>
            </p:cNvPr>
            <p:cNvSpPr txBox="1"/>
            <p:nvPr/>
          </p:nvSpPr>
          <p:spPr>
            <a:xfrm>
              <a:off x="3811598" y="2732738"/>
              <a:ext cx="1169727" cy="2170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Gisha" panose="020B0502040204020203" pitchFamily="34" charset="-79"/>
                  <a:ea typeface="+mn-ea"/>
                  <a:cs typeface="Gisha" panose="020B0502040204020203" pitchFamily="34" charset="-79"/>
                </a:rPr>
                <a:t>Meijer Store</a:t>
              </a:r>
            </a:p>
          </p:txBody>
        </p:sp>
        <p:sp>
          <p:nvSpPr>
            <p:cNvPr id="5" name="Rectangle 4">
              <a:extLst>
                <a:ext uri="{FF2B5EF4-FFF2-40B4-BE49-F238E27FC236}">
                  <a16:creationId xmlns:a16="http://schemas.microsoft.com/office/drawing/2014/main" id="{18337037-6FEF-4046-9BEB-350C98096DCA}"/>
                </a:ext>
              </a:extLst>
            </p:cNvPr>
            <p:cNvSpPr/>
            <p:nvPr/>
          </p:nvSpPr>
          <p:spPr>
            <a:xfrm>
              <a:off x="2554968" y="3961195"/>
              <a:ext cx="415397" cy="4275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6CEA6CF-3ABF-466F-A8E3-253691B125CB}"/>
                </a:ext>
              </a:extLst>
            </p:cNvPr>
            <p:cNvSpPr txBox="1"/>
            <p:nvPr/>
          </p:nvSpPr>
          <p:spPr>
            <a:xfrm>
              <a:off x="2177803" y="3691901"/>
              <a:ext cx="1169727"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prstClr val="white"/>
                  </a:solidFill>
                  <a:latin typeface="Gisha" panose="020B0502040204020203" pitchFamily="34" charset="-79"/>
                  <a:cs typeface="Gisha" panose="020B0502040204020203" pitchFamily="34" charset="-79"/>
                </a:rPr>
                <a:t>Entrance 1</a:t>
              </a:r>
              <a:endParaRPr kumimoji="0" lang="en-US" sz="1200" i="0" u="none" strike="noStrike" kern="1200" cap="none" spc="0" normalizeH="0" baseline="0" noProof="0" dirty="0">
                <a:ln>
                  <a:noFill/>
                </a:ln>
                <a:solidFill>
                  <a:prstClr val="white"/>
                </a:solidFill>
                <a:effectLst/>
                <a:uLnTx/>
                <a:uFillTx/>
                <a:latin typeface="Gisha" panose="020B0502040204020203" pitchFamily="34" charset="-79"/>
                <a:ea typeface="+mn-ea"/>
                <a:cs typeface="Gisha" panose="020B0502040204020203" pitchFamily="34" charset="-79"/>
              </a:endParaRPr>
            </a:p>
          </p:txBody>
        </p:sp>
        <p:sp>
          <p:nvSpPr>
            <p:cNvPr id="14" name="Rectangle 13">
              <a:extLst>
                <a:ext uri="{FF2B5EF4-FFF2-40B4-BE49-F238E27FC236}">
                  <a16:creationId xmlns:a16="http://schemas.microsoft.com/office/drawing/2014/main" id="{22025086-30D5-44D3-88C8-B230CC174EEE}"/>
                </a:ext>
              </a:extLst>
            </p:cNvPr>
            <p:cNvSpPr/>
            <p:nvPr/>
          </p:nvSpPr>
          <p:spPr>
            <a:xfrm>
              <a:off x="5795705" y="3961195"/>
              <a:ext cx="415397" cy="4275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C24CA8B-D98A-4588-99E1-2976D549B048}"/>
                </a:ext>
              </a:extLst>
            </p:cNvPr>
            <p:cNvSpPr txBox="1"/>
            <p:nvPr/>
          </p:nvSpPr>
          <p:spPr>
            <a:xfrm>
              <a:off x="5418540" y="3691901"/>
              <a:ext cx="1169727"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prstClr val="white"/>
                  </a:solidFill>
                  <a:latin typeface="Gisha" panose="020B0502040204020203" pitchFamily="34" charset="-79"/>
                  <a:cs typeface="Gisha" panose="020B0502040204020203" pitchFamily="34" charset="-79"/>
                </a:rPr>
                <a:t>Entrance 2</a:t>
              </a:r>
              <a:endParaRPr kumimoji="0" lang="en-US" sz="1200" i="0" u="none" strike="noStrike" kern="1200" cap="none" spc="0" normalizeH="0" baseline="0" noProof="0" dirty="0">
                <a:ln>
                  <a:noFill/>
                </a:ln>
                <a:solidFill>
                  <a:prstClr val="white"/>
                </a:solidFill>
                <a:effectLst/>
                <a:uLnTx/>
                <a:uFillTx/>
                <a:latin typeface="Gisha" panose="020B0502040204020203" pitchFamily="34" charset="-79"/>
                <a:ea typeface="+mn-ea"/>
                <a:cs typeface="Gisha" panose="020B0502040204020203" pitchFamily="34" charset="-79"/>
              </a:endParaRPr>
            </a:p>
          </p:txBody>
        </p:sp>
        <p:sp>
          <p:nvSpPr>
            <p:cNvPr id="16" name="TextBox 15">
              <a:extLst>
                <a:ext uri="{FF2B5EF4-FFF2-40B4-BE49-F238E27FC236}">
                  <a16:creationId xmlns:a16="http://schemas.microsoft.com/office/drawing/2014/main" id="{64962717-A7D5-4E4B-9B01-B70AFEACA763}"/>
                </a:ext>
              </a:extLst>
            </p:cNvPr>
            <p:cNvSpPr txBox="1"/>
            <p:nvPr/>
          </p:nvSpPr>
          <p:spPr>
            <a:xfrm>
              <a:off x="2058535" y="4978900"/>
              <a:ext cx="1408661"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prstClr val="white"/>
                  </a:solidFill>
                  <a:effectLst/>
                  <a:uLnTx/>
                  <a:uFillTx/>
                  <a:latin typeface="Gisha" panose="020B0502040204020203" pitchFamily="34" charset="-79"/>
                  <a:ea typeface="+mn-ea"/>
                  <a:cs typeface="Gisha" panose="020B0502040204020203" pitchFamily="34" charset="-79"/>
                </a:rPr>
                <a:t>Parking</a:t>
              </a:r>
              <a:r>
                <a:rPr kumimoji="0" lang="en-US" sz="1400" i="0" u="none" strike="noStrike" kern="1200" cap="none" spc="0" normalizeH="0" baseline="0" noProof="0" dirty="0">
                  <a:ln>
                    <a:noFill/>
                  </a:ln>
                  <a:solidFill>
                    <a:prstClr val="white"/>
                  </a:solidFill>
                  <a:effectLst/>
                  <a:uLnTx/>
                  <a:uFillTx/>
                  <a:latin typeface="Gisha" panose="020B0502040204020203" pitchFamily="34" charset="-79"/>
                  <a:ea typeface="+mn-ea"/>
                  <a:cs typeface="Gisha" panose="020B0502040204020203" pitchFamily="34" charset="-79"/>
                </a:rPr>
                <a:t> Zone 1</a:t>
              </a:r>
            </a:p>
          </p:txBody>
        </p:sp>
        <p:cxnSp>
          <p:nvCxnSpPr>
            <p:cNvPr id="7" name="Straight Connector 6">
              <a:extLst>
                <a:ext uri="{FF2B5EF4-FFF2-40B4-BE49-F238E27FC236}">
                  <a16:creationId xmlns:a16="http://schemas.microsoft.com/office/drawing/2014/main" id="{14E1F93B-56B0-4E86-8705-838A81B98C55}"/>
                </a:ext>
              </a:extLst>
            </p:cNvPr>
            <p:cNvCxnSpPr>
              <a:cxnSpLocks/>
            </p:cNvCxnSpPr>
            <p:nvPr/>
          </p:nvCxnSpPr>
          <p:spPr>
            <a:xfrm>
              <a:off x="4399742" y="4708862"/>
              <a:ext cx="0" cy="1990663"/>
            </a:xfrm>
            <a:prstGeom prst="line">
              <a:avLst/>
            </a:prstGeom>
            <a:ln w="28575">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1329BB0-1C0E-4D98-8469-CE80C42F734E}"/>
                </a:ext>
              </a:extLst>
            </p:cNvPr>
            <p:cNvSpPr txBox="1"/>
            <p:nvPr/>
          </p:nvSpPr>
          <p:spPr>
            <a:xfrm>
              <a:off x="1529814" y="5476135"/>
              <a:ext cx="585751" cy="4308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prstClr val="white"/>
                  </a:solidFill>
                  <a:effectLst/>
                  <a:uLnTx/>
                  <a:uFillTx/>
                  <a:latin typeface="Gisha" panose="020B0502040204020203" pitchFamily="34" charset="-79"/>
                  <a:ea typeface="+mn-ea"/>
                  <a:cs typeface="Gisha" panose="020B0502040204020203" pitchFamily="34" charset="-79"/>
                </a:rPr>
                <a:t>Cart return</a:t>
              </a:r>
            </a:p>
          </p:txBody>
        </p:sp>
        <p:grpSp>
          <p:nvGrpSpPr>
            <p:cNvPr id="20" name="Group 19">
              <a:extLst>
                <a:ext uri="{FF2B5EF4-FFF2-40B4-BE49-F238E27FC236}">
                  <a16:creationId xmlns:a16="http://schemas.microsoft.com/office/drawing/2014/main" id="{EE464501-0A4B-4563-948A-07912AEAFC26}"/>
                </a:ext>
              </a:extLst>
            </p:cNvPr>
            <p:cNvGrpSpPr/>
            <p:nvPr/>
          </p:nvGrpSpPr>
          <p:grpSpPr>
            <a:xfrm>
              <a:off x="1756687" y="6456747"/>
              <a:ext cx="2360365" cy="116075"/>
              <a:chOff x="2173764" y="6096304"/>
              <a:chExt cx="3501514" cy="164592"/>
            </a:xfrm>
            <a:solidFill>
              <a:schemeClr val="accent1"/>
            </a:solidFill>
          </p:grpSpPr>
          <p:sp>
            <p:nvSpPr>
              <p:cNvPr id="24" name="Rectangle: Rounded Corners 23">
                <a:extLst>
                  <a:ext uri="{FF2B5EF4-FFF2-40B4-BE49-F238E27FC236}">
                    <a16:creationId xmlns:a16="http://schemas.microsoft.com/office/drawing/2014/main" id="{3B2B1A46-78A3-45D1-A933-1099F6B4AB95}"/>
                  </a:ext>
                </a:extLst>
              </p:cNvPr>
              <p:cNvSpPr/>
              <p:nvPr/>
            </p:nvSpPr>
            <p:spPr>
              <a:xfrm>
                <a:off x="2173764"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44035163-1D6E-45B7-B04E-5504E948CDE2}"/>
                  </a:ext>
                </a:extLst>
              </p:cNvPr>
              <p:cNvSpPr/>
              <p:nvPr/>
            </p:nvSpPr>
            <p:spPr>
              <a:xfrm>
                <a:off x="2855009"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3EAB29C6-CBD8-47C8-955E-7B4096C442AB}"/>
                  </a:ext>
                </a:extLst>
              </p:cNvPr>
              <p:cNvSpPr/>
              <p:nvPr/>
            </p:nvSpPr>
            <p:spPr>
              <a:xfrm>
                <a:off x="3536254"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CB39AE84-ED21-45D4-8AF2-0E597FF6FC44}"/>
                  </a:ext>
                </a:extLst>
              </p:cNvPr>
              <p:cNvSpPr/>
              <p:nvPr/>
            </p:nvSpPr>
            <p:spPr>
              <a:xfrm>
                <a:off x="4217499"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88C9AE5C-C4B6-437F-96FF-2C74CE2D6A6F}"/>
                  </a:ext>
                </a:extLst>
              </p:cNvPr>
              <p:cNvSpPr/>
              <p:nvPr/>
            </p:nvSpPr>
            <p:spPr>
              <a:xfrm>
                <a:off x="5579989"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02E6C8A4-89AA-4ED0-B599-706EDE5D5778}"/>
                  </a:ext>
                </a:extLst>
              </p:cNvPr>
              <p:cNvSpPr/>
              <p:nvPr/>
            </p:nvSpPr>
            <p:spPr>
              <a:xfrm>
                <a:off x="4898744"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13CB1557-3CAF-4FB3-BF6A-A7B385325B7F}"/>
                </a:ext>
              </a:extLst>
            </p:cNvPr>
            <p:cNvGrpSpPr/>
            <p:nvPr/>
          </p:nvGrpSpPr>
          <p:grpSpPr>
            <a:xfrm>
              <a:off x="1756687" y="5915637"/>
              <a:ext cx="2360365" cy="116075"/>
              <a:chOff x="2173764" y="6096304"/>
              <a:chExt cx="3501514" cy="164592"/>
            </a:xfrm>
            <a:solidFill>
              <a:schemeClr val="accent1"/>
            </a:solidFill>
          </p:grpSpPr>
          <p:sp>
            <p:nvSpPr>
              <p:cNvPr id="32" name="Rectangle: Rounded Corners 31">
                <a:extLst>
                  <a:ext uri="{FF2B5EF4-FFF2-40B4-BE49-F238E27FC236}">
                    <a16:creationId xmlns:a16="http://schemas.microsoft.com/office/drawing/2014/main" id="{5F951597-CF2D-448C-9FBF-BDCB33BA0803}"/>
                  </a:ext>
                </a:extLst>
              </p:cNvPr>
              <p:cNvSpPr/>
              <p:nvPr/>
            </p:nvSpPr>
            <p:spPr>
              <a:xfrm>
                <a:off x="2173764"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1FD99D55-BA5D-4ED9-9847-609DB79ECD98}"/>
                  </a:ext>
                </a:extLst>
              </p:cNvPr>
              <p:cNvSpPr/>
              <p:nvPr/>
            </p:nvSpPr>
            <p:spPr>
              <a:xfrm>
                <a:off x="2855009"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3AD7B157-C32C-4F6F-8F50-B1ECF13DE880}"/>
                  </a:ext>
                </a:extLst>
              </p:cNvPr>
              <p:cNvSpPr/>
              <p:nvPr/>
            </p:nvSpPr>
            <p:spPr>
              <a:xfrm>
                <a:off x="3536254"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B41992FE-E576-42FE-9960-8DE40A10BE30}"/>
                  </a:ext>
                </a:extLst>
              </p:cNvPr>
              <p:cNvSpPr/>
              <p:nvPr/>
            </p:nvSpPr>
            <p:spPr>
              <a:xfrm>
                <a:off x="4217499"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A86FEE1C-3DAA-484D-886E-3B3AC3654B65}"/>
                  </a:ext>
                </a:extLst>
              </p:cNvPr>
              <p:cNvSpPr/>
              <p:nvPr/>
            </p:nvSpPr>
            <p:spPr>
              <a:xfrm>
                <a:off x="5579989"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E9675E5C-7E64-4FC7-BA99-44C0DF790275}"/>
                  </a:ext>
                </a:extLst>
              </p:cNvPr>
              <p:cNvSpPr/>
              <p:nvPr/>
            </p:nvSpPr>
            <p:spPr>
              <a:xfrm>
                <a:off x="4898744"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7D2055ED-9F81-4F41-8E5C-457E894F5253}"/>
                </a:ext>
              </a:extLst>
            </p:cNvPr>
            <p:cNvGrpSpPr/>
            <p:nvPr/>
          </p:nvGrpSpPr>
          <p:grpSpPr>
            <a:xfrm>
              <a:off x="1756687" y="5374526"/>
              <a:ext cx="2360365" cy="116075"/>
              <a:chOff x="2173764" y="6096304"/>
              <a:chExt cx="3501514" cy="164592"/>
            </a:xfrm>
            <a:solidFill>
              <a:schemeClr val="accent1"/>
            </a:solidFill>
          </p:grpSpPr>
          <p:sp>
            <p:nvSpPr>
              <p:cNvPr id="39" name="Rectangle: Rounded Corners 38">
                <a:extLst>
                  <a:ext uri="{FF2B5EF4-FFF2-40B4-BE49-F238E27FC236}">
                    <a16:creationId xmlns:a16="http://schemas.microsoft.com/office/drawing/2014/main" id="{1A4749FC-7F7D-49BB-A862-F5BFA39D1E62}"/>
                  </a:ext>
                </a:extLst>
              </p:cNvPr>
              <p:cNvSpPr/>
              <p:nvPr/>
            </p:nvSpPr>
            <p:spPr>
              <a:xfrm>
                <a:off x="2173764"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id="{8139F4A1-2B30-43AF-B142-1ADD78776CCA}"/>
                  </a:ext>
                </a:extLst>
              </p:cNvPr>
              <p:cNvSpPr/>
              <p:nvPr/>
            </p:nvSpPr>
            <p:spPr>
              <a:xfrm>
                <a:off x="2855009"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Rounded Corners 40">
                <a:extLst>
                  <a:ext uri="{FF2B5EF4-FFF2-40B4-BE49-F238E27FC236}">
                    <a16:creationId xmlns:a16="http://schemas.microsoft.com/office/drawing/2014/main" id="{037F4449-C68D-4F8B-BD33-17DC9023E775}"/>
                  </a:ext>
                </a:extLst>
              </p:cNvPr>
              <p:cNvSpPr/>
              <p:nvPr/>
            </p:nvSpPr>
            <p:spPr>
              <a:xfrm>
                <a:off x="3536254"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Rounded Corners 41">
                <a:extLst>
                  <a:ext uri="{FF2B5EF4-FFF2-40B4-BE49-F238E27FC236}">
                    <a16:creationId xmlns:a16="http://schemas.microsoft.com/office/drawing/2014/main" id="{0DD9B9C5-D832-491B-AAEA-6CF73B52CC22}"/>
                  </a:ext>
                </a:extLst>
              </p:cNvPr>
              <p:cNvSpPr/>
              <p:nvPr/>
            </p:nvSpPr>
            <p:spPr>
              <a:xfrm>
                <a:off x="4217499"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Rounded Corners 42">
                <a:extLst>
                  <a:ext uri="{FF2B5EF4-FFF2-40B4-BE49-F238E27FC236}">
                    <a16:creationId xmlns:a16="http://schemas.microsoft.com/office/drawing/2014/main" id="{43323835-51F2-4F11-A47A-C2AC96F218F0}"/>
                  </a:ext>
                </a:extLst>
              </p:cNvPr>
              <p:cNvSpPr/>
              <p:nvPr/>
            </p:nvSpPr>
            <p:spPr>
              <a:xfrm>
                <a:off x="5579989"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Rounded Corners 43">
                <a:extLst>
                  <a:ext uri="{FF2B5EF4-FFF2-40B4-BE49-F238E27FC236}">
                    <a16:creationId xmlns:a16="http://schemas.microsoft.com/office/drawing/2014/main" id="{E4DF2AF2-3BBF-4163-B6A1-61D3130ECCF0}"/>
                  </a:ext>
                </a:extLst>
              </p:cNvPr>
              <p:cNvSpPr/>
              <p:nvPr/>
            </p:nvSpPr>
            <p:spPr>
              <a:xfrm>
                <a:off x="4898744"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TextBox 44">
              <a:extLst>
                <a:ext uri="{FF2B5EF4-FFF2-40B4-BE49-F238E27FC236}">
                  <a16:creationId xmlns:a16="http://schemas.microsoft.com/office/drawing/2014/main" id="{F71C5C78-2D9F-4BBC-B567-77CE182ECEAB}"/>
                </a:ext>
              </a:extLst>
            </p:cNvPr>
            <p:cNvSpPr txBox="1"/>
            <p:nvPr/>
          </p:nvSpPr>
          <p:spPr>
            <a:xfrm>
              <a:off x="5249577" y="4981236"/>
              <a:ext cx="1469277"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prstClr val="white"/>
                  </a:solidFill>
                  <a:effectLst/>
                  <a:uLnTx/>
                  <a:uFillTx/>
                  <a:latin typeface="Gisha" panose="020B0502040204020203" pitchFamily="34" charset="-79"/>
                  <a:ea typeface="+mn-ea"/>
                  <a:cs typeface="Gisha" panose="020B0502040204020203" pitchFamily="34" charset="-79"/>
                </a:rPr>
                <a:t>Parking Zone 2</a:t>
              </a:r>
            </a:p>
          </p:txBody>
        </p:sp>
        <p:grpSp>
          <p:nvGrpSpPr>
            <p:cNvPr id="47" name="Group 46">
              <a:extLst>
                <a:ext uri="{FF2B5EF4-FFF2-40B4-BE49-F238E27FC236}">
                  <a16:creationId xmlns:a16="http://schemas.microsoft.com/office/drawing/2014/main" id="{795AA20A-C1FB-4020-92FC-0853890EC38F}"/>
                </a:ext>
              </a:extLst>
            </p:cNvPr>
            <p:cNvGrpSpPr/>
            <p:nvPr/>
          </p:nvGrpSpPr>
          <p:grpSpPr>
            <a:xfrm>
              <a:off x="4753793" y="6459083"/>
              <a:ext cx="2360365" cy="116075"/>
              <a:chOff x="2173764" y="6096304"/>
              <a:chExt cx="3501514" cy="164592"/>
            </a:xfrm>
            <a:solidFill>
              <a:schemeClr val="accent1"/>
            </a:solidFill>
          </p:grpSpPr>
          <p:sp>
            <p:nvSpPr>
              <p:cNvPr id="48" name="Rectangle: Rounded Corners 47">
                <a:extLst>
                  <a:ext uri="{FF2B5EF4-FFF2-40B4-BE49-F238E27FC236}">
                    <a16:creationId xmlns:a16="http://schemas.microsoft.com/office/drawing/2014/main" id="{2D431AEC-7AC9-44DA-8451-702DFAB46E39}"/>
                  </a:ext>
                </a:extLst>
              </p:cNvPr>
              <p:cNvSpPr/>
              <p:nvPr/>
            </p:nvSpPr>
            <p:spPr>
              <a:xfrm>
                <a:off x="2173764"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DA5852DB-684A-42CA-A4FA-3406174DEF6B}"/>
                  </a:ext>
                </a:extLst>
              </p:cNvPr>
              <p:cNvSpPr/>
              <p:nvPr/>
            </p:nvSpPr>
            <p:spPr>
              <a:xfrm>
                <a:off x="2855009"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Rounded Corners 49">
                <a:extLst>
                  <a:ext uri="{FF2B5EF4-FFF2-40B4-BE49-F238E27FC236}">
                    <a16:creationId xmlns:a16="http://schemas.microsoft.com/office/drawing/2014/main" id="{F5A84DA1-2865-472E-9BF6-0739D4769428}"/>
                  </a:ext>
                </a:extLst>
              </p:cNvPr>
              <p:cNvSpPr/>
              <p:nvPr/>
            </p:nvSpPr>
            <p:spPr>
              <a:xfrm>
                <a:off x="3536254"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Rounded Corners 50">
                <a:extLst>
                  <a:ext uri="{FF2B5EF4-FFF2-40B4-BE49-F238E27FC236}">
                    <a16:creationId xmlns:a16="http://schemas.microsoft.com/office/drawing/2014/main" id="{388E49CA-EFF8-4DD5-8D8E-9415E5EF5556}"/>
                  </a:ext>
                </a:extLst>
              </p:cNvPr>
              <p:cNvSpPr/>
              <p:nvPr/>
            </p:nvSpPr>
            <p:spPr>
              <a:xfrm>
                <a:off x="4217499"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Rounded Corners 51">
                <a:extLst>
                  <a:ext uri="{FF2B5EF4-FFF2-40B4-BE49-F238E27FC236}">
                    <a16:creationId xmlns:a16="http://schemas.microsoft.com/office/drawing/2014/main" id="{A48B92E5-61B9-421A-B499-496D6AC4E261}"/>
                  </a:ext>
                </a:extLst>
              </p:cNvPr>
              <p:cNvSpPr/>
              <p:nvPr/>
            </p:nvSpPr>
            <p:spPr>
              <a:xfrm>
                <a:off x="5579989"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Rounded Corners 52">
                <a:extLst>
                  <a:ext uri="{FF2B5EF4-FFF2-40B4-BE49-F238E27FC236}">
                    <a16:creationId xmlns:a16="http://schemas.microsoft.com/office/drawing/2014/main" id="{F9A7B185-6B7B-4CA6-AA8B-0FE5CA594D39}"/>
                  </a:ext>
                </a:extLst>
              </p:cNvPr>
              <p:cNvSpPr/>
              <p:nvPr/>
            </p:nvSpPr>
            <p:spPr>
              <a:xfrm>
                <a:off x="4898744"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a:extLst>
                <a:ext uri="{FF2B5EF4-FFF2-40B4-BE49-F238E27FC236}">
                  <a16:creationId xmlns:a16="http://schemas.microsoft.com/office/drawing/2014/main" id="{3ACFE4CD-7B9E-435D-85B7-5828DED0C637}"/>
                </a:ext>
              </a:extLst>
            </p:cNvPr>
            <p:cNvGrpSpPr/>
            <p:nvPr/>
          </p:nvGrpSpPr>
          <p:grpSpPr>
            <a:xfrm>
              <a:off x="4753793" y="5917973"/>
              <a:ext cx="2360365" cy="116075"/>
              <a:chOff x="2173764" y="6096304"/>
              <a:chExt cx="3501514" cy="164592"/>
            </a:xfrm>
            <a:solidFill>
              <a:schemeClr val="accent1"/>
            </a:solidFill>
          </p:grpSpPr>
          <p:sp>
            <p:nvSpPr>
              <p:cNvPr id="55" name="Rectangle: Rounded Corners 54">
                <a:extLst>
                  <a:ext uri="{FF2B5EF4-FFF2-40B4-BE49-F238E27FC236}">
                    <a16:creationId xmlns:a16="http://schemas.microsoft.com/office/drawing/2014/main" id="{08EA4031-54D9-4876-9B9A-233BF4D0A731}"/>
                  </a:ext>
                </a:extLst>
              </p:cNvPr>
              <p:cNvSpPr/>
              <p:nvPr/>
            </p:nvSpPr>
            <p:spPr>
              <a:xfrm>
                <a:off x="2173764"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Rounded Corners 55">
                <a:extLst>
                  <a:ext uri="{FF2B5EF4-FFF2-40B4-BE49-F238E27FC236}">
                    <a16:creationId xmlns:a16="http://schemas.microsoft.com/office/drawing/2014/main" id="{B599F227-7838-4920-994A-F714F5F1F028}"/>
                  </a:ext>
                </a:extLst>
              </p:cNvPr>
              <p:cNvSpPr/>
              <p:nvPr/>
            </p:nvSpPr>
            <p:spPr>
              <a:xfrm>
                <a:off x="2855009"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Rounded Corners 56">
                <a:extLst>
                  <a:ext uri="{FF2B5EF4-FFF2-40B4-BE49-F238E27FC236}">
                    <a16:creationId xmlns:a16="http://schemas.microsoft.com/office/drawing/2014/main" id="{49909F99-B10C-451F-A481-21802502FC30}"/>
                  </a:ext>
                </a:extLst>
              </p:cNvPr>
              <p:cNvSpPr/>
              <p:nvPr/>
            </p:nvSpPr>
            <p:spPr>
              <a:xfrm>
                <a:off x="3536254"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Rounded Corners 57">
                <a:extLst>
                  <a:ext uri="{FF2B5EF4-FFF2-40B4-BE49-F238E27FC236}">
                    <a16:creationId xmlns:a16="http://schemas.microsoft.com/office/drawing/2014/main" id="{5A1609F3-1F01-42B1-ABF9-85002E01FA29}"/>
                  </a:ext>
                </a:extLst>
              </p:cNvPr>
              <p:cNvSpPr/>
              <p:nvPr/>
            </p:nvSpPr>
            <p:spPr>
              <a:xfrm>
                <a:off x="4217499"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Rounded Corners 58">
                <a:extLst>
                  <a:ext uri="{FF2B5EF4-FFF2-40B4-BE49-F238E27FC236}">
                    <a16:creationId xmlns:a16="http://schemas.microsoft.com/office/drawing/2014/main" id="{B5623C74-06C5-4C17-A37C-0123AB115116}"/>
                  </a:ext>
                </a:extLst>
              </p:cNvPr>
              <p:cNvSpPr/>
              <p:nvPr/>
            </p:nvSpPr>
            <p:spPr>
              <a:xfrm>
                <a:off x="5579989"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Rounded Corners 59">
                <a:extLst>
                  <a:ext uri="{FF2B5EF4-FFF2-40B4-BE49-F238E27FC236}">
                    <a16:creationId xmlns:a16="http://schemas.microsoft.com/office/drawing/2014/main" id="{44F80A73-BC44-4F67-949E-2F021CFAC140}"/>
                  </a:ext>
                </a:extLst>
              </p:cNvPr>
              <p:cNvSpPr/>
              <p:nvPr/>
            </p:nvSpPr>
            <p:spPr>
              <a:xfrm>
                <a:off x="4898744"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47885791-BC25-4CA4-903A-0CE5CF31D83A}"/>
                </a:ext>
              </a:extLst>
            </p:cNvPr>
            <p:cNvGrpSpPr/>
            <p:nvPr/>
          </p:nvGrpSpPr>
          <p:grpSpPr>
            <a:xfrm>
              <a:off x="4753793" y="5376862"/>
              <a:ext cx="2360365" cy="116075"/>
              <a:chOff x="2173764" y="6096304"/>
              <a:chExt cx="3501514" cy="164592"/>
            </a:xfrm>
            <a:solidFill>
              <a:schemeClr val="accent1"/>
            </a:solidFill>
          </p:grpSpPr>
          <p:sp>
            <p:nvSpPr>
              <p:cNvPr id="62" name="Rectangle: Rounded Corners 61">
                <a:extLst>
                  <a:ext uri="{FF2B5EF4-FFF2-40B4-BE49-F238E27FC236}">
                    <a16:creationId xmlns:a16="http://schemas.microsoft.com/office/drawing/2014/main" id="{5DED389B-C619-46D5-B542-02198F2C7411}"/>
                  </a:ext>
                </a:extLst>
              </p:cNvPr>
              <p:cNvSpPr/>
              <p:nvPr/>
            </p:nvSpPr>
            <p:spPr>
              <a:xfrm>
                <a:off x="2173764"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Rounded Corners 62">
                <a:extLst>
                  <a:ext uri="{FF2B5EF4-FFF2-40B4-BE49-F238E27FC236}">
                    <a16:creationId xmlns:a16="http://schemas.microsoft.com/office/drawing/2014/main" id="{5C7202E6-8498-4241-B59F-544B94FEBE5C}"/>
                  </a:ext>
                </a:extLst>
              </p:cNvPr>
              <p:cNvSpPr/>
              <p:nvPr/>
            </p:nvSpPr>
            <p:spPr>
              <a:xfrm>
                <a:off x="2855009"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Rounded Corners 63">
                <a:extLst>
                  <a:ext uri="{FF2B5EF4-FFF2-40B4-BE49-F238E27FC236}">
                    <a16:creationId xmlns:a16="http://schemas.microsoft.com/office/drawing/2014/main" id="{A46FC4DF-DE1C-4F62-950E-ED12E66D3CFD}"/>
                  </a:ext>
                </a:extLst>
              </p:cNvPr>
              <p:cNvSpPr/>
              <p:nvPr/>
            </p:nvSpPr>
            <p:spPr>
              <a:xfrm>
                <a:off x="3536254"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Rounded Corners 64">
                <a:extLst>
                  <a:ext uri="{FF2B5EF4-FFF2-40B4-BE49-F238E27FC236}">
                    <a16:creationId xmlns:a16="http://schemas.microsoft.com/office/drawing/2014/main" id="{58265CD4-8A54-4A22-A179-B5CDFC9618CF}"/>
                  </a:ext>
                </a:extLst>
              </p:cNvPr>
              <p:cNvSpPr/>
              <p:nvPr/>
            </p:nvSpPr>
            <p:spPr>
              <a:xfrm>
                <a:off x="4217499"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Rounded Corners 65">
                <a:extLst>
                  <a:ext uri="{FF2B5EF4-FFF2-40B4-BE49-F238E27FC236}">
                    <a16:creationId xmlns:a16="http://schemas.microsoft.com/office/drawing/2014/main" id="{2D68ADFD-54A1-4BEF-9342-02E243257D30}"/>
                  </a:ext>
                </a:extLst>
              </p:cNvPr>
              <p:cNvSpPr/>
              <p:nvPr/>
            </p:nvSpPr>
            <p:spPr>
              <a:xfrm>
                <a:off x="5579989"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Rounded Corners 66">
                <a:extLst>
                  <a:ext uri="{FF2B5EF4-FFF2-40B4-BE49-F238E27FC236}">
                    <a16:creationId xmlns:a16="http://schemas.microsoft.com/office/drawing/2014/main" id="{ED17BAB6-EFA9-4F82-9EA8-B8E7B858AD6E}"/>
                  </a:ext>
                </a:extLst>
              </p:cNvPr>
              <p:cNvSpPr/>
              <p:nvPr/>
            </p:nvSpPr>
            <p:spPr>
              <a:xfrm>
                <a:off x="4898744" y="6096304"/>
                <a:ext cx="95289" cy="16459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9" name="Straight Arrow Connector 68">
              <a:extLst>
                <a:ext uri="{FF2B5EF4-FFF2-40B4-BE49-F238E27FC236}">
                  <a16:creationId xmlns:a16="http://schemas.microsoft.com/office/drawing/2014/main" id="{C6BA5412-A32C-4871-8DE0-93C17B396F88}"/>
                </a:ext>
              </a:extLst>
            </p:cNvPr>
            <p:cNvCxnSpPr>
              <a:cxnSpLocks/>
              <a:stCxn id="5" idx="2"/>
            </p:cNvCxnSpPr>
            <p:nvPr/>
          </p:nvCxnSpPr>
          <p:spPr>
            <a:xfrm>
              <a:off x="2762666" y="4388767"/>
              <a:ext cx="0" cy="590133"/>
            </a:xfrm>
            <a:prstGeom prst="straightConnector1">
              <a:avLst/>
            </a:prstGeom>
            <a:ln w="19050">
              <a:solidFill>
                <a:schemeClr val="bg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954CAC09-25DA-4572-8D30-38F270ED5AA7}"/>
                </a:ext>
              </a:extLst>
            </p:cNvPr>
            <p:cNvCxnSpPr>
              <a:cxnSpLocks/>
              <a:stCxn id="14" idx="2"/>
            </p:cNvCxnSpPr>
            <p:nvPr/>
          </p:nvCxnSpPr>
          <p:spPr>
            <a:xfrm>
              <a:off x="6003403" y="4388767"/>
              <a:ext cx="0" cy="536395"/>
            </a:xfrm>
            <a:prstGeom prst="straightConnector1">
              <a:avLst/>
            </a:prstGeom>
            <a:ln w="19050">
              <a:solidFill>
                <a:schemeClr val="bg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41B40E7F-3E76-4E87-9D04-F41D2A832DE7}"/>
                </a:ext>
              </a:extLst>
            </p:cNvPr>
            <p:cNvCxnSpPr>
              <a:cxnSpLocks/>
            </p:cNvCxnSpPr>
            <p:nvPr/>
          </p:nvCxnSpPr>
          <p:spPr>
            <a:xfrm flipH="1">
              <a:off x="2762667" y="3357034"/>
              <a:ext cx="1113972" cy="311781"/>
            </a:xfrm>
            <a:prstGeom prst="straightConnector1">
              <a:avLst/>
            </a:prstGeom>
            <a:ln w="19050">
              <a:solidFill>
                <a:schemeClr val="bg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4881E7C0-D920-4319-A517-0B6E7C92211A}"/>
                </a:ext>
              </a:extLst>
            </p:cNvPr>
            <p:cNvCxnSpPr>
              <a:cxnSpLocks/>
            </p:cNvCxnSpPr>
            <p:nvPr/>
          </p:nvCxnSpPr>
          <p:spPr>
            <a:xfrm flipH="1" flipV="1">
              <a:off x="4785910" y="3357034"/>
              <a:ext cx="1217494" cy="354745"/>
            </a:xfrm>
            <a:prstGeom prst="straightConnector1">
              <a:avLst/>
            </a:prstGeom>
            <a:ln w="19050">
              <a:solidFill>
                <a:schemeClr val="bg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C1C5DD7A-024D-4EAE-9F6C-650D408365D2}"/>
                </a:ext>
              </a:extLst>
            </p:cNvPr>
            <p:cNvSpPr txBox="1"/>
            <p:nvPr/>
          </p:nvSpPr>
          <p:spPr>
            <a:xfrm>
              <a:off x="4052818" y="3443357"/>
              <a:ext cx="652743" cy="261610"/>
            </a:xfrm>
            <a:prstGeom prst="rect">
              <a:avLst/>
            </a:prstGeom>
            <a:noFill/>
          </p:spPr>
          <p:txBody>
            <a:bodyPr wrap="none" rtlCol="0">
              <a:spAutoFit/>
            </a:bodyPr>
            <a:lstStyle/>
            <a:p>
              <a:pPr algn="l"/>
              <a:r>
                <a:rPr lang="en-US" sz="1100" b="0" i="0" dirty="0">
                  <a:solidFill>
                    <a:schemeClr val="bg1"/>
                  </a:solidFill>
                  <a:effectLst/>
                  <a:latin typeface="Gisha" panose="020B0502040204020203" pitchFamily="34" charset="-79"/>
                  <a:cs typeface="Gisha" panose="020B0502040204020203" pitchFamily="34" charset="-79"/>
                </a:rPr>
                <a:t>in store</a:t>
              </a:r>
            </a:p>
          </p:txBody>
        </p:sp>
      </p:grpSp>
      <p:sp>
        <p:nvSpPr>
          <p:cNvPr id="116" name="TextBox 115">
            <a:extLst>
              <a:ext uri="{FF2B5EF4-FFF2-40B4-BE49-F238E27FC236}">
                <a16:creationId xmlns:a16="http://schemas.microsoft.com/office/drawing/2014/main" id="{CE1D7684-0874-48AF-9702-B37C187EE87B}"/>
              </a:ext>
            </a:extLst>
          </p:cNvPr>
          <p:cNvSpPr txBox="1"/>
          <p:nvPr/>
        </p:nvSpPr>
        <p:spPr>
          <a:xfrm>
            <a:off x="170879" y="5008261"/>
            <a:ext cx="998287" cy="307777"/>
          </a:xfrm>
          <a:prstGeom prst="rect">
            <a:avLst/>
          </a:prstGeom>
          <a:noFill/>
        </p:spPr>
        <p:txBody>
          <a:bodyPr wrap="none" rtlCol="0">
            <a:spAutoFit/>
          </a:bodyPr>
          <a:lstStyle/>
          <a:p>
            <a:pPr algn="l"/>
            <a:r>
              <a:rPr lang="en-US" sz="1400" b="1" i="1" dirty="0">
                <a:solidFill>
                  <a:srgbClr val="96D642"/>
                </a:solidFill>
                <a:effectLst/>
                <a:latin typeface="Gisha" panose="020B0502040204020203" pitchFamily="34" charset="-79"/>
                <a:cs typeface="Gisha" panose="020B0502040204020203" pitchFamily="34" charset="-79"/>
              </a:rPr>
              <a:t>Customer</a:t>
            </a:r>
          </a:p>
        </p:txBody>
      </p:sp>
      <p:grpSp>
        <p:nvGrpSpPr>
          <p:cNvPr id="119" name="Group 118">
            <a:extLst>
              <a:ext uri="{FF2B5EF4-FFF2-40B4-BE49-F238E27FC236}">
                <a16:creationId xmlns:a16="http://schemas.microsoft.com/office/drawing/2014/main" id="{E92B6A84-FB15-4AB2-AD7B-E6564F969F3D}"/>
              </a:ext>
            </a:extLst>
          </p:cNvPr>
          <p:cNvGrpSpPr/>
          <p:nvPr/>
        </p:nvGrpSpPr>
        <p:grpSpPr>
          <a:xfrm>
            <a:off x="6523004" y="6062815"/>
            <a:ext cx="5373032" cy="489127"/>
            <a:chOff x="6105564" y="6062815"/>
            <a:chExt cx="5373032" cy="489127"/>
          </a:xfrm>
        </p:grpSpPr>
        <p:sp>
          <p:nvSpPr>
            <p:cNvPr id="107" name="Rectangle 106">
              <a:extLst>
                <a:ext uri="{FF2B5EF4-FFF2-40B4-BE49-F238E27FC236}">
                  <a16:creationId xmlns:a16="http://schemas.microsoft.com/office/drawing/2014/main" id="{13C7FD70-E947-4A3F-A1B9-F53CDC4BAE42}"/>
                </a:ext>
              </a:extLst>
            </p:cNvPr>
            <p:cNvSpPr/>
            <p:nvPr/>
          </p:nvSpPr>
          <p:spPr>
            <a:xfrm>
              <a:off x="8342442" y="6062815"/>
              <a:ext cx="1360714" cy="48912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Collects carts</a:t>
              </a:r>
            </a:p>
          </p:txBody>
        </p:sp>
        <p:sp>
          <p:nvSpPr>
            <p:cNvPr id="108" name="Rectangle 107">
              <a:extLst>
                <a:ext uri="{FF2B5EF4-FFF2-40B4-BE49-F238E27FC236}">
                  <a16:creationId xmlns:a16="http://schemas.microsoft.com/office/drawing/2014/main" id="{A8EC2DA3-6777-4B1C-B51E-A8447CD5E914}"/>
                </a:ext>
              </a:extLst>
            </p:cNvPr>
            <p:cNvSpPr/>
            <p:nvPr/>
          </p:nvSpPr>
          <p:spPr>
            <a:xfrm>
              <a:off x="10117882" y="6062815"/>
              <a:ext cx="1360714" cy="48912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Returns to Entrance</a:t>
              </a:r>
            </a:p>
          </p:txBody>
        </p:sp>
        <p:cxnSp>
          <p:nvCxnSpPr>
            <p:cNvPr id="109" name="Straight Arrow Connector 108">
              <a:extLst>
                <a:ext uri="{FF2B5EF4-FFF2-40B4-BE49-F238E27FC236}">
                  <a16:creationId xmlns:a16="http://schemas.microsoft.com/office/drawing/2014/main" id="{75404FD8-7CFF-4A94-8EC7-2BC153A84B3F}"/>
                </a:ext>
              </a:extLst>
            </p:cNvPr>
            <p:cNvCxnSpPr>
              <a:cxnSpLocks/>
              <a:stCxn id="107" idx="3"/>
              <a:endCxn id="108" idx="1"/>
            </p:cNvCxnSpPr>
            <p:nvPr/>
          </p:nvCxnSpPr>
          <p:spPr>
            <a:xfrm>
              <a:off x="9703156" y="6307379"/>
              <a:ext cx="41472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370D1D29-1D09-40B0-846C-05F771310F6B}"/>
                </a:ext>
              </a:extLst>
            </p:cNvPr>
            <p:cNvSpPr txBox="1"/>
            <p:nvPr/>
          </p:nvSpPr>
          <p:spPr>
            <a:xfrm>
              <a:off x="6105564" y="6153489"/>
              <a:ext cx="2231508" cy="307777"/>
            </a:xfrm>
            <a:prstGeom prst="rect">
              <a:avLst/>
            </a:prstGeom>
            <a:noFill/>
          </p:spPr>
          <p:txBody>
            <a:bodyPr wrap="none" rtlCol="0">
              <a:spAutoFit/>
            </a:bodyPr>
            <a:lstStyle/>
            <a:p>
              <a:pPr algn="l"/>
              <a:r>
                <a:rPr lang="en-US" sz="1400" b="1" i="1" dirty="0">
                  <a:solidFill>
                    <a:srgbClr val="96D642"/>
                  </a:solidFill>
                  <a:latin typeface="Gisha" panose="020B0502040204020203" pitchFamily="34" charset="-79"/>
                  <a:cs typeface="Gisha" panose="020B0502040204020203" pitchFamily="34" charset="-79"/>
                </a:rPr>
                <a:t>“Cart Pusher” </a:t>
              </a:r>
              <a:r>
                <a:rPr lang="en-US" sz="1400" b="1" i="1" dirty="0">
                  <a:solidFill>
                    <a:srgbClr val="96D642"/>
                  </a:solidFill>
                  <a:effectLst/>
                  <a:latin typeface="Gisha" panose="020B0502040204020203" pitchFamily="34" charset="-79"/>
                  <a:cs typeface="Gisha" panose="020B0502040204020203" pitchFamily="34" charset="-79"/>
                </a:rPr>
                <a:t>Employee</a:t>
              </a:r>
            </a:p>
          </p:txBody>
        </p:sp>
      </p:grpSp>
    </p:spTree>
    <p:custDataLst>
      <p:tags r:id="rId1"/>
    </p:custDataLst>
    <p:extLst>
      <p:ext uri="{BB962C8B-B14F-4D97-AF65-F5344CB8AC3E}">
        <p14:creationId xmlns:p14="http://schemas.microsoft.com/office/powerpoint/2010/main" val="2724390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18" name="Title 3">
            <a:extLst>
              <a:ext uri="{FF2B5EF4-FFF2-40B4-BE49-F238E27FC236}">
                <a16:creationId xmlns:a16="http://schemas.microsoft.com/office/drawing/2014/main" id="{5A330CAA-DD1E-45F9-B8D5-C5FE7833A46D}"/>
              </a:ext>
            </a:extLst>
          </p:cNvPr>
          <p:cNvSpPr txBox="1">
            <a:spLocks/>
          </p:cNvSpPr>
          <p:nvPr/>
        </p:nvSpPr>
        <p:spPr>
          <a:xfrm>
            <a:off x="580572" y="168044"/>
            <a:ext cx="11030857" cy="7588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96D642"/>
                </a:solidFill>
                <a:effectLst/>
                <a:uLnTx/>
                <a:uFillTx/>
                <a:latin typeface="Gisha" panose="020B0502040204020203" pitchFamily="34" charset="-79"/>
                <a:ea typeface="+mj-ea"/>
                <a:cs typeface="Gisha" panose="020B0502040204020203" pitchFamily="34" charset="-79"/>
              </a:rPr>
              <a:t>Validity - Assumptions</a:t>
            </a:r>
          </a:p>
        </p:txBody>
      </p:sp>
      <p:sp>
        <p:nvSpPr>
          <p:cNvPr id="5" name="TextBox 4">
            <a:extLst>
              <a:ext uri="{FF2B5EF4-FFF2-40B4-BE49-F238E27FC236}">
                <a16:creationId xmlns:a16="http://schemas.microsoft.com/office/drawing/2014/main" id="{17587F6C-A429-4A5D-A23F-5C6BE01BD298}"/>
              </a:ext>
            </a:extLst>
          </p:cNvPr>
          <p:cNvSpPr txBox="1"/>
          <p:nvPr/>
        </p:nvSpPr>
        <p:spPr>
          <a:xfrm>
            <a:off x="1416114" y="1277724"/>
            <a:ext cx="9086851" cy="307777"/>
          </a:xfrm>
          <a:prstGeom prst="rect">
            <a:avLst/>
          </a:prstGeom>
          <a:noFill/>
        </p:spPr>
        <p:txBody>
          <a:bodyPr wrap="square">
            <a:spAutoFit/>
          </a:bodyPr>
          <a:lstStyle/>
          <a:p>
            <a:r>
              <a:rPr lang="en-US" sz="1400" b="0" i="0" dirty="0">
                <a:solidFill>
                  <a:schemeClr val="bg1"/>
                </a:solidFill>
                <a:effectLst/>
                <a:latin typeface="Gisha" panose="020B0502040204020203" pitchFamily="34" charset="-79"/>
                <a:cs typeface="Gisha" panose="020B0502040204020203" pitchFamily="34" charset="-79"/>
              </a:rPr>
              <a:t>Since Meijer is a privately held company a number of assumptions were made due to limited access to their data.</a:t>
            </a:r>
          </a:p>
        </p:txBody>
      </p:sp>
      <p:graphicFrame>
        <p:nvGraphicFramePr>
          <p:cNvPr id="6" name="Table 4">
            <a:extLst>
              <a:ext uri="{FF2B5EF4-FFF2-40B4-BE49-F238E27FC236}">
                <a16:creationId xmlns:a16="http://schemas.microsoft.com/office/drawing/2014/main" id="{47CEC705-09C0-4419-8FBB-F330D1AEDC56}"/>
              </a:ext>
            </a:extLst>
          </p:cNvPr>
          <p:cNvGraphicFramePr>
            <a:graphicFrameLocks noGrp="1"/>
          </p:cNvGraphicFramePr>
          <p:nvPr>
            <p:extLst>
              <p:ext uri="{D42A27DB-BD31-4B8C-83A1-F6EECF244321}">
                <p14:modId xmlns:p14="http://schemas.microsoft.com/office/powerpoint/2010/main" val="2971665858"/>
              </p:ext>
            </p:extLst>
          </p:nvPr>
        </p:nvGraphicFramePr>
        <p:xfrm>
          <a:off x="710263" y="1936356"/>
          <a:ext cx="10498554" cy="3972560"/>
        </p:xfrm>
        <a:graphic>
          <a:graphicData uri="http://schemas.openxmlformats.org/drawingml/2006/table">
            <a:tbl>
              <a:tblPr firstRow="1" bandRow="1">
                <a:tableStyleId>{5C22544A-7EE6-4342-B048-85BDC9FD1C3A}</a:tableStyleId>
              </a:tblPr>
              <a:tblGrid>
                <a:gridCol w="4267769">
                  <a:extLst>
                    <a:ext uri="{9D8B030D-6E8A-4147-A177-3AD203B41FA5}">
                      <a16:colId xmlns:a16="http://schemas.microsoft.com/office/drawing/2014/main" val="3031055252"/>
                    </a:ext>
                  </a:extLst>
                </a:gridCol>
                <a:gridCol w="6230785">
                  <a:extLst>
                    <a:ext uri="{9D8B030D-6E8A-4147-A177-3AD203B41FA5}">
                      <a16:colId xmlns:a16="http://schemas.microsoft.com/office/drawing/2014/main" val="2269131911"/>
                    </a:ext>
                  </a:extLst>
                </a:gridCol>
              </a:tblGrid>
              <a:tr h="370840">
                <a:tc>
                  <a:txBody>
                    <a:bodyPr/>
                    <a:lstStyle/>
                    <a:p>
                      <a:r>
                        <a:rPr lang="en-US" sz="1400" dirty="0">
                          <a:solidFill>
                            <a:schemeClr val="tx1"/>
                          </a:solidFill>
                        </a:rPr>
                        <a:t>Assumption</a:t>
                      </a:r>
                    </a:p>
                  </a:txBody>
                  <a:tcPr>
                    <a:lnB w="12700" cap="flat" cmpd="sng" algn="ctr">
                      <a:solidFill>
                        <a:schemeClr val="tx1"/>
                      </a:solidFill>
                      <a:prstDash val="solid"/>
                      <a:round/>
                      <a:headEnd type="none" w="med" len="med"/>
                      <a:tailEnd type="none" w="med" len="med"/>
                    </a:lnB>
                    <a:solidFill>
                      <a:srgbClr val="96D642"/>
                    </a:solidFill>
                  </a:tcPr>
                </a:tc>
                <a:tc>
                  <a:txBody>
                    <a:bodyPr/>
                    <a:lstStyle/>
                    <a:p>
                      <a:r>
                        <a:rPr lang="en-US" sz="1400" dirty="0">
                          <a:solidFill>
                            <a:schemeClr val="tx1"/>
                          </a:solidFill>
                        </a:rPr>
                        <a:t>Reasoning</a:t>
                      </a:r>
                    </a:p>
                  </a:txBody>
                  <a:tcPr>
                    <a:lnB w="12700" cap="flat" cmpd="sng" algn="ctr">
                      <a:solidFill>
                        <a:schemeClr val="tx1"/>
                      </a:solidFill>
                      <a:prstDash val="solid"/>
                      <a:round/>
                      <a:headEnd type="none" w="med" len="med"/>
                      <a:tailEnd type="none" w="med" len="med"/>
                    </a:lnB>
                    <a:solidFill>
                      <a:srgbClr val="96D642"/>
                    </a:solidFill>
                  </a:tcPr>
                </a:tc>
                <a:extLst>
                  <a:ext uri="{0D108BD9-81ED-4DB2-BD59-A6C34878D82A}">
                    <a16:rowId xmlns:a16="http://schemas.microsoft.com/office/drawing/2014/main" val="3319105320"/>
                  </a:ext>
                </a:extLst>
              </a:tr>
              <a:tr h="370840">
                <a:tc>
                  <a:txBody>
                    <a:bodyPr/>
                    <a:lstStyle/>
                    <a:p>
                      <a:r>
                        <a:rPr lang="en-US" sz="1400" dirty="0">
                          <a:solidFill>
                            <a:schemeClr val="tx1"/>
                          </a:solidFill>
                        </a:rPr>
                        <a:t>60% of customers enter the store via Entrance 1 and 40% via Entrance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rPr>
                        <a:t>Entrance 1 is where the grocery section is and in my walkthrough had a higher percentage of store traffic.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13314716"/>
                  </a:ext>
                </a:extLst>
              </a:tr>
              <a:tr h="370840">
                <a:tc>
                  <a:txBody>
                    <a:bodyPr/>
                    <a:lstStyle/>
                    <a:p>
                      <a:r>
                        <a:rPr lang="en-US" sz="1400" dirty="0">
                          <a:solidFill>
                            <a:schemeClr val="tx1"/>
                          </a:solidFill>
                        </a:rPr>
                        <a:t>Customers leave via the same entrance they entered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rPr>
                        <a:t>It would be unusual for a customer to exit an entrance not closest to their car.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79330027"/>
                  </a:ext>
                </a:extLst>
              </a:tr>
              <a:tr h="370840">
                <a:tc>
                  <a:txBody>
                    <a:bodyPr/>
                    <a:lstStyle/>
                    <a:p>
                      <a:r>
                        <a:rPr lang="en-US" sz="1400" dirty="0">
                          <a:solidFill>
                            <a:schemeClr val="tx1"/>
                          </a:solidFill>
                        </a:rPr>
                        <a:t>90% of customers take their cart to the car.  10% return the cart to the entrance they picked the cart up from.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rPr>
                        <a:t>Given the average basket size of $50, most customers have several bags, so it’s easiest to just wheel the cart out to their car.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555617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Each day at hour 0 (00:01 am), the system is reset to it’s initial state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rPr>
                        <a:t>Meijer is open 24 hours, so it makes sense to reset the cart count at each entrance and the parking lot.  Also, carts left in the parking lot at night are more subject to theft.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86867916"/>
                  </a:ext>
                </a:extLst>
              </a:tr>
              <a:tr h="370840">
                <a:tc>
                  <a:txBody>
                    <a:bodyPr/>
                    <a:lstStyle/>
                    <a:p>
                      <a:r>
                        <a:rPr lang="en-US" sz="1400" dirty="0">
                          <a:solidFill>
                            <a:schemeClr val="tx1"/>
                          </a:solidFill>
                        </a:rPr>
                        <a:t>There are always at least two “cart pusher” employees, but a max of three cart pushers.  They collect &amp; return carts to an entrance at the rate of 100 carts/hour (300 per hour is total capacity)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rPr>
                        <a:t>Meijer’s parking lots are large, so it makes sense to have at least one cart pusher for each entrance.  100 carts per hour might sound like a lot, but it does sound logical when stated as, “collect &amp; return 25 carts every 15 minutes”)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73593707"/>
                  </a:ext>
                </a:extLst>
              </a:tr>
              <a:tr h="370840">
                <a:tc>
                  <a:txBody>
                    <a:bodyPr/>
                    <a:lstStyle/>
                    <a:p>
                      <a:r>
                        <a:rPr lang="en-US" sz="1400" dirty="0">
                          <a:solidFill>
                            <a:schemeClr val="tx1"/>
                          </a:solidFill>
                        </a:rPr>
                        <a:t>The cart pushers help each other out to ensure carts are available at each entrance.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rPr>
                        <a:t>It’s logical to assume that the store does not want a cart pusher to be idle, while his peer falls behind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340584"/>
                  </a:ext>
                </a:extLst>
              </a:tr>
            </a:tbl>
          </a:graphicData>
        </a:graphic>
      </p:graphicFrame>
    </p:spTree>
    <p:extLst>
      <p:ext uri="{BB962C8B-B14F-4D97-AF65-F5344CB8AC3E}">
        <p14:creationId xmlns:p14="http://schemas.microsoft.com/office/powerpoint/2010/main" val="3407562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18" name="Title 3">
            <a:extLst>
              <a:ext uri="{FF2B5EF4-FFF2-40B4-BE49-F238E27FC236}">
                <a16:creationId xmlns:a16="http://schemas.microsoft.com/office/drawing/2014/main" id="{5A330CAA-DD1E-45F9-B8D5-C5FE7833A46D}"/>
              </a:ext>
            </a:extLst>
          </p:cNvPr>
          <p:cNvSpPr txBox="1">
            <a:spLocks/>
          </p:cNvSpPr>
          <p:nvPr/>
        </p:nvSpPr>
        <p:spPr>
          <a:xfrm>
            <a:off x="580572" y="168044"/>
            <a:ext cx="11030857" cy="7588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96D642"/>
                </a:solidFill>
                <a:effectLst/>
                <a:uLnTx/>
                <a:uFillTx/>
                <a:latin typeface="Gisha" panose="020B0502040204020203" pitchFamily="34" charset="-79"/>
                <a:ea typeface="+mj-ea"/>
                <a:cs typeface="Gisha" panose="020B0502040204020203" pitchFamily="34" charset="-79"/>
              </a:rPr>
              <a:t>Validity - Parameters</a:t>
            </a:r>
          </a:p>
        </p:txBody>
      </p:sp>
      <p:sp>
        <p:nvSpPr>
          <p:cNvPr id="3" name="TextBox 2">
            <a:extLst>
              <a:ext uri="{FF2B5EF4-FFF2-40B4-BE49-F238E27FC236}">
                <a16:creationId xmlns:a16="http://schemas.microsoft.com/office/drawing/2014/main" id="{25957E08-A707-4694-9B80-746A24CCB7AB}"/>
              </a:ext>
            </a:extLst>
          </p:cNvPr>
          <p:cNvSpPr txBox="1"/>
          <p:nvPr/>
        </p:nvSpPr>
        <p:spPr>
          <a:xfrm>
            <a:off x="1096173" y="1006227"/>
            <a:ext cx="9086851" cy="523220"/>
          </a:xfrm>
          <a:prstGeom prst="rect">
            <a:avLst/>
          </a:prstGeom>
          <a:noFill/>
        </p:spPr>
        <p:txBody>
          <a:bodyPr wrap="square">
            <a:spAutoFit/>
          </a:bodyPr>
          <a:lstStyle/>
          <a:p>
            <a:r>
              <a:rPr lang="en-US" sz="1400" b="0" i="0" dirty="0">
                <a:solidFill>
                  <a:schemeClr val="bg1"/>
                </a:solidFill>
                <a:effectLst/>
                <a:latin typeface="Gisha" panose="020B0502040204020203" pitchFamily="34" charset="-79"/>
                <a:cs typeface="Gisha" panose="020B0502040204020203" pitchFamily="34" charset="-79"/>
              </a:rPr>
              <a:t>Since Meijer is a privately held company a number of desired parameters for this model were not available due to limited access to their data.  Below are the parameters that were found online and those that were derived.</a:t>
            </a:r>
            <a:endParaRPr lang="en-US" sz="1400" dirty="0">
              <a:solidFill>
                <a:schemeClr val="bg1"/>
              </a:solidFill>
              <a:latin typeface="Gisha" panose="020B0502040204020203" pitchFamily="34" charset="-79"/>
              <a:cs typeface="Gisha" panose="020B0502040204020203" pitchFamily="34" charset="-79"/>
            </a:endParaRPr>
          </a:p>
        </p:txBody>
      </p:sp>
      <p:pic>
        <p:nvPicPr>
          <p:cNvPr id="6" name="Picture 5">
            <a:extLst>
              <a:ext uri="{FF2B5EF4-FFF2-40B4-BE49-F238E27FC236}">
                <a16:creationId xmlns:a16="http://schemas.microsoft.com/office/drawing/2014/main" id="{0098BFF1-81F4-4D3F-B35B-0DE3FFF366FA}"/>
              </a:ext>
            </a:extLst>
          </p:cNvPr>
          <p:cNvPicPr>
            <a:picLocks noChangeAspect="1"/>
          </p:cNvPicPr>
          <p:nvPr/>
        </p:nvPicPr>
        <p:blipFill>
          <a:blip r:embed="rId3"/>
          <a:stretch>
            <a:fillRect/>
          </a:stretch>
        </p:blipFill>
        <p:spPr>
          <a:xfrm>
            <a:off x="1096173" y="2047460"/>
            <a:ext cx="9762998" cy="4135599"/>
          </a:xfrm>
          <a:prstGeom prst="rect">
            <a:avLst/>
          </a:prstGeom>
        </p:spPr>
      </p:pic>
    </p:spTree>
    <p:extLst>
      <p:ext uri="{BB962C8B-B14F-4D97-AF65-F5344CB8AC3E}">
        <p14:creationId xmlns:p14="http://schemas.microsoft.com/office/powerpoint/2010/main" val="606379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7C1DD2-67F2-472C-BB25-5ECBEEA08597}"/>
              </a:ext>
            </a:extLst>
          </p:cNvPr>
          <p:cNvSpPr>
            <a:spLocks noGrp="1"/>
          </p:cNvSpPr>
          <p:nvPr>
            <p:ph type="sldNum" sz="quarter" idx="12"/>
          </p:nvPr>
        </p:nvSpPr>
        <p:spPr>
          <a:xfrm>
            <a:off x="8812627" y="6771037"/>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4FC6D2-A475-42D8-9478-B7141B87685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15" name="Title 3">
            <a:extLst>
              <a:ext uri="{FF2B5EF4-FFF2-40B4-BE49-F238E27FC236}">
                <a16:creationId xmlns:a16="http://schemas.microsoft.com/office/drawing/2014/main" id="{AE4EDC57-2BBE-4EC4-B4AE-DAF48D9B4E2A}"/>
              </a:ext>
            </a:extLst>
          </p:cNvPr>
          <p:cNvSpPr txBox="1">
            <a:spLocks/>
          </p:cNvSpPr>
          <p:nvPr/>
        </p:nvSpPr>
        <p:spPr>
          <a:xfrm>
            <a:off x="580572" y="168044"/>
            <a:ext cx="11030857" cy="7588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2B2EE"/>
                </a:solidFill>
                <a:effectLst/>
                <a:uLnTx/>
                <a:uFillTx/>
                <a:latin typeface="Gisha" panose="020B0502040204020203" pitchFamily="34" charset="-79"/>
                <a:ea typeface="+mj-ea"/>
                <a:cs typeface="Gisha" panose="020B0502040204020203" pitchFamily="34" charset="-79"/>
              </a:rPr>
              <a:t>Simulation/Iterations</a:t>
            </a:r>
          </a:p>
        </p:txBody>
      </p:sp>
      <p:sp>
        <p:nvSpPr>
          <p:cNvPr id="206" name="OTLSHAPE_TB_00000000000000000000000000000000_LeftEndCaps" hidden="1">
            <a:extLst>
              <a:ext uri="{FF2B5EF4-FFF2-40B4-BE49-F238E27FC236}">
                <a16:creationId xmlns:a16="http://schemas.microsoft.com/office/drawing/2014/main" id="{498B39AF-6085-4B88-86CD-C885D9D84BF1}"/>
              </a:ext>
            </a:extLst>
          </p:cNvPr>
          <p:cNvSpPr txBox="1"/>
          <p:nvPr>
            <p:custDataLst>
              <p:tags r:id="rId2"/>
            </p:custDataLst>
          </p:nvPr>
        </p:nvSpPr>
        <p:spPr>
          <a:xfrm>
            <a:off x="-221339"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EBA0A"/>
                </a:solidFill>
                <a:effectLst/>
                <a:uLnTx/>
                <a:uFillTx/>
                <a:latin typeface="Calibri" panose="020F0502020204030204" pitchFamily="34" charset="0"/>
                <a:ea typeface="+mn-ea"/>
                <a:cs typeface="+mn-cs"/>
              </a:rPr>
              <a:t>2021</a:t>
            </a:r>
          </a:p>
        </p:txBody>
      </p:sp>
      <p:sp>
        <p:nvSpPr>
          <p:cNvPr id="207" name="OTLSHAPE_TB_00000000000000000000000000000000_RightEndCaps" hidden="1">
            <a:extLst>
              <a:ext uri="{FF2B5EF4-FFF2-40B4-BE49-F238E27FC236}">
                <a16:creationId xmlns:a16="http://schemas.microsoft.com/office/drawing/2014/main" id="{9CB94177-4304-4203-970F-BC30B7B03A3C}"/>
              </a:ext>
            </a:extLst>
          </p:cNvPr>
          <p:cNvSpPr txBox="1"/>
          <p:nvPr>
            <p:custDataLst>
              <p:tags r:id="rId3"/>
            </p:custDataLst>
          </p:nvPr>
        </p:nvSpPr>
        <p:spPr>
          <a:xfrm>
            <a:off x="-221339"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EBA0A"/>
                </a:solidFill>
                <a:effectLst/>
                <a:uLnTx/>
                <a:uFillTx/>
                <a:latin typeface="Calibri" panose="020F0502020204030204" pitchFamily="34" charset="0"/>
                <a:ea typeface="+mn-ea"/>
                <a:cs typeface="+mn-cs"/>
              </a:rPr>
              <a:t>2021</a:t>
            </a:r>
          </a:p>
        </p:txBody>
      </p:sp>
      <p:sp>
        <p:nvSpPr>
          <p:cNvPr id="218" name="OTLSHAPE_TB_00000000000000000000000000000000_ElapsedTime" hidden="1">
            <a:extLst>
              <a:ext uri="{FF2B5EF4-FFF2-40B4-BE49-F238E27FC236}">
                <a16:creationId xmlns:a16="http://schemas.microsoft.com/office/drawing/2014/main" id="{6E30FEF6-4558-4BCD-B1AF-B5941127F741}"/>
              </a:ext>
            </a:extLst>
          </p:cNvPr>
          <p:cNvSpPr/>
          <p:nvPr>
            <p:custDataLst>
              <p:tags r:id="rId4"/>
            </p:custDataLst>
          </p:nvPr>
        </p:nvSpPr>
        <p:spPr>
          <a:xfrm>
            <a:off x="0" y="0"/>
            <a:ext cx="0" cy="0"/>
          </a:xfrm>
          <a:prstGeom prst="roundRect">
            <a:avLst/>
          </a:prstGeom>
          <a:solidFill>
            <a:srgbClr val="FF0000">
              <a:alpha val="30196"/>
            </a:srgbClr>
          </a:solidFill>
          <a:ln w="12700" cap="flat" cmpd="sng" algn="ctr">
            <a:noFill/>
            <a:prstDash val="solid"/>
            <a:miter lim="800000"/>
          </a:ln>
          <a:effectLst/>
          <a:scene3d>
            <a:camera prst="orthographicFront"/>
            <a:lightRig rig="threePt" dir="t"/>
          </a:scene3d>
          <a:sp3d>
            <a:bevelT w="12700" h="139700"/>
          </a:sp3d>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9" name="OTLSHAPE_TB_00000000000000000000000000000000_TodayMarkerShape" hidden="1">
            <a:extLst>
              <a:ext uri="{FF2B5EF4-FFF2-40B4-BE49-F238E27FC236}">
                <a16:creationId xmlns:a16="http://schemas.microsoft.com/office/drawing/2014/main" id="{2618CA4C-C5B2-4589-AFBC-9E88AC04CA4E}"/>
              </a:ext>
            </a:extLst>
          </p:cNvPr>
          <p:cNvSpPr/>
          <p:nvPr>
            <p:custDataLst>
              <p:tags r:id="rId5"/>
            </p:custDataLst>
          </p:nvPr>
        </p:nvSpPr>
        <p:spPr>
          <a:xfrm>
            <a:off x="5645809" y="1828830"/>
            <a:ext cx="76200" cy="84667"/>
          </a:xfrm>
          <a:prstGeom prst="triangl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0" name="OTLSHAPE_TB_00000000000000000000000000000000_TodayMarkerText" hidden="1">
            <a:extLst>
              <a:ext uri="{FF2B5EF4-FFF2-40B4-BE49-F238E27FC236}">
                <a16:creationId xmlns:a16="http://schemas.microsoft.com/office/drawing/2014/main" id="{9C9F6EA3-3E8E-4AD2-8AB9-045027ED80DA}"/>
              </a:ext>
            </a:extLst>
          </p:cNvPr>
          <p:cNvSpPr txBox="1"/>
          <p:nvPr>
            <p:custDataLst>
              <p:tags r:id="rId6"/>
            </p:custDataLst>
          </p:nvPr>
        </p:nvSpPr>
        <p:spPr>
          <a:xfrm>
            <a:off x="-168984" y="58866"/>
            <a:ext cx="363369" cy="0"/>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Today</a:t>
            </a:r>
          </a:p>
        </p:txBody>
      </p:sp>
      <p:sp>
        <p:nvSpPr>
          <p:cNvPr id="10" name="TextBox 9">
            <a:extLst>
              <a:ext uri="{FF2B5EF4-FFF2-40B4-BE49-F238E27FC236}">
                <a16:creationId xmlns:a16="http://schemas.microsoft.com/office/drawing/2014/main" id="{DDC1DCBE-E39C-4173-9459-FF744891A90D}"/>
              </a:ext>
            </a:extLst>
          </p:cNvPr>
          <p:cNvSpPr txBox="1"/>
          <p:nvPr/>
        </p:nvSpPr>
        <p:spPr>
          <a:xfrm>
            <a:off x="580571" y="929166"/>
            <a:ext cx="9179655" cy="523220"/>
          </a:xfrm>
          <a:prstGeom prst="rect">
            <a:avLst/>
          </a:prstGeom>
          <a:noFill/>
        </p:spPr>
        <p:txBody>
          <a:bodyPr wrap="square">
            <a:spAutoFit/>
          </a:bodyPr>
          <a:lstStyle/>
          <a:p>
            <a:r>
              <a:rPr lang="en-US" sz="1400" dirty="0">
                <a:solidFill>
                  <a:schemeClr val="bg1"/>
                </a:solidFill>
                <a:latin typeface="Gisha" panose="020B0502040204020203" pitchFamily="34" charset="-79"/>
                <a:cs typeface="Gisha" panose="020B0502040204020203" pitchFamily="34" charset="-79"/>
              </a:rPr>
              <a:t>Using the Assumptions and Parameters on slides 6 &amp; 7, this study started the model with 450 carts (Grandville, MI store’s total carts), and decreased carts by 50 per iteration down to 150 carts (450, 400, 350, 300, 250, 200, 150).</a:t>
            </a:r>
          </a:p>
        </p:txBody>
      </p:sp>
      <p:pic>
        <p:nvPicPr>
          <p:cNvPr id="3" name="Picture 2">
            <a:extLst>
              <a:ext uri="{FF2B5EF4-FFF2-40B4-BE49-F238E27FC236}">
                <a16:creationId xmlns:a16="http://schemas.microsoft.com/office/drawing/2014/main" id="{4B9CE1CE-1C32-4ED0-B5B3-F1B6C3C8F373}"/>
              </a:ext>
            </a:extLst>
          </p:cNvPr>
          <p:cNvPicPr>
            <a:picLocks noChangeAspect="1"/>
          </p:cNvPicPr>
          <p:nvPr/>
        </p:nvPicPr>
        <p:blipFill>
          <a:blip r:embed="rId8"/>
          <a:stretch>
            <a:fillRect/>
          </a:stretch>
        </p:blipFill>
        <p:spPr>
          <a:xfrm>
            <a:off x="178539" y="2932042"/>
            <a:ext cx="3807925" cy="3766930"/>
          </a:xfrm>
          <a:prstGeom prst="rect">
            <a:avLst/>
          </a:prstGeom>
        </p:spPr>
      </p:pic>
      <p:sp>
        <p:nvSpPr>
          <p:cNvPr id="5" name="TextBox 4">
            <a:hlinkClick r:id="rId9"/>
            <a:extLst>
              <a:ext uri="{FF2B5EF4-FFF2-40B4-BE49-F238E27FC236}">
                <a16:creationId xmlns:a16="http://schemas.microsoft.com/office/drawing/2014/main" id="{D5B1775B-A974-4F72-8D8A-5E73F4D584DB}"/>
              </a:ext>
            </a:extLst>
          </p:cNvPr>
          <p:cNvSpPr txBox="1"/>
          <p:nvPr/>
        </p:nvSpPr>
        <p:spPr>
          <a:xfrm>
            <a:off x="8040757" y="223461"/>
            <a:ext cx="2740815" cy="338554"/>
          </a:xfrm>
          <a:prstGeom prst="rect">
            <a:avLst/>
          </a:prstGeom>
          <a:noFill/>
        </p:spPr>
        <p:txBody>
          <a:bodyPr wrap="none" rtlCol="0">
            <a:spAutoFit/>
          </a:bodyPr>
          <a:lstStyle/>
          <a:p>
            <a:pPr algn="l"/>
            <a:r>
              <a:rPr lang="en-US" sz="1600" b="1" i="0" u="sng" dirty="0">
                <a:solidFill>
                  <a:srgbClr val="96D642"/>
                </a:solidFill>
                <a:effectLst/>
                <a:latin typeface="Gisha" panose="020B0502040204020203" pitchFamily="34" charset="-79"/>
                <a:cs typeface="Gisha" panose="020B0502040204020203" pitchFamily="34" charset="-79"/>
              </a:rPr>
              <a:t>link to Model’s Notebook</a:t>
            </a:r>
          </a:p>
        </p:txBody>
      </p:sp>
      <p:sp>
        <p:nvSpPr>
          <p:cNvPr id="13" name="TextBox 12">
            <a:hlinkClick r:id="rId10"/>
            <a:extLst>
              <a:ext uri="{FF2B5EF4-FFF2-40B4-BE49-F238E27FC236}">
                <a16:creationId xmlns:a16="http://schemas.microsoft.com/office/drawing/2014/main" id="{83A138DD-21F5-4703-94E1-C364AC0CEFAC}"/>
              </a:ext>
            </a:extLst>
          </p:cNvPr>
          <p:cNvSpPr txBox="1"/>
          <p:nvPr/>
        </p:nvSpPr>
        <p:spPr>
          <a:xfrm>
            <a:off x="8040757" y="1594414"/>
            <a:ext cx="3161378" cy="338554"/>
          </a:xfrm>
          <a:prstGeom prst="rect">
            <a:avLst/>
          </a:prstGeom>
          <a:noFill/>
        </p:spPr>
        <p:txBody>
          <a:bodyPr wrap="none" rtlCol="0">
            <a:spAutoFit/>
          </a:bodyPr>
          <a:lstStyle/>
          <a:p>
            <a:pPr algn="l"/>
            <a:r>
              <a:rPr lang="en-US" sz="1600" b="1" i="0" u="sng" dirty="0">
                <a:solidFill>
                  <a:srgbClr val="96D642"/>
                </a:solidFill>
                <a:effectLst/>
                <a:latin typeface="Gisha" panose="020B0502040204020203" pitchFamily="34" charset="-79"/>
                <a:cs typeface="Gisha" panose="020B0502040204020203" pitchFamily="34" charset="-79"/>
              </a:rPr>
              <a:t>link to plots for all 7 iterations</a:t>
            </a:r>
          </a:p>
        </p:txBody>
      </p:sp>
      <p:pic>
        <p:nvPicPr>
          <p:cNvPr id="7" name="Picture 6">
            <a:extLst>
              <a:ext uri="{FF2B5EF4-FFF2-40B4-BE49-F238E27FC236}">
                <a16:creationId xmlns:a16="http://schemas.microsoft.com/office/drawing/2014/main" id="{818A844A-FDA4-44E1-8117-55A13D1D58FC}"/>
              </a:ext>
            </a:extLst>
          </p:cNvPr>
          <p:cNvPicPr>
            <a:picLocks noChangeAspect="1"/>
          </p:cNvPicPr>
          <p:nvPr/>
        </p:nvPicPr>
        <p:blipFill>
          <a:blip r:embed="rId11"/>
          <a:stretch>
            <a:fillRect/>
          </a:stretch>
        </p:blipFill>
        <p:spPr>
          <a:xfrm>
            <a:off x="4200590" y="2932042"/>
            <a:ext cx="3807925" cy="3729649"/>
          </a:xfrm>
          <a:prstGeom prst="rect">
            <a:avLst/>
          </a:prstGeom>
        </p:spPr>
      </p:pic>
      <p:pic>
        <p:nvPicPr>
          <p:cNvPr id="9" name="Picture 8">
            <a:extLst>
              <a:ext uri="{FF2B5EF4-FFF2-40B4-BE49-F238E27FC236}">
                <a16:creationId xmlns:a16="http://schemas.microsoft.com/office/drawing/2014/main" id="{85B7FF29-956B-4549-AFC2-F4ABD9491C93}"/>
              </a:ext>
            </a:extLst>
          </p:cNvPr>
          <p:cNvPicPr>
            <a:picLocks/>
          </p:cNvPicPr>
          <p:nvPr/>
        </p:nvPicPr>
        <p:blipFill>
          <a:blip r:embed="rId12"/>
          <a:stretch>
            <a:fillRect/>
          </a:stretch>
        </p:blipFill>
        <p:spPr>
          <a:xfrm>
            <a:off x="8204341" y="2932042"/>
            <a:ext cx="3803904" cy="3730752"/>
          </a:xfrm>
          <a:prstGeom prst="rect">
            <a:avLst/>
          </a:prstGeom>
        </p:spPr>
      </p:pic>
      <p:sp>
        <p:nvSpPr>
          <p:cNvPr id="18" name="TextBox 17">
            <a:extLst>
              <a:ext uri="{FF2B5EF4-FFF2-40B4-BE49-F238E27FC236}">
                <a16:creationId xmlns:a16="http://schemas.microsoft.com/office/drawing/2014/main" id="{85BF7604-8D38-4589-BA99-BBE629A434A3}"/>
              </a:ext>
            </a:extLst>
          </p:cNvPr>
          <p:cNvSpPr txBox="1"/>
          <p:nvPr/>
        </p:nvSpPr>
        <p:spPr>
          <a:xfrm>
            <a:off x="1551202" y="2081431"/>
            <a:ext cx="1062599" cy="338554"/>
          </a:xfrm>
          <a:prstGeom prst="rect">
            <a:avLst/>
          </a:prstGeom>
          <a:noFill/>
        </p:spPr>
        <p:txBody>
          <a:bodyPr wrap="none" rtlCol="0">
            <a:spAutoFit/>
          </a:bodyPr>
          <a:lstStyle/>
          <a:p>
            <a:pPr algn="l"/>
            <a:r>
              <a:rPr lang="en-US" sz="1600" b="1" i="0" dirty="0">
                <a:solidFill>
                  <a:srgbClr val="02B2EE"/>
                </a:solidFill>
                <a:effectLst/>
                <a:latin typeface="Gisha" panose="020B0502040204020203" pitchFamily="34" charset="-79"/>
                <a:cs typeface="Gisha" panose="020B0502040204020203" pitchFamily="34" charset="-79"/>
              </a:rPr>
              <a:t>450 carts</a:t>
            </a:r>
          </a:p>
        </p:txBody>
      </p:sp>
      <p:sp>
        <p:nvSpPr>
          <p:cNvPr id="19" name="TextBox 18">
            <a:extLst>
              <a:ext uri="{FF2B5EF4-FFF2-40B4-BE49-F238E27FC236}">
                <a16:creationId xmlns:a16="http://schemas.microsoft.com/office/drawing/2014/main" id="{6E675305-B66C-4263-A901-39C0A7B87242}"/>
              </a:ext>
            </a:extLst>
          </p:cNvPr>
          <p:cNvSpPr txBox="1"/>
          <p:nvPr/>
        </p:nvSpPr>
        <p:spPr>
          <a:xfrm>
            <a:off x="5573253" y="2081431"/>
            <a:ext cx="1062599" cy="338554"/>
          </a:xfrm>
          <a:prstGeom prst="rect">
            <a:avLst/>
          </a:prstGeom>
          <a:noFill/>
        </p:spPr>
        <p:txBody>
          <a:bodyPr wrap="none" rtlCol="0">
            <a:spAutoFit/>
          </a:bodyPr>
          <a:lstStyle/>
          <a:p>
            <a:pPr algn="l"/>
            <a:r>
              <a:rPr lang="en-US" sz="1600" b="1" dirty="0">
                <a:solidFill>
                  <a:srgbClr val="02B2EE"/>
                </a:solidFill>
                <a:latin typeface="Gisha" panose="020B0502040204020203" pitchFamily="34" charset="-79"/>
                <a:cs typeface="Gisha" panose="020B0502040204020203" pitchFamily="34" charset="-79"/>
              </a:rPr>
              <a:t>30</a:t>
            </a:r>
            <a:r>
              <a:rPr lang="en-US" sz="1600" b="1" i="0" dirty="0">
                <a:solidFill>
                  <a:srgbClr val="02B2EE"/>
                </a:solidFill>
                <a:effectLst/>
                <a:latin typeface="Gisha" panose="020B0502040204020203" pitchFamily="34" charset="-79"/>
                <a:cs typeface="Gisha" panose="020B0502040204020203" pitchFamily="34" charset="-79"/>
              </a:rPr>
              <a:t>0 carts</a:t>
            </a:r>
          </a:p>
        </p:txBody>
      </p:sp>
      <p:sp>
        <p:nvSpPr>
          <p:cNvPr id="20" name="TextBox 19">
            <a:extLst>
              <a:ext uri="{FF2B5EF4-FFF2-40B4-BE49-F238E27FC236}">
                <a16:creationId xmlns:a16="http://schemas.microsoft.com/office/drawing/2014/main" id="{FA0BB958-BBF8-4AF8-A525-915547D0E984}"/>
              </a:ext>
            </a:extLst>
          </p:cNvPr>
          <p:cNvSpPr txBox="1"/>
          <p:nvPr/>
        </p:nvSpPr>
        <p:spPr>
          <a:xfrm>
            <a:off x="9574994" y="2081431"/>
            <a:ext cx="1062599" cy="338554"/>
          </a:xfrm>
          <a:prstGeom prst="rect">
            <a:avLst/>
          </a:prstGeom>
          <a:noFill/>
        </p:spPr>
        <p:txBody>
          <a:bodyPr wrap="none" rtlCol="0">
            <a:spAutoFit/>
          </a:bodyPr>
          <a:lstStyle/>
          <a:p>
            <a:pPr algn="l"/>
            <a:r>
              <a:rPr lang="en-US" sz="1600" b="1" dirty="0">
                <a:solidFill>
                  <a:srgbClr val="02B2EE"/>
                </a:solidFill>
                <a:latin typeface="Gisha" panose="020B0502040204020203" pitchFamily="34" charset="-79"/>
                <a:cs typeface="Gisha" panose="020B0502040204020203" pitchFamily="34" charset="-79"/>
              </a:rPr>
              <a:t>1</a:t>
            </a:r>
            <a:r>
              <a:rPr lang="en-US" sz="1600" b="1" i="0" dirty="0">
                <a:solidFill>
                  <a:srgbClr val="02B2EE"/>
                </a:solidFill>
                <a:effectLst/>
                <a:latin typeface="Gisha" panose="020B0502040204020203" pitchFamily="34" charset="-79"/>
                <a:cs typeface="Gisha" panose="020B0502040204020203" pitchFamily="34" charset="-79"/>
              </a:rPr>
              <a:t>50 carts</a:t>
            </a:r>
          </a:p>
        </p:txBody>
      </p:sp>
      <p:sp>
        <p:nvSpPr>
          <p:cNvPr id="11" name="TextBox 10">
            <a:extLst>
              <a:ext uri="{FF2B5EF4-FFF2-40B4-BE49-F238E27FC236}">
                <a16:creationId xmlns:a16="http://schemas.microsoft.com/office/drawing/2014/main" id="{E65D5C71-7889-421B-B80E-82AB0BB56091}"/>
              </a:ext>
            </a:extLst>
          </p:cNvPr>
          <p:cNvSpPr txBox="1"/>
          <p:nvPr/>
        </p:nvSpPr>
        <p:spPr>
          <a:xfrm>
            <a:off x="178539" y="2391167"/>
            <a:ext cx="3807925" cy="461665"/>
          </a:xfrm>
          <a:prstGeom prst="rect">
            <a:avLst/>
          </a:prstGeom>
          <a:noFill/>
        </p:spPr>
        <p:txBody>
          <a:bodyPr wrap="square" rtlCol="0">
            <a:spAutoFit/>
          </a:bodyPr>
          <a:lstStyle/>
          <a:p>
            <a:pPr algn="l"/>
            <a:r>
              <a:rPr lang="en-US" sz="1200" dirty="0">
                <a:solidFill>
                  <a:schemeClr val="bg1"/>
                </a:solidFill>
                <a:latin typeface="Gisha" panose="020B0502040204020203" pitchFamily="34" charset="-79"/>
                <a:cs typeface="Gisha" panose="020B0502040204020203" pitchFamily="34" charset="-79"/>
              </a:rPr>
              <a:t>Plenty of carts! Customers had at least 112 carts at entrance 1 and 84 carts at entrance 2. </a:t>
            </a:r>
            <a:endParaRPr lang="en-US" sz="1200" b="0" i="0" dirty="0">
              <a:solidFill>
                <a:schemeClr val="bg1"/>
              </a:solidFill>
              <a:effectLst/>
              <a:latin typeface="Gisha" panose="020B0502040204020203" pitchFamily="34" charset="-79"/>
              <a:cs typeface="Gisha" panose="020B0502040204020203" pitchFamily="34" charset="-79"/>
            </a:endParaRPr>
          </a:p>
        </p:txBody>
      </p:sp>
      <p:sp>
        <p:nvSpPr>
          <p:cNvPr id="22" name="TextBox 21">
            <a:extLst>
              <a:ext uri="{FF2B5EF4-FFF2-40B4-BE49-F238E27FC236}">
                <a16:creationId xmlns:a16="http://schemas.microsoft.com/office/drawing/2014/main" id="{7672DD80-388B-4DD1-9EC5-5B6F94C3C84C}"/>
              </a:ext>
            </a:extLst>
          </p:cNvPr>
          <p:cNvSpPr txBox="1"/>
          <p:nvPr/>
        </p:nvSpPr>
        <p:spPr>
          <a:xfrm>
            <a:off x="4200590" y="2391167"/>
            <a:ext cx="3807925" cy="461665"/>
          </a:xfrm>
          <a:prstGeom prst="rect">
            <a:avLst/>
          </a:prstGeom>
          <a:noFill/>
        </p:spPr>
        <p:txBody>
          <a:bodyPr wrap="square" rtlCol="0">
            <a:spAutoFit/>
          </a:bodyPr>
          <a:lstStyle/>
          <a:p>
            <a:pPr algn="l"/>
            <a:r>
              <a:rPr lang="en-US" sz="1200" dirty="0">
                <a:solidFill>
                  <a:schemeClr val="bg1"/>
                </a:solidFill>
                <a:latin typeface="Gisha" panose="020B0502040204020203" pitchFamily="34" charset="-79"/>
                <a:cs typeface="Gisha" panose="020B0502040204020203" pitchFamily="34" charset="-79"/>
              </a:rPr>
              <a:t>Increased risk of no carts. 17 customers had no cart at entrance 2. Entrance 1’s low was 21 carts.</a:t>
            </a:r>
            <a:endParaRPr lang="en-US" sz="1200" b="0" i="0" dirty="0">
              <a:solidFill>
                <a:schemeClr val="bg1"/>
              </a:solidFill>
              <a:effectLst/>
              <a:latin typeface="Gisha" panose="020B0502040204020203" pitchFamily="34" charset="-79"/>
              <a:cs typeface="Gisha" panose="020B0502040204020203" pitchFamily="34" charset="-79"/>
            </a:endParaRPr>
          </a:p>
        </p:txBody>
      </p:sp>
      <p:sp>
        <p:nvSpPr>
          <p:cNvPr id="23" name="TextBox 22">
            <a:extLst>
              <a:ext uri="{FF2B5EF4-FFF2-40B4-BE49-F238E27FC236}">
                <a16:creationId xmlns:a16="http://schemas.microsoft.com/office/drawing/2014/main" id="{E6FB8587-D0C7-4C4D-AEF2-7DB79D64CCAA}"/>
              </a:ext>
            </a:extLst>
          </p:cNvPr>
          <p:cNvSpPr txBox="1"/>
          <p:nvPr/>
        </p:nvSpPr>
        <p:spPr>
          <a:xfrm>
            <a:off x="8202331" y="2391167"/>
            <a:ext cx="3807925" cy="461665"/>
          </a:xfrm>
          <a:prstGeom prst="rect">
            <a:avLst/>
          </a:prstGeom>
          <a:noFill/>
        </p:spPr>
        <p:txBody>
          <a:bodyPr wrap="square" rtlCol="0">
            <a:spAutoFit/>
          </a:bodyPr>
          <a:lstStyle/>
          <a:p>
            <a:pPr algn="l"/>
            <a:r>
              <a:rPr lang="en-US" sz="1200" dirty="0">
                <a:solidFill>
                  <a:schemeClr val="bg1"/>
                </a:solidFill>
                <a:latin typeface="Gisha" panose="020B0502040204020203" pitchFamily="34" charset="-79"/>
                <a:cs typeface="Gisha" panose="020B0502040204020203" pitchFamily="34" charset="-79"/>
              </a:rPr>
              <a:t>Obviously unacceptable.  794 customers at entrance 1 &amp; 531 customers at entrance 2 had no cart.</a:t>
            </a:r>
            <a:endParaRPr lang="en-US" sz="1200" b="0" i="0" dirty="0">
              <a:solidFill>
                <a:schemeClr val="bg1"/>
              </a:solidFill>
              <a:effectLst/>
              <a:latin typeface="Gisha" panose="020B0502040204020203" pitchFamily="34" charset="-79"/>
              <a:cs typeface="Gisha" panose="020B0502040204020203" pitchFamily="34" charset="-79"/>
            </a:endParaRPr>
          </a:p>
        </p:txBody>
      </p:sp>
    </p:spTree>
    <p:custDataLst>
      <p:tags r:id="rId1"/>
    </p:custDataLst>
    <p:extLst>
      <p:ext uri="{BB962C8B-B14F-4D97-AF65-F5344CB8AC3E}">
        <p14:creationId xmlns:p14="http://schemas.microsoft.com/office/powerpoint/2010/main" val="1009288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114" name="Title 3">
            <a:extLst>
              <a:ext uri="{FF2B5EF4-FFF2-40B4-BE49-F238E27FC236}">
                <a16:creationId xmlns:a16="http://schemas.microsoft.com/office/drawing/2014/main" id="{2C132CAD-417E-43E1-8183-CD3BECBB0EA9}"/>
              </a:ext>
            </a:extLst>
          </p:cNvPr>
          <p:cNvSpPr txBox="1">
            <a:spLocks/>
          </p:cNvSpPr>
          <p:nvPr/>
        </p:nvSpPr>
        <p:spPr>
          <a:xfrm>
            <a:off x="580572" y="114879"/>
            <a:ext cx="11030857" cy="7588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2B2EE"/>
                </a:solidFill>
                <a:effectLst/>
                <a:uLnTx/>
                <a:uFillTx/>
                <a:latin typeface="Gisha" panose="020B0502040204020203" pitchFamily="34" charset="-79"/>
                <a:ea typeface="+mj-ea"/>
                <a:cs typeface="Gisha" panose="020B0502040204020203" pitchFamily="34" charset="-79"/>
              </a:rPr>
              <a:t>Conclusion</a:t>
            </a:r>
          </a:p>
        </p:txBody>
      </p:sp>
      <p:sp>
        <p:nvSpPr>
          <p:cNvPr id="2" name="OTLSHAPE_TB_00000000000000000000000000000000_LeftEndCaps" hidden="1">
            <a:extLst>
              <a:ext uri="{FF2B5EF4-FFF2-40B4-BE49-F238E27FC236}">
                <a16:creationId xmlns:a16="http://schemas.microsoft.com/office/drawing/2014/main" id="{5C308C86-E31C-4537-B769-19A879A0BBEF}"/>
              </a:ext>
            </a:extLst>
          </p:cNvPr>
          <p:cNvSpPr txBox="1"/>
          <p:nvPr>
            <p:custDataLst>
              <p:tags r:id="rId2"/>
            </p:custDataLst>
          </p:nvPr>
        </p:nvSpPr>
        <p:spPr>
          <a:xfrm>
            <a:off x="-221339"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A5A5A5"/>
                </a:solidFill>
                <a:effectLst/>
                <a:uLnTx/>
                <a:uFillTx/>
                <a:latin typeface="Calibri" panose="020F0502020204030204" pitchFamily="34" charset="0"/>
                <a:ea typeface="+mn-ea"/>
                <a:cs typeface="+mn-cs"/>
              </a:rPr>
              <a:t>2021</a:t>
            </a:r>
          </a:p>
        </p:txBody>
      </p:sp>
      <p:sp>
        <p:nvSpPr>
          <p:cNvPr id="3" name="OTLSHAPE_TB_00000000000000000000000000000000_RightEndCaps" hidden="1">
            <a:extLst>
              <a:ext uri="{FF2B5EF4-FFF2-40B4-BE49-F238E27FC236}">
                <a16:creationId xmlns:a16="http://schemas.microsoft.com/office/drawing/2014/main" id="{8AB82CEB-8480-4B78-9145-5599AC9AF335}"/>
              </a:ext>
            </a:extLst>
          </p:cNvPr>
          <p:cNvSpPr txBox="1"/>
          <p:nvPr>
            <p:custDataLst>
              <p:tags r:id="rId3"/>
            </p:custDataLst>
          </p:nvPr>
        </p:nvSpPr>
        <p:spPr>
          <a:xfrm>
            <a:off x="-221339"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A5A5A5"/>
                </a:solidFill>
                <a:effectLst/>
                <a:uLnTx/>
                <a:uFillTx/>
                <a:latin typeface="Calibri" panose="020F0502020204030204" pitchFamily="34" charset="0"/>
                <a:ea typeface="+mn-ea"/>
                <a:cs typeface="+mn-cs"/>
              </a:rPr>
              <a:t>2021</a:t>
            </a:r>
          </a:p>
        </p:txBody>
      </p:sp>
      <p:sp>
        <p:nvSpPr>
          <p:cNvPr id="90" name="OTLSHAPE_TB_00000000000000000000000000000000_ElapsedTime" hidden="1">
            <a:extLst>
              <a:ext uri="{FF2B5EF4-FFF2-40B4-BE49-F238E27FC236}">
                <a16:creationId xmlns:a16="http://schemas.microsoft.com/office/drawing/2014/main" id="{A3840545-0070-4F71-AC67-123656CCFD11}"/>
              </a:ext>
            </a:extLst>
          </p:cNvPr>
          <p:cNvSpPr/>
          <p:nvPr>
            <p:custDataLst>
              <p:tags r:id="rId4"/>
            </p:custDataLst>
          </p:nvPr>
        </p:nvSpPr>
        <p:spPr>
          <a:xfrm>
            <a:off x="0" y="0"/>
            <a:ext cx="0" cy="0"/>
          </a:xfrm>
          <a:prstGeom prst="round2DiagRect">
            <a:avLst>
              <a:gd name="adj1" fmla="val 100000"/>
              <a:gd name="adj2" fmla="val 0"/>
            </a:avLst>
          </a:prstGeom>
          <a:solidFill>
            <a:srgbClr val="FF0000">
              <a:alpha val="30196"/>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OTLSHAPE_TB_00000000000000000000000000000000_TodayMarkerShape" hidden="1">
            <a:extLst>
              <a:ext uri="{FF2B5EF4-FFF2-40B4-BE49-F238E27FC236}">
                <a16:creationId xmlns:a16="http://schemas.microsoft.com/office/drawing/2014/main" id="{5AF1DDDF-A305-492F-8212-5DDD3C3140D7}"/>
              </a:ext>
            </a:extLst>
          </p:cNvPr>
          <p:cNvSpPr/>
          <p:nvPr>
            <p:custDataLst>
              <p:tags r:id="rId5"/>
            </p:custDataLst>
          </p:nvPr>
        </p:nvSpPr>
        <p:spPr>
          <a:xfrm>
            <a:off x="9439127" y="1746818"/>
            <a:ext cx="114300" cy="127000"/>
          </a:xfrm>
          <a:prstGeom prst="triangl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OTLSHAPE_TB_00000000000000000000000000000000_TodayMarkerText" hidden="1">
            <a:extLst>
              <a:ext uri="{FF2B5EF4-FFF2-40B4-BE49-F238E27FC236}">
                <a16:creationId xmlns:a16="http://schemas.microsoft.com/office/drawing/2014/main" id="{D4D21E57-D809-4662-BA10-93E7AA1C1437}"/>
              </a:ext>
            </a:extLst>
          </p:cNvPr>
          <p:cNvSpPr txBox="1"/>
          <p:nvPr>
            <p:custDataLst>
              <p:tags r:id="rId6"/>
            </p:custDataLst>
          </p:nvPr>
        </p:nvSpPr>
        <p:spPr>
          <a:xfrm>
            <a:off x="-168984" y="58866"/>
            <a:ext cx="0" cy="0"/>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Today</a:t>
            </a:r>
          </a:p>
        </p:txBody>
      </p:sp>
      <p:sp>
        <p:nvSpPr>
          <p:cNvPr id="14" name="TextBox 13">
            <a:extLst>
              <a:ext uri="{FF2B5EF4-FFF2-40B4-BE49-F238E27FC236}">
                <a16:creationId xmlns:a16="http://schemas.microsoft.com/office/drawing/2014/main" id="{16138A7E-CEC7-4927-9C48-058488F25CF4}"/>
              </a:ext>
            </a:extLst>
          </p:cNvPr>
          <p:cNvSpPr txBox="1"/>
          <p:nvPr/>
        </p:nvSpPr>
        <p:spPr>
          <a:xfrm>
            <a:off x="431485" y="5459869"/>
            <a:ext cx="3882098" cy="461665"/>
          </a:xfrm>
          <a:prstGeom prst="rect">
            <a:avLst/>
          </a:prstGeom>
          <a:noFill/>
        </p:spPr>
        <p:txBody>
          <a:bodyPr wrap="square">
            <a:spAutoFit/>
          </a:bodyPr>
          <a:lstStyle/>
          <a:p>
            <a:r>
              <a:rPr lang="en-US" sz="2400" b="1" i="1" dirty="0">
                <a:solidFill>
                  <a:srgbClr val="96D642"/>
                </a:solidFill>
                <a:effectLst/>
                <a:latin typeface="Gisha" panose="020B0502040204020203" pitchFamily="34" charset="-79"/>
                <a:cs typeface="Gisha" panose="020B0502040204020203" pitchFamily="34" charset="-79"/>
              </a:rPr>
              <a:t>Additional ideas…</a:t>
            </a:r>
            <a:endParaRPr lang="en-US" sz="2400" b="1" dirty="0">
              <a:solidFill>
                <a:srgbClr val="96D642"/>
              </a:solidFill>
              <a:latin typeface="Gisha" panose="020B0502040204020203" pitchFamily="34" charset="-79"/>
              <a:cs typeface="Gisha" panose="020B0502040204020203" pitchFamily="34" charset="-79"/>
            </a:endParaRPr>
          </a:p>
        </p:txBody>
      </p:sp>
      <p:sp>
        <p:nvSpPr>
          <p:cNvPr id="16" name="TextBox 15">
            <a:extLst>
              <a:ext uri="{FF2B5EF4-FFF2-40B4-BE49-F238E27FC236}">
                <a16:creationId xmlns:a16="http://schemas.microsoft.com/office/drawing/2014/main" id="{4A05FE1F-C164-42D7-9885-43EC28124117}"/>
              </a:ext>
            </a:extLst>
          </p:cNvPr>
          <p:cNvSpPr txBox="1"/>
          <p:nvPr/>
        </p:nvSpPr>
        <p:spPr>
          <a:xfrm>
            <a:off x="431485" y="5921534"/>
            <a:ext cx="9086851" cy="815608"/>
          </a:xfrm>
          <a:prstGeom prst="rect">
            <a:avLst/>
          </a:prstGeom>
          <a:noFill/>
        </p:spPr>
        <p:txBody>
          <a:bodyPr wrap="square">
            <a:spAutoFit/>
          </a:bodyPr>
          <a:lstStyle/>
          <a:p>
            <a:pPr marL="342900" indent="-342900">
              <a:spcAft>
                <a:spcPts val="600"/>
              </a:spcAft>
              <a:buAutoNum type="arabicPeriod"/>
            </a:pPr>
            <a:r>
              <a:rPr lang="en-US" sz="1400" dirty="0">
                <a:solidFill>
                  <a:schemeClr val="bg1"/>
                </a:solidFill>
                <a:latin typeface="Gisha" panose="020B0502040204020203" pitchFamily="34" charset="-79"/>
                <a:cs typeface="Gisha" panose="020B0502040204020203" pitchFamily="34" charset="-79"/>
              </a:rPr>
              <a:t>See “Out of Scope” on the next slide for ways to improve this model</a:t>
            </a:r>
          </a:p>
          <a:p>
            <a:pPr marL="342900" indent="-342900">
              <a:buAutoNum type="arabicPeriod"/>
            </a:pPr>
            <a:r>
              <a:rPr lang="en-US" sz="1400" dirty="0">
                <a:solidFill>
                  <a:schemeClr val="bg1"/>
                </a:solidFill>
                <a:latin typeface="Gisha" panose="020B0502040204020203" pitchFamily="34" charset="-79"/>
                <a:cs typeface="Gisha" panose="020B0502040204020203" pitchFamily="34" charset="-79"/>
              </a:rPr>
              <a:t>In addition to it’s current use identifying the right cart count, this model could be used to model the number of cart pushers and the cart return rate per cart pusher.</a:t>
            </a:r>
          </a:p>
        </p:txBody>
      </p:sp>
      <p:sp>
        <p:nvSpPr>
          <p:cNvPr id="17" name="TextBox 16">
            <a:extLst>
              <a:ext uri="{FF2B5EF4-FFF2-40B4-BE49-F238E27FC236}">
                <a16:creationId xmlns:a16="http://schemas.microsoft.com/office/drawing/2014/main" id="{0BC45ED6-6D8C-4A25-9E3B-C378B9AE6742}"/>
              </a:ext>
            </a:extLst>
          </p:cNvPr>
          <p:cNvSpPr txBox="1"/>
          <p:nvPr/>
        </p:nvSpPr>
        <p:spPr>
          <a:xfrm>
            <a:off x="431485" y="2259449"/>
            <a:ext cx="4955525" cy="2339102"/>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sz="1400" dirty="0">
                <a:solidFill>
                  <a:schemeClr val="bg1"/>
                </a:solidFill>
                <a:latin typeface="Gisha" panose="020B0502040204020203" pitchFamily="34" charset="-79"/>
                <a:cs typeface="Gisha" panose="020B0502040204020203" pitchFamily="34" charset="-79"/>
              </a:rPr>
              <a:t>Granted at 350 carts, 9 customers had to wait for a cart, but this is most likely a modeling outlier that could be handled via cart pusher training and greeter awareness. </a:t>
            </a:r>
          </a:p>
          <a:p>
            <a:pPr marL="285750" indent="-285750">
              <a:spcAft>
                <a:spcPts val="1200"/>
              </a:spcAft>
              <a:buFont typeface="Arial" panose="020B0604020202020204" pitchFamily="34" charset="0"/>
              <a:buChar char="•"/>
            </a:pPr>
            <a:r>
              <a:rPr lang="en-US" sz="1400" dirty="0">
                <a:solidFill>
                  <a:schemeClr val="bg1"/>
                </a:solidFill>
                <a:latin typeface="Gisha" panose="020B0502040204020203" pitchFamily="34" charset="-79"/>
                <a:cs typeface="Gisha" panose="020B0502040204020203" pitchFamily="34" charset="-79"/>
              </a:rPr>
              <a:t>This is a 100 cart reduction from the 450 carts in my personal count at the Grandville, MI store.   </a:t>
            </a:r>
            <a:r>
              <a:rPr lang="en-US" sz="1400" dirty="0">
                <a:solidFill>
                  <a:srgbClr val="02B2EE"/>
                </a:solidFill>
                <a:latin typeface="Gisha" panose="020B0502040204020203" pitchFamily="34" charset="-79"/>
                <a:cs typeface="Gisha" panose="020B0502040204020203" pitchFamily="34" charset="-79"/>
              </a:rPr>
              <a:t>At $175 per cart * 100 carts, this is saving $17,500.</a:t>
            </a:r>
          </a:p>
          <a:p>
            <a:pPr marL="285750" indent="-285750">
              <a:spcAft>
                <a:spcPts val="1200"/>
              </a:spcAft>
              <a:buFont typeface="Arial" panose="020B0604020202020204" pitchFamily="34" charset="0"/>
              <a:buChar char="•"/>
            </a:pPr>
            <a:r>
              <a:rPr lang="en-US" sz="1400" dirty="0">
                <a:solidFill>
                  <a:schemeClr val="bg1"/>
                </a:solidFill>
                <a:latin typeface="Gisha" panose="020B0502040204020203" pitchFamily="34" charset="-79"/>
                <a:cs typeface="Gisha" panose="020B0502040204020203" pitchFamily="34" charset="-79"/>
              </a:rPr>
              <a:t>If Meijer applies this reduction to new stores by transferring carts from existing stores,  </a:t>
            </a:r>
            <a:r>
              <a:rPr lang="en-US" sz="1400" dirty="0">
                <a:solidFill>
                  <a:srgbClr val="02B2EE"/>
                </a:solidFill>
                <a:latin typeface="Gisha" panose="020B0502040204020203" pitchFamily="34" charset="-79"/>
                <a:cs typeface="Gisha" panose="020B0502040204020203" pitchFamily="34" charset="-79"/>
              </a:rPr>
              <a:t>at 3 new stores per year, they’d save $52,500  </a:t>
            </a:r>
            <a:r>
              <a:rPr lang="en-US" sz="1400" dirty="0">
                <a:solidFill>
                  <a:schemeClr val="bg1"/>
                </a:solidFill>
                <a:latin typeface="Gisha" panose="020B0502040204020203" pitchFamily="34" charset="-79"/>
                <a:cs typeface="Gisha" panose="020B0502040204020203" pitchFamily="34" charset="-79"/>
              </a:rPr>
              <a:t>(3 * $17,500)</a:t>
            </a:r>
          </a:p>
        </p:txBody>
      </p:sp>
      <p:pic>
        <p:nvPicPr>
          <p:cNvPr id="5" name="Picture 4">
            <a:extLst>
              <a:ext uri="{FF2B5EF4-FFF2-40B4-BE49-F238E27FC236}">
                <a16:creationId xmlns:a16="http://schemas.microsoft.com/office/drawing/2014/main" id="{15D9263B-D1FE-4FAF-A6AF-720EAC6CDA7C}"/>
              </a:ext>
            </a:extLst>
          </p:cNvPr>
          <p:cNvPicPr>
            <a:picLocks noChangeAspect="1"/>
          </p:cNvPicPr>
          <p:nvPr/>
        </p:nvPicPr>
        <p:blipFill>
          <a:blip r:embed="rId8"/>
          <a:stretch>
            <a:fillRect/>
          </a:stretch>
        </p:blipFill>
        <p:spPr>
          <a:xfrm>
            <a:off x="6994587" y="1335369"/>
            <a:ext cx="4391555" cy="4301281"/>
          </a:xfrm>
          <a:prstGeom prst="rect">
            <a:avLst/>
          </a:prstGeom>
        </p:spPr>
      </p:pic>
      <p:sp>
        <p:nvSpPr>
          <p:cNvPr id="18" name="TextBox 17">
            <a:extLst>
              <a:ext uri="{FF2B5EF4-FFF2-40B4-BE49-F238E27FC236}">
                <a16:creationId xmlns:a16="http://schemas.microsoft.com/office/drawing/2014/main" id="{E2D74D46-74C1-4D50-A112-0BF1BB9E003A}"/>
              </a:ext>
            </a:extLst>
          </p:cNvPr>
          <p:cNvSpPr txBox="1"/>
          <p:nvPr/>
        </p:nvSpPr>
        <p:spPr>
          <a:xfrm>
            <a:off x="431485" y="1467629"/>
            <a:ext cx="3882098" cy="461665"/>
          </a:xfrm>
          <a:prstGeom prst="rect">
            <a:avLst/>
          </a:prstGeom>
          <a:noFill/>
        </p:spPr>
        <p:txBody>
          <a:bodyPr wrap="square">
            <a:spAutoFit/>
          </a:bodyPr>
          <a:lstStyle/>
          <a:p>
            <a:r>
              <a:rPr lang="en-US" sz="2400" b="1" i="1" dirty="0">
                <a:solidFill>
                  <a:srgbClr val="96D642"/>
                </a:solidFill>
                <a:effectLst/>
                <a:latin typeface="Gisha" panose="020B0502040204020203" pitchFamily="34" charset="-79"/>
                <a:cs typeface="Gisha" panose="020B0502040204020203" pitchFamily="34" charset="-79"/>
              </a:rPr>
              <a:t>Sweet spot is 350 carts…</a:t>
            </a:r>
            <a:endParaRPr lang="en-US" sz="2400" b="1" dirty="0">
              <a:solidFill>
                <a:srgbClr val="96D642"/>
              </a:solidFill>
              <a:latin typeface="Gisha" panose="020B0502040204020203" pitchFamily="34" charset="-79"/>
              <a:cs typeface="Gisha" panose="020B0502040204020203" pitchFamily="34" charset="-79"/>
            </a:endParaRPr>
          </a:p>
        </p:txBody>
      </p:sp>
      <p:sp>
        <p:nvSpPr>
          <p:cNvPr id="19" name="TextBox 18">
            <a:extLst>
              <a:ext uri="{FF2B5EF4-FFF2-40B4-BE49-F238E27FC236}">
                <a16:creationId xmlns:a16="http://schemas.microsoft.com/office/drawing/2014/main" id="{C3C41282-0E6B-4103-A0EA-8F90BD80A475}"/>
              </a:ext>
            </a:extLst>
          </p:cNvPr>
          <p:cNvSpPr txBox="1"/>
          <p:nvPr/>
        </p:nvSpPr>
        <p:spPr>
          <a:xfrm>
            <a:off x="5609475" y="323649"/>
            <a:ext cx="6188274" cy="461665"/>
          </a:xfrm>
          <a:prstGeom prst="rect">
            <a:avLst/>
          </a:prstGeom>
          <a:noFill/>
        </p:spPr>
        <p:txBody>
          <a:bodyPr wrap="square">
            <a:spAutoFit/>
          </a:bodyPr>
          <a:lstStyle/>
          <a:p>
            <a:pPr>
              <a:spcAft>
                <a:spcPts val="1200"/>
              </a:spcAft>
            </a:pPr>
            <a:r>
              <a:rPr lang="en-US" sz="2400" b="1" i="1" dirty="0">
                <a:solidFill>
                  <a:srgbClr val="96D642"/>
                </a:solidFill>
                <a:latin typeface="Gisha" panose="020B0502040204020203" pitchFamily="34" charset="-79"/>
                <a:cs typeface="Gisha" panose="020B0502040204020203" pitchFamily="34" charset="-79"/>
              </a:rPr>
              <a:t>Total savings over 10 years of $525,000</a:t>
            </a:r>
          </a:p>
        </p:txBody>
      </p:sp>
    </p:spTree>
    <p:custDataLst>
      <p:tags r:id="rId1"/>
    </p:custDataLst>
    <p:extLst>
      <p:ext uri="{BB962C8B-B14F-4D97-AF65-F5344CB8AC3E}">
        <p14:creationId xmlns:p14="http://schemas.microsoft.com/office/powerpoint/2010/main" val="2770559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114" name="Title 3">
            <a:extLst>
              <a:ext uri="{FF2B5EF4-FFF2-40B4-BE49-F238E27FC236}">
                <a16:creationId xmlns:a16="http://schemas.microsoft.com/office/drawing/2014/main" id="{2C132CAD-417E-43E1-8183-CD3BECBB0EA9}"/>
              </a:ext>
            </a:extLst>
          </p:cNvPr>
          <p:cNvSpPr txBox="1">
            <a:spLocks/>
          </p:cNvSpPr>
          <p:nvPr/>
        </p:nvSpPr>
        <p:spPr>
          <a:xfrm>
            <a:off x="580572" y="114879"/>
            <a:ext cx="11030857" cy="7588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ED7D31"/>
                </a:solidFill>
                <a:effectLst/>
                <a:uLnTx/>
                <a:uFillTx/>
                <a:latin typeface="Gisha" panose="020B0502040204020203" pitchFamily="34" charset="-79"/>
                <a:ea typeface="+mj-ea"/>
                <a:cs typeface="Gisha" panose="020B0502040204020203" pitchFamily="34" charset="-79"/>
              </a:rPr>
              <a:t>Out of Scope</a:t>
            </a:r>
          </a:p>
        </p:txBody>
      </p:sp>
      <p:sp>
        <p:nvSpPr>
          <p:cNvPr id="2" name="OTLSHAPE_TB_00000000000000000000000000000000_LeftEndCaps" hidden="1">
            <a:extLst>
              <a:ext uri="{FF2B5EF4-FFF2-40B4-BE49-F238E27FC236}">
                <a16:creationId xmlns:a16="http://schemas.microsoft.com/office/drawing/2014/main" id="{5C308C86-E31C-4537-B769-19A879A0BBEF}"/>
              </a:ext>
            </a:extLst>
          </p:cNvPr>
          <p:cNvSpPr txBox="1"/>
          <p:nvPr>
            <p:custDataLst>
              <p:tags r:id="rId2"/>
            </p:custDataLst>
          </p:nvPr>
        </p:nvSpPr>
        <p:spPr>
          <a:xfrm>
            <a:off x="-221339"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A5A5A5"/>
                </a:solidFill>
                <a:effectLst/>
                <a:uLnTx/>
                <a:uFillTx/>
                <a:latin typeface="Calibri" panose="020F0502020204030204" pitchFamily="34" charset="0"/>
                <a:ea typeface="+mn-ea"/>
                <a:cs typeface="+mn-cs"/>
              </a:rPr>
              <a:t>2021</a:t>
            </a:r>
          </a:p>
        </p:txBody>
      </p:sp>
      <p:sp>
        <p:nvSpPr>
          <p:cNvPr id="3" name="OTLSHAPE_TB_00000000000000000000000000000000_RightEndCaps" hidden="1">
            <a:extLst>
              <a:ext uri="{FF2B5EF4-FFF2-40B4-BE49-F238E27FC236}">
                <a16:creationId xmlns:a16="http://schemas.microsoft.com/office/drawing/2014/main" id="{8AB82CEB-8480-4B78-9145-5599AC9AF335}"/>
              </a:ext>
            </a:extLst>
          </p:cNvPr>
          <p:cNvSpPr txBox="1"/>
          <p:nvPr>
            <p:custDataLst>
              <p:tags r:id="rId3"/>
            </p:custDataLst>
          </p:nvPr>
        </p:nvSpPr>
        <p:spPr>
          <a:xfrm>
            <a:off x="-221339"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A5A5A5"/>
                </a:solidFill>
                <a:effectLst/>
                <a:uLnTx/>
                <a:uFillTx/>
                <a:latin typeface="Calibri" panose="020F0502020204030204" pitchFamily="34" charset="0"/>
                <a:ea typeface="+mn-ea"/>
                <a:cs typeface="+mn-cs"/>
              </a:rPr>
              <a:t>2021</a:t>
            </a:r>
          </a:p>
        </p:txBody>
      </p:sp>
      <p:sp>
        <p:nvSpPr>
          <p:cNvPr id="90" name="OTLSHAPE_TB_00000000000000000000000000000000_ElapsedTime" hidden="1">
            <a:extLst>
              <a:ext uri="{FF2B5EF4-FFF2-40B4-BE49-F238E27FC236}">
                <a16:creationId xmlns:a16="http://schemas.microsoft.com/office/drawing/2014/main" id="{A3840545-0070-4F71-AC67-123656CCFD11}"/>
              </a:ext>
            </a:extLst>
          </p:cNvPr>
          <p:cNvSpPr/>
          <p:nvPr>
            <p:custDataLst>
              <p:tags r:id="rId4"/>
            </p:custDataLst>
          </p:nvPr>
        </p:nvSpPr>
        <p:spPr>
          <a:xfrm>
            <a:off x="0" y="0"/>
            <a:ext cx="0" cy="0"/>
          </a:xfrm>
          <a:prstGeom prst="round2DiagRect">
            <a:avLst>
              <a:gd name="adj1" fmla="val 100000"/>
              <a:gd name="adj2" fmla="val 0"/>
            </a:avLst>
          </a:prstGeom>
          <a:solidFill>
            <a:srgbClr val="FF0000">
              <a:alpha val="30196"/>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OTLSHAPE_TB_00000000000000000000000000000000_TodayMarkerShape" hidden="1">
            <a:extLst>
              <a:ext uri="{FF2B5EF4-FFF2-40B4-BE49-F238E27FC236}">
                <a16:creationId xmlns:a16="http://schemas.microsoft.com/office/drawing/2014/main" id="{5AF1DDDF-A305-492F-8212-5DDD3C3140D7}"/>
              </a:ext>
            </a:extLst>
          </p:cNvPr>
          <p:cNvSpPr/>
          <p:nvPr>
            <p:custDataLst>
              <p:tags r:id="rId5"/>
            </p:custDataLst>
          </p:nvPr>
        </p:nvSpPr>
        <p:spPr>
          <a:xfrm>
            <a:off x="9439127" y="1746818"/>
            <a:ext cx="114300" cy="127000"/>
          </a:xfrm>
          <a:prstGeom prst="triangl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OTLSHAPE_TB_00000000000000000000000000000000_TodayMarkerText" hidden="1">
            <a:extLst>
              <a:ext uri="{FF2B5EF4-FFF2-40B4-BE49-F238E27FC236}">
                <a16:creationId xmlns:a16="http://schemas.microsoft.com/office/drawing/2014/main" id="{D4D21E57-D809-4662-BA10-93E7AA1C1437}"/>
              </a:ext>
            </a:extLst>
          </p:cNvPr>
          <p:cNvSpPr txBox="1"/>
          <p:nvPr>
            <p:custDataLst>
              <p:tags r:id="rId6"/>
            </p:custDataLst>
          </p:nvPr>
        </p:nvSpPr>
        <p:spPr>
          <a:xfrm>
            <a:off x="-168984" y="58866"/>
            <a:ext cx="0" cy="0"/>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Today</a:t>
            </a:r>
          </a:p>
        </p:txBody>
      </p:sp>
      <p:sp>
        <p:nvSpPr>
          <p:cNvPr id="12" name="TextBox 11">
            <a:extLst>
              <a:ext uri="{FF2B5EF4-FFF2-40B4-BE49-F238E27FC236}">
                <a16:creationId xmlns:a16="http://schemas.microsoft.com/office/drawing/2014/main" id="{96C2898A-5308-436A-A535-EEE160817E5F}"/>
              </a:ext>
            </a:extLst>
          </p:cNvPr>
          <p:cNvSpPr txBox="1"/>
          <p:nvPr/>
        </p:nvSpPr>
        <p:spPr>
          <a:xfrm>
            <a:off x="1677485" y="1542588"/>
            <a:ext cx="851021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Gisha" panose="020B0502040204020203" pitchFamily="34" charset="-79"/>
                <a:ea typeface="+mn-ea"/>
                <a:cs typeface="Gisha" panose="020B0502040204020203" pitchFamily="34" charset="-79"/>
              </a:rPr>
              <a:t>To contain the scope of this project, and due to limited real-world data, the model does not account for the statements below.  If this model were to be expanded upon, these would be good items to add.</a:t>
            </a:r>
          </a:p>
        </p:txBody>
      </p:sp>
      <p:graphicFrame>
        <p:nvGraphicFramePr>
          <p:cNvPr id="13" name="Table 4">
            <a:extLst>
              <a:ext uri="{FF2B5EF4-FFF2-40B4-BE49-F238E27FC236}">
                <a16:creationId xmlns:a16="http://schemas.microsoft.com/office/drawing/2014/main" id="{9CCBEAB5-BDEA-4CEB-B075-22EF0DA46333}"/>
              </a:ext>
            </a:extLst>
          </p:cNvPr>
          <p:cNvGraphicFramePr>
            <a:graphicFrameLocks noGrp="1"/>
          </p:cNvGraphicFramePr>
          <p:nvPr>
            <p:extLst>
              <p:ext uri="{D42A27DB-BD31-4B8C-83A1-F6EECF244321}">
                <p14:modId xmlns:p14="http://schemas.microsoft.com/office/powerpoint/2010/main" val="1197500478"/>
              </p:ext>
            </p:extLst>
          </p:nvPr>
        </p:nvGraphicFramePr>
        <p:xfrm>
          <a:off x="683313" y="2545851"/>
          <a:ext cx="10498554" cy="2443480"/>
        </p:xfrm>
        <a:graphic>
          <a:graphicData uri="http://schemas.openxmlformats.org/drawingml/2006/table">
            <a:tbl>
              <a:tblPr firstRow="1" bandRow="1">
                <a:tableStyleId>{5C22544A-7EE6-4342-B048-85BDC9FD1C3A}</a:tableStyleId>
              </a:tblPr>
              <a:tblGrid>
                <a:gridCol w="4783209">
                  <a:extLst>
                    <a:ext uri="{9D8B030D-6E8A-4147-A177-3AD203B41FA5}">
                      <a16:colId xmlns:a16="http://schemas.microsoft.com/office/drawing/2014/main" val="3031055252"/>
                    </a:ext>
                  </a:extLst>
                </a:gridCol>
                <a:gridCol w="5715345">
                  <a:extLst>
                    <a:ext uri="{9D8B030D-6E8A-4147-A177-3AD203B41FA5}">
                      <a16:colId xmlns:a16="http://schemas.microsoft.com/office/drawing/2014/main" val="2269131911"/>
                    </a:ext>
                  </a:extLst>
                </a:gridCol>
              </a:tblGrid>
              <a:tr h="370840">
                <a:tc>
                  <a:txBody>
                    <a:bodyPr/>
                    <a:lstStyle/>
                    <a:p>
                      <a:r>
                        <a:rPr lang="en-US" sz="1400" dirty="0"/>
                        <a:t>Statement</a:t>
                      </a:r>
                    </a:p>
                  </a:txBody>
                  <a:tcPr>
                    <a:lnB w="12700" cap="flat" cmpd="sng" algn="ctr">
                      <a:solidFill>
                        <a:schemeClr val="tx1"/>
                      </a:solidFill>
                      <a:prstDash val="solid"/>
                      <a:round/>
                      <a:headEnd type="none" w="med" len="med"/>
                      <a:tailEnd type="none" w="med" len="med"/>
                    </a:lnB>
                    <a:solidFill>
                      <a:schemeClr val="accent2"/>
                    </a:solidFill>
                  </a:tcPr>
                </a:tc>
                <a:tc>
                  <a:txBody>
                    <a:bodyPr/>
                    <a:lstStyle/>
                    <a:p>
                      <a:r>
                        <a:rPr lang="en-US" sz="1400" dirty="0"/>
                        <a:t>Reasoning</a:t>
                      </a:r>
                    </a:p>
                  </a:txBody>
                  <a:tcPr>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3319105320"/>
                  </a:ext>
                </a:extLst>
              </a:tr>
              <a:tr h="370840">
                <a:tc>
                  <a:txBody>
                    <a:bodyPr/>
                    <a:lstStyle/>
                    <a:p>
                      <a:r>
                        <a:rPr lang="en-US" sz="1400" dirty="0">
                          <a:solidFill>
                            <a:schemeClr val="bg1"/>
                          </a:solidFill>
                        </a:rPr>
                        <a:t>This model assumes that all customers desire a cart (don’t choose a basket)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bg1"/>
                          </a:solidFill>
                        </a:rPr>
                        <a:t>Factoring in the impact of customers selecting baskets instead of carts is beyond the scope of this project, particularly given the lack of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7491509"/>
                  </a:ext>
                </a:extLst>
              </a:tr>
              <a:tr h="370840">
                <a:tc>
                  <a:txBody>
                    <a:bodyPr/>
                    <a:lstStyle/>
                    <a:p>
                      <a:r>
                        <a:rPr lang="en-US" sz="1400" dirty="0">
                          <a:solidFill>
                            <a:schemeClr val="bg1"/>
                          </a:solidFill>
                        </a:rPr>
                        <a:t>Online shoppers and in-store Shift shoppers are not accounted for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bg1"/>
                          </a:solidFill>
                        </a:rPr>
                        <a:t>The behavior of Shift shoppers is different, i.e. they would probably keep the same cart for the duration of their shift, and would shop many orders.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3136961"/>
                  </a:ext>
                </a:extLst>
              </a:tr>
              <a:tr h="370840">
                <a:tc>
                  <a:txBody>
                    <a:bodyPr/>
                    <a:lstStyle/>
                    <a:p>
                      <a:r>
                        <a:rPr lang="en-US" sz="1400" dirty="0">
                          <a:solidFill>
                            <a:schemeClr val="bg1"/>
                          </a:solidFill>
                        </a:rPr>
                        <a:t>The number of customers in the store more than one hour is not statistically significant for this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bg1"/>
                          </a:solidFill>
                        </a:rPr>
                        <a:t>It’s beyond the scope of this project to factor in the added complexity if there is a statistically significant percentage staying beyond one hour.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1952964"/>
                  </a:ext>
                </a:extLst>
              </a:tr>
              <a:tr h="370840">
                <a:tc>
                  <a:txBody>
                    <a:bodyPr/>
                    <a:lstStyle/>
                    <a:p>
                      <a:r>
                        <a:rPr lang="en-US" sz="1400" dirty="0">
                          <a:solidFill>
                            <a:schemeClr val="bg1"/>
                          </a:solidFill>
                        </a:rPr>
                        <a:t>Number of customers per hour is consistent over the 24 hours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bg1"/>
                          </a:solidFill>
                        </a:rPr>
                        <a:t>This is not true in real life, but decided it is beyond scope of this project to account for variation in shoppers per hour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920429"/>
                  </a:ext>
                </a:extLst>
              </a:tr>
            </a:tbl>
          </a:graphicData>
        </a:graphic>
      </p:graphicFrame>
    </p:spTree>
    <p:custDataLst>
      <p:tags r:id="rId1"/>
    </p:custDataLst>
    <p:extLst>
      <p:ext uri="{BB962C8B-B14F-4D97-AF65-F5344CB8AC3E}">
        <p14:creationId xmlns:p14="http://schemas.microsoft.com/office/powerpoint/2010/main" val="1867772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ART_0" val="eyIkaWQiOiIxIiwiQ3VsdHVyZUluZm9OYW1lIjoiZW4tVVMiLCJTdHlsZU5hbWUiOm51bGwsIlZlcnNpb24iOnsiJGlkIjoiMiIsIlZlcnNpb24iOiIzLjMuMiIsIk9yaWdpbmFsQXNzZW1ibHlWZXJzaW9uIjpudWxsLCJFZGl0aW9uIjoiUHJvIiwiSXNQbHVzRWRpdGlvbiI6dHJ1ZSwiSXNQcm9FZGl0aW9uIjp0cnVlfSwiRWZmZWN0IjoxLCJTdHlsZSI6eyIkaWQiOiIzIiwiVGltZWJhbmRTdHlsZSI6eyIkaWQiOiI0IiwiU2NhbGVNYXJraW5nIjoxLCJTaGFwZSI6MTAsIlNoYXBlU3R5bGUiOnsiJGlkIjoiNSIsIk1hcmdpbiI6eyIkaWQiOiI2IiwiVG9wIjowLCJMZWZ0IjoxMCwiUmlnaHQiOjEwLCJCb3R0b20iOjB9LCJQYWRkaW5nIjp7IiRpZCI6IjciLCJUb3AiOjMsIkxlZnQiOjAsIlJpZ2h0IjowLCJCb3R0b20iOjN9LCJCYWNrZ3JvdW5kIjp7IiRpZCI6IjgiLCJDb2xvciI6eyIkaWQiOiI5IiwiQSI6MjU1LCJSIjo2OCwiRyI6ODQsIkIiOjEwNn19LCJJc1Zpc2libGUiOnRydWUsIldpZHRoIjo4NTguMCwiSGVpZ2h0IjoyMC4wLCJCb3JkZXJTdHlsZSI6eyIkaWQiOiIxMCIsIkxpbmVDb2xvciI6eyIkaWQiOiIxMSIsIiR0eXBlIjoiTkxSRS5Db21tb24uRG9tLlNvbGlkQ29sb3JCcnVzaCwgTkxSRS5Db21tb24iLCJDb2xvciI6eyIkaWQiOiIxMiIsIkEiOjI1NSwiUiI6MjU1LCJHIjowLCJCIjowfX0sIkxpbmVXZWlnaHQiOjAuMCwiTGluZVR5cGUiOjAsIlBhcmVudFN0eWxlIjpudWxsfSwiUGFyZW50U3R5bGUiOm51bGx9LCJSaWdodEVuZENhcHNTdHlsZSI6eyIkaWQiOiIxMyIsIkZvbnRTZXR0aW5ncyI6eyIkaWQiOiIxNCIsIkZvbnRTaXplIjoxOCwiRm9udE5hbWUiOiJDYWxpYnJpIiwiSXNCb2xkIjp0cnVlLCJJc0l0YWxpYyI6ZmFsc2UsIklzVW5kZXJsaW5lZCI6ZmFsc2UsIlBhcmVudFN0eWxlIjpudWxsfSwiQXV0b1NpemUiOjAsIkZvcmVncm91bmQiOnsiJGlkIjoiMTUiLCJDb2xvciI6eyIkaWQiOiIxNiIsIkEiOjI1NSwiUiI6MjU0LCJHIjoxODYsIkIiOjEwfX0sIk1heFdpZHRoIjoiSW5maW5pdHkiLCJNYXhIZWlnaHQiOiJJbmZpbml0eSIsIlNtYXJ0Rm9yZWdyb3VuZElzQWN0aXZlIjpmYWxzZSwiSG9yaXpvbnRhbEFsaWdubWVudCI6MCwiVmVydGljYWxBbGlnbm1lbnQiOjAsIlNtYXJ0Rm9yZWdyb3VuZCI6bnVsbCwiQmFja2dyb3VuZEZpbGxUeXBlIjowLCJNYXJnaW4iOnsiJGlkIjoiMTciLCJUb3AiOjAsIkxlZnQiOjAsIlJpZ2h0IjoyMCwiQm90dG9tIjowfSwiUGFkZGluZyI6eyIkaWQiOiIxOCIsIlRvcCI6MCwiTGVmdCI6MCwiUmlnaHQiOjAsIkJvdHRvbSI6MH0sIkJhY2tncm91bmQiOnsiJGlkIjoiMTkiLCJDb2xvciI6eyIkaWQiOiIyMCIsIkEiOjg5LCJSIjowLCJHIjowLCJCIjowfX0sIklzVmlzaWJsZSI6ZmFsc2UsIldpZHRoIjowLjAsIkhlaWdodCI6MC4wLCJCb3JkZXJTdHlsZSI6bnVsbCwiUGFyZW50U3R5bGUiOm51bGx9LCJMZWZ0RW5kQ2Fwc1N0eWxlIjp7IiRpZCI6IjIxIiwiRm9udFNldHRpbmdzIjp7IiRpZCI6IjIyIiwiRm9udFNpemUiOjE4LCJGb250TmFtZSI6IkNhbGlicmkiLCJJc0JvbGQiOnRydWUsIklzSXRhbGljIjpmYWxzZSwiSXNVbmRlcmxpbmVkIjpmYWxzZSwiUGFyZW50U3R5bGUiOm51bGx9LCJBdXRvU2l6ZSI6MCwiRm9yZWdyb3VuZCI6eyIkaWQiOiIyMyIsIkNvbG9yIjp7IiRpZCI6IjI0IiwiQSI6MjU1LCJSIjoyNTQsIkciOjE4NiwiQiI6MTB9fSwiTWF4V2lkdGgiOiJJbmZpbml0eSIsIk1heEhlaWdodCI6IkluZmluaXR5IiwiU21hcnRGb3JlZ3JvdW5kSXNBY3RpdmUiOmZhbHNlLCJIb3Jpem9udGFsQWxpZ25tZW50IjowLCJWZXJ0aWNhbEFsaWdubWVudCI6MCwiU21hcnRGb3JlZ3JvdW5kIjpudWxsLCJCYWNrZ3JvdW5kRmlsbFR5cGUiOjAsIk1hcmdpbiI6eyIkaWQiOiIyNSIsIlRvcCI6MCwiTGVmdCI6MjcsIlJpZ2h0IjowLCJCb3R0b20iOjB9LCJQYWRkaW5nIjp7IiRpZCI6IjI2IiwiVG9wIjowLCJMZWZ0IjowLCJSaWdodCI6MCwiQm90dG9tIjowfSwiQmFja2dyb3VuZCI6eyIkaWQiOiIyNyIsIkNvbG9yIjp7IiRyZWYiOiIyMCJ9fSwiSXNWaXNpYmxlIjpmYWxzZSwiV2lkdGgiOjAuMCwiSGVpZ2h0IjowLjAsIkJvcmRlclN0eWxlIjpudWxsLCJQYXJlbnRTdHlsZSI6bnVsbH0sIlRvZGF5VGV4dFN0eWxlIjp7IiRpZCI6IjI4IiwiRm9udFNldHRpbmdzIjp7IiRpZCI6IjI5IiwiRm9udFNpemUiOjEyLCJGb250TmFtZSI6IkNhbGlicmkiLCJJc0JvbGQiOmZhbHNlLCJJc0l0YWxpYyI6ZmFsc2UsIklzVW5kZXJsaW5lZCI6ZmFsc2UsIlBhcmVudFN0eWxlIjpudWxsfSwiQXV0b1NpemUiOjAsIkZvcmVncm91bmQiOnsiJGlkIjoiMzAiLCJDb2xvciI6eyIkaWQiOiIzM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zMiIsIlRvcCI6MCwiTGVmdCI6MCwiUmlnaHQiOjAsIkJvdHRvbSI6MH0sIlBhZGRpbmciOnsiJGlkIjoiMzMiLCJUb3AiOjAsIkxlZnQiOjAsIlJpZ2h0IjowLCJCb3R0b20iOjB9LCJCYWNrZ3JvdW5kIjp7IiRpZCI6IjM0IiwiQ29sb3IiOnsiJHJlZiI6IjIwIn19LCJJc1Zpc2libGUiOmZhbHNlLCJXaWR0aCI6MC4wLCJIZWlnaHQiOjAuMCwiQm9yZGVyU3R5bGUiOm51bGwsIlBhcmVudFN0eWxlIjpudWxsfSwiVG9kYXlNYXJrZXJTdHlsZSI6eyIkaWQiOiIzNSIsIk1hcmdpbiI6eyIkaWQiOiIzNiIsIlRvcCI6MCwiTGVmdCI6MCwiUmlnaHQiOjAsIkJvdHRvbSI6MH0sIlBhZGRpbmciOnsiJGlkIjoiMzciLCJUb3AiOjAsIkxlZnQiOjAsIlJpZ2h0IjowLCJCb3R0b20iOjB9LCJCYWNrZ3JvdW5kIjp7IiRpZCI6IjM4IiwiQ29sb3IiOnsiJGlkIjoiMzkiLCJBIjoyNTUsIlIiOjI1NSwiRyI6MCwiQiI6MH19LCJJc1Zpc2libGUiOnRydWUsIldpZHRoIjowLjAsIkhlaWdodCI6MC4wLCJCb3JkZXJTdHlsZSI6bnVsbCwiUGFyZW50U3R5bGUiOm51bGx9LCJTY2FsZVN0eWxlIjp7IiRpZCI6IjQwIiwiU2hvd1NlZ21lbnRTZXBhcmF0b3JzIjpmYWxzZSwiU2VnbWVudFNlcGFyYXRvck9wYWNpdHkiOjMwLCJGb250U2V0dGluZ3MiOnsiJGlkIjoiNDEiLCJGb250U2l6ZSI6MTIsIkZvbnROYW1lIjoiQ2FsaWJyaSIsIklzQm9sZCI6ZmFsc2UsIklzSXRhbGljIjpmYWxzZSwiSXNVbmRlcmxpbmVkIjpmYWxzZSwiUGFyZW50U3R5bGUiOm51bGx9LCJBdXRvU2l6ZSI6MCwiRm9yZWdyb3VuZCI6eyIkaWQiOiI0MiIsIkNvbG9yIjp7IiRpZCI6IjQz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Q0IiwiVG9wIjowLCJMZWZ0Ijo1LCJSaWdodCI6MCwiQm90dG9tIjowfSwiUGFkZGluZyI6eyIkaWQiOiI0NSIsIlRvcCI6MCwiTGVmdCI6MCwiUmlnaHQiOjAsIkJvdHRvbSI6MH0sIkJhY2tncm91bmQiOnsiJGlkIjoiNDYiLCJDb2xvciI6eyIkcmVmIjoiMjAifX0sIklzVmlzaWJsZSI6dHJ1ZSwiV2lkdGgiOjAuMCwiSGVpZ2h0IjowLjAsIkJvcmRlclN0eWxlIjpudWxsLCJQYXJlbnRTdHlsZSI6bnVsbH0sIkVsYXBzZWRUaW1lQmFja2dyb3VuZCI6eyIkaWQiOiI0NyIsIkNvbG9yIjp7IiRpZCI6IjQ4IiwiQSI6NzcsIlIiOjI1NSwiRyI6MCwiQiI6MH19LCJBcHBlbmRZZWFyT25ZZWFyQ2hhbmdlIjpmYWxzZSwiRWxhcHNlZFRpbWVGb3JtYXQiOjAsIlRvZGF5TWFya2VyUG9zaXRpb24iOjAsIlF1aWNrUG9zaXRpb24iOjMsIkFic29sdXRlUG9zaXRpb24iOjEyNC4wMDIzNjUsIk1hcmdpbiI6eyIkaWQiOiI0OSIsIlRvcCI6MCwiTGVmdCI6MTAsIlJpZ2h0IjoxMCwiQm90dG9tIjowfSwiUGFkZGluZyI6eyIkaWQiOiI1MCIsIlRvcCI6MCwiTGVmdCI6MCwiUmlnaHQiOjAsIkJvdHRvbSI6MH0sIkJhY2tncm91bmQiOnsiJGlkIjoiNTEiLCJDb2xvciI6eyIkaWQiOiI1MiIsIkEiOjI1NSwiUiI6NDcsIkciOjU0LCJCIjoxNTN9fSwiSXNWaXNpYmxlIjp0cnVlLCJXaWR0aCI6MC4wLCJIZWlnaHQiOjAuMCwiQm9yZGVyU3R5bGUiOm51bGwsIlBhcmVudFN0eWxlIjpudWxsfSwiRGVmYXVsdE1pbGVzdG9uZVN0eWxlIjp7IiRpZCI6IjUzIiwiU2hhcGUiOjEzLCJDb25uZWN0b3JNYXJnaW4iOnsiJGlkIjoiNTQiLCJUb3AiOjAsIkxlZnQiOjIsIlJpZ2h0IjoyLCJCb3R0b20iOjB9LCJDb25uZWN0b3JTdHlsZSI6eyIkaWQiOiI1NSIsIkxpbmVDb2xvciI6eyIkaWQiOiI1NiIsIiR0eXBlIjoiTkxSRS5Db21tb24uRG9tLlNvbGlkQ29sb3JCcnVzaCwgTkxSRS5Db21tb24iLCJDb2xvciI6eyIkaWQiOiI1NyIsIkEiOjEyNywiUiI6NzksIkciOjEyOSwiQiI6MTg5fX0sIkxpbmVXZWlnaHQiOjEuMCwiTGluZVR5cGUiOjAsIlBhcmVudFN0eWxlIjpudWxsfSwiSXNCZWxvd1RpbWViYW5kIjpmYWxzZSwiUG9zaXRpb25PblRhc2siOjAsIkhpZGVEYXRlIjpmYWxzZSwiU2hhcGVTaXplIjoyLCJTcGFjaW5nIjoyLjAsIlBhZGRpbmciOnsiJGlkIjoiNTgiLCJUb3AiOjcsIkxlZnQiOjMsIlJpZ2h0IjowLCJCb3R0b20iOjJ9LCJTaGFwZVN0eWxlIjp7IiRpZCI6IjU5IiwiTWFyZ2luIjp7IiRpZCI6IjYwIiwiVG9wIjowLCJMZWZ0IjowLCJSaWdodCI6MCwiQm90dG9tIjowfSwiUGFkZGluZyI6eyIkaWQiOiI2MSIsIlRvcCI6MCwiTGVmdCI6MCwiUmlnaHQiOjAsIkJvdHRvbSI6MH0sIkJhY2tncm91bmQiOnsiJGlkIjoiNjIiLCJDb2xvciI6eyIkaWQiOiI2MyIsIkEiOjI1NSwiUiI6MjU0LCJHIjoxODYsIkIiOjEwfX0sIklzVmlzaWJsZSI6dHJ1ZSwiV2lkdGgiOjI0LjAsIkhlaWdodCI6MjYuMCwiQm9yZGVyU3R5bGUiOnsiJGlkIjoiNjQiLCJMaW5lQ29sb3IiOnsiJGlkIjoiNjUiLCIkdHlwZSI6Ik5MUkUuQ29tbW9uLkRvbS5Tb2xpZENvbG9yQnJ1c2gsIE5MUkUuQ29tbW9uIiwiQ29sb3IiOnsiJGlkIjoiNjYiLCJBIjoyNTUsIlIiOjI1NSwiRyI6MCwiQiI6MH19LCJMaW5lV2VpZ2h0IjowLjAsIkxpbmVUeXBlIjowLCJQYXJlbnRTdHlsZSI6bnVsbH0sIlBhcmVudFN0eWxlIjpudWxsfSwiVGl0bGVTdHlsZSI6eyIkaWQiOiI2NyIsIkZvbnRTZXR0aW5ncyI6eyIkaWQiOiI2OCIsIkZvbnRTaXplIjoxMSwiRm9udE5hbWUiOiJDYWxpYnJpIiwiSXNCb2xkIjp0cnVlLCJJc0l0YWxpYyI6ZmFsc2UsIklzVW5kZXJsaW5lZCI6ZmFsc2UsIlBhcmVudFN0eWxlIjpudWxsfSwiQXV0b1NpemUiOjAsIkZvcmVncm91bmQiOnsiJGlkIjoiNjkiLCJDb2xvciI6eyIkaWQiOiI3MCIsIkEiOjI1NSwiUiI6MjU1LCJHIjoyNTUsIkIiOjI1NX19LCJNYXhXaWR0aCI6MjAwLjAsIk1heEhlaWdodCI6IkluZmluaXR5IiwiU21hcnRGb3JlZ3JvdW5kSXNBY3RpdmUiOmZhbHNlLCJIb3Jpem9udGFsQWxpZ25tZW50IjowLCJWZXJ0aWNhbEFsaWdubWVudCI6MCwiU21hcnRGb3JlZ3JvdW5kIjpudWxsLCJCYWNrZ3JvdW5kRmlsbFR5cGUiOjAsIk1hcmdpbiI6eyIkaWQiOiI3MSIsIlRvcCI6MCwiTGVmdCI6MCwiUmlnaHQiOjAsIkJvdHRvbSI6MH0sIlBhZGRpbmciOnsiJGlkIjoiNzIiLCJUb3AiOjAsIkxlZnQiOjAsIlJpZ2h0IjowLCJCb3R0b20iOjB9LCJCYWNrZ3JvdW5kIjp7IiRpZCI6IjczIiwiQ29sb3IiOnsiJHJlZiI6IjIwIn19LCJJc1Zpc2libGUiOnRydWUsIldpZHRoIjowLjAsIkhlaWdodCI6MC4wLCJCb3JkZXJTdHlsZSI6bnVsbCwiUGFyZW50U3R5bGUiOm51bGx9LCJEYXRlU3R5bGUiOnsiJGlkIjoiNzQiLCJGb250U2V0dGluZ3MiOnsiJGlkIjoiNzUiLCJGb250U2l6ZSI6MTAsIkZvbnROYW1lIjoiQ2FsaWJyaSIsIklzQm9sZCI6ZmFsc2UsIklzSXRhbGljIjpmYWxzZSwiSXNVbmRlcmxpbmVkIjpmYWxzZSwiUGFyZW50U3R5bGUiOm51bGx9LCJBdXRvU2l6ZSI6MCwiRm9yZWdyb3VuZCI6eyIkaWQiOiI3NiIsIkNvbG9yIjp7IiRpZCI6Ijc3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c4IiwiVG9wIjowLCJMZWZ0IjowLCJSaWdodCI6MCwiQm90dG9tIjowfSwiUGFkZGluZyI6eyIkaWQiOiI3OSIsIlRvcCI6MCwiTGVmdCI6MCwiUmlnaHQiOjAsIkJvdHRvbSI6MH0sIkJhY2tncm91bmQiOnsiJGlkIjoiODAiLCJDb2xvciI6eyIkcmVmIjoiMjAifX0sIklzVmlzaWJsZSI6dHJ1ZSwiV2lkdGgiOjAuMCwiSGVpZ2h0IjowLjAsIkJvcmRlclN0eWxlIjpudWxsLCJQYXJlbnRTdHlsZSI6bnVsbH0sIkRhdGVGb3JtYXQiOnsiJGlkIjoiO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IiLCJGb3JtYXQiOjAsIklzVmlzaWJsZSI6ZmFsc2UsIkxhc3RLbm93blZpc2liaWxpdHlTdGF0ZSI6ZmFsc2V9LCJJc1Zpc2libGUiOnRydWUsIlBhcmVudFN0eWxlIjpudWxsfSwiRGVmYXVsdFRhc2tTdHlsZSI6eyIkaWQiOiI4MyIsIlNoYXBlIjoxLCJTaGFwZVRoaWNrbmVzcyI6MCwiRHVyYXRpb25Gb3JtYXQiOjAsIkluY2x1ZGVOb25Xb3JraW5nRGF5c0luRHVyYXRpb24iOmZhbHNlLCJQZXJjZW50YWdlQ29tcGxldGVTdHlsZSI6eyIkaWQiOiI4NCIsIkZvbnRTZXR0aW5ncyI6eyIkaWQiOiI4NSIsIkZvbnRTaXplIjoxMCwiRm9udE5hbWUiOiJDYWxpYnJpIiwiSXNCb2xkIjpmYWxzZSwiSXNJdGFsaWMiOmZhbHNlLCJJc1VuZGVybGluZWQiOmZhbHNlLCJQYXJlbnRTdHlsZSI6bnVsbH0sIkF1dG9TaXplIjowLCJGb3JlZ3JvdW5kIjp7IiRpZCI6Ijg2IiwiQ29sb3IiOnsiJGlkIjoiODciLCJBIjoyNTUsIlIiOjIzOCwiRyI6MjM2LCJCIjoyMjV9fSwiTWF4V2lkdGgiOjIwMC4wLCJNYXhIZWlnaHQiOiJJbmZpbml0eSIsIlNtYXJ0Rm9yZWdyb3VuZElzQWN0aXZlIjpmYWxzZSwiSG9yaXpvbnRhbEFsaWdubWVudCI6MSwiVmVydGljYWxBbGlnbm1lbnQiOjAsIlNtYXJ0Rm9yZWdyb3VuZCI6bnVsbCwiQmFja2dyb3VuZEZpbGxUeXBlIjowLCJNYXJnaW4iOnsiJGlkIjoiODgiLCJUb3AiOjAsIkxlZnQiOjAsIlJpZ2h0IjowLCJCb3R0b20iOjB9LCJQYWRkaW5nIjp7IiRpZCI6Ijg5IiwiVG9wIjowLCJMZWZ0IjowLCJSaWdodCI6MCwiQm90dG9tIjowfSwiQmFja2dyb3VuZCI6eyIkaWQiOiI5MCIsIkNvbG9yIjp7IiRyZWYiOiIyMCJ9fSwiSXNWaXNpYmxlIjp0cnVlLCJXaWR0aCI6MC4wLCJIZWlnaHQiOjAuMCwiQm9yZGVyU3R5bGUiOm51bGwsIlBhcmVudFN0eWxlIjpudWxsfSwiRHVyYXRpb25TdHlsZSI6eyIkaWQiOiI5MSIsIkZvbnRTZXR0aW5ncyI6eyIkaWQiOiI5MiIsIkZvbnRTaXplIjoxMCwiRm9udE5hbWUiOiJDYWxpYnJpIiwiSXNCb2xkIjpmYWxzZSwiSXNJdGFsaWMiOmZhbHNlLCJJc1VuZGVybGluZWQiOmZhbHNlLCJQYXJlbnRTdHlsZSI6bnVsbH0sIkF1dG9TaXplIjowLCJGb3JlZ3JvdW5kIjp7IiRpZCI6IjkzIiwiQ29sb3IiOnsiJGlkIjoiOTQ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5NSIsIlRvcCI6MCwiTGVmdCI6MCwiUmlnaHQiOjAsIkJvdHRvbSI6MH0sIlBhZGRpbmciOnsiJGlkIjoiOTYiLCJUb3AiOjAsIkxlZnQiOjAsIlJpZ2h0IjowLCJCb3R0b20iOjB9LCJCYWNrZ3JvdW5kIjp7IiRpZCI6Ijk3IiwiQ29sb3IiOnsiJHJlZiI6IjIwIn19LCJJc1Zpc2libGUiOnRydWUsIldpZHRoIjowLjAsIkhlaWdodCI6MC4wLCJCb3JkZXJTdHlsZSI6bnVsbCwiUGFyZW50U3R5bGUiOm51bGx9LCJIb3Jpem9udGFsQ29ubmVjdG9yU3R5bGUiOnsiJGlkIjoiOTgiLCJMaW5lQ29sb3IiOnsiJGlkIjoiOTkiLCIkdHlwZSI6Ik5MUkUuQ29tbW9uLkRvbS5Tb2xpZENvbG9yQnJ1c2gsIE5MUkUuQ29tbW9uIiwiQ29sb3IiOnsiJGlkIjoiMTAwIiwiQSI6MjU1LCJSIjoyMDQsIkciOjIwNCwiQiI6MjA0fX0sIkxpbmVXZWlnaHQiOjEuMCwiTGluZVR5cGUiOjAsIlBhcmVudFN0eWxlIjpudWxsfSwiVmVydGljYWxDb25uZWN0b3JTdHlsZSI6eyIkaWQiOiIxMDEiLCJMaW5lQ29sb3IiOnsiJGlkIjoiMTAyIiwiJHR5cGUiOiJOTFJFLkNvbW1vbi5Eb20uU29saWRDb2xvckJydXNoLCBOTFJFLkNvbW1vbiIsIkNvbG9yIjp7IiRpZCI6IjEwMyIsIkEiOjI1NSwiUiI6MjA0LCJHIjoyMDQsIkIiOjIwNH19LCJMaW5lV2VpZ2h0IjowLjAsIkxpbmVUeXBlIjowLCJQYXJlbnRTdHlsZSI6bnVsbH0sIk1hcmdpbiI6bnVsbCwiU3RhcnREYXRlUG9zaXRpb24iOjMsIkVuZERhdGVQb3NpdGlvbiI6MywiRGF0ZUlzVmlzaWJsZSI6dHJ1ZSwiVGl0bGVQb3NpdGlvbiI6MiwiRHVyYXRpb25Qb3NpdGlvbiI6NiwiUGVyY2VudGFnZUNvbXBsZXRlZFBvc2l0aW9uIjoyLCJTcGFjaW5nIjo1LCJJc0JlbG93VGltZWJhbmQiOmZhbHNlLCJQZXJjZW50YWdlQ29tcGxldGVTaGFwZU9wYWNpdHkiOjM1LCJTaGFwZVN0eWxlIjp7IiRpZCI6IjEwNCIsIk1hcmdpbiI6eyIkaWQiOiIxMDUiLCJUb3AiOjAsIkxlZnQiOjQsIlJpZ2h0Ijo0LCJCb3R0b20iOjB9LCJQYWRkaW5nIjp7IiRpZCI6IjEwNiIsIlRvcCI6MCwiTGVmdCI6MCwiUmlnaHQiOjAsIkJvdHRvbSI6MH0sIkJhY2tncm91bmQiOnsiJGlkIjoiMTA3IiwiQ29sb3IiOnsiJGlkIjoiMTA4IiwiQSI6MjU1LCJSIjowLCJHIjoxMTQsIkIiOjE4OH19LCJJc1Zpc2libGUiOnRydWUsIldpZHRoIjowLjAsIkhlaWdodCI6MTAuMCwiQm9yZGVyU3R5bGUiOnsiJGlkIjoiMTA5IiwiTGluZUNvbG9yIjp7IiRpZCI6IjExMCIsIiR0eXBlIjoiTkxSRS5Db21tb24uRG9tLlNvbGlkQ29sb3JCcnVzaCwgTkxSRS5Db21tb24iLCJDb2xvciI6eyIkaWQiOiIxMTEiLCJBIjoyNTUsIlIiOjI1NSwiRyI6MCwiQiI6MH19LCJMaW5lV2VpZ2h0IjowLjAsIkxpbmVUeXBlIjowLCJQYXJlbnRTdHlsZSI6bnVsbH0sIlBhcmVudFN0eWxlIjpudWxsfSwiVGl0bGVTdHlsZSI6eyIkaWQiOiIxMTIiLCJGb250U2V0dGluZ3MiOnsiJGlkIjoiMTEzIiwiRm9udFNpemUiOjExLCJGb250TmFtZSI6IkNhbGlicmkiLCJJc0JvbGQiOmZhbHNlLCJJc0l0YWxpYyI6ZmFsc2UsIklzVW5kZXJsaW5lZCI6ZmFsc2UsIlBhcmVudFN0eWxlIjpudWxsfSwiQXV0b1NpemUiOjAsIkZvcmVncm91bmQiOnsiJGlkIjoiMTE0IiwiQ29sb3IiOnsiJGlkIjoiMTE1IiwiQSI6MjU1LCJSIjoyNTUsIkciOjI1NSwiQiI6MjU1fX0sIk1heFdpZHRoIjo5NjAuMCwiTWF4SGVpZ2h0IjoiSW5maW5pdHkiLCJTbWFydEZvcmVncm91bmRJc0FjdGl2ZSI6ZmFsc2UsIkhvcml6b250YWxBbGlnbm1lbnQiOjEsIlZlcnRpY2FsQWxpZ25tZW50IjowLCJTbWFydEZvcmVncm91bmQiOm51bGwsIkJhY2tncm91bmRGaWxsVHlwZSI6MCwiTWFyZ2luIjp7IiRpZCI6IjExNiIsIlRvcCI6MCwiTGVmdCI6MCwiUmlnaHQiOjAsIkJvdHRvbSI6MH0sIlBhZGRpbmciOnsiJGlkIjoiMTE3IiwiVG9wIjowLCJMZWZ0IjowLCJSaWdodCI6MCwiQm90dG9tIjowfSwiQmFja2dyb3VuZCI6eyIkaWQiOiIxMTgiLCJDb2xvciI6eyIkcmVmIjoiMjAifX0sIklzVmlzaWJsZSI6dHJ1ZSwiV2lkdGgiOjAuMCwiSGVpZ2h0IjowLjAsIkJvcmRlclN0eWxlIjpudWxsLCJQYXJlbnRTdHlsZSI6bnVsbH0sIkRhdGVTdHlsZSI6eyIkaWQiOiIxMTkiLCJGb250U2V0dGluZ3MiOnsiJGlkIjoiMTIwIiwiRm9udFNpemUiOjEwLCJGb250TmFtZSI6IkNhbGlicmkiLCJJc0JvbGQiOmZhbHNlLCJJc0l0YWxpYyI6ZmFsc2UsIklzVW5kZXJsaW5lZCI6ZmFsc2UsIlBhcmVudFN0eWxlIjpudWxsfSwiQXV0b1NpemUiOjAsIkZvcmVncm91bmQiOnsiJGlkIjoiMTIxIiwiQ29sb3IiOnsiJGlkIjoiMTI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MjMiLCJUb3AiOjAsIkxlZnQiOjAsIlJpZ2h0IjowLCJCb3R0b20iOjB9LCJQYWRkaW5nIjp7IiRpZCI6IjEyNCIsIlRvcCI6MCwiTGVmdCI6MCwiUmlnaHQiOjAsIkJvdHRvbSI6MH0sIkJhY2tncm91bmQiOnsiJGlkIjoiMTI1IiwiQ29sb3IiOnsiJHJlZiI6IjIwIn19LCJJc1Zpc2libGUiOnRydWUsIldpZHRoIjowLjAsIkhlaWdodCI6MC4wLCJCb3JkZXJTdHlsZSI6bnVsbCwiUGFyZW50U3R5bGUiOm51bGx9LCJEYXRlRm9ybWF0Ijp7IiRpZCI6IjEy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jciLCJGb3JtYXQiOjAsIklzVmlzaWJsZSI6ZmFsc2UsIkxhc3RLbm93blZpc2liaWxpdHlTdGF0ZSI6ZmFsc2V9LCJJc1Zpc2libGUiOnRydWUsIlBhcmVudFN0eWxlIjpudWxsLCJfZXhwbGljaXRseVNldCI6eyIkaWQiOiIxMjg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3JpZGxpbmVQYW5lbFN0eWxlIjp7IiRpZCI6IjEyOSIsIkdyaWRsaW5lU3R5bGUiOnsiJGlkIjoiMTMwIiwiTGluZUNvbG9yIjp7IiRpZCI6IjEzMSIsIiR0eXBlIjoiTkxSRS5Db21tb24uRG9tLlNvbGlkQ29sb3JCcnVzaCwgTkxSRS5Db21tb24iLCJDb2xvciI6eyIkaWQiOiIxMzIiLCJBIjozOCwiUiI6OTEsIkciOjE1NSwiQiI6MjEzfX0sIkxpbmVXZWlnaHQiOjAuMCwiTGluZVR5cGUiOjAsIlBhcmVudFN0eWxlIjpudWxsfSwiTWFyZ2luIjp7IiRpZCI6IjEzMyIsIlRvcCI6MCwiTGVmdCI6MCwiUmlnaHQiOjAsIkJvdHRvbSI6MH0sIlBhZGRpbmciOnsiJGlkIjoiMTM0IiwiVG9wIjowLCJMZWZ0IjowLCJSaWdodCI6MCwiQm90dG9tIjowfSwiQmFja2dyb3VuZCI6bnVsbCwiSXNWaXNpYmxlIjpmYWxzZSwiV2lkdGgiOjAuMCwiSGVpZ2h0IjowLjAsIkJvcmRlclN0eWxlIjp7IiRpZCI6IjEzNSIsIkxpbmVDb2xvciI6bnVsbCwiTGluZVdlaWdodCI6MC4wLCJMaW5lVHlwZSI6MCwiUGFyZW50U3R5bGUiOm51bGx9LCJQYXJlbnRTdHlsZSI6bnVsbH0sIlNob3dFbGFwc2VkVGltZUdyYWRpZW50U3R5bGUiOmZhbHNlLCJEZWZhdWx0U3dpbWxhbmVTdHlsZSI6eyIkaWQiOiIxMzYiLCJIZWFkZXJTdHlsZSI6eyIkaWQiOiIxMzciLCJUZXh0U3R5bGUiOnsiJGlkIjoiMTM4IiwiRm9udFNldHRpbmdzIjp7IiRpZCI6IjEzOSIsIkZvbnRTaXplIjoxMiwiRm9udE5hbWUiOiJDYWxpYnJpIiwiSXNCb2xkIjpmYWxzZSwiSXNJdGFsaWMiOmZhbHNlLCJJc1VuZGVybGluZWQiOmZhbHNlLCJQYXJlbnRTdHlsZSI6bnVsbH0sIkF1dG9TaXplIjowLCJGb3JlZ3JvdW5kIjp7IiRpZCI6IjE0MCIsIkNvbG9yIjp7IiRpZCI6IjE0MSIsIkEiOjI1NSwiUiI6MzIsIkciOjU2LCJCIjoxMDB9fSwiTWF4V2lkdGgiOjAuMCwiTWF4SGVpZ2h0IjowLjAsIlNtYXJ0Rm9yZWdyb3VuZElzQWN0aXZlIjpmYWxzZSwiSG9yaXpvbnRhbEFsaWdubWVudCI6MCwiVmVydGljYWxBbGlnbm1lbnQiOjAsIlNtYXJ0Rm9yZWdyb3VuZCI6bnVsbCwiQmFja2dyb3VuZEZpbGxUeXBlIjowLCJNYXJnaW4iOnsiJGlkIjoiMTQyIiwiVG9wIjowLCJMZWZ0IjowLCJSaWdodCI6MCwiQm90dG9tIjowfSwiUGFkZGluZyI6eyIkaWQiOiIxNDMiLCJUb3AiOjAsIkxlZnQiOjAsIlJpZ2h0IjowLCJCb3R0b20iOjB9LCJCYWNrZ3JvdW5kIjpudWxsLCJJc1Zpc2libGUiOmZhbHNlLCJXaWR0aCI6MC4wLCJIZWlnaHQiOjAuMCwiQm9yZGVyU3R5bGUiOm51bGwsIlBhcmVudFN0eWxlIjpudWxsfSwiUmVjdGFuZ2xlU3R5bGUiOnsiJGlkIjoiMTQ0IiwiTWFyZ2luIjp7IiRpZCI6IjE0NSIsIlRvcCI6MCwiTGVmdCI6MCwiUmlnaHQiOjAsIkJvdHRvbSI6MH0sIlBhZGRpbmciOnsiJGlkIjoiMTQ2IiwiVG9wIjowLCJMZWZ0IjowLCJSaWdodCI6MCwiQm90dG9tIjowfSwiQmFja2dyb3VuZCI6eyIkaWQiOiIxNDciLCJDb2xvciI6eyIkaWQiOiIxNDgiLCJBIjoxMjcsIlIiOjkxLCJHIjoxNTUsIkIiOjIxM319LCJJc1Zpc2libGUiOmZhbHNlLCJXaWR0aCI6MC4wLCJIZWlnaHQiOjAuMCwiQm9yZGVyU3R5bGUiOnsiJGlkIjoiMTQ5IiwiTGluZUNvbG9yIjp7IiRpZCI6IjE1MCIsIiR0eXBlIjoiTkxSRS5Db21tb24uRG9tLlNvbGlkQ29sb3JCcnVzaCwgTkxSRS5Db21tb24iLCJDb2xvciI6eyIkaWQiOiIxNTEiLCJBIjoyNTUsIlIiOjI1NSwiRyI6MCwiQiI6MH19LCJMaW5lV2VpZ2h0IjowLjAsIkxpbmVUeXBlIjowLCJQYXJlbnRTdHlsZSI6bnVsbH0sIlBhcmVudFN0eWxlIjpudWxsfSwiTWFyZ2luIjp7IiRpZCI6IjE1MiIsIlRvcCI6MCwiTGVmdCI6MCwiUmlnaHQiOjAsIkJvdHRvbSI6MH0sIlBhZGRpbmciOnsiJGlkIjoiMTUzIiwiVG9wIjowLCJMZWZ0IjowLCJSaWdodCI6MCwiQm90dG9tIjowfSwiQmFja2dyb3VuZCI6bnVsbCwiSXNWaXNpYmxlIjp0cnVlLCJXaWR0aCI6MC4wLCJIZWlnaHQiOjAuMCwiQm9yZGVyU3R5bGUiOm51bGwsIlBhcmVudFN0eWxlIjpudWxsfSwiQmFja2dyb3VuZFN0eWxlIjp7IiRpZCI6IjE1NCIsIk1hcmdpbiI6eyIkaWQiOiIxNTUiLCJUb3AiOjAsIkxlZnQiOjAsIlJpZ2h0IjowLCJCb3R0b20iOjB9LCJQYWRkaW5nIjp7IiRpZCI6IjE1NiIsIlRvcCI6MCwiTGVmdCI6MCwiUmlnaHQiOjAsIkJvdHRvbSI6MH0sIkJhY2tncm91bmQiOnsiJGlkIjoiMTU3IiwiQ29sb3IiOnsiJGlkIjoiMTU4IiwiQSI6MzgsIlIiOjkxLCJHIjoxNTUsIkIiOjIxM319LCJJc1Zpc2libGUiOnRydWUsIldpZHRoIjowLjAsIkhlaWdodCI6MC4wLCJCb3JkZXJTdHlsZSI6eyIkaWQiOiIxNTkiLCJMaW5lQ29sb3IiOnsiJGlkIjoiMTYwIiwiJHR5cGUiOiJOTFJFLkNvbW1vbi5Eb20uU29saWRDb2xvckJydXNoLCBOTFJFLkNvbW1vbiIsIkNvbG9yIjp7IiRpZCI6IjE2MSIsIkEiOjI1NSwiUiI6MjU1LCJHIjowLCJCIjowfX0sIkxpbmVXZWlnaHQiOjAuMCwiTGluZVR5cGUiOjAsIlBhcmVudFN0eWxlIjpudWxsfSwiUGFyZW50U3R5bGUiOm51bGx9LCJJc0Fib3ZlVGltZWJhbmQiOmZhbHNlLCJNYXJnaW4iOnsiJGlkIjoiMTYyIiwiVG9wIjowLCJMZWZ0IjowLCJSaWdodCI6MCwiQm90dG9tIjowfSwiUGFkZGluZyI6eyIkaWQiOiIxNjMiLCJUb3AiOjAsIkxlZnQiOjAsIlJpZ2h0IjowLCJCb3R0b20iOjB9LCJJc1Zpc2libGUiOnRydWUsIldpZHRoIjowLjAsIkhlaWdodCI6MC4wLCJCb3JkZXJTdHlsZSI6bnVsbCwiUGFyZW50U3R5bGUiOm51bGx9fSwiU2NhbGUiOnsiJGlkIjoiMTY0IiwiU3RhcnREYXRlIjoiMDAwMS0wMS0wMVQwMDowMDowMCIsIkVuZERhdGUiOiIyMDIyLTEwLTI4VDE3OjAwOjAwIiwiRm9ybWF0IjoiTU1NIiwiVHlwZSI6MiwiQXV0b0RhdGVSYW5nZSI6dHJ1ZSwiV29ya2luZ0RheXMiOjMxLCJGaXNjYWxZZWFyIjp7IiRpZCI6IjE2NSIsIlN0YXJ0TW9udGgiOjEsIlVzZVN0YXJ0aW5nWWVhckZvck51bWJlcmluZyI6dHJ1ZSwiU2hvd0Zpc2NhbFllYXJMYWJlbCI6dHJ1ZX0sIlRvZGF5TWFya2VyVGV4dCI6IlRvZGF5IiwiQXV0b1NjYWxlVHlwZSI6dHJ1ZX0sIk1pbGVzdG9uZXMiOlt7IiRpZCI6IjE2NiIsIkRhdGUiOiIyMDIxLTAzLTMxVDE3OjAwOjAwIiwiU3R5bGUiOnsiJGlkIjoiMTY3IiwiU2hhcGUiOjEzLCJDb25uZWN0b3JNYXJnaW4iOnsiJHJlZiI6IjU0In0sIkNvbm5lY3RvclN0eWxlIjp7IiRpZCI6IjE2OCIsIkxpbmVDb2xvciI6eyIkcmVmIjoiNTYifSwiTGluZVdlaWdodCI6MS4wLCJMaW5lVHlwZSI6MCwiUGFyZW50U3R5bGUiOm51bGx9LCJJc0JlbG93VGltZWJhbmQiOmZhbHNlLCJQb3NpdGlvbk9uVGFzayI6MCwiSGlkZURhdGUiOmZhbHNlLCJTaGFwZVNpemUiOjIsIlNwYWNpbmciOjIuMCwiUGFkZGluZyI6eyIkcmVmIjoiNTgifSwiU2hhcGVTdHlsZSI6eyIkaWQiOiIxNjkiLCJNYXJnaW4iOnsiJHJlZiI6IjYwIn0sIlBhZGRpbmciOnsiJHJlZiI6IjYxIn0sIkJhY2tncm91bmQiOnsiJGlkIjoiMTcwIiwiQ29sb3IiOnsiJGlkIjoiMTcxIiwiQSI6MjU1LCJSIjowLCJHIjowLCJCIjowfX0sIklzVmlzaWJsZSI6dHJ1ZSwiV2lkdGgiOjI0LjAsIkhlaWdodCI6MjYuMCwiQm9yZGVyU3R5bGUiOnsiJGlkIjoiMTcyIiwiTGluZUNvbG9yIjp7IiRyZWYiOiI2NSJ9LCJMaW5lV2VpZ2h0IjowLjAsIkxpbmVUeXBlIjowLCJQYXJlbnRTdHlsZSI6bnVsbH0sIlBhcmVudFN0eWxlIjpudWxsfSwiVGl0bGVTdHlsZSI6eyIkaWQiOiIxNzMiLCJGb250U2V0dGluZ3MiOnsiJGlkIjoiMTc0IiwiRm9udFNpemUiOjExLCJGb250TmFtZSI6IkNhbGlicmkiLCJJc0JvbGQiOnRydWUsIklzSXRhbGljIjpmYWxzZSwiSXNVbmRlcmxpbmVkIjpmYWxzZSwiUGFyZW50U3R5bGUiOm51bGx9LCJBdXRvU2l6ZSI6MCwiRm9yZWdyb3VuZCI6eyIkaWQiOiIxNzUiLCJDb2xvciI6eyIkaWQiOiIxNzYiLCJBIjoyNTUsIlIiOjI1NSwiRyI6MjU1LCJCIjoyNTV9fSwiTWF4V2lkdGgiOjIwMC4wLCJNYXhIZWlnaHQiOiJJbmZpbml0eSIsIlNtYXJ0Rm9yZWdyb3VuZElzQWN0aXZlIjpmYWxzZSwiSG9yaXpvbnRhbEFsaWdubWVudCI6MSwiVmVydGljYWxBbGlnbm1lbnQiOjAsIlNtYXJ0Rm9yZWdyb3VuZCI6bnVsbCwiQmFja2dyb3VuZEZpbGxUeXBlIjowLCJNYXJnaW4iOnsiJHJlZiI6IjcxIn0sIlBhZGRpbmciOnsiJHJlZiI6IjcyIn0sIkJhY2tncm91bmQiOnsiJGlkIjoiMTc3IiwiQ29sb3IiOnsiJGlkIjoiMTc4IiwiQSI6MCwiUiI6MjU1LCJHIjoyNTUsIkIiOjI1NX19LCJJc1Zpc2libGUiOnRydWUsIldpZHRoIjowLjAsIkhlaWdodCI6MC4wLCJCb3JkZXJTdHlsZSI6eyIkaWQiOiIxNzkiLCJMaW5lQ29sb3IiOm51bGwsIkxpbmVXZWlnaHQiOjAuMCwiTGluZVR5cGUiOjAsIlBhcmVudFN0eWxlIjpudWxsfSwiUGFyZW50U3R5bGUiOm51bGx9LCJEYXRlU3R5bGUiOnsiJGlkIjoiMTgwIiwiRm9udFNldHRpbmdzIjp7IiRpZCI6IjE4MSIsIkZvbnRTaXplIjoxMCwiRm9udE5hbWUiOiJDYWxpYnJpIiwiSXNCb2xkIjpmYWxzZSwiSXNJdGFsaWMiOmZhbHNlLCJJc1VuZGVybGluZWQiOmZhbHNlLCJQYXJlbnRTdHlsZSI6bnVsbH0sIkF1dG9TaXplIjowLCJGb3JlZ3JvdW5kIjp7IiRpZCI6IjE4MiIsIkNvbG9yIjp7IiRpZCI6IjE4MyIsIkEiOjI1NSwiUiI6MjU1LCJHIjoyNTUsIkIiOjI1NX19LCJNYXhXaWR0aCI6MjAwLjAsIk1heEhlaWdodCI6IkluZmluaXR5IiwiU21hcnRGb3JlZ3JvdW5kSXNBY3RpdmUiOmZhbHNlLCJIb3Jpem9udGFsQWxpZ25tZW50IjoxLCJWZXJ0aWNhbEFsaWdubWVudCI6MCwiU21hcnRGb3JlZ3JvdW5kIjpudWxsLCJCYWNrZ3JvdW5kRmlsbFR5cGUiOjAsIk1hcmdpbiI6eyIkcmVmIjoiNzgifSwiUGFkZGluZyI6eyIkcmVmIjoiNzkifSwiQmFja2dyb3VuZCI6eyIkaWQiOiIxODQiLCJDb2xvciI6eyIkaWQiOiIxODUiLCJBIjowLCJSIjoyNTUsIkciOjI1NSwiQiI6MjU1fX0sIklzVmlzaWJsZSI6dHJ1ZSwiV2lkdGgiOjAuMCwiSGVpZ2h0IjowLjAsIkJvcmRlclN0eWxlIjp7IiRpZCI6IjE4NiIsIkxpbmVDb2xvciI6bnVsbCwiTGluZVdlaWdodCI6MC4wLCJMaW5lVHlwZSI6MCwiUGFyZW50U3R5bGUiOm51bGx9LCJQYXJlbnRTdHlsZSI6bnVsbH0sIkRhdGVGb3JtYXQiOnsiJGlkIjoiMTg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OCIsIkZvcm1hdCI6MCwiSXNWaXNpYmxlIjpmYWxzZSwiTGFzdEtub3duVmlzaWJpbGl0eVN0YXRlIjpmYWxzZX0sIklzVmlzaWJsZSI6ZmFsc2UsIlBhcmVudFN0eWxlIjpudWxsfSwiSW5kZXgiOjAsIlBlcmNlbnRhZ2VDb21wbGV0ZSI6MTAwLjAsIlBvc2l0aW9uIjp7IlJhdGlvIjowLjAsIklzQ3VzdG9tIjpmYWxzZX0sIkRhdGVGb3JtYXQiOnsiJHJlZiI6IjE4NyJ9LCJXZWVrTnVtYmVyaW5nIjp7IiRpZCI6IjE4OSIsIkZvcm1hdCI6MCwiSXNWaXNpYmxlIjpmYWxzZSwiTGFzdEtub3duVmlzaWJpbGl0eVN0YXRlIjpmYWxzZX0sIlJlbGF0ZWRUYXNrSWQiOiIwMDAwMDAwMC0wMDAwLTAwMDAtMDAwMC0wMDAwMDAwMDAwMDAiLCJJZCI6IjY2MTU5YmViLWU5MDctNGIxOS04MGU2LThjMTc5ZDBhNmQxYiIsIkltcG9ydElkIjpudWxsLCJUaXRsZSI6IktpY2tvZmYiLCJOb3RlIjpudWxsLCJIeXBlcmxpbmsiOnsiJGlkIjoiMTkwIiwiQWRkcmVzcyI6bnVsbCwiU3ViQWRkcmVzcyI6bnVsbH0sIklzQ2hhbmdlZCI6ZmFsc2UsIklzTmV3IjpmYWxzZX0seyIkaWQiOiIxOTEiLCJEYXRlIjoiMjAyMi0wMi0yNVQxNzowMDowMCIsIlN0eWxlIjp7IiRpZCI6IjE5MiIsIlNoYXBlIjoxMywiQ29ubmVjdG9yTWFyZ2luIjp7IiRpZCI6IjE5MyIsIlRvcCI6MCwiTGVmdCI6MiwiUmlnaHQiOjIsIkJvdHRvbSI6MH0sIkNvbm5lY3RvclN0eWxlIjp7IiRpZCI6IjE5NCIsIkxpbmVDb2xvciI6eyIkaWQiOiIxOTUiLCIkdHlwZSI6Ik5MUkUuQ29tbW9uLkRvbS5Tb2xpZENvbG9yQnJ1c2gsIE5MUkUuQ29tbW9uIiwiQ29sb3IiOnsiJGlkIjoiMTk2IiwiQSI6MTI3LCJSIjo3OSwiRyI6MTI5LCJCIjoxODl9fSwiTGluZVdlaWdodCI6MS4wLCJMaW5lVHlwZSI6MCwiUGFyZW50U3R5bGUiOm51bGx9LCJJc0JlbG93VGltZWJhbmQiOmZhbHNlLCJQb3NpdGlvbk9uVGFzayI6MCwiSGlkZURhdGUiOmZhbHNlLCJTaGFwZVNpemUiOjIsIlNwYWNpbmciOjIuMCwiUGFkZGluZyI6eyIkaWQiOiIxOTciLCJUb3AiOjcsIkxlZnQiOjMsIlJpZ2h0IjowLCJCb3R0b20iOjJ9LCJTaGFwZVN0eWxlIjp7IiRpZCI6IjE5OCIsIk1hcmdpbiI6eyIkaWQiOiIxOTkiLCJUb3AiOjAsIkxlZnQiOjAsIlJpZ2h0IjowLCJCb3R0b20iOjB9LCJQYWRkaW5nIjp7IiRpZCI6IjIwMCIsIlRvcCI6MCwiTGVmdCI6MCwiUmlnaHQiOjAsIkJvdHRvbSI6MH0sIkJhY2tncm91bmQiOnsiJGlkIjoiMjAxIiwiQ29sb3IiOnsiJGlkIjoiMjAyIiwiQSI6MjU1LCJSIjoyNTQsIkciOjE4NiwiQiI6MTB9fSwiSXNWaXNpYmxlIjp0cnVlLCJXaWR0aCI6MjQuMCwiSGVpZ2h0IjoyNi4wLCJCb3JkZXJTdHlsZSI6eyIkaWQiOiIyMDMiLCJMaW5lQ29sb3IiOnsiJGlkIjoiMjA0IiwiJHR5cGUiOiJOTFJFLkNvbW1vbi5Eb20uU29saWRDb2xvckJydXNoLCBOTFJFLkNvbW1vbiIsIkNvbG9yIjp7IiRpZCI6IjIwNSIsIkEiOjI1NSwiUiI6MjU1LCJHIjowLCJCIjowfX0sIkxpbmVXZWlnaHQiOjAuMCwiTGluZVR5cGUiOjAsIlBhcmVudFN0eWxlIjpudWxsfSwiUGFyZW50U3R5bGUiOm51bGx9LCJUaXRsZVN0eWxlIjp7IiRpZCI6IjIwNiIsIkZvbnRTZXR0aW5ncyI6eyIkaWQiOiIyMDciLCJGb250U2l6ZSI6MTEsIkZvbnROYW1lIjoiQ2FsaWJyaSIsIklzQm9sZCI6dHJ1ZSwiSXNJdGFsaWMiOmZhbHNlLCJJc1VuZGVybGluZWQiOmZhbHNlLCJQYXJlbnRTdHlsZSI6bnVsbH0sIkF1dG9TaXplIjowLCJGb3JlZ3JvdW5kIjp7IiRpZCI6IjIwOCIsIkNvbG9yIjp7IiRpZCI6IjIwOSIsIkEiOjI1NSwiUiI6MjU1LCJHIjoyNTUsIkIiOjI1NX19LCJNYXhXaWR0aCI6MjAwLjAsIk1heEhlaWdodCI6IkluZmluaXR5IiwiU21hcnRGb3JlZ3JvdW5kSXNBY3RpdmUiOmZhbHNlLCJIb3Jpem9udGFsQWxpZ25tZW50IjoxLCJWZXJ0aWNhbEFsaWdubWVudCI6MCwiU21hcnRGb3JlZ3JvdW5kIjpudWxsLCJCYWNrZ3JvdW5kRmlsbFR5cGUiOjAsIk1hcmdpbiI6eyIkaWQiOiIyMTAiLCJUb3AiOjAsIkxlZnQiOjAsIlJpZ2h0IjowLCJCb3R0b20iOjB9LCJQYWRkaW5nIjp7IiRpZCI6IjIxMSIsIlRvcCI6MCwiTGVmdCI6MCwiUmlnaHQiOjAsIkJvdHRvbSI6MH0sIkJhY2tncm91bmQiOnsiJGlkIjoiMjEyIiwiQ29sb3IiOnsiJGlkIjoiMjEzIiwiQSI6MCwiUiI6MjU1LCJHIjoyNTUsIkIiOjI1NX19LCJJc1Zpc2libGUiOnRydWUsIldpZHRoIjowLjAsIkhlaWdodCI6MC4wLCJCb3JkZXJTdHlsZSI6eyIkaWQiOiIyMTQiLCJMaW5lQ29sb3IiOm51bGwsIkxpbmVXZWlnaHQiOjAuMCwiTGluZVR5cGUiOjAsIlBhcmVudFN0eWxlIjpudWxsfSwiUGFyZW50U3R5bGUiOm51bGx9LCJEYXRlU3R5bGUiOnsiJGlkIjoiMjE1IiwiRm9udFNldHRpbmdzIjp7IiRpZCI6IjIxNiIsIkZvbnRTaXplIjoxMCwiRm9udE5hbWUiOiJDYWxpYnJpIiwiSXNCb2xkIjpmYWxzZSwiSXNJdGFsaWMiOmZhbHNlLCJJc1VuZGVybGluZWQiOmZhbHNlLCJQYXJlbnRTdHlsZSI6bnVsbH0sIkF1dG9TaXplIjowLCJGb3JlZ3JvdW5kIjp7IiRpZCI6IjIxNyIsIkNvbG9yIjp7IiRpZCI6IjIxOCIsIkEiOjI1NSwiUiI6MjU1LCJHIjoyNTUsIkIiOjI1NX19LCJNYXhXaWR0aCI6MjAwLjAsIk1heEhlaWdodCI6IkluZmluaXR5IiwiU21hcnRGb3JlZ3JvdW5kSXNBY3RpdmUiOmZhbHNlLCJIb3Jpem9udGFsQWxpZ25tZW50IjoxLCJWZXJ0aWNhbEFsaWdubWVudCI6MCwiU21hcnRGb3JlZ3JvdW5kIjpudWxsLCJCYWNrZ3JvdW5kRmlsbFR5cGUiOjAsIk1hcmdpbiI6eyIkaWQiOiIyMTkiLCJUb3AiOjAsIkxlZnQiOjAsIlJpZ2h0IjowLCJCb3R0b20iOjB9LCJQYWRkaW5nIjp7IiRpZCI6IjIyMCIsIlRvcCI6MCwiTGVmdCI6MCwiUmlnaHQiOjAsIkJvdHRvbSI6MH0sIkJhY2tncm91bmQiOnsiJGlkIjoiMjIxIiwiQ29sb3IiOnsiJGlkIjoiMjIyIiwiQSI6MCwiUiI6MjU1LCJHIjoyNTUsIkIiOjI1NX19LCJJc1Zpc2libGUiOnRydWUsIldpZHRoIjowLjAsIkhlaWdodCI6MC4wLCJCb3JkZXJTdHlsZSI6eyIkaWQiOiIyMjMiLCJMaW5lQ29sb3IiOm51bGwsIkxpbmVXZWlnaHQiOjAuMCwiTGluZVR5cGUiOjAsIlBhcmVudFN0eWxlIjpudWxsfSwiUGFyZW50U3R5bGUiOm51bGx9LCJEYXRlRm9ybWF0Ijp7IiRpZCI6IjIy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jUiLCJGb3JtYXQiOjAsIklzVmlzaWJsZSI6ZmFsc2UsIkxhc3RLbm93blZpc2liaWxpdHlTdGF0ZSI6ZmFsc2V9LCJJc1Zpc2libGUiOmZhbHNlLCJQYXJlbnRTdHlsZSI6bnVsbH0sIkluZGV4IjoxLCJQZXJjZW50YWdlQ29tcGxldGUiOm51bGwsIlBvc2l0aW9uIjp7IlJhdGlvIjowLjAsIklzQ3VzdG9tIjpmYWxzZX0sIkRhdGVGb3JtYXQiOnsiJHJlZiI6IjIyNCJ9LCJXZWVrTnVtYmVyaW5nIjp7IiRpZCI6IjIyNiIsIkZvcm1hdCI6MCwiSXNWaXNpYmxlIjpmYWxzZSwiTGFzdEtub3duVmlzaWJpbGl0eVN0YXRlIjpmYWxzZX0sIlJlbGF0ZWRUYXNrSWQiOiIwMDAwMDAwMC0wMDAwLTAwMDAtMDAwMC0wMDAwMDAwMDAwMDAiLCJJZCI6IjAxZGZkOTM5LTk0ZTUtNDFiMy1iNGFlLWI5ZTc2NzI0NmQ0NyIsIkltcG9ydElkIjoiNTciLCJUaXRsZSI6IkluZGlhIiwiTm90ZSI6bnVsbCwiSHlwZXJsaW5rIjp7IiRpZCI6IjIyNyIsIkFkZHJlc3MiOm51bGwsIlN1YkFkZHJlc3MiOm51bGx9LCJJc0NoYW5nZWQiOmZhbHNlLCJJc05ldyI6ZmFsc2V9LHsiJGlkIjoiMjI4IiwiRGF0ZSI6IjIwMjEtMTItMzFUMTc6MDA6MDAiLCJTdHlsZSI6eyIkaWQiOiIyMjkiLCJTaGFwZSI6MTMsIkNvbm5lY3Rvck1hcmdpbiI6eyIkaWQiOiIyMzAiLCJUb3AiOjAsIkxlZnQiOjIsIlJpZ2h0IjoyLCJCb3R0b20iOjB9LCJDb25uZWN0b3JTdHlsZSI6eyIkaWQiOiIyMzEiLCJMaW5lQ29sb3IiOnsiJGlkIjoiMjMyIiwiJHR5cGUiOiJOTFJFLkNvbW1vbi5Eb20uU29saWRDb2xvckJydXNoLCBOTFJFLkNvbW1vbiIsIkNvbG9yIjp7IiRpZCI6IjIzMyIsIkEiOjEyNywiUiI6NzksIkciOjEyOSwiQiI6MTg5fX0sIkxpbmVXZWlnaHQiOjEuMCwiTGluZVR5cGUiOjAsIlBhcmVudFN0eWxlIjpudWxsfSwiSXNCZWxvd1RpbWViYW5kIjpmYWxzZSwiUG9zaXRpb25PblRhc2siOjAsIkhpZGVEYXRlIjpmYWxzZSwiU2hhcGVTaXplIjoyLCJTcGFjaW5nIjoyLjAsIlBhZGRpbmciOnsiJGlkIjoiMjM0IiwiVG9wIjo3LCJMZWZ0IjozLCJSaWdodCI6MCwiQm90dG9tIjoyfSwiU2hhcGVTdHlsZSI6eyIkaWQiOiIyMzUiLCJNYXJnaW4iOnsiJGlkIjoiMjM2IiwiVG9wIjowLCJMZWZ0IjowLCJSaWdodCI6MCwiQm90dG9tIjowfSwiUGFkZGluZyI6eyIkaWQiOiIyMzciLCJUb3AiOjAsIkxlZnQiOjAsIlJpZ2h0IjowLCJCb3R0b20iOjB9LCJCYWNrZ3JvdW5kIjp7IiRpZCI6IjIzOCIsIkNvbG9yIjp7IiRpZCI6IjIzOSIsIkEiOjI1NSwiUiI6MjU0LCJHIjoxODYsIkIiOjEwfX0sIklzVmlzaWJsZSI6dHJ1ZSwiV2lkdGgiOjI0LjAsIkhlaWdodCI6MjYuMCwiQm9yZGVyU3R5bGUiOnsiJGlkIjoiMjQwIiwiTGluZUNvbG9yIjp7IiRpZCI6IjI0MSIsIiR0eXBlIjoiTkxSRS5Db21tb24uRG9tLlNvbGlkQ29sb3JCcnVzaCwgTkxSRS5Db21tb24iLCJDb2xvciI6eyIkaWQiOiIyNDIiLCJBIjoyNTUsIlIiOjI1NSwiRyI6MCwiQiI6MH19LCJMaW5lV2VpZ2h0IjowLjAsIkxpbmVUeXBlIjowLCJQYXJlbnRTdHlsZSI6bnVsbH0sIlBhcmVudFN0eWxlIjpudWxsfSwiVGl0bGVTdHlsZSI6eyIkaWQiOiIyNDMiLCJGb250U2V0dGluZ3MiOnsiJGlkIjoiMjQ0IiwiRm9udFNpemUiOjExLCJGb250TmFtZSI6IkNhbGlicmkiLCJJc0JvbGQiOnRydWUsIklzSXRhbGljIjpmYWxzZSwiSXNVbmRlcmxpbmVkIjpmYWxzZSwiUGFyZW50U3R5bGUiOm51bGx9LCJBdXRvU2l6ZSI6MCwiRm9yZWdyb3VuZCI6eyIkaWQiOiIyNDUiLCJDb2xvciI6eyIkaWQiOiIyNDYiLCJBIjoyNTUsIlIiOjI1NSwiRyI6MjU1LCJCIjoyNTV9fSwiTWF4V2lkdGgiOjIwMC4wLCJNYXhIZWlnaHQiOiJJbmZpbml0eSIsIlNtYXJ0Rm9yZWdyb3VuZElzQWN0aXZlIjpmYWxzZSwiSG9yaXpvbnRhbEFsaWdubWVudCI6MSwiVmVydGljYWxBbGlnbm1lbnQiOjAsIlNtYXJ0Rm9yZWdyb3VuZCI6bnVsbCwiQmFja2dyb3VuZEZpbGxUeXBlIjowLCJNYXJnaW4iOnsiJGlkIjoiMjQ3IiwiVG9wIjowLCJMZWZ0IjowLCJSaWdodCI6MCwiQm90dG9tIjowfSwiUGFkZGluZyI6eyIkaWQiOiIyNDgiLCJUb3AiOjAsIkxlZnQiOjAsIlJpZ2h0IjowLCJCb3R0b20iOjB9LCJCYWNrZ3JvdW5kIjp7IiRpZCI6IjI0OSIsIkNvbG9yIjp7IiRpZCI6IjI1MCIsIkEiOjAsIlIiOjI1NSwiRyI6MjU1LCJCIjoyNTV9fSwiSXNWaXNpYmxlIjp0cnVlLCJXaWR0aCI6MC4wLCJIZWlnaHQiOjAuMCwiQm9yZGVyU3R5bGUiOnsiJGlkIjoiMjUxIiwiTGluZUNvbG9yIjpudWxsLCJMaW5lV2VpZ2h0IjowLjAsIkxpbmVUeXBlIjowLCJQYXJlbnRTdHlsZSI6bnVsbH0sIlBhcmVudFN0eWxlIjpudWxsfSwiRGF0ZVN0eWxlIjp7IiRpZCI6IjI1MiIsIkZvbnRTZXR0aW5ncyI6eyIkaWQiOiIyNTMiLCJGb250U2l6ZSI6MTAsIkZvbnROYW1lIjoiQ2FsaWJyaSIsIklzQm9sZCI6ZmFsc2UsIklzSXRhbGljIjpmYWxzZSwiSXNVbmRlcmxpbmVkIjpmYWxzZSwiUGFyZW50U3R5bGUiOm51bGx9LCJBdXRvU2l6ZSI6MCwiRm9yZWdyb3VuZCI6eyIkaWQiOiIyNTQiLCJDb2xvciI6eyIkaWQiOiIyNTUiLCJBIjoyNTUsIlIiOjI1NSwiRyI6MjU1LCJCIjoyNTV9fSwiTWF4V2lkdGgiOjIwMC4wLCJNYXhIZWlnaHQiOiJJbmZpbml0eSIsIlNtYXJ0Rm9yZWdyb3VuZElzQWN0aXZlIjpmYWxzZSwiSG9yaXpvbnRhbEFsaWdubWVudCI6MSwiVmVydGljYWxBbGlnbm1lbnQiOjAsIlNtYXJ0Rm9yZWdyb3VuZCI6bnVsbCwiQmFja2dyb3VuZEZpbGxUeXBlIjowLCJNYXJnaW4iOnsiJGlkIjoiMjU2IiwiVG9wIjowLCJMZWZ0IjowLCJSaWdodCI6MCwiQm90dG9tIjowfSwiUGFkZGluZyI6eyIkaWQiOiIyNTciLCJUb3AiOjAsIkxlZnQiOjAsIlJpZ2h0IjowLCJCb3R0b20iOjB9LCJCYWNrZ3JvdW5kIjp7IiRpZCI6IjI1OCIsIkNvbG9yIjp7IiRpZCI6IjI1OSIsIkEiOjAsIlIiOjI1NSwiRyI6MjU1LCJCIjoyNTV9fSwiSXNWaXNpYmxlIjp0cnVlLCJXaWR0aCI6MC4wLCJIZWlnaHQiOjAuMCwiQm9yZGVyU3R5bGUiOnsiJGlkIjoiMjYwIiwiTGluZUNvbG9yIjpudWxsLCJMaW5lV2VpZ2h0IjowLjAsIkxpbmVUeXBlIjowLCJQYXJlbnRTdHlsZSI6bnVsbH0sIlBhcmVudFN0eWxlIjpudWxsfSwiRGF0ZUZvcm1hdCI6eyIkaWQiOiIyNj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YyIiwiRm9ybWF0IjowLCJJc1Zpc2libGUiOmZhbHNlLCJMYXN0S25vd25WaXNpYmlsaXR5U3RhdGUiOmZhbHNlfSwiSXNWaXNpYmxlIjpmYWxzZSwiUGFyZW50U3R5bGUiOm51bGx9LCJJbmRleCI6MiwiUGVyY2VudGFnZUNvbXBsZXRlIjpudWxsLCJQb3NpdGlvbiI6eyJSYXRpbyI6MC4wLCJJc0N1c3RvbSI6ZmFsc2V9LCJEYXRlRm9ybWF0Ijp7IiRyZWYiOiIyNjEifSwiV2Vla051bWJlcmluZyI6eyIkaWQiOiIyNjMiLCJGb3JtYXQiOjAsIklzVmlzaWJsZSI6ZmFsc2UsIkxhc3RLbm93blZpc2liaWxpdHlTdGF0ZSI6ZmFsc2V9LCJSZWxhdGVkVGFza0lkIjoiMDAwMDAwMDAtMDAwMC0wMDAwLTAwMDAtMDAwMDAwMDAwMDAwIiwiSWQiOiI5MjE2MTI3Yi0yZWZjLTQ5MGYtYTFmMy1lMzA3MDMxOTVlMTYiLCJJbXBvcnRJZCI6IjU4IiwiVGl0bGUiOiJUYWl3YW4iLCJOb3RlIjpudWxsLCJIeXBlcmxpbmsiOnsiJGlkIjoiMjY0IiwiQWRkcmVzcyI6bnVsbCwiU3ViQWRkcmVzcyI6bnVsbH0sIklzQ2hhbmdlZCI6ZmFsc2UsIklzTmV3IjpmYWxzZX0seyIkaWQiOiIyNjUiLCJEYXRlIjoiMjAyMi0wNC0yOVQxNzowMDowMCIsIlN0eWxlIjp7IiRpZCI6IjI2NiIsIlNoYXBlIjoxMywiQ29ubmVjdG9yTWFyZ2luIjp7IiRpZCI6IjI2NyIsIlRvcCI6MCwiTGVmdCI6MiwiUmlnaHQiOjIsIkJvdHRvbSI6MH0sIkNvbm5lY3RvclN0eWxlIjp7IiRpZCI6IjI2OCIsIkxpbmVDb2xvciI6eyIkaWQiOiIyNjkiLCIkdHlwZSI6Ik5MUkUuQ29tbW9uLkRvbS5Tb2xpZENvbG9yQnJ1c2gsIE5MUkUuQ29tbW9uIiwiQ29sb3IiOnsiJGlkIjoiMjcwIiwiQSI6MTI3LCJSIjo3OSwiRyI6MTI5LCJCIjoxODl9fSwiTGluZVdlaWdodCI6MS4wLCJMaW5lVHlwZSI6MCwiUGFyZW50U3R5bGUiOm51bGx9LCJJc0JlbG93VGltZWJhbmQiOmZhbHNlLCJQb3NpdGlvbk9uVGFzayI6MCwiSGlkZURhdGUiOmZhbHNlLCJTaGFwZVNpemUiOjIsIlNwYWNpbmciOjIuMCwiUGFkZGluZyI6eyIkaWQiOiIyNzEiLCJUb3AiOjcsIkxlZnQiOjMsIlJpZ2h0IjowLCJCb3R0b20iOjJ9LCJTaGFwZVN0eWxlIjp7IiRpZCI6IjI3MiIsIk1hcmdpbiI6eyIkaWQiOiIyNzMiLCJUb3AiOjAsIkxlZnQiOjAsIlJpZ2h0IjowLCJCb3R0b20iOjB9LCJQYWRkaW5nIjp7IiRpZCI6IjI3NCIsIlRvcCI6MCwiTGVmdCI6MCwiUmlnaHQiOjAsIkJvdHRvbSI6MH0sIkJhY2tncm91bmQiOnsiJGlkIjoiMjc1IiwiQ29sb3IiOnsiJGlkIjoiMjc2IiwiQSI6MjU1LCJSIjoyNTQsIkciOjE4NiwiQiI6MTB9fSwiSXNWaXNpYmxlIjp0cnVlLCJXaWR0aCI6MjQuMCwiSGVpZ2h0IjoyNi4wLCJCb3JkZXJTdHlsZSI6eyIkaWQiOiIyNzciLCJMaW5lQ29sb3IiOnsiJGlkIjoiMjc4IiwiJHR5cGUiOiJOTFJFLkNvbW1vbi5Eb20uU29saWRDb2xvckJydXNoLCBOTFJFLkNvbW1vbiIsIkNvbG9yIjp7IiRpZCI6IjI3OSIsIkEiOjI1NSwiUiI6MjU1LCJHIjowLCJCIjowfX0sIkxpbmVXZWlnaHQiOjAuMCwiTGluZVR5cGUiOjAsIlBhcmVudFN0eWxlIjpudWxsfSwiUGFyZW50U3R5bGUiOm51bGx9LCJUaXRsZVN0eWxlIjp7IiRpZCI6IjI4MCIsIkZvbnRTZXR0aW5ncyI6eyIkaWQiOiIyODEiLCJGb250U2l6ZSI6MTEsIkZvbnROYW1lIjoiQ2FsaWJyaSIsIklzQm9sZCI6dHJ1ZSwiSXNJdGFsaWMiOmZhbHNlLCJJc1VuZGVybGluZWQiOmZhbHNlLCJQYXJlbnRTdHlsZSI6bnVsbH0sIkF1dG9TaXplIjowLCJGb3JlZ3JvdW5kIjp7IiRpZCI6IjI4MiIsIkNvbG9yIjp7IiRpZCI6IjI4MyIsIkEiOjI1NSwiUiI6MjU1LCJHIjoyNTUsIkIiOjI1NX19LCJNYXhXaWR0aCI6MjAwLjAsIk1heEhlaWdodCI6IkluZmluaXR5IiwiU21hcnRGb3JlZ3JvdW5kSXNBY3RpdmUiOmZhbHNlLCJIb3Jpem9udGFsQWxpZ25tZW50IjoxLCJWZXJ0aWNhbEFsaWdubWVudCI6MCwiU21hcnRGb3JlZ3JvdW5kIjpudWxsLCJCYWNrZ3JvdW5kRmlsbFR5cGUiOjAsIk1hcmdpbiI6eyIkaWQiOiIyODQiLCJUb3AiOjAsIkxlZnQiOjAsIlJpZ2h0IjowLCJCb3R0b20iOjB9LCJQYWRkaW5nIjp7IiRpZCI6IjI4NSIsIlRvcCI6MCwiTGVmdCI6MCwiUmlnaHQiOjAsIkJvdHRvbSI6MH0sIkJhY2tncm91bmQiOnsiJGlkIjoiMjg2IiwiQ29sb3IiOnsiJGlkIjoiMjg3IiwiQSI6MCwiUiI6MjU1LCJHIjoyNTUsIkIiOjI1NX19LCJJc1Zpc2libGUiOnRydWUsIldpZHRoIjowLjAsIkhlaWdodCI6MC4wLCJCb3JkZXJTdHlsZSI6eyIkaWQiOiIyODgiLCJMaW5lQ29sb3IiOm51bGwsIkxpbmVXZWlnaHQiOjAuMCwiTGluZVR5cGUiOjAsIlBhcmVudFN0eWxlIjpudWxsfSwiUGFyZW50U3R5bGUiOm51bGx9LCJEYXRlU3R5bGUiOnsiJGlkIjoiMjg5IiwiRm9udFNldHRpbmdzIjp7IiRpZCI6IjI5MCIsIkZvbnRTaXplIjoxMCwiRm9udE5hbWUiOiJDYWxpYnJpIiwiSXNCb2xkIjpmYWxzZSwiSXNJdGFsaWMiOmZhbHNlLCJJc1VuZGVybGluZWQiOmZhbHNlLCJQYXJlbnRTdHlsZSI6bnVsbH0sIkF1dG9TaXplIjowLCJGb3JlZ3JvdW5kIjp7IiRpZCI6IjI5MSIsIkNvbG9yIjp7IiRpZCI6IjI5MiIsIkEiOjI1NSwiUiI6MjU1LCJHIjoyNTUsIkIiOjI1NX19LCJNYXhXaWR0aCI6MjAwLjAsIk1heEhlaWdodCI6IkluZmluaXR5IiwiU21hcnRGb3JlZ3JvdW5kSXNBY3RpdmUiOmZhbHNlLCJIb3Jpem9udGFsQWxpZ25tZW50IjoxLCJWZXJ0aWNhbEFsaWdubWVudCI6MCwiU21hcnRGb3JlZ3JvdW5kIjpudWxsLCJCYWNrZ3JvdW5kRmlsbFR5cGUiOjAsIk1hcmdpbiI6eyIkaWQiOiIyOTMiLCJUb3AiOjAsIkxlZnQiOjAsIlJpZ2h0IjowLCJCb3R0b20iOjB9LCJQYWRkaW5nIjp7IiRpZCI6IjI5NCIsIlRvcCI6MCwiTGVmdCI6MCwiUmlnaHQiOjAsIkJvdHRvbSI6MH0sIkJhY2tncm91bmQiOnsiJGlkIjoiMjk1IiwiQ29sb3IiOnsiJGlkIjoiMjk2IiwiQSI6MCwiUiI6MjU1LCJHIjoyNTUsIkIiOjI1NX19LCJJc1Zpc2libGUiOnRydWUsIldpZHRoIjowLjAsIkhlaWdodCI6MC4wLCJCb3JkZXJTdHlsZSI6eyIkaWQiOiIyOTciLCJMaW5lQ29sb3IiOm51bGwsIkxpbmVXZWlnaHQiOjAuMCwiTGluZVR5cGUiOjAsIlBhcmVudFN0eWxlIjpudWxsfSwiUGFyZW50U3R5bGUiOm51bGx9LCJEYXRlRm9ybWF0Ijp7IiRpZCI6IjI5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TkiLCJGb3JtYXQiOjAsIklzVmlzaWJsZSI6ZmFsc2UsIkxhc3RLbm93blZpc2liaWxpdHlTdGF0ZSI6ZmFsc2V9LCJJc1Zpc2libGUiOmZhbHNlLCJQYXJlbnRTdHlsZSI6bnVsbH0sIkluZGV4IjozLCJQZXJjZW50YWdlQ29tcGxldGUiOm51bGwsIlBvc2l0aW9uIjp7IlJhdGlvIjowLjAsIklzQ3VzdG9tIjpmYWxzZX0sIkRhdGVGb3JtYXQiOnsiJHJlZiI6IjI5OCJ9LCJXZWVrTnVtYmVyaW5nIjp7IiRpZCI6IjMwMCIsIkZvcm1hdCI6MCwiSXNWaXNpYmxlIjpmYWxzZSwiTGFzdEtub3duVmlzaWJpbGl0eVN0YXRlIjpmYWxzZX0sIlJlbGF0ZWRUYXNrSWQiOiIwMDAwMDAwMC0wMDAwLTAwMDAtMDAwMC0wMDAwMDAwMDAwMDAiLCJJZCI6IjU3ZDAyN2E4LTFiMDQtNDUxNy1hNDJjLWYzNTU4YzZkM2IzMCIsIkltcG9ydElkIjoiNTkiLCJUaXRsZSI6IkphcGFuIiwiTm90ZSI6bnVsbCwiSHlwZXJsaW5rIjp7IiRpZCI6IjMwMSIsIkFkZHJlc3MiOm51bGwsIlN1YkFkZHJlc3MiOm51bGx9LCJJc0NoYW5nZWQiOmZhbHNlLCJJc05ldyI6ZmFsc2V9LHsiJGlkIjoiMzAyIiwiRGF0ZSI6IjIwMjItMTAtMjhUMTc6MDA6MDAiLCJTdHlsZSI6eyIkaWQiOiIzMDMiLCJTaGFwZSI6MTMsIkNvbm5lY3Rvck1hcmdpbiI6eyIkaWQiOiIzMDQiLCJUb3AiOjAsIkxlZnQiOjIsIlJpZ2h0IjoyLCJCb3R0b20iOjB9LCJDb25uZWN0b3JTdHlsZSI6eyIkaWQiOiIzMDUiLCJMaW5lQ29sb3IiOnsiJGlkIjoiMzA2IiwiJHR5cGUiOiJOTFJFLkNvbW1vbi5Eb20uU29saWRDb2xvckJydXNoLCBOTFJFLkNvbW1vbiIsIkNvbG9yIjp7IiRpZCI6IjMwNyIsIkEiOjEyNywiUiI6NzksIkciOjEyOSwiQiI6MTg5fX0sIkxpbmVXZWlnaHQiOjEuMCwiTGluZVR5cGUiOjAsIlBhcmVudFN0eWxlIjpudWxsfSwiSXNCZWxvd1RpbWViYW5kIjpmYWxzZSwiUG9zaXRpb25PblRhc2siOjAsIkhpZGVEYXRlIjpmYWxzZSwiU2hhcGVTaXplIjoyLCJTcGFjaW5nIjoyLjAsIlBhZGRpbmciOnsiJGlkIjoiMzA4IiwiVG9wIjo3LCJMZWZ0IjozLCJSaWdodCI6MCwiQm90dG9tIjoyfSwiU2hhcGVTdHlsZSI6eyIkaWQiOiIzMDkiLCJNYXJnaW4iOnsiJGlkIjoiMzEwIiwiVG9wIjowLCJMZWZ0IjowLCJSaWdodCI6MCwiQm90dG9tIjowfSwiUGFkZGluZyI6eyIkaWQiOiIzMTEiLCJUb3AiOjAsIkxlZnQiOjAsIlJpZ2h0IjowLCJCb3R0b20iOjB9LCJCYWNrZ3JvdW5kIjp7IiRpZCI6IjMxMiIsIkNvbG9yIjp7IiRpZCI6IjMxMyIsIkEiOjI1NSwiUiI6MjU0LCJHIjoxODYsIkIiOjEwfX0sIklzVmlzaWJsZSI6dHJ1ZSwiV2lkdGgiOjI0LjAsIkhlaWdodCI6MjYuMCwiQm9yZGVyU3R5bGUiOnsiJGlkIjoiMzE0IiwiTGluZUNvbG9yIjp7IiRpZCI6IjMxNSIsIiR0eXBlIjoiTkxSRS5Db21tb24uRG9tLlNvbGlkQ29sb3JCcnVzaCwgTkxSRS5Db21tb24iLCJDb2xvciI6eyIkaWQiOiIzMTYiLCJBIjoyNTUsIlIiOjI1NSwiRyI6MCwiQiI6MH19LCJMaW5lV2VpZ2h0IjowLjAsIkxpbmVUeXBlIjowLCJQYXJlbnRTdHlsZSI6bnVsbH0sIlBhcmVudFN0eWxlIjpudWxsfSwiVGl0bGVTdHlsZSI6eyIkaWQiOiIzMTciLCJGb250U2V0dGluZ3MiOnsiJGlkIjoiMzE4IiwiRm9udFNpemUiOjExLCJGb250TmFtZSI6IkNhbGlicmkiLCJJc0JvbGQiOnRydWUsIklzSXRhbGljIjpmYWxzZSwiSXNVbmRlcmxpbmVkIjpmYWxzZSwiUGFyZW50U3R5bGUiOm51bGx9LCJBdXRvU2l6ZSI6MCwiRm9yZWdyb3VuZCI6eyIkaWQiOiIzMTkiLCJDb2xvciI6eyIkaWQiOiIzMjAiLCJBIjoyNTUsIlIiOjI1NSwiRyI6MjU1LCJCIjoyNTV9fSwiTWF4V2lkdGgiOjIwMC4wLCJNYXhIZWlnaHQiOiJJbmZpbml0eSIsIlNtYXJ0Rm9yZWdyb3VuZElzQWN0aXZlIjpmYWxzZSwiSG9yaXpvbnRhbEFsaWdubWVudCI6MSwiVmVydGljYWxBbGlnbm1lbnQiOjAsIlNtYXJ0Rm9yZWdyb3VuZCI6bnVsbCwiQmFja2dyb3VuZEZpbGxUeXBlIjowLCJNYXJnaW4iOnsiJGlkIjoiMzIxIiwiVG9wIjowLCJMZWZ0IjowLCJSaWdodCI6MCwiQm90dG9tIjowfSwiUGFkZGluZyI6eyIkaWQiOiIzMjIiLCJUb3AiOjAsIkxlZnQiOjAsIlJpZ2h0IjowLCJCb3R0b20iOjB9LCJCYWNrZ3JvdW5kIjp7IiRpZCI6IjMyMyIsIkNvbG9yIjp7IiRpZCI6IjMyNCIsIkEiOjAsIlIiOjI1NSwiRyI6MjU1LCJCIjoyNTV9fSwiSXNWaXNpYmxlIjp0cnVlLCJXaWR0aCI6MC4wLCJIZWlnaHQiOjAuMCwiQm9yZGVyU3R5bGUiOnsiJGlkIjoiMzI1IiwiTGluZUNvbG9yIjpudWxsLCJMaW5lV2VpZ2h0IjowLjAsIkxpbmVUeXBlIjowLCJQYXJlbnRTdHlsZSI6bnVsbH0sIlBhcmVudFN0eWxlIjpudWxsfSwiRGF0ZVN0eWxlIjp7IiRpZCI6IjMyNiIsIkZvbnRTZXR0aW5ncyI6eyIkaWQiOiIzMjciLCJGb250U2l6ZSI6MTAsIkZvbnROYW1lIjoiQ2FsaWJyaSIsIklzQm9sZCI6ZmFsc2UsIklzSXRhbGljIjpmYWxzZSwiSXNVbmRlcmxpbmVkIjpmYWxzZSwiUGFyZW50U3R5bGUiOm51bGx9LCJBdXRvU2l6ZSI6MCwiRm9yZWdyb3VuZCI6eyIkaWQiOiIzMjgiLCJDb2xvciI6eyIkaWQiOiIzMjkiLCJBIjoyNTUsIlIiOjI1NSwiRyI6MjU1LCJCIjoyNTV9fSwiTWF4V2lkdGgiOjIwMC4wLCJNYXhIZWlnaHQiOiJJbmZpbml0eSIsIlNtYXJ0Rm9yZWdyb3VuZElzQWN0aXZlIjpmYWxzZSwiSG9yaXpvbnRhbEFsaWdubWVudCI6MSwiVmVydGljYWxBbGlnbm1lbnQiOjAsIlNtYXJ0Rm9yZWdyb3VuZCI6bnVsbCwiQmFja2dyb3VuZEZpbGxUeXBlIjowLCJNYXJnaW4iOnsiJGlkIjoiMzMwIiwiVG9wIjowLCJMZWZ0IjowLCJSaWdodCI6MCwiQm90dG9tIjowfSwiUGFkZGluZyI6eyIkaWQiOiIzMzEiLCJUb3AiOjAsIkxlZnQiOjAsIlJpZ2h0IjowLCJCb3R0b20iOjB9LCJCYWNrZ3JvdW5kIjp7IiRpZCI6IjMzMiIsIkNvbG9yIjp7IiRpZCI6IjMzMyIsIkEiOjAsIlIiOjI1NSwiRyI6MjU1LCJCIjoyNTV9fSwiSXNWaXNpYmxlIjp0cnVlLCJXaWR0aCI6MC4wLCJIZWlnaHQiOjAuMCwiQm9yZGVyU3R5bGUiOnsiJGlkIjoiMzM0IiwiTGluZUNvbG9yIjpudWxsLCJMaW5lV2VpZ2h0IjowLjAsIkxpbmVUeXBlIjowLCJQYXJlbnRTdHlsZSI6bnVsbH0sIlBhcmVudFN0eWxlIjpudWxsfSwiRGF0ZUZvcm1hdCI6eyIkaWQiOiIzMz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M2IiwiRm9ybWF0IjowLCJJc1Zpc2libGUiOmZhbHNlLCJMYXN0S25vd25WaXNpYmlsaXR5U3RhdGUiOmZhbHNlfSwiSXNWaXNpYmxlIjpmYWxzZSwiUGFyZW50U3R5bGUiOm51bGx9LCJJbmRleCI6NCwiUGVyY2VudGFnZUNvbXBsZXRlIjpudWxsLCJQb3NpdGlvbiI6eyJSYXRpbyI6MC4wLCJJc0N1c3RvbSI6ZmFsc2V9LCJEYXRlRm9ybWF0Ijp7IiRyZWYiOiIzMzUifSwiV2Vla051bWJlcmluZyI6eyIkaWQiOiIzMzciLCJGb3JtYXQiOjAsIklzVmlzaWJsZSI6ZmFsc2UsIkxhc3RLbm93blZpc2liaWxpdHlTdGF0ZSI6ZmFsc2V9LCJSZWxhdGVkVGFza0lkIjoiMDAwMDAwMDAtMDAwMC0wMDAwLTAwMDAtMDAwMDAwMDAwMDAwIiwiSWQiOiI0ZmU0NjEwMS0xYzE1LTRlYmEtOWQ5Ny1kYjVlZTJlY2Q5NWIiLCJJbXBvcnRJZCI6IjYwIiwiVGl0bGUiOiJUaGFpbGFuZCIsIk5vdGUiOm51bGwsIkh5cGVybGluayI6eyIkaWQiOiIzMzgiLCJBZGRyZXNzIjpudWxsLCJTdWJBZGRyZXNzIjpudWxsfSwiSXNDaGFuZ2VkIjpmYWxzZSwiSXNOZXciOmZhbHNlfV0sIlRhc2tzIjpbeyIkaWQiOiIzMzkiLCJHcm91cE5hbWUiOm51bGwsIlN0YXJ0RGF0ZSI6IjIwMjEtMDItMDFUMDg6MDA6MDAiLCJFbmREYXRlIjoiMjAyMS0wMy0zMVQxNzowMDowMCIsIlBlcmNlbnRhZ2VDb21wbGV0ZSI6MTAwLjAsIlN0eWxlIjp7IiRpZCI6IjM0MCIsIlNoYXBlIjoxLCJTaGFwZVRoaWNrbmVzcyI6MCwiRHVyYXRpb25Gb3JtYXQiOjAsIkluY2x1ZGVOb25Xb3JraW5nRGF5c0luRHVyYXRpb24iOmZhbHNlLCJQZXJjZW50YWdlQ29tcGxldGVTdHlsZSI6eyIkaWQiOiIzNDEiLCJGb250U2V0dGluZ3MiOnsiJGlkIjoiMzQyIiwiRm9udFNpemUiOjEwLCJGb250TmFtZSI6IkNhbGlicmkiLCJJc0JvbGQiOmZhbHNlLCJJc0l0YWxpYyI6ZmFsc2UsIklzVW5kZXJsaW5lZCI6ZmFsc2UsIlBhcmVudFN0eWxlIjpudWxsfSwiQXV0b1NpemUiOjAsIkZvcmVncm91bmQiOnsiJGlkIjoiMzQzIiwiQ29sb3IiOnsiJGlkIjoiMzQ0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Q1IiwiVG9wIjowLCJMZWZ0IjowLCJSaWdodCI6MCwiQm90dG9tIjowfSwiUGFkZGluZyI6eyIkaWQiOiIzNDYiLCJUb3AiOjAsIkxlZnQiOjAsIlJpZ2h0IjowLCJCb3R0b20iOjB9LCJCYWNrZ3JvdW5kIjp7IiRpZCI6IjM0NyIsIkNvbG9yIjp7IiRpZCI6IjM0OCIsIkEiOjg5LCJSIjowLCJHIjowLCJCIjowfX0sIklzVmlzaWJsZSI6dHJ1ZSwiV2lkdGgiOjAuMCwiSGVpZ2h0IjowLjAsIkJvcmRlclN0eWxlIjp7IiRpZCI6IjM0OSIsIkxpbmVDb2xvciI6bnVsbCwiTGluZVdlaWdodCI6MC4wLCJMaW5lVHlwZSI6MCwiUGFyZW50U3R5bGUiOm51bGx9LCJQYXJlbnRTdHlsZSI6bnVsbH0sIkR1cmF0aW9uU3R5bGUiOnsiJGlkIjoiMzUwIiwiRm9udFNldHRpbmdzIjp7IiRpZCI6IjM1MSIsIkZvbnRTaXplIjoxMCwiRm9udE5hbWUiOiJDYWxpYnJpIiwiSXNCb2xkIjpmYWxzZSwiSXNJdGFsaWMiOmZhbHNlLCJJc1VuZGVybGluZWQiOmZhbHNlLCJQYXJlbnRTdHlsZSI6bnVsbH0sIkF1dG9TaXplIjowLCJGb3JlZ3JvdW5kIjp7IiRpZCI6IjM1MiIsIkNvbG9yIjp7IiRpZCI6IjM1M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M1NCIsIlRvcCI6MCwiTGVmdCI6MCwiUmlnaHQiOjAsIkJvdHRvbSI6MH0sIlBhZGRpbmciOnsiJGlkIjoiMzU1IiwiVG9wIjowLCJMZWZ0IjowLCJSaWdodCI6MCwiQm90dG9tIjowfSwiQmFja2dyb3VuZCI6eyIkaWQiOiIzNTYiLCJDb2xvciI6eyIkcmVmIjoiMzQ4In19LCJJc1Zpc2libGUiOnRydWUsIldpZHRoIjowLjAsIkhlaWdodCI6MC4wLCJCb3JkZXJTdHlsZSI6eyIkaWQiOiIzNTciLCJMaW5lQ29sb3IiOm51bGwsIkxpbmVXZWlnaHQiOjAuMCwiTGluZVR5cGUiOjAsIlBhcmVudFN0eWxlIjpudWxsfSwiUGFyZW50U3R5bGUiOm51bGx9LCJIb3Jpem9udGFsQ29ubmVjdG9yU3R5bGUiOnsiJGlkIjoiMzU4IiwiTGluZUNvbG9yIjp7IiRpZCI6IjM1OSIsIiR0eXBlIjoiTkxSRS5Db21tb24uRG9tLlNvbGlkQ29sb3JCcnVzaCwgTkxSRS5Db21tb24iLCJDb2xvciI6eyIkaWQiOiIzNjAiLCJBIjoyNTUsIlIiOjIwNCwiRyI6MjA0LCJCIjoyMDR9fSwiTGluZVdlaWdodCI6MS4wLCJMaW5lVHlwZSI6MCwiUGFyZW50U3R5bGUiOm51bGx9LCJWZXJ0aWNhbENvbm5lY3RvclN0eWxlIjp7IiRpZCI6IjM2MSIsIkxpbmVDb2xvciI6eyIkaWQiOiIzNjIiLCIkdHlwZSI6Ik5MUkUuQ29tbW9uLkRvbS5Tb2xpZENvbG9yQnJ1c2gsIE5MUkUuQ29tbW9uIiwiQ29sb3IiOnsiJGlkIjoiMzYz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MzY0IiwiTWFyZ2luIjp7IiRpZCI6IjM2NSIsIlRvcCI6MCwiTGVmdCI6NCwiUmlnaHQiOjQsIkJvdHRvbSI6MH0sIlBhZGRpbmciOnsiJGlkIjoiMzY2IiwiVG9wIjowLCJMZWZ0IjowLCJSaWdodCI6MCwiQm90dG9tIjowfSwiQmFja2dyb3VuZCI6eyIkaWQiOiIzNjciLCJDb2xvciI6eyIkaWQiOiIzNjgiLCJBIjoyNTUsIlIiOjAsIkciOjAsIkIiOjB9fSwiSXNWaXNpYmxlIjp0cnVlLCJXaWR0aCI6MC4wLCJIZWlnaHQiOjEwLjAsIkJvcmRlclN0eWxlIjp7IiRpZCI6IjM2OSIsIkxpbmVDb2xvciI6eyIkaWQiOiIzNzAiLCIkdHlwZSI6Ik5MUkUuQ29tbW9uLkRvbS5Tb2xpZENvbG9yQnJ1c2gsIE5MUkUuQ29tbW9uIiwiQ29sb3IiOnsiJGlkIjoiMzcxIiwiQSI6MjU1LCJSIjoyNTUsIkciOjAsIkIiOjB9fSwiTGluZVdlaWdodCI6MC4wLCJMaW5lVHlwZSI6MCwiUGFyZW50U3R5bGUiOm51bGx9LCJQYXJlbnRTdHlsZSI6bnVsbH0sIlRpdGxlU3R5bGUiOnsiJGlkIjoiMzcyIiwiRm9udFNldHRpbmdzIjp7IiRpZCI6IjM3MyIsIkZvbnRTaXplIjoxMSwiRm9udE5hbWUiOiJDYWxpYnJpIiwiSXNCb2xkIjpmYWxzZSwiSXNJdGFsaWMiOmZhbHNlLCJJc1VuZGVybGluZWQiOmZhbHNlLCJQYXJlbnRTdHlsZSI6bnVsbH0sIkF1dG9TaXplIjowLCJGb3JlZ3JvdW5kIjp7IiRyZWYiOiIxMTQifSwiTWF4V2lkdGgiOjk2MC4wLCJNYXhIZWlnaHQiOiJJbmZpbml0eSIsIlNtYXJ0Rm9yZWdyb3VuZElzQWN0aXZlIjpmYWxzZSwiSG9yaXpvbnRhbEFsaWdubWVudCI6MSwiVmVydGljYWxBbGlnbm1lbnQiOjAsIlNtYXJ0Rm9yZWdyb3VuZCI6bnVsbCwiQmFja2dyb3VuZEZpbGxUeXBlIjowLCJNYXJnaW4iOnsiJGlkIjoiMzc0IiwiVG9wIjowLCJMZWZ0IjowLCJSaWdodCI6MCwiQm90dG9tIjowfSwiUGFkZGluZyI6eyIkaWQiOiIzNzUiLCJUb3AiOjAsIkxlZnQiOjAsIlJpZ2h0IjowLCJCb3R0b20iOjB9LCJCYWNrZ3JvdW5kIjp7IiRpZCI6IjM3NiIsIkNvbG9yIjp7IiRyZWYiOiIzNDgifX0sIklzVmlzaWJsZSI6dHJ1ZSwiV2lkdGgiOjAuMCwiSGVpZ2h0IjowLjAsIkJvcmRlclN0eWxlIjp7IiRpZCI6IjM3NyIsIkxpbmVDb2xvciI6bnVsbCwiTGluZVdlaWdodCI6MC4wLCJMaW5lVHlwZSI6MCwiUGFyZW50U3R5bGUiOm51bGx9LCJQYXJlbnRTdHlsZSI6bnVsbH0sIkRhdGVTdHlsZSI6eyIkaWQiOiIzNzgiLCJGb250U2V0dGluZ3MiOnsiJGlkIjoiMzc5IiwiRm9udFNpemUiOjEwLCJGb250TmFtZSI6IkNhbGlicmkiLCJJc0JvbGQiOmZhbHNlLCJJc0l0YWxpYyI6ZmFsc2UsIklzVW5kZXJsaW5lZCI6ZmFsc2UsIlBhcmVudFN0eWxlIjpudWxsfSwiQXV0b1NpemUiOjAsIkZvcmVncm91bmQiOnsiJGlkIjoiMzgwIiwiQ29sb3IiOnsiJGlkIjoiMzg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ODIiLCJUb3AiOjAsIkxlZnQiOjAsIlJpZ2h0IjowLCJCb3R0b20iOjB9LCJQYWRkaW5nIjp7IiRpZCI6IjM4MyIsIlRvcCI6MCwiTGVmdCI6MCwiUmlnaHQiOjAsIkJvdHRvbSI6MH0sIkJhY2tncm91bmQiOnsiJGlkIjoiMzg0IiwiQ29sb3IiOnsiJHJlZiI6IjM0OCJ9fSwiSXNWaXNpYmxlIjp0cnVlLCJXaWR0aCI6MC4wLCJIZWlnaHQiOjAuMCwiQm9yZGVyU3R5bGUiOnsiJGlkIjoiMzg1IiwiTGluZUNvbG9yIjpudWxsLCJMaW5lV2VpZ2h0IjowLjAsIkxpbmVUeXBlIjowLCJQYXJlbnRTdHlsZSI6bnVsbH0sIlBhcmVudFN0eWxlIjpudWxsfSwiRGF0ZUZvcm1hdCI6eyIkaWQiOiIzOD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g3IiwiRm9ybWF0IjowLCJJc1Zpc2libGUiOmZhbHNlLCJMYXN0S25vd25WaXNpYmlsaXR5U3RhdGUiOmZhbHNlfSwiSXNWaXNpYmxlIjpmYWxzZSwiUGFyZW50U3R5bGUiOm51bGx9LCJJbmRleCI6NCwiU21hcnREdXJhdGlvbkFjdGl2YXRlZCI6ZmFsc2UsIkRhdGVGb3JtYXQiOnsiJHJlZiI6IjM4NiJ9LCJXZWVrTnVtYmVyaW5nIjp7IiRpZCI6IjM4OCIsIkZvcm1hdCI6MCwiSXNWaXNpYmxlIjpmYWxzZSwiTGFzdEtub3duVmlzaWJpbGl0eVN0YXRlIjpmYWxzZX0sIklkIjoiMzViNjlmOGYtZDIxZi00NjBjLWE5MGEtZDBkNWYzNTg5YjkxIiwiSW1wb3J0SWQiOiI0NiIsIlRpdGxlIjoiUGxhbiBhbmQgT3JpZW50IiwiTm90ZSI6bnVsbCwiSHlwZXJsaW5rIjp7IiRpZCI6IjM4OSIsIkFkZHJlc3MiOm51bGwsIlN1YkFkZHJlc3MiOm51bGx9LCJJc0NoYW5nZWQiOmZhbHNlLCJJc05ldyI6ZmFsc2V9XSwiU3dpbWxhbmVzIjpbeyIkaWQiOiIzOTAiLCJJZCI6IjJmODlhZWM0LWMwODYtNGM0NC04OGYwLTBlYjdlZGJmMjlmMiIsIkluZGV4IjowLCJIZWFkZXJUZXh0IjoiSW5kaWEiLCJTdHlsZSI6eyIkaWQiOiIzOTEiLCJIZWFkZXJTdHlsZSI6eyIkaWQiOiIzOTIiLCJUZXh0U3R5bGUiOnsiJGlkIjoiMzkzIiwiRm9udFNldHRpbmdzIjp7IiRpZCI6IjM5NCIsIkZvbnRTaXplIjoxMiwiRm9udE5hbWUiOiJDYWxpYnJpIiwiSXNCb2xkIjpmYWxzZSwiSXNJdGFsaWMiOmZhbHNlLCJJc1VuZGVybGluZWQiOmZhbHNlLCJQYXJlbnRTdHlsZSI6bnVsbH0sIkF1dG9TaXplIjowLCJGb3JlZ3JvdW5kIjp7IiRpZCI6IjM5NSIsIkNvbG9yIjp7IiRpZCI6IjM5NiIsIkEiOjI1NSwiUiI6MjU1LCJHIjoyNTUsIkIiOjI1NX19LCJNYXhXaWR0aCI6MC4wLCJNYXhIZWlnaHQiOjAuMCwiU21hcnRGb3JlZ3JvdW5kSXNBY3RpdmUiOmZhbHNlLCJIb3Jpem9udGFsQWxpZ25tZW50IjowLCJWZXJ0aWNhbEFsaWdubWVudCI6MCwiU21hcnRGb3JlZ3JvdW5kIjpudWxsLCJCYWNrZ3JvdW5kRmlsbFR5cGUiOjAsIk1hcmdpbiI6eyIkaWQiOiIzOTciLCJUb3AiOjAsIkxlZnQiOjAsIlJpZ2h0IjowLCJCb3R0b20iOjB9LCJQYWRkaW5nIjp7IiRpZCI6IjM5OCIsIlRvcCI6MCwiTGVmdCI6MCwiUmlnaHQiOjAsIkJvdHRvbSI6MH0sIkJhY2tncm91bmQiOm51bGwsIklzVmlzaWJsZSI6ZmFsc2UsIldpZHRoIjowLjAsIkhlaWdodCI6MC4wLCJCb3JkZXJTdHlsZSI6bnVsbCwiUGFyZW50U3R5bGUiOm51bGx9LCJSZWN0YW5nbGVTdHlsZSI6eyIkaWQiOiIzOTkiLCJNYXJnaW4iOnsiJGlkIjoiNDAwIiwiVG9wIjowLCJMZWZ0IjowLCJSaWdodCI6MCwiQm90dG9tIjowfSwiUGFkZGluZyI6eyIkaWQiOiI0MDEiLCJUb3AiOjAsIkxlZnQiOjAsIlJpZ2h0IjowLCJCb3R0b20iOjB9LCJCYWNrZ3JvdW5kIjp7IiRpZCI6IjQwMiIsIkNvbG9yIjp7IiRpZCI6IjQwMyIsIkEiOjI1NSwiUiI6MjM3LCJHIjoxMjUsIkIiOjQ5fX0sIklzVmlzaWJsZSI6ZmFsc2UsIldpZHRoIjowLjAsIkhlaWdodCI6MC4wLCJCb3JkZXJTdHlsZSI6eyIkaWQiOiI0MDQiLCJMaW5lQ29sb3IiOnsiJGlkIjoiNDA1IiwiJHR5cGUiOiJOTFJFLkNvbW1vbi5Eb20uU29saWRDb2xvckJydXNoLCBOTFJFLkNvbW1vbiIsIkNvbG9yIjp7IiRpZCI6IjQwNiIsIkEiOjI1NSwiUiI6MjU1LCJHIjoyNTUsIkIiOjI1NX19LCJMaW5lV2VpZ2h0IjowLjAsIkxpbmVUeXBlIjowLCJQYXJlbnRTdHlsZSI6bnVsbH0sIlBhcmVudFN0eWxlIjpudWxsfSwiTWFyZ2luIjp7IiRpZCI6IjQwNyIsIlRvcCI6MCwiTGVmdCI6MCwiUmlnaHQiOjAsIkJvdHRvbSI6MH0sIlBhZGRpbmciOnsiJGlkIjoiNDA4IiwiVG9wIjowLCJMZWZ0IjowLCJSaWdodCI6MCwiQm90dG9tIjowfSwiQmFja2dyb3VuZCI6bnVsbCwiSXNWaXNpYmxlIjp0cnVlLCJXaWR0aCI6MC4wLCJIZWlnaHQiOjAuMCwiQm9yZGVyU3R5bGUiOm51bGwsIlBhcmVudFN0eWxlIjpudWxsfSwiQmFja2dyb3VuZFN0eWxlIjp7IiRpZCI6IjQwOSIsIk1hcmdpbiI6eyIkaWQiOiI0MTAiLCJUb3AiOjAsIkxlZnQiOjAsIlJpZ2h0IjowLCJCb3R0b20iOjB9LCJQYWRkaW5nIjp7IiRpZCI6IjQxMSIsIlRvcCI6MCwiTGVmdCI6MCwiUmlnaHQiOjAsIkJvdHRvbSI6MH0sIkJhY2tncm91bmQiOnsiJGlkIjoiNDEyIiwiQ29sb3IiOnsiJGlkIjoiNDEzIiwiQSI6MzgsIlIiOjIzNywiRyI6MTI1LCJCIjo0OX19LCJJc1Zpc2libGUiOnRydWUsIldpZHRoIjowLjAsIkhlaWdodCI6MC4wLCJCb3JkZXJTdHlsZSI6eyIkaWQiOiI0MTQiLCJMaW5lQ29sb3IiOnsiJGlkIjoiNDE1IiwiJHR5cGUiOiJOTFJFLkNvbW1vbi5Eb20uU29saWRDb2xvckJydXNoLCBOTFJFLkNvbW1vbiIsIkNvbG9yIjp7IiRpZCI6IjQxNiIsIkEiOjI1NSwiUiI6MjIsIkciOjI4LCJCIjozNX19LCJMaW5lV2VpZ2h0IjowLjAsIkxpbmVUeXBlIjowLCJQYXJlbnRTdHlsZSI6bnVsbH0sIlBhcmVudFN0eWxlIjpudWxsfSwiSXNBYm92ZVRpbWViYW5kIjpmYWxzZSwiTWFyZ2luIjp7IiRpZCI6IjQxNyIsIlRvcCI6MCwiTGVmdCI6MCwiUmlnaHQiOjAsIkJvdHRvbSI6MH0sIlBhZGRpbmciOnsiJGlkIjoiNDE4IiwiVG9wIjowLCJMZWZ0IjowLCJSaWdodCI6MCwiQm90dG9tIjowfSwiSXNWaXNpYmxlIjp0cnVlLCJXaWR0aCI6MC4wLCJIZWlnaHQiOjAuMCwiQm9yZGVyU3R5bGUiOm51bGwsIlBhcmVudFN0eWxlIjpudWxsfSwiVGFza3MiOlt7IiRpZCI6IjQxOSIsIl9hdHRhY2hlZE1pbGVzdG9uZXMiOltdLCJUYXNrRGVmaW5pdGlvbiI6eyIkaWQiOiI0MjAiLCJHcm91cE5hbWUiOm51bGwsIlN0YXJ0RGF0ZSI6IjIwMjEtMDQtMTJUMDg6MDA6MDAiLCJFbmREYXRlIjoiMjAyMS0wNS0wN1QxNzowMDowMCIsIlBlcmNlbnRhZ2VDb21wbGV0ZSI6MTAwLjAsIlN0eWxlIjp7IiRpZCI6IjQyMSIsIlNoYXBlIjoxLCJTaGFwZVRoaWNrbmVzcyI6MCwiRHVyYXRpb25Gb3JtYXQiOjAsIkluY2x1ZGVOb25Xb3JraW5nRGF5c0luRHVyYXRpb24iOmZhbHNlLCJQZXJjZW50YWdlQ29tcGxldGVTdHlsZSI6eyIkaWQiOiI0MjIiLCJGb250U2V0dGluZ3MiOnsiJGlkIjoiNDIzIiwiRm9udFNpemUiOjEwLCJGb250TmFtZSI6IkNhbGlicmkiLCJJc0JvbGQiOmZhbHNlLCJJc0l0YWxpYyI6ZmFsc2UsIklzVW5kZXJsaW5lZCI6ZmFsc2UsIlBhcmVudFN0eWxlIjpudWxsfSwiQXV0b1NpemUiOjAsIkZvcmVncm91bmQiOnsiJGlkIjoiNDI0IiwiQ29sb3IiOnsiJGlkIjoiNDI1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0MjYiLCJUb3AiOjAsIkxlZnQiOjAsIlJpZ2h0IjowLCJCb3R0b20iOjB9LCJQYWRkaW5nIjp7IiRpZCI6IjQyNyIsIlRvcCI6MCwiTGVmdCI6MCwiUmlnaHQiOjAsIkJvdHRvbSI6MH0sIkJhY2tncm91bmQiOnsiJGlkIjoiNDI4IiwiQ29sb3IiOnsiJGlkIjoiNDI5IiwiQSI6ODksIlIiOjAsIkciOjAsIkIiOjB9fSwiSXNWaXNpYmxlIjp0cnVlLCJXaWR0aCI6MC4wLCJIZWlnaHQiOjAuMCwiQm9yZGVyU3R5bGUiOnsiJGlkIjoiNDMwIiwiTGluZUNvbG9yIjpudWxsLCJMaW5lV2VpZ2h0IjowLjAsIkxpbmVUeXBlIjowLCJQYXJlbnRTdHlsZSI6bnVsbH0sIlBhcmVudFN0eWxlIjpudWxsfSwiRHVyYXRpb25TdHlsZSI6eyIkaWQiOiI0MzEiLCJGb250U2V0dGluZ3MiOnsiJGlkIjoiNDMyIiwiRm9udFNpemUiOjEwLCJGb250TmFtZSI6IkNhbGlicmkiLCJJc0JvbGQiOmZhbHNlLCJJc0l0YWxpYyI6ZmFsc2UsIklzVW5kZXJsaW5lZCI6ZmFsc2UsIlBhcmVudFN0eWxlIjpudWxsfSwiQXV0b1NpemUiOjAsIkZvcmVncm91bmQiOnsiJGlkIjoiNDMzIiwiQ29sb3IiOnsiJGlkIjoiNDM0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DM1IiwiVG9wIjowLCJMZWZ0IjowLCJSaWdodCI6MCwiQm90dG9tIjowfSwiUGFkZGluZyI6eyIkaWQiOiI0MzYiLCJUb3AiOjAsIkxlZnQiOjAsIlJpZ2h0IjowLCJCb3R0b20iOjB9LCJCYWNrZ3JvdW5kIjp7IiRpZCI6IjQzNyIsIkNvbG9yIjp7IiRyZWYiOiI0MjkifX0sIklzVmlzaWJsZSI6dHJ1ZSwiV2lkdGgiOjAuMCwiSGVpZ2h0IjowLjAsIkJvcmRlclN0eWxlIjp7IiRpZCI6IjQzOCIsIkxpbmVDb2xvciI6bnVsbCwiTGluZVdlaWdodCI6MC4wLCJMaW5lVHlwZSI6MCwiUGFyZW50U3R5bGUiOm51bGx9LCJQYXJlbnRTdHlsZSI6bnVsbH0sIkhvcml6b250YWxDb25uZWN0b3JTdHlsZSI6eyIkaWQiOiI0MzkiLCJMaW5lQ29sb3IiOnsiJGlkIjoiNDQwIiwiJHR5cGUiOiJOTFJFLkNvbW1vbi5Eb20uU29saWRDb2xvckJydXNoLCBOTFJFLkNvbW1vbiIsIkNvbG9yIjp7IiRpZCI6IjQ0MSIsIkEiOjI1NSwiUiI6MjA0LCJHIjoyMDQsIkIiOjIwNH19LCJMaW5lV2VpZ2h0IjoxLjAsIkxpbmVUeXBlIjowLCJQYXJlbnRTdHlsZSI6bnVsbH0sIlZlcnRpY2FsQ29ubmVjdG9yU3R5bGUiOnsiJGlkIjoiNDQyIiwiTGluZUNvbG9yIjp7IiRpZCI6IjQ0MyIsIiR0eXBlIjoiTkxSRS5Db21tb24uRG9tLlNvbGlkQ29sb3JCcnVzaCwgTkxSRS5Db21tb24iLCJDb2xvciI6eyIkaWQiOiI0NDQiLCJBIjoyNTUsIlIiOjIwNCwiRyI6MjA0LCJCIjoyMDR9fSwiTGluZVdlaWdodCI6MC4wLCJMaW5lVHlwZSI6MCwiUGFyZW50U3R5bGUiOm51bGx9LCJNYXJnaW4iOm51bGwsIlN0YXJ0RGF0ZVBvc2l0aW9uIjo2LCJFbmREYXRlUG9zaXRpb24iOjYsIkRhdGVJc1Zpc2libGUiOmZhbHNlLCJUaXRsZVBvc2l0aW9uIjo0LCJEdXJhdGlvblBvc2l0aW9uIjo2LCJQZXJjZW50YWdlQ29tcGxldGVkUG9zaXRpb24iOjYsIlNwYWNpbmciOjUsIklzQmVsb3dUaW1lYmFuZCI6dHJ1ZSwiUGVyY2VudGFnZUNvbXBsZXRlU2hhcGVPcGFjaXR5IjozNSwiU2hhcGVTdHlsZSI6eyIkaWQiOiI0NDUiLCJNYXJnaW4iOnsiJGlkIjoiNDQ2IiwiVG9wIjowLCJMZWZ0Ijo0LCJSaWdodCI6NCwiQm90dG9tIjowfSwiUGFkZGluZyI6eyIkaWQiOiI0NDciLCJUb3AiOjAsIkxlZnQiOjAsIlJpZ2h0IjowLCJCb3R0b20iOjB9LCJCYWNrZ3JvdW5kIjp7IiRpZCI6IjQ0OCIsIkNvbG9yIjp7IiRpZCI6IjQ0OSIsIkEiOjI1NSwiUiI6MjM3LCJHIjoxMjUsIkIiOjQ5fX0sIklzVmlzaWJsZSI6dHJ1ZSwiV2lkdGgiOjAuMCwiSGVpZ2h0IjoxMC4wLCJCb3JkZXJTdHlsZSI6eyIkaWQiOiI0NTAiLCJMaW5lQ29sb3IiOnsiJGlkIjoiNDUxIiwiJHR5cGUiOiJOTFJFLkNvbW1vbi5Eb20uU29saWRDb2xvckJydXNoLCBOTFJFLkNvbW1vbiIsIkNvbG9yIjp7IiRpZCI6IjQ1MiIsIkEiOjI1NSwiUiI6MjU1LCJHIjowLCJCIjowfX0sIkxpbmVXZWlnaHQiOjAuMCwiTGluZVR5cGUiOjAsIlBhcmVudFN0eWxlIjpudWxsfSwiUGFyZW50U3R5bGUiOm51bGx9LCJUaXRsZVN0eWxlIjp7IiRpZCI6IjQ1MyIsIkZvbnRTZXR0aW5ncyI6eyIkaWQiOiI0NTQiLCJGb250U2l6ZSI6MTEsIkZvbnROYW1lIjoiQ2FsaWJyaSIsIklzQm9sZCI6ZmFsc2UsIklzSXRhbGljIjpmYWxzZSwiSXNVbmRlcmxpbmVkIjpmYWxzZSwiUGFyZW50U3R5bGUiOm51bGx9LCJBdXRvU2l6ZSI6MCwiRm9yZWdyb3VuZCI6eyIkaWQiOiI0NTUiLCJDb2xvciI6eyIkaWQiOiI0NTYiLCJBIjoyNTUsIlIiOjI1NSwiRyI6MjU1LCJCIjoyNTV9fSwiTWF4V2lkdGgiOjcyMC4wLCJNYXhIZWlnaHQiOiJJbmZpbml0eSIsIlNtYXJ0Rm9yZWdyb3VuZElzQWN0aXZlIjpmYWxzZSwiSG9yaXpvbnRhbEFsaWdubWVudCI6MCwiVmVydGljYWxBbGlnbm1lbnQiOjAsIlNtYXJ0Rm9yZWdyb3VuZCI6bnVsbCwiQmFja2dyb3VuZEZpbGxUeXBlIjowLCJNYXJnaW4iOnsiJGlkIjoiNDU3IiwiVG9wIjowLCJMZWZ0IjowLCJSaWdodCI6MCwiQm90dG9tIjowfSwiUGFkZGluZyI6eyIkaWQiOiI0NTgiLCJUb3AiOjAsIkxlZnQiOjAsIlJpZ2h0IjowLCJCb3R0b20iOjB9LCJCYWNrZ3JvdW5kIjp7IiRpZCI6IjQ1OSIsIkNvbG9yIjp7IiRpZCI6IjQ2MCIsIkEiOjAsIlIiOjI1NSwiRyI6MjU1LCJCIjoyNTV9fSwiSXNWaXNpYmxlIjp0cnVlLCJXaWR0aCI6MC4wLCJIZWlnaHQiOjAuMCwiQm9yZGVyU3R5bGUiOnsiJGlkIjoiNDYxIiwiTGluZUNvbG9yIjpudWxsLCJMaW5lV2VpZ2h0IjowLjAsIkxpbmVUeXBlIjowLCJQYXJlbnRTdHlsZSI6bnVsbH0sIlBhcmVudFN0eWxlIjpudWxsfSwiRGF0ZVN0eWxlIjp7IiRpZCI6IjQ2MiIsIkZvbnRTZXR0aW5ncyI6eyIkaWQiOiI0NjMiLCJGb250U2l6ZSI6MTAsIkZvbnROYW1lIjoiQ2FsaWJyaSIsIklzQm9sZCI6ZmFsc2UsIklzSXRhbGljIjpmYWxzZSwiSXNVbmRlcmxpbmVkIjpmYWxzZSwiUGFyZW50U3R5bGUiOm51bGx9LCJBdXRvU2l6ZSI6MCwiRm9yZWdyb3VuZCI6eyIkaWQiOiI0NjQiLCJDb2xvciI6eyIkaWQiOiI0Nj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Q2NiIsIlRvcCI6MCwiTGVmdCI6MCwiUmlnaHQiOjAsIkJvdHRvbSI6MH0sIlBhZGRpbmciOnsiJGlkIjoiNDY3IiwiVG9wIjowLCJMZWZ0IjowLCJSaWdodCI6MCwiQm90dG9tIjowfSwiQmFja2dyb3VuZCI6eyIkaWQiOiI0NjgiLCJDb2xvciI6eyIkcmVmIjoiNDI5In19LCJJc1Zpc2libGUiOnRydWUsIldpZHRoIjowLjAsIkhlaWdodCI6MC4wLCJCb3JkZXJTdHlsZSI6eyIkaWQiOiI0NjkiLCJMaW5lQ29sb3IiOm51bGwsIkxpbmVXZWlnaHQiOjAuMCwiTGluZVR5cGUiOjAsIlBhcmVudFN0eWxlIjpudWxsfSwiUGFyZW50U3R5bGUiOm51bGx9LCJEYXRlRm9ybWF0Ijp7IiRpZCI6IjQ3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zEiLCJGb3JtYXQiOjAsIklzVmlzaWJsZSI6ZmFsc2UsIkxhc3RLbm93blZpc2liaWxpdHlTdGF0ZSI6ZmFsc2V9LCJJc1Zpc2libGUiOmZhbHNlLCJQYXJlbnRTdHlsZSI6bnVsbH0sIkluZGV4IjowLCJTbWFydER1cmF0aW9uQWN0aXZhdGVkIjpmYWxzZSwiRGF0ZUZvcm1hdCI6eyIkcmVmIjoiNDcwIn0sIldlZWtOdW1iZXJpbmciOnsiJGlkIjoiNDcyIiwiRm9ybWF0IjowLCJJc1Zpc2libGUiOmZhbHNlLCJMYXN0S25vd25WaXNpYmlsaXR5U3RhdGUiOmZhbHNlfSwiSWQiOiIwNTBkZjRkMC0xNDcwLTRkMzAtOTY1Zi1jZDUyMmJhZTFmYjUiLCJJbXBvcnRJZCI6IjQ0IiwiVGl0bGUiOiJXb3Jrc2hvcHMgUHJlcGFyZSAmIFJ1biIsIk5vdGUiOm51bGwsIkh5cGVybGluayI6eyIkaWQiOiI0NzMiLCJBZGRyZXNzIjpudWxsLCJTdWJBZGRyZXNzIjpudWxsfSwiSXNDaGFuZ2VkIjpmYWxzZSwiSXNOZXciOmZhbHNlfX0seyIkaWQiOiI0NzQiLCJfYXR0YWNoZWRNaWxlc3RvbmVzIjpbXSwiVGFza0RlZmluaXRpb24iOnsiJGlkIjoiNDc1IiwiR3JvdXBOYW1lIjpudWxsLCJTdGFydERhdGUiOiIyMDIxLTA1LTEwVDA4OjAwOjAwIiwiRW5kRGF0ZSI6IjIwMjEtMDYtMDRUMTc6MDA6MDAiLCJQZXJjZW50YWdlQ29tcGxldGUiOjEwMC4wLCJTdHlsZSI6eyIkaWQiOiI0NzYiLCJTaGFwZSI6MSwiU2hhcGVUaGlja25lc3MiOjAsIkR1cmF0aW9uRm9ybWF0IjowLCJJbmNsdWRlTm9uV29ya2luZ0RheXNJbkR1cmF0aW9uIjpmYWxzZSwiUGVyY2VudGFnZUNvbXBsZXRlU3R5bGUiOnsiJGlkIjoiNDc3IiwiRm9udFNldHRpbmdzIjp7IiRpZCI6IjQ3OCIsIkZvbnRTaXplIjoxMCwiRm9udE5hbWUiOiJDYWxpYnJpIiwiSXNCb2xkIjpmYWxzZSwiSXNJdGFsaWMiOmZhbHNlLCJJc1VuZGVybGluZWQiOmZhbHNlLCJQYXJlbnRTdHlsZSI6bnVsbH0sIkF1dG9TaXplIjowLCJGb3JlZ3JvdW5kIjp7IiRpZCI6IjQ3OSIsIkNvbG9yIjp7IiRpZCI6IjQ4MC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NDgxIiwiVG9wIjowLCJMZWZ0IjowLCJSaWdodCI6MCwiQm90dG9tIjowfSwiUGFkZGluZyI6eyIkaWQiOiI0ODIiLCJUb3AiOjAsIkxlZnQiOjAsIlJpZ2h0IjowLCJCb3R0b20iOjB9LCJCYWNrZ3JvdW5kIjp7IiRpZCI6IjQ4MyIsIkNvbG9yIjp7IiRpZCI6IjQ4NCIsIkEiOjg5LCJSIjowLCJHIjowLCJCIjowfX0sIklzVmlzaWJsZSI6dHJ1ZSwiV2lkdGgiOjAuMCwiSGVpZ2h0IjowLjAsIkJvcmRlclN0eWxlIjp7IiRpZCI6IjQ4NSIsIkxpbmVDb2xvciI6bnVsbCwiTGluZVdlaWdodCI6MC4wLCJMaW5lVHlwZSI6MCwiUGFyZW50U3R5bGUiOm51bGx9LCJQYXJlbnRTdHlsZSI6bnVsbH0sIkR1cmF0aW9uU3R5bGUiOnsiJGlkIjoiNDg2IiwiRm9udFNldHRpbmdzIjp7IiRpZCI6IjQ4NyIsIkZvbnRTaXplIjoxMCwiRm9udE5hbWUiOiJDYWxpYnJpIiwiSXNCb2xkIjpmYWxzZSwiSXNJdGFsaWMiOmZhbHNlLCJJc1VuZGVybGluZWQiOmZhbHNlLCJQYXJlbnRTdHlsZSI6bnVsbH0sIkF1dG9TaXplIjowLCJGb3JlZ3JvdW5kIjp7IiRpZCI6IjQ4OCIsIkNvbG9yIjp7IiRpZCI6IjQ4O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Q5MCIsIlRvcCI6MCwiTGVmdCI6MCwiUmlnaHQiOjAsIkJvdHRvbSI6MH0sIlBhZGRpbmciOnsiJGlkIjoiNDkxIiwiVG9wIjowLCJMZWZ0IjowLCJSaWdodCI6MCwiQm90dG9tIjowfSwiQmFja2dyb3VuZCI6eyIkaWQiOiI0OTIiLCJDb2xvciI6eyIkcmVmIjoiNDg0In19LCJJc1Zpc2libGUiOnRydWUsIldpZHRoIjowLjAsIkhlaWdodCI6MC4wLCJCb3JkZXJTdHlsZSI6eyIkaWQiOiI0OTMiLCJMaW5lQ29sb3IiOm51bGwsIkxpbmVXZWlnaHQiOjAuMCwiTGluZVR5cGUiOjAsIlBhcmVudFN0eWxlIjpudWxsfSwiUGFyZW50U3R5bGUiOm51bGx9LCJIb3Jpem9udGFsQ29ubmVjdG9yU3R5bGUiOnsiJGlkIjoiNDk0IiwiTGluZUNvbG9yIjp7IiRpZCI6IjQ5NSIsIiR0eXBlIjoiTkxSRS5Db21tb24uRG9tLlNvbGlkQ29sb3JCcnVzaCwgTkxSRS5Db21tb24iLCJDb2xvciI6eyIkaWQiOiI0OTYiLCJBIjoyNTUsIlIiOjIwNCwiRyI6MjA0LCJCIjoyMDR9fSwiTGluZVdlaWdodCI6MS4wLCJMaW5lVHlwZSI6MCwiUGFyZW50U3R5bGUiOm51bGx9LCJWZXJ0aWNhbENvbm5lY3RvclN0eWxlIjp7IiRpZCI6IjQ5NyIsIkxpbmVDb2xvciI6eyIkaWQiOiI0OTgiLCIkdHlwZSI6Ik5MUkUuQ29tbW9uLkRvbS5Tb2xpZENvbG9yQnJ1c2gsIE5MUkUuQ29tbW9uIiwiQ29sb3IiOnsiJGlkIjoiNDk5IiwiQSI6MjU1LCJSIjoyMDQsIkciOjIwNCwiQiI6MjA0fX0sIkxpbmVXZWlnaHQiOjAuMCwiTGluZVR5cGUiOjAsIlBhcmVudFN0eWxlIjpudWxsfSwiTWFyZ2luIjpudWxsLCJTdGFydERhdGVQb3NpdGlvbiI6NiwiRW5kRGF0ZVBvc2l0aW9uIjo2LCJEYXRlSXNWaXNpYmxlIjpmYWxzZSwiVGl0bGVQb3NpdGlvbiI6NCwiRHVyYXRpb25Qb3NpdGlvbiI6NiwiUGVyY2VudGFnZUNvbXBsZXRlZFBvc2l0aW9uIjo2LCJTcGFjaW5nIjo1LCJJc0JlbG93VGltZWJhbmQiOnRydWUsIlBlcmNlbnRhZ2VDb21wbGV0ZVNoYXBlT3BhY2l0eSI6MzUsIlNoYXBlU3R5bGUiOnsiJGlkIjoiNTAwIiwiTWFyZ2luIjp7IiRpZCI6IjUwMSIsIlRvcCI6MCwiTGVmdCI6NCwiUmlnaHQiOjQsIkJvdHRvbSI6MH0sIlBhZGRpbmciOnsiJGlkIjoiNTAyIiwiVG9wIjowLCJMZWZ0IjowLCJSaWdodCI6MCwiQm90dG9tIjowfSwiQmFja2dyb3VuZCI6eyIkaWQiOiI1MDMiLCJDb2xvciI6eyIkaWQiOiI1MDQiLCJBIjoyNTUsIlIiOjIzNywiRyI6MTI1LCJCIjo0OX19LCJJc1Zpc2libGUiOnRydWUsIldpZHRoIjowLjAsIkhlaWdodCI6MTAuMCwiQm9yZGVyU3R5bGUiOnsiJGlkIjoiNTA1IiwiTGluZUNvbG9yIjp7IiRpZCI6IjUwNiIsIiR0eXBlIjoiTkxSRS5Db21tb24uRG9tLlNvbGlkQ29sb3JCcnVzaCwgTkxSRS5Db21tb24iLCJDb2xvciI6eyIkaWQiOiI1MDciLCJBIjoyNTUsIlIiOjI1NSwiRyI6MCwiQiI6MH19LCJMaW5lV2VpZ2h0IjowLjAsIkxpbmVUeXBlIjowLCJQYXJlbnRTdHlsZSI6bnVsbH0sIlBhcmVudFN0eWxlIjpudWxsfSwiVGl0bGVTdHlsZSI6eyIkaWQiOiI1MDgiLCJGb250U2V0dGluZ3MiOnsiJGlkIjoiNTA5IiwiRm9udFNpemUiOjExLCJGb250TmFtZSI6IkNhbGlicmkiLCJJc0JvbGQiOmZhbHNlLCJJc0l0YWxpYyI6ZmFsc2UsIklzVW5kZXJsaW5lZCI6ZmFsc2UsIlBhcmVudFN0eWxlIjpudWxsfSwiQXV0b1NpemUiOjAsIkZvcmVncm91bmQiOnsiJGlkIjoiNTEwIiwiQ29sb3IiOnsiJGlkIjoiNTExIiwiQSI6MjU1LCJSIjoyNTUsIkciOjI1NSwiQiI6MjU1fX0sIk1heFdpZHRoIjo3MjAuMCwiTWF4SGVpZ2h0IjoiSW5maW5pdHkiLCJTbWFydEZvcmVncm91bmRJc0FjdGl2ZSI6ZmFsc2UsIkhvcml6b250YWxBbGlnbm1lbnQiOjAsIlZlcnRpY2FsQWxpZ25tZW50IjowLCJTbWFydEZvcmVncm91bmQiOm51bGwsIkJhY2tncm91bmRGaWxsVHlwZSI6MCwiTWFyZ2luIjp7IiRpZCI6IjUxMiIsIlRvcCI6MCwiTGVmdCI6MCwiUmlnaHQiOjAsIkJvdHRvbSI6MH0sIlBhZGRpbmciOnsiJGlkIjoiNTEzIiwiVG9wIjowLCJMZWZ0IjowLCJSaWdodCI6MCwiQm90dG9tIjowfSwiQmFja2dyb3VuZCI6eyIkaWQiOiI1MTQiLCJDb2xvciI6eyIkaWQiOiI1MTUiLCJBIjowLCJSIjoyNTUsIkciOjI1NSwiQiI6MjU1fX0sIklzVmlzaWJsZSI6dHJ1ZSwiV2lkdGgiOjAuMCwiSGVpZ2h0IjowLjAsIkJvcmRlclN0eWxlIjp7IiRpZCI6IjUxNiIsIkxpbmVDb2xvciI6bnVsbCwiTGluZVdlaWdodCI6MC4wLCJMaW5lVHlwZSI6MCwiUGFyZW50U3R5bGUiOm51bGx9LCJQYXJlbnRTdHlsZSI6bnVsbH0sIkRhdGVTdHlsZSI6eyIkaWQiOiI1MTciLCJGb250U2V0dGluZ3MiOnsiJGlkIjoiNTE4IiwiRm9udFNpemUiOjEwLCJGb250TmFtZSI6IkNhbGlicmkiLCJJc0JvbGQiOmZhbHNlLCJJc0l0YWxpYyI6ZmFsc2UsIklzVW5kZXJsaW5lZCI6ZmFsc2UsIlBhcmVudFN0eWxlIjpudWxsfSwiQXV0b1NpemUiOjAsIkZvcmVncm91bmQiOnsiJGlkIjoiNTE5IiwiQ29sb3IiOnsiJGlkIjoiNTI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1MjEiLCJUb3AiOjAsIkxlZnQiOjAsIlJpZ2h0IjowLCJCb3R0b20iOjB9LCJQYWRkaW5nIjp7IiRpZCI6IjUyMiIsIlRvcCI6MCwiTGVmdCI6MCwiUmlnaHQiOjAsIkJvdHRvbSI6MH0sIkJhY2tncm91bmQiOnsiJGlkIjoiNTIzIiwiQ29sb3IiOnsiJHJlZiI6IjQ4NCJ9fSwiSXNWaXNpYmxlIjp0cnVlLCJXaWR0aCI6MC4wLCJIZWlnaHQiOjAuMCwiQm9yZGVyU3R5bGUiOnsiJGlkIjoiNTI0IiwiTGluZUNvbG9yIjpudWxsLCJMaW5lV2VpZ2h0IjowLjAsIkxpbmVUeXBlIjowLCJQYXJlbnRTdHlsZSI6bnVsbH0sIlBhcmVudFN0eWxlIjpudWxsfSwiRGF0ZUZvcm1hdCI6eyIkaWQiOiI1Mj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I2IiwiRm9ybWF0IjowLCJJc1Zpc2libGUiOmZhbHNlLCJMYXN0S25vd25WaXNpYmlsaXR5U3RhdGUiOmZhbHNlfSwiSXNWaXNpYmxlIjpmYWxzZSwiUGFyZW50U3R5bGUiOm51bGx9LCJJbmRleCI6MSwiU21hcnREdXJhdGlvbkFjdGl2YXRlZCI6ZmFsc2UsIkRhdGVGb3JtYXQiOnsiJHJlZiI6IjUyNSJ9LCJXZWVrTnVtYmVyaW5nIjp7IiRpZCI6IjUyNyIsIkZvcm1hdCI6MCwiSXNWaXNpYmxlIjpmYWxzZSwiTGFzdEtub3duVmlzaWJpbGl0eVN0YXRlIjpmYWxzZX0sIklkIjoiMWExYzk5ODQtOTNkZS00YjlmLWJlZjUtMTg1YjI4MTI3ZmM5IiwiSW1wb3J0SWQiOiI4IiwiVGl0bGUiOiJBbGlnbiAmIFByaW9yaXRpemUgdXNlIGNhc2VzIiwiTm90ZSI6bnVsbCwiSHlwZXJsaW5rIjp7IiRpZCI6IjUyOCIsIkFkZHJlc3MiOm51bGwsIlN1YkFkZHJlc3MiOm51bGx9LCJJc0NoYW5nZWQiOmZhbHNlLCJJc05ldyI6ZmFsc2V9fSx7IiRpZCI6IjUyOSIsIl9hdHRhY2hlZE1pbGVzdG9uZXMiOltdLCJUYXNrRGVmaW5pdGlvbiI6eyIkaWQiOiI1MzAiLCJHcm91cE5hbWUiOm51bGwsIlN0YXJ0RGF0ZSI6IjIwMjEtMDYtMDdUMDg6MDA6MDAiLCJFbmREYXRlIjoiMjAyMS0xMC0yMlQxNzowMDowMCIsIlBlcmNlbnRhZ2VDb21wbGV0ZSI6MC4wLCJTdHlsZSI6eyIkaWQiOiI1MzEiLCJTaGFwZSI6MSwiU2hhcGVUaGlja25lc3MiOjAsIkR1cmF0aW9uRm9ybWF0IjowLCJJbmNsdWRlTm9uV29ya2luZ0RheXNJbkR1cmF0aW9uIjpmYWxzZSwiUGVyY2VudGFnZUNvbXBsZXRlU3R5bGUiOnsiJGlkIjoiNTMyIiwiRm9udFNldHRpbmdzIjp7IiRpZCI6IjUzMyIsIkZvbnRTaXplIjoxMCwiRm9udE5hbWUiOiJDYWxpYnJpIiwiSXNCb2xkIjpmYWxzZSwiSXNJdGFsaWMiOmZhbHNlLCJJc1VuZGVybGluZWQiOmZhbHNlLCJQYXJlbnRTdHlsZSI6bnVsbH0sIkF1dG9TaXplIjowLCJGb3JlZ3JvdW5kIjp7IiRpZCI6IjUzNCIsIkNvbG9yIjp7IiRpZCI6IjUzNSIsIkEiOjI1NSwiUiI6MjM4LCJHIjoyMzYsIkIiOjIyNX19LCJNYXhXaWR0aCI6MjAwLjAsIk1heEhlaWdodCI6IkluZmluaXR5IiwiU21hcnRGb3JlZ3JvdW5kSXNBY3RpdmUiOmZhbHNlLCJIb3Jpem9udGFsQWxpZ25tZW50IjowLCJWZXJ0aWNhbEFsaWdubWVudCI6MCwiU21hcnRGb3JlZ3JvdW5kIjpudWxsLCJCYWNrZ3JvdW5kRmlsbFR5cGUiOjAsIk1hcmdpbiI6eyIkcmVmIjoiODgifSwiUGFkZGluZyI6eyIkcmVmIjoiODkifSwiQmFja2dyb3VuZCI6eyIkaWQiOiI1MzYiLCJDb2xvciI6eyIkaWQiOiI1MzciLCJBIjo4OSwiUiI6MCwiRyI6MCwiQiI6MH19LCJJc1Zpc2libGUiOnRydWUsIldpZHRoIjowLjAsIkhlaWdodCI6MC4wLCJCb3JkZXJTdHlsZSI6eyIkaWQiOiI1MzgiLCJMaW5lQ29sb3IiOm51bGwsIkxpbmVXZWlnaHQiOjAuMCwiTGluZVR5cGUiOjAsIlBhcmVudFN0eWxlIjpudWxsfSwiUGFyZW50U3R5bGUiOm51bGx9LCJEdXJhdGlvblN0eWxlIjp7IiRpZCI6IjUzOSIsIkZvbnRTZXR0aW5ncyI6eyIkaWQiOiI1NDAiLCJGb250U2l6ZSI6MTAsIkZvbnROYW1lIjoiQ2FsaWJyaSIsIklzQm9sZCI6ZmFsc2UsIklzSXRhbGljIjpmYWxzZSwiSXNVbmRlcmxpbmVkIjpmYWxzZSwiUGFyZW50U3R5bGUiOm51bGx9LCJBdXRvU2l6ZSI6MCwiRm9yZWdyb3VuZCI6eyIkcmVmIjoiOTMifSwiTWF4V2lkdGgiOjIwMC4wLCJNYXhIZWlnaHQiOiJJbmZpbml0eSIsIlNtYXJ0Rm9yZWdyb3VuZElzQWN0aXZlIjpmYWxzZSwiSG9yaXpvbnRhbEFsaWdubWVudCI6MCwiVmVydGljYWxBbGlnbm1lbnQiOjAsIlNtYXJ0Rm9yZWdyb3VuZCI6bnVsbCwiQmFja2dyb3VuZEZpbGxUeXBlIjowLCJNYXJnaW4iOnsiJHJlZiI6Ijk1In0sIlBhZGRpbmciOnsiJHJlZiI6Ijk2In0sIkJhY2tncm91bmQiOnsiJHJlZiI6Ijk3In0sIklzVmlzaWJsZSI6dHJ1ZSwiV2lkdGgiOjAuMCwiSGVpZ2h0IjowLjAsIkJvcmRlclN0eWxlIjp7IiRpZCI6IjU0MSIsIkxpbmVDb2xvciI6bnVsbCwiTGluZVdlaWdodCI6MC4wLCJMaW5lVHlwZSI6MCwiUGFyZW50U3R5bGUiOm51bGx9LCJQYXJlbnRTdHlsZSI6bnVsbH0sIkhvcml6b250YWxDb25uZWN0b3JTdHlsZSI6eyIkaWQiOiI1NDIiLCJMaW5lQ29sb3IiOnsiJHJlZiI6Ijk5In0sIkxpbmVXZWlnaHQiOjEuMCwiTGluZVR5cGUiOjAsIlBhcmVudFN0eWxlIjpudWxsfSwiVmVydGljYWxDb25uZWN0b3JTdHlsZSI6eyIkaWQiOiI1NDMiLCJMaW5lQ29sb3IiOnsiJHJlZiI6IjEwMiJ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NSwiSXNCZWxvd1RpbWViYW5kIjp0cnVlLCJQZXJjZW50YWdlQ29tcGxldGVTaGFwZU9wYWNpdHkiOjM1LCJTaGFwZVN0eWxlIjp7IiRpZCI6IjU0NCIsIk1hcmdpbiI6eyIkcmVmIjoiMTA1In0sIlBhZGRpbmciOnsiJHJlZiI6IjEwNiJ9LCJCYWNrZ3JvdW5kIjp7IiRpZCI6IjU0NSIsIkNvbG9yIjp7IiRpZCI6IjU0NiIsIkEiOjI1NSwiUiI6MjM3LCJHIjoxMjUsIkIiOjQ5fX0sIklzVmlzaWJsZSI6dHJ1ZSwiV2lkdGgiOjAuMCwiSGVpZ2h0IjoxMC4wLCJCb3JkZXJTdHlsZSI6eyIkaWQiOiI1NDciLCJMaW5lQ29sb3IiOnsiJGlkIjoiNTQ4IiwiJHR5cGUiOiJOTFJFLkNvbW1vbi5Eb20uU29saWRDb2xvckJydXNoLCBOTFJFLkNvbW1vbiIsIkNvbG9yIjp7IiRpZCI6IjU0OSIsIkEiOjI1NSwiUiI6MjU1LCJHIjowLCJCIjowfX0sIkxpbmVXZWlnaHQiOjAuMCwiTGluZVR5cGUiOjAsIlBhcmVudFN0eWxlIjpudWxsfSwiUGFyZW50U3R5bGUiOm51bGx9LCJUaXRsZVN0eWxlIjp7IiRpZCI6IjU1MCIsIkZvbnRTZXR0aW5ncyI6eyIkaWQiOiI1NTEiLCJGb250U2l6ZSI6MTEsIkZvbnROYW1lIjoiQ2FsaWJyaSIsIklzQm9sZCI6ZmFsc2UsIklzSXRhbGljIjpmYWxzZSwiSXNVbmRlcmxpbmVkIjpmYWxzZSwiUGFyZW50U3R5bGUiOm51bGx9LCJBdXRvU2l6ZSI6MCwiRm9yZWdyb3VuZCI6eyIkaWQiOiI1NTIiLCJDb2xvciI6eyIkaWQiOiI1NTMiLCJBIjoyNTUsIlIiOjI1NSwiRyI6MjU1LCJCIjoyNTV9fSwiTWF4V2lkdGgiOjk2MC4wLCJNYXhIZWlnaHQiOiJJbmZpbml0eSIsIlNtYXJ0Rm9yZWdyb3VuZElzQWN0aXZlIjpmYWxzZSwiSG9yaXpvbnRhbEFsaWdubWVudCI6MCwiVmVydGljYWxBbGlnbm1lbnQiOjAsIlNtYXJ0Rm9yZWdyb3VuZCI6bnVsbCwiQmFja2dyb3VuZEZpbGxUeXBlIjowLCJNYXJnaW4iOnsiJHJlZiI6IjExNiJ9LCJQYWRkaW5nIjp7IiRyZWYiOiIxMTcifSwiQmFja2dyb3VuZCI6eyIkaWQiOiI1NTQiLCJDb2xvciI6eyIkaWQiOiI1NTUiLCJBIjowLCJSIjoyNTUsIkciOjI1NSwiQiI6MjU1fX0sIklzVmlzaWJsZSI6dHJ1ZSwiV2lkdGgiOjAuMCwiSGVpZ2h0IjowLjAsIkJvcmRlclN0eWxlIjp7IiRpZCI6IjU1NiIsIkxpbmVDb2xvciI6bnVsbCwiTGluZVdlaWdodCI6MC4wLCJMaW5lVHlwZSI6MCwiUGFyZW50U3R5bGUiOm51bGx9LCJQYXJlbnRTdHlsZSI6bnVsbH0sIkRhdGVTdHlsZSI6eyIkaWQiOiI1NTciLCJGb250U2V0dGluZ3MiOnsiJGlkIjoiNTU4IiwiRm9udFNpemUiOjEwLCJGb250TmFtZSI6IkNhbGlicmkiLCJJc0JvbGQiOmZhbHNlLCJJc0l0YWxpYyI6ZmFsc2UsIklzVW5kZXJsaW5lZCI6ZmFsc2UsIlBhcmVudFN0eWxlIjpudWxsfSwiQXV0b1NpemUiOjAsIkZvcmVncm91bmQiOnsiJGlkIjoiNTU5IiwiQ29sb3IiOnsiJGlkIjoiNTY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IzIn0sIlBhZGRpbmciOnsiJHJlZiI6IjEyNCJ9LCJCYWNrZ3JvdW5kIjp7IiRpZCI6IjU2MSIsIkNvbG9yIjp7IiRpZCI6IjU2MiIsIkEiOjAsIlIiOjI1NSwiRyI6MjU1LCJCIjoyNTV9fSwiSXNWaXNpYmxlIjp0cnVlLCJXaWR0aCI6MC4wLCJIZWlnaHQiOjAuMCwiQm9yZGVyU3R5bGUiOnsiJGlkIjoiNTYzIiwiTGluZUNvbG9yIjpudWxsLCJMaW5lV2VpZ2h0IjowLjAsIkxpbmVUeXBlIjowLCJQYXJlbnRTdHlsZSI6bnVsbH0sIlBhcmVudFN0eWxlIjpudWxsfSwiRGF0ZUZvcm1hdCI6eyIkaWQiOiI1Nj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Y1IiwiRm9ybWF0IjowLCJJc1Zpc2libGUiOmZhbHNlLCJMYXN0S25vd25WaXNpYmlsaXR5U3RhdGUiOmZhbHNlfSwiSXNWaXNpYmxlIjpmYWxzZSwiUGFyZW50U3R5bGUiOm51bGx9LCJJbmRleCI6MiwiU21hcnREdXJhdGlvbkFjdGl2YXRlZCI6ZmFsc2UsIkRhdGVGb3JtYXQiOnsiJHJlZiI6IjU2NCJ9LCJXZWVrTnVtYmVyaW5nIjp7IiRpZCI6IjU2NiIsIkZvcm1hdCI6MCwiSXNWaXNpYmxlIjpmYWxzZSwiTGFzdEtub3duVmlzaWJpbGl0eVN0YXRlIjpmYWxzZX0sIklkIjoiN2I3YzAxMWItMTEzZS00NzFjLThjMTktNzM5NDQxZGI4MDY5IiwiSW1wb3J0SWQiOiI2MSIsIlRpdGxlIjoiQ3JlYXRlIHRlY2ggYmx1ZXByaW50IGZvciBlYWNoIHVzZSBjYXNlIiwiTm90ZSI6bnVsbCwiSHlwZXJsaW5rIjp7IiRpZCI6IjU2NyIsIkFkZHJlc3MiOm51bGwsIlN1YkFkZHJlc3MiOm51bGx9LCJJc0NoYW5nZWQiOmZhbHNlLCJJc05ldyI6ZmFsc2V9fSx7IiRpZCI6IjU2OCIsIl9hdHRhY2hlZE1pbGVzdG9uZXMiOltdLCJUYXNrRGVmaW5pdGlvbiI6eyIkaWQiOiI1NjkiLCJHcm91cE5hbWUiOm51bGwsIlN0YXJ0RGF0ZSI6IjIwMjEtMDYtMTRUMDg6MDA6MDAiLCJFbmREYXRlIjoiMjAyMi0wMi0yNVQxNzowMDowMCIsIlBlcmNlbnRhZ2VDb21wbGV0ZSI6MC4wLCJTdHlsZSI6eyIkaWQiOiI1NzAiLCJTaGFwZSI6MSwiU2hhcGVUaGlja25lc3MiOjAsIkR1cmF0aW9uRm9ybWF0IjowLCJJbmNsdWRlTm9uV29ya2luZ0RheXNJbkR1cmF0aW9uIjpmYWxzZSwiUGVyY2VudGFnZUNvbXBsZXRlU3R5bGUiOnsiJGlkIjoiNTcxIiwiRm9udFNldHRpbmdzIjp7IiRpZCI6IjU3MiIsIkZvbnRTaXplIjoxMCwiRm9udE5hbWUiOiJDYWxpYnJpIiwiSXNCb2xkIjpmYWxzZSwiSXNJdGFsaWMiOmZhbHNlLCJJc1VuZGVybGluZWQiOmZhbHNlLCJQYXJlbnRTdHlsZSI6bnVsbH0sIkF1dG9TaXplIjowLCJGb3JlZ3JvdW5kIjp7IiRpZCI6IjU3MyIsIkNvbG9yIjp7IiRpZCI6IjU3NC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NTc1IiwiVG9wIjowLCJMZWZ0IjowLCJSaWdodCI6MCwiQm90dG9tIjowfSwiUGFkZGluZyI6eyIkaWQiOiI1NzYiLCJUb3AiOjAsIkxlZnQiOjAsIlJpZ2h0IjowLCJCb3R0b20iOjB9LCJCYWNrZ3JvdW5kIjp7IiRpZCI6IjU3NyIsIkNvbG9yIjp7IiRpZCI6IjU3OCIsIkEiOjg5LCJSIjowLCJHIjowLCJCIjowfX0sIklzVmlzaWJsZSI6dHJ1ZSwiV2lkdGgiOjAuMCwiSGVpZ2h0IjowLjAsIkJvcmRlclN0eWxlIjp7IiRpZCI6IjU3OSIsIkxpbmVDb2xvciI6bnVsbCwiTGluZVdlaWdodCI6MC4wLCJMaW5lVHlwZSI6MCwiUGFyZW50U3R5bGUiOm51bGx9LCJQYXJlbnRTdHlsZSI6bnVsbH0sIkR1cmF0aW9uU3R5bGUiOnsiJGlkIjoiNTgwIiwiRm9udFNldHRpbmdzIjp7IiRpZCI6IjU4MSIsIkZvbnRTaXplIjoxMCwiRm9udE5hbWUiOiJDYWxpYnJpIiwiSXNCb2xkIjpmYWxzZSwiSXNJdGFsaWMiOmZhbHNlLCJJc1VuZGVybGluZWQiOmZhbHNlLCJQYXJlbnRTdHlsZSI6bnVsbH0sIkF1dG9TaXplIjowLCJGb3JlZ3JvdW5kIjp7IiRpZCI6IjU4MiIsIkNvbG9yIjp7IiRpZCI6IjU4M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U4NCIsIlRvcCI6MCwiTGVmdCI6MCwiUmlnaHQiOjAsIkJvdHRvbSI6MH0sIlBhZGRpbmciOnsiJGlkIjoiNTg1IiwiVG9wIjowLCJMZWZ0IjowLCJSaWdodCI6MCwiQm90dG9tIjowfSwiQmFja2dyb3VuZCI6eyIkaWQiOiI1ODYiLCJDb2xvciI6eyIkcmVmIjoiNTc4In19LCJJc1Zpc2libGUiOnRydWUsIldpZHRoIjowLjAsIkhlaWdodCI6MC4wLCJCb3JkZXJTdHlsZSI6eyIkaWQiOiI1ODciLCJMaW5lQ29sb3IiOm51bGwsIkxpbmVXZWlnaHQiOjAuMCwiTGluZVR5cGUiOjAsIlBhcmVudFN0eWxlIjpudWxsfSwiUGFyZW50U3R5bGUiOm51bGx9LCJIb3Jpem9udGFsQ29ubmVjdG9yU3R5bGUiOnsiJGlkIjoiNTg4IiwiTGluZUNvbG9yIjp7IiRpZCI6IjU4OSIsIiR0eXBlIjoiTkxSRS5Db21tb24uRG9tLlNvbGlkQ29sb3JCcnVzaCwgTkxSRS5Db21tb24iLCJDb2xvciI6eyIkaWQiOiI1OTAiLCJBIjoyNTUsIlIiOjIwNCwiRyI6MjA0LCJCIjoyMDR9fSwiTGluZVdlaWdodCI6MS4wLCJMaW5lVHlwZSI6MCwiUGFyZW50U3R5bGUiOm51bGx9LCJWZXJ0aWNhbENvbm5lY3RvclN0eWxlIjp7IiRpZCI6IjU5MSIsIkxpbmVDb2xvciI6eyIkaWQiOiI1OTIiLCIkdHlwZSI6Ik5MUkUuQ29tbW9uLkRvbS5Tb2xpZENvbG9yQnJ1c2gsIE5MUkUuQ29tbW9uIiwiQ29sb3IiOnsiJGlkIjoiNTkz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Tk0IiwiTWFyZ2luIjp7IiRpZCI6IjU5NSIsIlRvcCI6MCwiTGVmdCI6NCwiUmlnaHQiOjQsIkJvdHRvbSI6MH0sIlBhZGRpbmciOnsiJGlkIjoiNTk2IiwiVG9wIjowLCJMZWZ0IjowLCJSaWdodCI6MCwiQm90dG9tIjowfSwiQmFja2dyb3VuZCI6eyIkaWQiOiI1OTciLCJDb2xvciI6eyIkaWQiOiI1OTgiLCJBIjoyNTUsIlIiOjIzNywiRyI6MTI1LCJCIjo0OX19LCJJc1Zpc2libGUiOnRydWUsIldpZHRoIjowLjAsIkhlaWdodCI6MTAuMCwiQm9yZGVyU3R5bGUiOnsiJGlkIjoiNTk5IiwiTGluZUNvbG9yIjp7IiRpZCI6IjYwMCIsIiR0eXBlIjoiTkxSRS5Db21tb24uRG9tLlNvbGlkQ29sb3JCcnVzaCwgTkxSRS5Db21tb24iLCJDb2xvciI6eyIkaWQiOiI2MDEiLCJBIjoyNTUsIlIiOjI1NSwiRyI6MCwiQiI6MH19LCJMaW5lV2VpZ2h0IjowLjAsIkxpbmVUeXBlIjowLCJQYXJlbnRTdHlsZSI6bnVsbH0sIlBhcmVudFN0eWxlIjpudWxsfSwiVGl0bGVTdHlsZSI6eyIkaWQiOiI2MDIiLCJGb250U2V0dGluZ3MiOnsiJGlkIjoiNjAzIiwiRm9udFNpemUiOjExLCJGb250TmFtZSI6IkNhbGlicmkiLCJJc0JvbGQiOmZhbHNlLCJJc0l0YWxpYyI6ZmFsc2UsIklzVW5kZXJsaW5lZCI6ZmFsc2UsIlBhcmVudFN0eWxlIjpudWxsfSwiQXV0b1NpemUiOjAsIkZvcmVncm91bmQiOnsiJGlkIjoiNjA0IiwiQ29sb3IiOnsiJGlkIjoiNjA1IiwiQSI6MjU1LCJSIjoyNTUsIkciOjI1NSwiQiI6MjU1fX0sIk1heFdpZHRoIjo5NjAuMCwiTWF4SGVpZ2h0IjoiSW5maW5pdHkiLCJTbWFydEZvcmVncm91bmRJc0FjdGl2ZSI6ZmFsc2UsIkhvcml6b250YWxBbGlnbm1lbnQiOjEsIlZlcnRpY2FsQWxpZ25tZW50IjowLCJTbWFydEZvcmVncm91bmQiOm51bGwsIkJhY2tncm91bmRGaWxsVHlwZSI6MCwiTWFyZ2luIjp7IiRpZCI6IjYwNiIsIlRvcCI6MCwiTGVmdCI6MCwiUmlnaHQiOjAsIkJvdHRvbSI6MH0sIlBhZGRpbmciOnsiJGlkIjoiNjA3IiwiVG9wIjowLCJMZWZ0IjowLCJSaWdodCI6MCwiQm90dG9tIjowfSwiQmFja2dyb3VuZCI6eyIkaWQiOiI2MDgiLCJDb2xvciI6eyIkaWQiOiI2MDkiLCJBIjowLCJSIjoyNTUsIkciOjI1NSwiQiI6MjU1fX0sIklzVmlzaWJsZSI6dHJ1ZSwiV2lkdGgiOjAuMCwiSGVpZ2h0IjowLjAsIkJvcmRlclN0eWxlIjp7IiRpZCI6IjYxMCIsIkxpbmVDb2xvciI6bnVsbCwiTGluZVdlaWdodCI6MC4wLCJMaW5lVHlwZSI6MCwiUGFyZW50U3R5bGUiOm51bGx9LCJQYXJlbnRTdHlsZSI6bnVsbH0sIkRhdGVTdHlsZSI6eyIkaWQiOiI2MTEiLCJGb250U2V0dGluZ3MiOnsiJGlkIjoiNjEyIiwiRm9udFNpemUiOjEwLCJGb250TmFtZSI6IkNhbGlicmkiLCJJc0JvbGQiOmZhbHNlLCJJc0l0YWxpYyI6ZmFsc2UsIklzVW5kZXJsaW5lZCI6ZmFsc2UsIlBhcmVudFN0eWxlIjpudWxsfSwiQXV0b1NpemUiOjAsIkZvcmVncm91bmQiOnsiJGlkIjoiNjEzIiwiQ29sb3IiOnsiJGlkIjoiNjE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2MTUiLCJUb3AiOjAsIkxlZnQiOjAsIlJpZ2h0IjowLCJCb3R0b20iOjB9LCJQYWRkaW5nIjp7IiRpZCI6IjYxNiIsIlRvcCI6MCwiTGVmdCI6MCwiUmlnaHQiOjAsIkJvdHRvbSI6MH0sIkJhY2tncm91bmQiOnsiJGlkIjoiNjE3IiwiQ29sb3IiOnsiJHJlZiI6IjU3OCJ9fSwiSXNWaXNpYmxlIjp0cnVlLCJXaWR0aCI6MC4wLCJIZWlnaHQiOjAuMCwiQm9yZGVyU3R5bGUiOnsiJGlkIjoiNjE4IiwiTGluZUNvbG9yIjpudWxsLCJMaW5lV2VpZ2h0IjowLjAsIkxpbmVUeXBlIjowLCJQYXJlbnRTdHlsZSI6bnVsbH0sIlBhcmVudFN0eWxlIjpudWxsfSwiRGF0ZUZvcm1hdCI6eyIkaWQiOiI2MT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IwIiwiRm9ybWF0IjowLCJJc1Zpc2libGUiOmZhbHNlLCJMYXN0S25vd25WaXNpYmlsaXR5U3RhdGUiOmZhbHNlfSwiSXNWaXNpYmxlIjpmYWxzZSwiUGFyZW50U3R5bGUiOm51bGx9LCJJbmRleCI6MywiU21hcnREdXJhdGlvbkFjdGl2YXRlZCI6ZmFsc2UsIkRhdGVGb3JtYXQiOnsiJHJlZiI6IjYxOSJ9LCJXZWVrTnVtYmVyaW5nIjp7IiRpZCI6IjYyMSIsIkZvcm1hdCI6MCwiSXNWaXNpYmxlIjpmYWxzZSwiTGFzdEtub3duVmlzaWJpbGl0eVN0YXRlIjpmYWxzZX0sIklkIjoiZWQ4NzNiYWItNzgwZS00YTU2LTlhOGUtNTM2YTFiZWVmYjdmIiwiSW1wb3J0SWQiOiIxMCIsIlRpdGxlIjoiSXRlcmF0aXZlIHJvbGxvdXQgb2YgdXNlIGNhc2VzIiwiTm90ZSI6bnVsbCwiSHlwZXJsaW5rIjp7IiRpZCI6IjYyMiIsIkFkZHJlc3MiOm51bGwsIlN1YkFkZHJlc3MiOm51bGx9LCJJc0NoYW5nZWQiOmZhbHNlLCJJc05ldyI6ZmFsc2V9fSx7IiRpZCI6IjYyMyIsIl9hdHRhY2hlZE1pbGVzdG9uZXMiOltdLCJUYXNrRGVmaW5pdGlvbiI6eyIkaWQiOiI2MjQiLCJHcm91cE5hbWUiOm51bGwsIlN0YXJ0RGF0ZSI6IjIwMjEtMDQtMTJUMDg6MDA6MDAiLCJFbmREYXRlIjoiMjAyMi0wMi0yNVQxNzowMDowMCIsIlBlcmNlbnRhZ2VDb21wbGV0ZSI6MTIuMCwiU3R5bGUiOnsiJGlkIjoiNjI1IiwiU2hhcGUiOjEsIlNoYXBlVGhpY2tuZXNzIjowLCJEdXJhdGlvbkZvcm1hdCI6MCwiSW5jbHVkZU5vbldvcmtpbmdEYXlzSW5EdXJhdGlvbiI6ZmFsc2UsIlBlcmNlbnRhZ2VDb21wbGV0ZVN0eWxlIjp7IiRpZCI6IjYyNiIsIkZvbnRTZXR0aW5ncyI6eyIkaWQiOiI2MjciLCJGb250U2l6ZSI6MTAsIkZvbnROYW1lIjoiQ2FsaWJyaSIsIklzQm9sZCI6ZmFsc2UsIklzSXRhbGljIjpmYWxzZSwiSXNVbmRlcmxpbmVkIjpmYWxzZSwiUGFyZW50U3R5bGUiOm51bGx9LCJBdXRvU2l6ZSI6MCwiRm9yZWdyb3VuZCI6eyIkaWQiOiI2MjgiLCJDb2xvciI6eyIkaWQiOiI2Mjk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pZCI6IjYzMCIsIlRvcCI6MCwiTGVmdCI6MCwiUmlnaHQiOjAsIkJvdHRvbSI6MH0sIlBhZGRpbmciOnsiJGlkIjoiNjMxIiwiVG9wIjowLCJMZWZ0IjowLCJSaWdodCI6MCwiQm90dG9tIjowfSwiQmFja2dyb3VuZCI6eyIkaWQiOiI2MzIiLCJDb2xvciI6eyIkaWQiOiI2MzMiLCJBIjo4OSwiUiI6MCwiRyI6MCwiQiI6MH19LCJJc1Zpc2libGUiOnRydWUsIldpZHRoIjowLjAsIkhlaWdodCI6MC4wLCJCb3JkZXJTdHlsZSI6eyIkaWQiOiI2MzQiLCJMaW5lQ29sb3IiOm51bGwsIkxpbmVXZWlnaHQiOjAuMCwiTGluZVR5cGUiOjAsIlBhcmVudFN0eWxlIjpudWxsfSwiUGFyZW50U3R5bGUiOm51bGx9LCJEdXJhdGlvblN0eWxlIjp7IiRpZCI6IjYzNSIsIkZvbnRTZXR0aW5ncyI6eyIkaWQiOiI2MzYiLCJGb250U2l6ZSI6MTAsIkZvbnROYW1lIjoiQ2FsaWJyaSIsIklzQm9sZCI6ZmFsc2UsIklzSXRhbGljIjpmYWxzZSwiSXNVbmRlcmxpbmVkIjpmYWxzZSwiUGFyZW50U3R5bGUiOm51bGx9LCJBdXRvU2l6ZSI6MCwiRm9yZWdyb3VuZCI6eyIkaWQiOiI2MzciLCJDb2xvciI6eyIkaWQiOiI2Mzg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2MzkiLCJUb3AiOjAsIkxlZnQiOjAsIlJpZ2h0IjowLCJCb3R0b20iOjB9LCJQYWRkaW5nIjp7IiRpZCI6IjY0MCIsIlRvcCI6MCwiTGVmdCI6MCwiUmlnaHQiOjAsIkJvdHRvbSI6MH0sIkJhY2tncm91bmQiOnsiJGlkIjoiNjQxIiwiQ29sb3IiOnsiJHJlZiI6IjYzMyJ9fSwiSXNWaXNpYmxlIjp0cnVlLCJXaWR0aCI6MC4wLCJIZWlnaHQiOjAuMCwiQm9yZGVyU3R5bGUiOnsiJGlkIjoiNjQyIiwiTGluZUNvbG9yIjpudWxsLCJMaW5lV2VpZ2h0IjowLjAsIkxpbmVUeXBlIjowLCJQYXJlbnRTdHlsZSI6bnVsbH0sIlBhcmVudFN0eWxlIjpudWxsfSwiSG9yaXpvbnRhbENvbm5lY3RvclN0eWxlIjp7IiRpZCI6IjY0MyIsIkxpbmVDb2xvciI6eyIkaWQiOiI2NDQiLCIkdHlwZSI6Ik5MUkUuQ29tbW9uLkRvbS5Tb2xpZENvbG9yQnJ1c2gsIE5MUkUuQ29tbW9uIiwiQ29sb3IiOnsiJGlkIjoiNjQ1IiwiQSI6MjU1LCJSIjoyMDQsIkciOjIwNCwiQiI6MjA0fX0sIkxpbmVXZWlnaHQiOjEuMCwiTGluZVR5cGUiOjAsIlBhcmVudFN0eWxlIjpudWxsfSwiVmVydGljYWxDb25uZWN0b3JTdHlsZSI6eyIkaWQiOiI2NDYiLCJMaW5lQ29sb3IiOnsiJGlkIjoiNjQ3IiwiJHR5cGUiOiJOTFJFLkNvbW1vbi5Eb20uU29saWRDb2xvckJydXNoLCBOTFJFLkNvbW1vbiIsIkNvbG9yIjp7IiRpZCI6IjY0OCIsIkEiOjI1NSwiUiI6MjA0LCJHIjoyMDQsIkIiOjIwNH1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NSwiSXNCZWxvd1RpbWViYW5kIjp0cnVlLCJQZXJjZW50YWdlQ29tcGxldGVTaGFwZU9wYWNpdHkiOjM1LCJTaGFwZVN0eWxlIjp7IiRpZCI6IjY0OSIsIk1hcmdpbiI6eyIkaWQiOiI2NTAiLCJUb3AiOjAsIkxlZnQiOjQsIlJpZ2h0Ijo0LCJCb3R0b20iOjB9LCJQYWRkaW5nIjp7IiRpZCI6IjY1MSIsIlRvcCI6MCwiTGVmdCI6MCwiUmlnaHQiOjAsIkJvdHRvbSI6MH0sIkJhY2tncm91bmQiOnsiJGlkIjoiNjUyIiwiQ29sb3IiOnsiJGlkIjoiNjUzIiwiQSI6MjU1LCJSIjoyMzcsIkciOjEyNSwiQiI6NDl9fSwiSXNWaXNpYmxlIjp0cnVlLCJXaWR0aCI6MC4wLCJIZWlnaHQiOjEwLjAsIkJvcmRlclN0eWxlIjp7IiRpZCI6IjY1NCIsIkxpbmVDb2xvciI6eyIkaWQiOiI2NTUiLCIkdHlwZSI6Ik5MUkUuQ29tbW9uLkRvbS5Tb2xpZENvbG9yQnJ1c2gsIE5MUkUuQ29tbW9uIiwiQ29sb3IiOnsiJGlkIjoiNjU2IiwiQSI6MjU1LCJSIjoyNTUsIkciOjAsIkIiOjB9fSwiTGluZVdlaWdodCI6MC4wLCJMaW5lVHlwZSI6MCwiUGFyZW50U3R5bGUiOm51bGx9LCJQYXJlbnRTdHlsZSI6bnVsbH0sIlRpdGxlU3R5bGUiOnsiJGlkIjoiNjU3IiwiRm9udFNldHRpbmdzIjp7IiRpZCI6IjY1OCIsIkZvbnRTaXplIjoxMSwiRm9udE5hbWUiOiJDYWxpYnJpIiwiSXNCb2xkIjpmYWxzZSwiSXNJdGFsaWMiOmZhbHNlLCJJc1VuZGVybGluZWQiOmZhbHNlLCJQYXJlbnRTdHlsZSI6bnVsbH0sIkF1dG9TaXplIjowLCJGb3JlZ3JvdW5kIjp7IiRyZWYiOiIxMTQifSwiTWF4V2lkdGgiOjk2MC4wLCJNYXhIZWlnaHQiOiJJbmZpbml0eSIsIlNtYXJ0Rm9yZWdyb3VuZElzQWN0aXZlIjpmYWxzZSwiSG9yaXpvbnRhbEFsaWdubWVudCI6MCwiVmVydGljYWxBbGlnbm1lbnQiOjAsIlNtYXJ0Rm9yZWdyb3VuZCI6bnVsbCwiQmFja2dyb3VuZEZpbGxUeXBlIjowLCJNYXJnaW4iOnsiJGlkIjoiNjU5IiwiVG9wIjowLCJMZWZ0IjowLCJSaWdodCI6MCwiQm90dG9tIjowfSwiUGFkZGluZyI6eyIkaWQiOiI2NjAiLCJUb3AiOjAsIkxlZnQiOjAsIlJpZ2h0IjowLCJCb3R0b20iOjB9LCJCYWNrZ3JvdW5kIjp7IiRpZCI6IjY2MSIsIkNvbG9yIjp7IiRyZWYiOiI2MzMifX0sIklzVmlzaWJsZSI6dHJ1ZSwiV2lkdGgiOjAuMCwiSGVpZ2h0IjowLjAsIkJvcmRlclN0eWxlIjp7IiRpZCI6IjY2MiIsIkxpbmVDb2xvciI6bnVsbCwiTGluZVdlaWdodCI6MC4wLCJMaW5lVHlwZSI6MCwiUGFyZW50U3R5bGUiOm51bGx9LCJQYXJlbnRTdHlsZSI6bnVsbH0sIkRhdGVTdHlsZSI6eyIkaWQiOiI2NjMiLCJGb250U2V0dGluZ3MiOnsiJGlkIjoiNjY0IiwiRm9udFNpemUiOjEwLCJGb250TmFtZSI6IkNhbGlicmkiLCJJc0JvbGQiOmZhbHNlLCJJc0l0YWxpYyI6ZmFsc2UsIklzVW5kZXJsaW5lZCI6ZmFsc2UsIlBhcmVudFN0eWxlIjpudWxsfSwiQXV0b1NpemUiOjAsIkZvcmVncm91bmQiOnsiJGlkIjoiNjY1IiwiQ29sb3IiOnsiJGlkIjoiNjY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2NjciLCJUb3AiOjAsIkxlZnQiOjAsIlJpZ2h0IjowLCJCb3R0b20iOjB9LCJQYWRkaW5nIjp7IiRpZCI6IjY2OCIsIlRvcCI6MCwiTGVmdCI6MCwiUmlnaHQiOjAsIkJvdHRvbSI6MH0sIkJhY2tncm91bmQiOnsiJGlkIjoiNjY5IiwiQ29sb3IiOnsiJHJlZiI6IjYzMyJ9fSwiSXNWaXNpYmxlIjp0cnVlLCJXaWR0aCI6MC4wLCJIZWlnaHQiOjAuMCwiQm9yZGVyU3R5bGUiOnsiJGlkIjoiNjcwIiwiTGluZUNvbG9yIjpudWxsLCJMaW5lV2VpZ2h0IjowLjAsIkxpbmVUeXBlIjowLCJQYXJlbnRTdHlsZSI6bnVsbH0sIlBhcmVudFN0eWxlIjpudWxsfSwiRGF0ZUZvcm1hdCI6eyIkaWQiOiI2Nz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cyIiwiRm9ybWF0IjowLCJJc1Zpc2libGUiOmZhbHNlLCJMYXN0S25vd25WaXNpYmlsaXR5U3RhdGUiOmZhbHNlfSwiSXNWaXNpYmxlIjpmYWxzZSwiUGFyZW50U3R5bGUiOm51bGx9LCJJbmRleCI6MTIsIlNtYXJ0RHVyYXRpb25BY3RpdmF0ZWQiOmZhbHNlLCJEYXRlRm9ybWF0Ijp7IiRyZWYiOiI2NzEifSwiV2Vla051bWJlcmluZyI6eyIkaWQiOiI2NzMiLCJGb3JtYXQiOjAsIklzVmlzaWJsZSI6ZmFsc2UsIkxhc3RLbm93blZpc2liaWxpdHlTdGF0ZSI6ZmFsc2V9LCJJZCI6ImYxNDU0NzA5LWQzYTAtNDE1NS05M2VmLTkxNzBhYWViZTZiMSIsIkltcG9ydElkIjoiMSIsIlRpdGxlIjoiSW5kaWEiLCJOb3RlIjpudWxsLCJIeXBlcmxpbmsiOnsiJGlkIjoiNjc0IiwiQWRkcmVzcyI6IiIsIlN1YkFkZHJlc3MiOiIifSwiSXNDaGFuZ2VkIjpmYWxzZSwiSXNOZXciOmZhbHNlfX1dLCJNaWxlc3RvbmVzIjpbXX0seyIkaWQiOiI2NzUiLCJJZCI6IjdiYTVkMWQxLWE5YzgtNGM4MS1iMDc5LTY4MTRlOGYxMmE4MiIsIkluZGV4IjoxLCJIZWFkZXJUZXh0IjoiVGFpd2FuIiwiU3R5bGUiOnsiJGlkIjoiNjc2IiwiSGVhZGVyU3R5bGUiOnsiJGlkIjoiNjc3IiwiVGV4dFN0eWxlIjp7IiRpZCI6IjY3OCIsIkZvbnRTZXR0aW5ncyI6eyIkaWQiOiI2NzkiLCJGb250U2l6ZSI6MTIsIkZvbnROYW1lIjoiQ2FsaWJyaSIsIklzQm9sZCI6ZmFsc2UsIklzSXRhbGljIjpmYWxzZSwiSXNVbmRlcmxpbmVkIjpmYWxzZSwiUGFyZW50U3R5bGUiOm51bGx9LCJBdXRvU2l6ZSI6MCwiRm9yZWdyb3VuZCI6eyIkaWQiOiI2ODAiLCJDb2xvciI6eyIkaWQiOiI2ODEiLCJBIjoyNTUsIlIiOjI1NSwiRyI6MjU1LCJCIjoyNTV9fSwiTWF4V2lkdGgiOjAuMCwiTWF4SGVpZ2h0IjowLjAsIlNtYXJ0Rm9yZWdyb3VuZElzQWN0aXZlIjpmYWxzZSwiSG9yaXpvbnRhbEFsaWdubWVudCI6MCwiVmVydGljYWxBbGlnbm1lbnQiOjAsIlNtYXJ0Rm9yZWdyb3VuZCI6bnVsbCwiQmFja2dyb3VuZEZpbGxUeXBlIjowLCJNYXJnaW4iOnsiJGlkIjoiNjgyIiwiVG9wIjowLCJMZWZ0IjowLCJSaWdodCI6MCwiQm90dG9tIjowfSwiUGFkZGluZyI6eyIkaWQiOiI2ODMiLCJUb3AiOjAsIkxlZnQiOjAsIlJpZ2h0IjowLCJCb3R0b20iOjB9LCJCYWNrZ3JvdW5kIjpudWxsLCJJc1Zpc2libGUiOmZhbHNlLCJXaWR0aCI6MC4wLCJIZWlnaHQiOjAuMCwiQm9yZGVyU3R5bGUiOm51bGwsIlBhcmVudFN0eWxlIjpudWxsfSwiUmVjdGFuZ2xlU3R5bGUiOnsiJGlkIjoiNjg0IiwiTWFyZ2luIjp7IiRpZCI6IjY4NSIsIlRvcCI6MCwiTGVmdCI6MCwiUmlnaHQiOjAsIkJvdHRvbSI6MH0sIlBhZGRpbmciOnsiJGlkIjoiNjg2IiwiVG9wIjowLCJMZWZ0IjowLCJSaWdodCI6MCwiQm90dG9tIjowfSwiQmFja2dyb3VuZCI6eyIkaWQiOiI2ODciLCJDb2xvciI6eyIkaWQiOiI2ODgiLCJBIjoyNTUsIlIiOjIsIkciOjE3OCwiQiI6MjM4fX0sIklzVmlzaWJsZSI6ZmFsc2UsIldpZHRoIjowLjAsIkhlaWdodCI6MC4wLCJCb3JkZXJTdHlsZSI6eyIkaWQiOiI2ODkiLCJMaW5lQ29sb3IiOnsiJGlkIjoiNjkwIiwiJHR5cGUiOiJOTFJFLkNvbW1vbi5Eb20uU29saWRDb2xvckJydXNoLCBOTFJFLkNvbW1vbiIsIkNvbG9yIjp7IiRpZCI6IjY5MSIsIkEiOjI1NSwiUiI6MjU1LCJHIjoyNTUsIkIiOjI1NX19LCJMaW5lV2VpZ2h0IjowLjAsIkxpbmVUeXBlIjowLCJQYXJlbnRTdHlsZSI6bnVsbH0sIlBhcmVudFN0eWxlIjpudWxsfSwiTWFyZ2luIjp7IiRpZCI6IjY5MiIsIlRvcCI6MCwiTGVmdCI6MCwiUmlnaHQiOjAsIkJvdHRvbSI6MH0sIlBhZGRpbmciOnsiJGlkIjoiNjkzIiwiVG9wIjowLCJMZWZ0IjowLCJSaWdodCI6MCwiQm90dG9tIjowfSwiQmFja2dyb3VuZCI6bnVsbCwiSXNWaXNpYmxlIjp0cnVlLCJXaWR0aCI6MC4wLCJIZWlnaHQiOjAuMCwiQm9yZGVyU3R5bGUiOm51bGwsIlBhcmVudFN0eWxlIjpudWxsfSwiQmFja2dyb3VuZFN0eWxlIjp7IiRpZCI6IjY5NCIsIk1hcmdpbiI6eyIkaWQiOiI2OTUiLCJUb3AiOjAsIkxlZnQiOjAsIlJpZ2h0IjowLCJCb3R0b20iOjB9LCJQYWRkaW5nIjp7IiRpZCI6IjY5NiIsIlRvcCI6MCwiTGVmdCI6MCwiUmlnaHQiOjAsIkJvdHRvbSI6MH0sIkJhY2tncm91bmQiOnsiJGlkIjoiNjk3IiwiQ29sb3IiOnsiJGlkIjoiNjk4IiwiQSI6MzgsIlIiOjIsIkciOjE3OCwiQiI6MjM4fX0sIklzVmlzaWJsZSI6dHJ1ZSwiV2lkdGgiOjAuMCwiSGVpZ2h0IjowLjAsIkJvcmRlclN0eWxlIjp7IiRpZCI6IjY5OSIsIkxpbmVDb2xvciI6eyIkaWQiOiI3MDAiLCIkdHlwZSI6Ik5MUkUuQ29tbW9uLkRvbS5Tb2xpZENvbG9yQnJ1c2gsIE5MUkUuQ29tbW9uIiwiQ29sb3IiOnsiJGlkIjoiNzAxIiwiQSI6MjU1LCJSIjoyMSwiRyI6MzcsIkIiOjY2fX0sIkxpbmVXZWlnaHQiOjAuMCwiTGluZVR5cGUiOjAsIlBhcmVudFN0eWxlIjpudWxsfSwiUGFyZW50U3R5bGUiOm51bGx9LCJJc0Fib3ZlVGltZWJhbmQiOmZhbHNlLCJNYXJnaW4iOnsiJGlkIjoiNzAyIiwiVG9wIjowLCJMZWZ0IjowLCJSaWdodCI6MCwiQm90dG9tIjowfSwiUGFkZGluZyI6eyIkaWQiOiI3MDMiLCJUb3AiOjAsIkxlZnQiOjAsIlJpZ2h0IjowLCJCb3R0b20iOjB9LCJJc1Zpc2libGUiOnRydWUsIldpZHRoIjowLjAsIkhlaWdodCI6MC4wLCJCb3JkZXJTdHlsZSI6bnVsbCwiUGFyZW50U3R5bGUiOm51bGx9LCJUYXNrcyI6W3siJGlkIjoiNzA0IiwiX2F0dGFjaGVkTWlsZXN0b25lcyI6W10sIlRhc2tEZWZpbml0aW9uIjp7IiRpZCI6IjcwNSIsIkdyb3VwTmFtZSI6bnVsbCwiU3RhcnREYXRlIjoiMjAyMS0wNS0xMFQwODowMDowMCIsIkVuZERhdGUiOiIyMDIxLTA2LTA0VDE3OjAwOjAwIiwiUGVyY2VudGFnZUNvbXBsZXRlIjowLjAsIlN0eWxlIjp7IiRpZCI6IjcwNiIsIlNoYXBlIjoxLCJTaGFwZVRoaWNrbmVzcyI6MCwiRHVyYXRpb25Gb3JtYXQiOjAsIkluY2x1ZGVOb25Xb3JraW5nRGF5c0luRHVyYXRpb24iOmZhbHNlLCJQZXJjZW50YWdlQ29tcGxldGVTdHlsZSI6eyIkaWQiOiI3MDciLCJGb250U2V0dGluZ3MiOnsiJGlkIjoiNzA4IiwiRm9udFNpemUiOjEwLCJGb250TmFtZSI6IkNhbGlicmkiLCJJc0JvbGQiOmZhbHNlLCJJc0l0YWxpYyI6ZmFsc2UsIklzVW5kZXJsaW5lZCI6ZmFsc2UsIlBhcmVudFN0eWxlIjpudWxsfSwiQXV0b1NpemUiOjAsIkZvcmVncm91bmQiOnsiJGlkIjoiNzA5IiwiQ29sb3IiOnsiJGlkIjoiNzEw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3MTEiLCJUb3AiOjAsIkxlZnQiOjAsIlJpZ2h0IjowLCJCb3R0b20iOjB9LCJQYWRkaW5nIjp7IiRpZCI6IjcxMiIsIlRvcCI6MCwiTGVmdCI6MCwiUmlnaHQiOjAsIkJvdHRvbSI6MH0sIkJhY2tncm91bmQiOnsiJGlkIjoiNzEzIiwiQ29sb3IiOnsiJGlkIjoiNzE0IiwiQSI6ODksIlIiOjAsIkciOjAsIkIiOjB9fSwiSXNWaXNpYmxlIjp0cnVlLCJXaWR0aCI6MC4wLCJIZWlnaHQiOjAuMCwiQm9yZGVyU3R5bGUiOnsiJGlkIjoiNzE1IiwiTGluZUNvbG9yIjpudWxsLCJMaW5lV2VpZ2h0IjowLjAsIkxpbmVUeXBlIjowLCJQYXJlbnRTdHlsZSI6bnVsbH0sIlBhcmVudFN0eWxlIjpudWxsfSwiRHVyYXRpb25TdHlsZSI6eyIkaWQiOiI3MTYiLCJGb250U2V0dGluZ3MiOnsiJGlkIjoiNzE3IiwiRm9udFNpemUiOjEwLCJGb250TmFtZSI6IkNhbGlicmkiLCJJc0JvbGQiOmZhbHNlLCJJc0l0YWxpYyI6ZmFsc2UsIklzVW5kZXJsaW5lZCI6ZmFsc2UsIlBhcmVudFN0eWxlIjpudWxsfSwiQXV0b1NpemUiOjAsIkZvcmVncm91bmQiOnsiJGlkIjoiNzE4IiwiQ29sb3IiOnsiJGlkIjoiNzE5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zIwIiwiVG9wIjowLCJMZWZ0IjowLCJSaWdodCI6MCwiQm90dG9tIjowfSwiUGFkZGluZyI6eyIkaWQiOiI3MjEiLCJUb3AiOjAsIkxlZnQiOjAsIlJpZ2h0IjowLCJCb3R0b20iOjB9LCJCYWNrZ3JvdW5kIjp7IiRpZCI6IjcyMiIsIkNvbG9yIjp7IiRyZWYiOiI3MTQifX0sIklzVmlzaWJsZSI6dHJ1ZSwiV2lkdGgiOjAuMCwiSGVpZ2h0IjowLjAsIkJvcmRlclN0eWxlIjp7IiRpZCI6IjcyMyIsIkxpbmVDb2xvciI6bnVsbCwiTGluZVdlaWdodCI6MC4wLCJMaW5lVHlwZSI6MCwiUGFyZW50U3R5bGUiOm51bGx9LCJQYXJlbnRTdHlsZSI6bnVsbH0sIkhvcml6b250YWxDb25uZWN0b3JTdHlsZSI6eyIkaWQiOiI3MjQiLCJMaW5lQ29sb3IiOnsiJGlkIjoiNzI1IiwiJHR5cGUiOiJOTFJFLkNvbW1vbi5Eb20uU29saWRDb2xvckJydXNoLCBOTFJFLkNvbW1vbiIsIkNvbG9yIjp7IiRpZCI6IjcyNiIsIkEiOjI1NSwiUiI6MjA0LCJHIjoyMDQsIkIiOjIwNH19LCJMaW5lV2VpZ2h0IjoxLjAsIkxpbmVUeXBlIjowLCJQYXJlbnRTdHlsZSI6bnVsbH0sIlZlcnRpY2FsQ29ubmVjdG9yU3R5bGUiOnsiJGlkIjoiNzI3IiwiTGluZUNvbG9yIjp7IiRpZCI6IjcyOCIsIiR0eXBlIjoiTkxSRS5Db21tb24uRG9tLlNvbGlkQ29sb3JCcnVzaCwgTkxSRS5Db21tb24iLCJDb2xvciI6eyIkaWQiOiI3MjkiLCJBIjoyNTUsIlIiOjIwNCwiRyI6MjA0LCJCIjoyMDR9fSwiTGluZVdlaWdodCI6MC4wLCJMaW5lVHlwZSI6MCwiUGFyZW50U3R5bGUiOm51bGx9LCJNYXJnaW4iOm51bGwsIlN0YXJ0RGF0ZVBvc2l0aW9uIjo2LCJFbmREYXRlUG9zaXRpb24iOjYsIkRhdGVJc1Zpc2libGUiOmZhbHNlLCJUaXRsZVBvc2l0aW9uIjo0LCJEdXJhdGlvblBvc2l0aW9uIjo2LCJQZXJjZW50YWdlQ29tcGxldGVkUG9zaXRpb24iOjYsIlNwYWNpbmciOjUsIklzQmVsb3dUaW1lYmFuZCI6dHJ1ZSwiUGVyY2VudGFnZUNvbXBsZXRlU2hhcGVPcGFjaXR5IjozNSwiU2hhcGVTdHlsZSI6eyIkaWQiOiI3MzAiLCJNYXJnaW4iOnsiJGlkIjoiNzMxIiwiVG9wIjowLCJMZWZ0Ijo0LCJSaWdodCI6NCwiQm90dG9tIjowfSwiUGFkZGluZyI6eyIkaWQiOiI3MzIiLCJUb3AiOjAsIkxlZnQiOjAsIlJpZ2h0IjowLCJCb3R0b20iOjB9LCJCYWNrZ3JvdW5kIjp7IiRpZCI6IjczMyIsIkNvbG9yIjp7IiRpZCI6IjczNCIsIkEiOjI1NSwiUiI6MiwiRyI6MTc4LCJCIjoyMzh9fSwiSXNWaXNpYmxlIjp0cnVlLCJXaWR0aCI6MC4wLCJIZWlnaHQiOjEwLjAsIkJvcmRlclN0eWxlIjp7IiRpZCI6IjczNSIsIkxpbmVDb2xvciI6eyIkaWQiOiI3MzYiLCIkdHlwZSI6Ik5MUkUuQ29tbW9uLkRvbS5Tb2xpZENvbG9yQnJ1c2gsIE5MUkUuQ29tbW9uIiwiQ29sb3IiOnsiJGlkIjoiNzM3IiwiQSI6MjU1LCJSIjoyNTUsIkciOjAsIkIiOjB9fSwiTGluZVdlaWdodCI6MC4wLCJMaW5lVHlwZSI6MCwiUGFyZW50U3R5bGUiOm51bGx9LCJQYXJlbnRTdHlsZSI6bnVsbH0sIlRpdGxlU3R5bGUiOnsiJGlkIjoiNzM4IiwiRm9udFNldHRpbmdzIjp7IiRpZCI6IjczOSIsIkZvbnRTaXplIjoxMSwiRm9udE5hbWUiOiJDYWxpYnJpIiwiSXNCb2xkIjpmYWxzZSwiSXNJdGFsaWMiOmZhbHNlLCJJc1VuZGVybGluZWQiOmZhbHNlLCJQYXJlbnRTdHlsZSI6bnVsbH0sIkF1dG9TaXplIjowLCJGb3JlZ3JvdW5kIjp7IiRpZCI6Ijc0MCIsIkNvbG9yIjp7IiRpZCI6Ijc0MSIsIkEiOjI1NSwiUiI6MjU1LCJHIjoyNTUsIkIiOjI1NX19LCJNYXhXaWR0aCI6NzIwLjAsIk1heEhlaWdodCI6IkluZmluaXR5IiwiU21hcnRGb3JlZ3JvdW5kSXNBY3RpdmUiOmZhbHNlLCJIb3Jpem9udGFsQWxpZ25tZW50IjowLCJWZXJ0aWNhbEFsaWdubWVudCI6MCwiU21hcnRGb3JlZ3JvdW5kIjpudWxsLCJCYWNrZ3JvdW5kRmlsbFR5cGUiOjAsIk1hcmdpbiI6eyIkaWQiOiI3NDIiLCJUb3AiOjAsIkxlZnQiOjAsIlJpZ2h0IjowLCJCb3R0b20iOjB9LCJQYWRkaW5nIjp7IiRpZCI6Ijc0MyIsIlRvcCI6MCwiTGVmdCI6MCwiUmlnaHQiOjAsIkJvdHRvbSI6MH0sIkJhY2tncm91bmQiOnsiJGlkIjoiNzQ0IiwiQ29sb3IiOnsiJGlkIjoiNzQ1IiwiQSI6MCwiUiI6MjU1LCJHIjoyNTUsIkIiOjI1NX19LCJJc1Zpc2libGUiOnRydWUsIldpZHRoIjowLjAsIkhlaWdodCI6MC4wLCJCb3JkZXJTdHlsZSI6eyIkaWQiOiI3NDYiLCJMaW5lQ29sb3IiOm51bGwsIkxpbmVXZWlnaHQiOjAuMCwiTGluZVR5cGUiOjAsIlBhcmVudFN0eWxlIjpudWxsfSwiUGFyZW50U3R5bGUiOm51bGx9LCJEYXRlU3R5bGUiOnsiJGlkIjoiNzQ3IiwiRm9udFNldHRpbmdzIjp7IiRpZCI6Ijc0OCIsIkZvbnRTaXplIjoxMCwiRm9udE5hbWUiOiJDYWxpYnJpIiwiSXNCb2xkIjpmYWxzZSwiSXNJdGFsaWMiOmZhbHNlLCJJc1VuZGVybGluZWQiOmZhbHNlLCJQYXJlbnRTdHlsZSI6bnVsbH0sIkF1dG9TaXplIjowLCJGb3JlZ3JvdW5kIjp7IiRpZCI6Ijc0OSIsIkNvbG9yIjp7IiRpZCI6Ijc1M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zUxIiwiVG9wIjowLCJMZWZ0IjowLCJSaWdodCI6MCwiQm90dG9tIjowfSwiUGFkZGluZyI6eyIkaWQiOiI3NTIiLCJUb3AiOjAsIkxlZnQiOjAsIlJpZ2h0IjowLCJCb3R0b20iOjB9LCJCYWNrZ3JvdW5kIjp7IiRpZCI6Ijc1MyIsIkNvbG9yIjp7IiRyZWYiOiI3MTQifX0sIklzVmlzaWJsZSI6dHJ1ZSwiV2lkdGgiOjAuMCwiSGVpZ2h0IjowLjAsIkJvcmRlclN0eWxlIjp7IiRpZCI6Ijc1NCIsIkxpbmVDb2xvciI6bnVsbCwiTGluZVdlaWdodCI6MC4wLCJMaW5lVHlwZSI6MCwiUGFyZW50U3R5bGUiOm51bGx9LCJQYXJlbnRTdHlsZSI6bnVsbH0sIkRhdGVGb3JtYXQiOnsiJGlkIjoiNzU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c1NiIsIkZvcm1hdCI6MCwiSXNWaXNpYmxlIjpmYWxzZSwiTGFzdEtub3duVmlzaWJpbGl0eVN0YXRlIjpmYWxzZX0sIklzVmlzaWJsZSI6ZmFsc2UsIlBhcmVudFN0eWxlIjpudWxsfSwiSW5kZXgiOjAsIlNtYXJ0RHVyYXRpb25BY3RpdmF0ZWQiOmZhbHNlLCJEYXRlRm9ybWF0Ijp7IiRyZWYiOiI3NTUifSwiV2Vla051bWJlcmluZyI6eyIkaWQiOiI3NTciLCJGb3JtYXQiOjAsIklzVmlzaWJsZSI6ZmFsc2UsIkxhc3RLbm93blZpc2liaWxpdHlTdGF0ZSI6ZmFsc2V9LCJJZCI6IjNmYjA5MjYwLTg4NTItNDU2ZC05NWIxLTdhMTc5YWE1NWI5MSIsIkltcG9ydElkIjoiMTMiLCJUaXRsZSI6IldvcmtzaG9wcyBQcmVwYXJlICYgUnVuIiwiTm90ZSI6bnVsbCwiSHlwZXJsaW5rIjp7IiRpZCI6Ijc1OCIsIkFkZHJlc3MiOm51bGwsIlN1YkFkZHJlc3MiOm51bGx9LCJJc0NoYW5nZWQiOmZhbHNlLCJJc05ldyI6ZmFsc2V9fSx7IiRpZCI6Ijc1OSIsIl9hdHRhY2hlZE1pbGVzdG9uZXMiOltdLCJUYXNrRGVmaW5pdGlvbiI6eyIkaWQiOiI3NjAiLCJHcm91cE5hbWUiOm51bGwsIlN0YXJ0RGF0ZSI6IjIwMjEtMDYtMDdUMDg6MDA6MDAiLCJFbmREYXRlIjoiMjAyMS0wNy0wMlQxNzowMDowMCIsIlBlcmNlbnRhZ2VDb21wbGV0ZSI6MC4wLCJTdHlsZSI6eyIkaWQiOiI3NjEiLCJTaGFwZSI6MSwiU2hhcGVUaGlja25lc3MiOjAsIkR1cmF0aW9uRm9ybWF0IjowLCJJbmNsdWRlTm9uV29ya2luZ0RheXNJbkR1cmF0aW9uIjpmYWxzZSwiUGVyY2VudGFnZUNvbXBsZXRlU3R5bGUiOnsiJGlkIjoiNzYyIiwiRm9udFNldHRpbmdzIjp7IiRpZCI6Ijc2MyIsIkZvbnRTaXplIjoxMCwiRm9udE5hbWUiOiJDYWxpYnJpIiwiSXNCb2xkIjpmYWxzZSwiSXNJdGFsaWMiOmZhbHNlLCJJc1VuZGVybGluZWQiOmZhbHNlLCJQYXJlbnRTdHlsZSI6bnVsbH0sIkF1dG9TaXplIjowLCJGb3JlZ3JvdW5kIjp7IiRpZCI6Ijc2NCIsIkNvbG9yIjp7IiRpZCI6Ijc2NS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NzY2IiwiVG9wIjowLCJMZWZ0IjowLCJSaWdodCI6MCwiQm90dG9tIjowfSwiUGFkZGluZyI6eyIkaWQiOiI3NjciLCJUb3AiOjAsIkxlZnQiOjAsIlJpZ2h0IjowLCJCb3R0b20iOjB9LCJCYWNrZ3JvdW5kIjp7IiRpZCI6Ijc2OCIsIkNvbG9yIjp7IiRpZCI6Ijc2OSIsIkEiOjg5LCJSIjowLCJHIjowLCJCIjowfX0sIklzVmlzaWJsZSI6dHJ1ZSwiV2lkdGgiOjAuMCwiSGVpZ2h0IjowLjAsIkJvcmRlclN0eWxlIjp7IiRpZCI6Ijc3MCIsIkxpbmVDb2xvciI6bnVsbCwiTGluZVdlaWdodCI6MC4wLCJMaW5lVHlwZSI6MCwiUGFyZW50U3R5bGUiOm51bGx9LCJQYXJlbnRTdHlsZSI6bnVsbH0sIkR1cmF0aW9uU3R5bGUiOnsiJGlkIjoiNzcxIiwiRm9udFNldHRpbmdzIjp7IiRpZCI6Ijc3MiIsIkZvbnRTaXplIjoxMCwiRm9udE5hbWUiOiJDYWxpYnJpIiwiSXNCb2xkIjpmYWxzZSwiSXNJdGFsaWMiOmZhbHNlLCJJc1VuZGVybGluZWQiOmZhbHNlLCJQYXJlbnRTdHlsZSI6bnVsbH0sIkF1dG9TaXplIjowLCJGb3JlZ3JvdW5kIjp7IiRpZCI6Ijc3MyIsIkNvbG9yIjp7IiRpZCI6Ijc3N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c3NSIsIlRvcCI6MCwiTGVmdCI6MCwiUmlnaHQiOjAsIkJvdHRvbSI6MH0sIlBhZGRpbmciOnsiJGlkIjoiNzc2IiwiVG9wIjowLCJMZWZ0IjowLCJSaWdodCI6MCwiQm90dG9tIjowfSwiQmFja2dyb3VuZCI6eyIkaWQiOiI3NzciLCJDb2xvciI6eyIkcmVmIjoiNzY5In19LCJJc1Zpc2libGUiOnRydWUsIldpZHRoIjowLjAsIkhlaWdodCI6MC4wLCJCb3JkZXJTdHlsZSI6eyIkaWQiOiI3NzgiLCJMaW5lQ29sb3IiOm51bGwsIkxpbmVXZWlnaHQiOjAuMCwiTGluZVR5cGUiOjAsIlBhcmVudFN0eWxlIjpudWxsfSwiUGFyZW50U3R5bGUiOm51bGx9LCJIb3Jpem9udGFsQ29ubmVjdG9yU3R5bGUiOnsiJGlkIjoiNzc5IiwiTGluZUNvbG9yIjp7IiRpZCI6Ijc4MCIsIiR0eXBlIjoiTkxSRS5Db21tb24uRG9tLlNvbGlkQ29sb3JCcnVzaCwgTkxSRS5Db21tb24iLCJDb2xvciI6eyIkaWQiOiI3ODEiLCJBIjoyNTUsIlIiOjIwNCwiRyI6MjA0LCJCIjoyMDR9fSwiTGluZVdlaWdodCI6MS4wLCJMaW5lVHlwZSI6MCwiUGFyZW50U3R5bGUiOm51bGx9LCJWZXJ0aWNhbENvbm5lY3RvclN0eWxlIjp7IiRpZCI6Ijc4MiIsIkxpbmVDb2xvciI6eyIkaWQiOiI3ODMiLCIkdHlwZSI6Ik5MUkUuQ29tbW9uLkRvbS5Tb2xpZENvbG9yQnJ1c2gsIE5MUkUuQ29tbW9uIiwiQ29sb3IiOnsiJGlkIjoiNzg0IiwiQSI6MjU1LCJSIjoyMDQsIkciOjIwNCwiQiI6MjA0fX0sIkxpbmVXZWlnaHQiOjAuMCwiTGluZVR5cGUiOjAsIlBhcmVudFN0eWxlIjpudWxsfSwiTWFyZ2luIjpudWxsLCJTdGFydERhdGVQb3NpdGlvbiI6NiwiRW5kRGF0ZVBvc2l0aW9uIjo2LCJEYXRlSXNWaXNpYmxlIjpmYWxzZSwiVGl0bGVQb3NpdGlvbiI6NCwiRHVyYXRpb25Qb3NpdGlvbiI6NiwiUGVyY2VudGFnZUNvbXBsZXRlZFBvc2l0aW9uIjo2LCJTcGFjaW5nIjo1LCJJc0JlbG93VGltZWJhbmQiOnRydWUsIlBlcmNlbnRhZ2VDb21wbGV0ZVNoYXBlT3BhY2l0eSI6MzUsIlNoYXBlU3R5bGUiOnsiJGlkIjoiNzg1IiwiTWFyZ2luIjp7IiRpZCI6Ijc4NiIsIlRvcCI6MCwiTGVmdCI6NCwiUmlnaHQiOjQsIkJvdHRvbSI6MH0sIlBhZGRpbmciOnsiJGlkIjoiNzg3IiwiVG9wIjowLCJMZWZ0IjowLCJSaWdodCI6MCwiQm90dG9tIjowfSwiQmFja2dyb3VuZCI6eyIkaWQiOiI3ODgiLCJDb2xvciI6eyIkaWQiOiI3ODkiLCJBIjoyNTUsIlIiOjIsIkciOjE3OCwiQiI6MjM4fX0sIklzVmlzaWJsZSI6dHJ1ZSwiV2lkdGgiOjAuMCwiSGVpZ2h0IjoxMC4wLCJCb3JkZXJTdHlsZSI6eyIkaWQiOiI3OTAiLCJMaW5lQ29sb3IiOnsiJGlkIjoiNzkxIiwiJHR5cGUiOiJOTFJFLkNvbW1vbi5Eb20uU29saWRDb2xvckJydXNoLCBOTFJFLkNvbW1vbiIsIkNvbG9yIjp7IiRpZCI6Ijc5MiIsIkEiOjI1NSwiUiI6MjU1LCJHIjowLCJCIjowfX0sIkxpbmVXZWlnaHQiOjAuMCwiTGluZVR5cGUiOjAsIlBhcmVudFN0eWxlIjpudWxsfSwiUGFyZW50U3R5bGUiOm51bGx9LCJUaXRsZVN0eWxlIjp7IiRpZCI6Ijc5MyIsIkZvbnRTZXR0aW5ncyI6eyIkaWQiOiI3OTQiLCJGb250U2l6ZSI6MTEsIkZvbnROYW1lIjoiQ2FsaWJyaSIsIklzQm9sZCI6ZmFsc2UsIklzSXRhbGljIjpmYWxzZSwiSXNVbmRlcmxpbmVkIjpmYWxzZSwiUGFyZW50U3R5bGUiOm51bGx9LCJBdXRvU2l6ZSI6MCwiRm9yZWdyb3VuZCI6eyIkaWQiOiI3OTUiLCJDb2xvciI6eyIkaWQiOiI3OTYiLCJBIjoyNTUsIlIiOjI1NSwiRyI6MjU1LCJCIjoyNTV9fSwiTWF4V2lkdGgiOjcyMC4wLCJNYXhIZWlnaHQiOiJJbmZpbml0eSIsIlNtYXJ0Rm9yZWdyb3VuZElzQWN0aXZlIjpmYWxzZSwiSG9yaXpvbnRhbEFsaWdubWVudCI6MCwiVmVydGljYWxBbGlnbm1lbnQiOjAsIlNtYXJ0Rm9yZWdyb3VuZCI6bnVsbCwiQmFja2dyb3VuZEZpbGxUeXBlIjowLCJNYXJnaW4iOnsiJGlkIjoiNzk3IiwiVG9wIjowLCJMZWZ0IjowLCJSaWdodCI6MCwiQm90dG9tIjowfSwiUGFkZGluZyI6eyIkaWQiOiI3OTgiLCJUb3AiOjAsIkxlZnQiOjAsIlJpZ2h0IjowLCJCb3R0b20iOjB9LCJCYWNrZ3JvdW5kIjp7IiRpZCI6Ijc5OSIsIkNvbG9yIjp7IiRpZCI6IjgwMCIsIkEiOjAsIlIiOjI1NSwiRyI6MjU1LCJCIjoyNTV9fSwiSXNWaXNpYmxlIjp0cnVlLCJXaWR0aCI6MC4wLCJIZWlnaHQiOjAuMCwiQm9yZGVyU3R5bGUiOnsiJGlkIjoiODAxIiwiTGluZUNvbG9yIjpudWxsLCJMaW5lV2VpZ2h0IjowLjAsIkxpbmVUeXBlIjowLCJQYXJlbnRTdHlsZSI6bnVsbH0sIlBhcmVudFN0eWxlIjpudWxsfSwiRGF0ZVN0eWxlIjp7IiRpZCI6IjgwMiIsIkZvbnRTZXR0aW5ncyI6eyIkaWQiOiI4MDMiLCJGb250U2l6ZSI6MTAsIkZvbnROYW1lIjoiQ2FsaWJyaSIsIklzQm9sZCI6ZmFsc2UsIklzSXRhbGljIjpmYWxzZSwiSXNVbmRlcmxpbmVkIjpmYWxzZSwiUGFyZW50U3R5bGUiOm51bGx9LCJBdXRvU2l6ZSI6MCwiRm9yZWdyb3VuZCI6eyIkaWQiOiI4MDQiLCJDb2xvciI6eyIkaWQiOiI4MD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gwNiIsIlRvcCI6MCwiTGVmdCI6MCwiUmlnaHQiOjAsIkJvdHRvbSI6MH0sIlBhZGRpbmciOnsiJGlkIjoiODA3IiwiVG9wIjowLCJMZWZ0IjowLCJSaWdodCI6MCwiQm90dG9tIjowfSwiQmFja2dyb3VuZCI6eyIkaWQiOiI4MDgiLCJDb2xvciI6eyIkcmVmIjoiNzY5In19LCJJc1Zpc2libGUiOnRydWUsIldpZHRoIjowLjAsIkhlaWdodCI6MC4wLCJCb3JkZXJTdHlsZSI6eyIkaWQiOiI4MDkiLCJMaW5lQ29sb3IiOm51bGwsIkxpbmVXZWlnaHQiOjAuMCwiTGluZVR5cGUiOjAsIlBhcmVudFN0eWxlIjpudWxsfSwiUGFyZW50U3R5bGUiOm51bGx9LCJEYXRlRm9ybWF0Ijp7IiRpZCI6Ijgx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MTEiLCJGb3JtYXQiOjAsIklzVmlzaWJsZSI6ZmFsc2UsIkxhc3RLbm93blZpc2liaWxpdHlTdGF0ZSI6ZmFsc2V9LCJJc1Zpc2libGUiOmZhbHNlLCJQYXJlbnRTdHlsZSI6bnVsbH0sIkluZGV4IjoxLCJTbWFydER1cmF0aW9uQWN0aXZhdGVkIjpmYWxzZSwiRGF0ZUZvcm1hdCI6eyIkcmVmIjoiODEwIn0sIldlZWtOdW1iZXJpbmciOnsiJGlkIjoiODEyIiwiRm9ybWF0IjowLCJJc1Zpc2libGUiOmZhbHNlLCJMYXN0S25vd25WaXNpYmlsaXR5U3RhdGUiOmZhbHNlfSwiSWQiOiJiYmIwYTVlYS1mNjU2LTRmMjAtYTAyYS0yMzRhYWRhYzI3MjAiLCJJbXBvcnRJZCI6IjE0IiwiVGl0bGUiOiJBbGlnbiAmIFByaW9yaXRpemUgdXNlIGNhc2VzIiwiTm90ZSI6bnVsbCwiSHlwZXJsaW5rIjp7IiRpZCI6IjgxMyIsIkFkZHJlc3MiOm51bGwsIlN1YkFkZHJlc3MiOm51bGx9LCJJc0NoYW5nZWQiOmZhbHNlLCJJc05ldyI6ZmFsc2V9fSx7IiRpZCI6IjgxNCIsIl9hdHRhY2hlZE1pbGVzdG9uZXMiOltdLCJUYXNrRGVmaW5pdGlvbiI6eyIkaWQiOiI4MTUiLCJHcm91cE5hbWUiOm51bGwsIlN0YXJ0RGF0ZSI6IjIwMjEtMDYtMjFUMDg6MDA6MDAiLCJFbmREYXRlIjoiMjAyMS0wOS0xN1QxNzowMDowMCIsIlBlcmNlbnRhZ2VDb21wbGV0ZSI6MC4wLCJTdHlsZSI6eyIkaWQiOiI4MTYiLCJTaGFwZSI6MSwiU2hhcGVUaGlja25lc3MiOjAsIkR1cmF0aW9uRm9ybWF0IjowLCJJbmNsdWRlTm9uV29ya2luZ0RheXNJbkR1cmF0aW9uIjpmYWxzZSwiUGVyY2VudGFnZUNvbXBsZXRlU3R5bGUiOnsiJGlkIjoiODE3IiwiRm9udFNldHRpbmdzIjp7IiRpZCI6IjgxOCIsIkZvbnRTaXplIjoxMCwiRm9udE5hbWUiOiJDYWxpYnJpIiwiSXNCb2xkIjpmYWxzZSwiSXNJdGFsaWMiOmZhbHNlLCJJc1VuZGVybGluZWQiOmZhbHNlLCJQYXJlbnRTdHlsZSI6bnVsbH0sIkF1dG9TaXplIjowLCJGb3JlZ3JvdW5kIjp7IiRpZCI6IjgxOSIsIkNvbG9yIjp7IiRpZCI6IjgyMCIsIkEiOjI1NSwiUiI6MjM4LCJHIjoyMzYsIkIiOjIyNX19LCJNYXhXaWR0aCI6MjAwLjAsIk1heEhlaWdodCI6IkluZmluaXR5IiwiU21hcnRGb3JlZ3JvdW5kSXNBY3RpdmUiOmZhbHNlLCJIb3Jpem9udGFsQWxpZ25tZW50IjowLCJWZXJ0aWNhbEFsaWdubWVudCI6MCwiU21hcnRGb3JlZ3JvdW5kIjpudWxsLCJCYWNrZ3JvdW5kRmlsbFR5cGUiOjAsIk1hcmdpbiI6eyIkcmVmIjoiODgifSwiUGFkZGluZyI6eyIkcmVmIjoiODkifSwiQmFja2dyb3VuZCI6eyIkaWQiOiI4MjEiLCJDb2xvciI6eyIkcmVmIjoiNTM3In19LCJJc1Zpc2libGUiOnRydWUsIldpZHRoIjowLjAsIkhlaWdodCI6MC4wLCJCb3JkZXJTdHlsZSI6eyIkaWQiOiI4MjIiLCJMaW5lQ29sb3IiOm51bGwsIkxpbmVXZWlnaHQiOjAuMCwiTGluZVR5cGUiOjAsIlBhcmVudFN0eWxlIjpudWxsfSwiUGFyZW50U3R5bGUiOm51bGx9LCJEdXJhdGlvblN0eWxlIjp7IiRpZCI6IjgyMyIsIkZvbnRTZXR0aW5ncyI6eyIkaWQiOiI4MjQiLCJGb250U2l6ZSI6MTAsIkZvbnROYW1lIjoiQ2FsaWJyaSIsIklzQm9sZCI6ZmFsc2UsIklzSXRhbGljIjpmYWxzZSwiSXNVbmRlcmxpbmVkIjpmYWxzZSwiUGFyZW50U3R5bGUiOm51bGx9LCJBdXRvU2l6ZSI6MCwiRm9yZWdyb3VuZCI6eyIkcmVmIjoiOTMifSwiTWF4V2lkdGgiOjIwMC4wLCJNYXhIZWlnaHQiOiJJbmZpbml0eSIsIlNtYXJ0Rm9yZWdyb3VuZElzQWN0aXZlIjpmYWxzZSwiSG9yaXpvbnRhbEFsaWdubWVudCI6MCwiVmVydGljYWxBbGlnbm1lbnQiOjAsIlNtYXJ0Rm9yZWdyb3VuZCI6bnVsbCwiQmFja2dyb3VuZEZpbGxUeXBlIjowLCJNYXJnaW4iOnsiJHJlZiI6Ijk1In0sIlBhZGRpbmciOnsiJHJlZiI6Ijk2In0sIkJhY2tncm91bmQiOnsiJHJlZiI6Ijk3In0sIklzVmlzaWJsZSI6dHJ1ZSwiV2lkdGgiOjAuMCwiSGVpZ2h0IjowLjAsIkJvcmRlclN0eWxlIjp7IiRpZCI6IjgyNSIsIkxpbmVDb2xvciI6bnVsbCwiTGluZVdlaWdodCI6MC4wLCJMaW5lVHlwZSI6MCwiUGFyZW50U3R5bGUiOm51bGx9LCJQYXJlbnRTdHlsZSI6bnVsbH0sIkhvcml6b250YWxDb25uZWN0b3JTdHlsZSI6eyIkaWQiOiI4MjYiLCJMaW5lQ29sb3IiOnsiJHJlZiI6Ijk5In0sIkxpbmVXZWlnaHQiOjEuMCwiTGluZVR5cGUiOjAsIlBhcmVudFN0eWxlIjpudWxsfSwiVmVydGljYWxDb25uZWN0b3JTdHlsZSI6eyIkaWQiOiI4MjciLCJMaW5lQ29sb3IiOnsiJHJlZiI6IjEwMiJ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NSwiSXNCZWxvd1RpbWViYW5kIjp0cnVlLCJQZXJjZW50YWdlQ29tcGxldGVTaGFwZU9wYWNpdHkiOjM1LCJTaGFwZVN0eWxlIjp7IiRpZCI6IjgyOCIsIk1hcmdpbiI6eyIkcmVmIjoiMTA1In0sIlBhZGRpbmciOnsiJHJlZiI6IjEwNiJ9LCJCYWNrZ3JvdW5kIjp7IiRpZCI6IjgyOSIsIkNvbG9yIjp7IiRpZCI6IjgzMCIsIkEiOjI1NSwiUiI6MiwiRyI6MTc4LCJCIjoyMzh9fSwiSXNWaXNpYmxlIjp0cnVlLCJXaWR0aCI6MC4wLCJIZWlnaHQiOjEwLjAsIkJvcmRlclN0eWxlIjp7IiRpZCI6IjgzMSIsIkxpbmVDb2xvciI6eyIkcmVmIjoiNTQ4In0sIkxpbmVXZWlnaHQiOjAuMCwiTGluZVR5cGUiOjAsIlBhcmVudFN0eWxlIjpudWxsfSwiUGFyZW50U3R5bGUiOm51bGx9LCJUaXRsZVN0eWxlIjp7IiRpZCI6IjgzMiIsIkZvbnRTZXR0aW5ncyI6eyIkaWQiOiI4MzMiLCJGb250U2l6ZSI6MTEsIkZvbnROYW1lIjoiQ2FsaWJyaSIsIklzQm9sZCI6ZmFsc2UsIklzSXRhbGljIjpmYWxzZSwiSXNVbmRlcmxpbmVkIjpmYWxzZSwiUGFyZW50U3R5bGUiOm51bGx9LCJBdXRvU2l6ZSI6MCwiRm9yZWdyb3VuZCI6eyIkaWQiOiI4MzQiLCJDb2xvciI6eyIkaWQiOiI4MzUiLCJBIjoyNTUsIlIiOjI1NSwiRyI6MjU1LCJCIjoyNTV9fSwiTWF4V2lkdGgiOjk2MC4wLCJNYXhIZWlnaHQiOiJJbmZpbml0eSIsIlNtYXJ0Rm9yZWdyb3VuZElzQWN0aXZlIjpmYWxzZSwiSG9yaXpvbnRhbEFsaWdubWVudCI6MCwiVmVydGljYWxBbGlnbm1lbnQiOjAsIlNtYXJ0Rm9yZWdyb3VuZCI6bnVsbCwiQmFja2dyb3VuZEZpbGxUeXBlIjowLCJNYXJnaW4iOnsiJHJlZiI6IjExNiJ9LCJQYWRkaW5nIjp7IiRyZWYiOiIxMTcifSwiQmFja2dyb3VuZCI6eyIkaWQiOiI4MzYiLCJDb2xvciI6eyIkaWQiOiI4MzciLCJBIjowLCJSIjoyNTUsIkciOjI1NSwiQiI6MjU1fX0sIklzVmlzaWJsZSI6dHJ1ZSwiV2lkdGgiOjAuMCwiSGVpZ2h0IjowLjAsIkJvcmRlclN0eWxlIjp7IiRpZCI6IjgzOCIsIkxpbmVDb2xvciI6bnVsbCwiTGluZVdlaWdodCI6MC4wLCJMaW5lVHlwZSI6MCwiUGFyZW50U3R5bGUiOm51bGx9LCJQYXJlbnRTdHlsZSI6bnVsbH0sIkRhdGVTdHlsZSI6eyIkaWQiOiI4MzkiLCJGb250U2V0dGluZ3MiOnsiJGlkIjoiODQwIiwiRm9udFNpemUiOjEwLCJGb250TmFtZSI6IkNhbGlicmkiLCJJc0JvbGQiOmZhbHNlLCJJc0l0YWxpYyI6ZmFsc2UsIklzVW5kZXJsaW5lZCI6ZmFsc2UsIlBhcmVudFN0eWxlIjpudWxsfSwiQXV0b1NpemUiOjAsIkZvcmVncm91bmQiOnsiJGlkIjoiODQxIiwiQ29sb3IiOnsiJGlkIjoiODQ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IzIn0sIlBhZGRpbmciOnsiJHJlZiI6IjEyNCJ9LCJCYWNrZ3JvdW5kIjp7IiRpZCI6Ijg0MyIsIkNvbG9yIjp7IiRpZCI6Ijg0NCIsIkEiOjAsIlIiOjI1NSwiRyI6MjU1LCJCIjoyNTV9fSwiSXNWaXNpYmxlIjp0cnVlLCJXaWR0aCI6MC4wLCJIZWlnaHQiOjAuMCwiQm9yZGVyU3R5bGUiOnsiJGlkIjoiODQ1IiwiTGluZUNvbG9yIjpudWxsLCJMaW5lV2VpZ2h0IjowLjAsIkxpbmVUeXBlIjowLCJQYXJlbnRTdHlsZSI6bnVsbH0sIlBhcmVudFN0eWxlIjpudWxsfSwiRGF0ZUZvcm1hdCI6eyIkcmVmIjoiNTY0In0sIldlZWtOdW1iZXJpbmciOnsiJGlkIjoiODQ2IiwiRm9ybWF0IjowLCJJc1Zpc2libGUiOmZhbHNlLCJMYXN0S25vd25WaXNpYmlsaXR5U3RhdGUiOmZhbHNlfSwiSXNWaXNpYmxlIjpmYWxzZSwiUGFyZW50U3R5bGUiOm51bGx9LCJJbmRleCI6MiwiU21hcnREdXJhdGlvbkFjdGl2YXRlZCI6ZmFsc2UsIkRhdGVGb3JtYXQiOnsiJHJlZiI6IjU2NCJ9LCJXZWVrTnVtYmVyaW5nIjp7IiRpZCI6Ijg0NyIsIkZvcm1hdCI6MCwiSXNWaXNpYmxlIjpmYWxzZSwiTGFzdEtub3duVmlzaWJpbGl0eVN0YXRlIjpmYWxzZX0sIklkIjoiMDE1OGFmZDgtYWZkOC00MzI0LWI4YzUtZTdmNDc1OTdkNzdjIiwiSW1wb3J0SWQiOiI2MiIsIlRpdGxlIjoiQ3JlYXRlIHRlY2ggYmx1ZXByaW50IGZvciBlYWNoIHVzZSBjYXNlIiwiTm90ZSI6bnVsbCwiSHlwZXJsaW5rIjp7IiRpZCI6Ijg0OCIsIkFkZHJlc3MiOm51bGwsIlN1YkFkZHJlc3MiOm51bGx9LCJJc0NoYW5nZWQiOmZhbHNlLCJJc05ldyI6ZmFsc2V9fSx7IiRpZCI6Ijg0OSIsIl9hdHRhY2hlZE1pbGVzdG9uZXMiOltdLCJUYXNrRGVmaW5pdGlvbiI6eyIkaWQiOiI4NTAiLCJHcm91cE5hbWUiOm51bGwsIlN0YXJ0RGF0ZSI6IjIwMjEtMDctMDVUMDg6MDA6MDAiLCJFbmREYXRlIjoiMjAyMS0xMi0zMVQxNzowMDowMCIsIlBlcmNlbnRhZ2VDb21wbGV0ZSI6MC4wLCJTdHlsZSI6eyIkaWQiOiI4NTEiLCJTaGFwZSI6MSwiU2hhcGVUaGlja25lc3MiOjAsIkR1cmF0aW9uRm9ybWF0IjowLCJJbmNsdWRlTm9uV29ya2luZ0RheXNJbkR1cmF0aW9uIjpmYWxzZSwiUGVyY2VudGFnZUNvbXBsZXRlU3R5bGUiOnsiJGlkIjoiODUyIiwiRm9udFNldHRpbmdzIjp7IiRpZCI6Ijg1MyIsIkZvbnRTaXplIjoxMCwiRm9udE5hbWUiOiJDYWxpYnJpIiwiSXNCb2xkIjpmYWxzZSwiSXNJdGFsaWMiOmZhbHNlLCJJc1VuZGVybGluZWQiOmZhbHNlLCJQYXJlbnRTdHlsZSI6bnVsbH0sIkF1dG9TaXplIjowLCJGb3JlZ3JvdW5kIjp7IiRpZCI6Ijg1NCIsIkNvbG9yIjp7IiRpZCI6Ijg1NS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ODU2IiwiVG9wIjowLCJMZWZ0IjowLCJSaWdodCI6MCwiQm90dG9tIjowfSwiUGFkZGluZyI6eyIkaWQiOiI4NTciLCJUb3AiOjAsIkxlZnQiOjAsIlJpZ2h0IjowLCJCb3R0b20iOjB9LCJCYWNrZ3JvdW5kIjp7IiRpZCI6Ijg1OCIsIkNvbG9yIjp7IiRpZCI6Ijg1OSIsIkEiOjg5LCJSIjowLCJHIjowLCJCIjowfX0sIklzVmlzaWJsZSI6dHJ1ZSwiV2lkdGgiOjAuMCwiSGVpZ2h0IjowLjAsIkJvcmRlclN0eWxlIjp7IiRpZCI6Ijg2MCIsIkxpbmVDb2xvciI6bnVsbCwiTGluZVdlaWdodCI6MC4wLCJMaW5lVHlwZSI6MCwiUGFyZW50U3R5bGUiOm51bGx9LCJQYXJlbnRTdHlsZSI6bnVsbH0sIkR1cmF0aW9uU3R5bGUiOnsiJGlkIjoiODYxIiwiRm9udFNldHRpbmdzIjp7IiRpZCI6Ijg2MiIsIkZvbnRTaXplIjoxMCwiRm9udE5hbWUiOiJDYWxpYnJpIiwiSXNCb2xkIjpmYWxzZSwiSXNJdGFsaWMiOmZhbHNlLCJJc1VuZGVybGluZWQiOmZhbHNlLCJQYXJlbnRTdHlsZSI6bnVsbH0sIkF1dG9TaXplIjowLCJGb3JlZ3JvdW5kIjp7IiRpZCI6Ijg2MyIsIkNvbG9yIjp7IiRpZCI6Ijg2N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g2NSIsIlRvcCI6MCwiTGVmdCI6MCwiUmlnaHQiOjAsIkJvdHRvbSI6MH0sIlBhZGRpbmciOnsiJGlkIjoiODY2IiwiVG9wIjowLCJMZWZ0IjowLCJSaWdodCI6MCwiQm90dG9tIjowfSwiQmFja2dyb3VuZCI6eyIkaWQiOiI4NjciLCJDb2xvciI6eyIkcmVmIjoiODU5In19LCJJc1Zpc2libGUiOnRydWUsIldpZHRoIjowLjAsIkhlaWdodCI6MC4wLCJCb3JkZXJTdHlsZSI6eyIkaWQiOiI4NjgiLCJMaW5lQ29sb3IiOm51bGwsIkxpbmVXZWlnaHQiOjAuMCwiTGluZVR5cGUiOjAsIlBhcmVudFN0eWxlIjpudWxsfSwiUGFyZW50U3R5bGUiOm51bGx9LCJIb3Jpem9udGFsQ29ubmVjdG9yU3R5bGUiOnsiJGlkIjoiODY5IiwiTGluZUNvbG9yIjp7IiRpZCI6Ijg3MCIsIiR0eXBlIjoiTkxSRS5Db21tb24uRG9tLlNvbGlkQ29sb3JCcnVzaCwgTkxSRS5Db21tb24iLCJDb2xvciI6eyIkaWQiOiI4NzEiLCJBIjoyNTUsIlIiOjIwNCwiRyI6MjA0LCJCIjoyMDR9fSwiTGluZVdlaWdodCI6MS4wLCJMaW5lVHlwZSI6MCwiUGFyZW50U3R5bGUiOm51bGx9LCJWZXJ0aWNhbENvbm5lY3RvclN0eWxlIjp7IiRpZCI6Ijg3MiIsIkxpbmVDb2xvciI6eyIkaWQiOiI4NzMiLCIkdHlwZSI6Ik5MUkUuQ29tbW9uLkRvbS5Tb2xpZENvbG9yQnJ1c2gsIE5MUkUuQ29tbW9uIiwiQ29sb3IiOnsiJGlkIjoiODc0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ODc1IiwiTWFyZ2luIjp7IiRpZCI6Ijg3NiIsIlRvcCI6MCwiTGVmdCI6NCwiUmlnaHQiOjQsIkJvdHRvbSI6MH0sIlBhZGRpbmciOnsiJGlkIjoiODc3IiwiVG9wIjowLCJMZWZ0IjowLCJSaWdodCI6MCwiQm90dG9tIjowfSwiQmFja2dyb3VuZCI6eyIkaWQiOiI4NzgiLCJDb2xvciI6eyIkaWQiOiI4NzkiLCJBIjoyNTUsIlIiOjIsIkciOjE3OCwiQiI6MjM4fX0sIklzVmlzaWJsZSI6dHJ1ZSwiV2lkdGgiOjAuMCwiSGVpZ2h0IjoxMC4wLCJCb3JkZXJTdHlsZSI6eyIkaWQiOiI4ODAiLCJMaW5lQ29sb3IiOnsiJGlkIjoiODgxIiwiJHR5cGUiOiJOTFJFLkNvbW1vbi5Eb20uU29saWRDb2xvckJydXNoLCBOTFJFLkNvbW1vbiIsIkNvbG9yIjp7IiRpZCI6Ijg4MiIsIkEiOjI1NSwiUiI6MjU1LCJHIjowLCJCIjowfX0sIkxpbmVXZWlnaHQiOjAuMCwiTGluZVR5cGUiOjAsIlBhcmVudFN0eWxlIjpudWxsfSwiUGFyZW50U3R5bGUiOm51bGx9LCJUaXRsZVN0eWxlIjp7IiRpZCI6Ijg4MyIsIkZvbnRTZXR0aW5ncyI6eyIkaWQiOiI4ODQiLCJGb250U2l6ZSI6MTEsIkZvbnROYW1lIjoiQ2FsaWJyaSIsIklzQm9sZCI6ZmFsc2UsIklzSXRhbGljIjpmYWxzZSwiSXNVbmRlcmxpbmVkIjpmYWxzZSwiUGFyZW50U3R5bGUiOm51bGx9LCJBdXRvU2l6ZSI6MCwiRm9yZWdyb3VuZCI6eyIkaWQiOiI4ODUiLCJDb2xvciI6eyIkaWQiOiI4ODY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GlkIjoiODg3IiwiVG9wIjowLCJMZWZ0IjowLCJSaWdodCI6MCwiQm90dG9tIjowfSwiUGFkZGluZyI6eyIkaWQiOiI4ODgiLCJUb3AiOjAsIkxlZnQiOjAsIlJpZ2h0IjowLCJCb3R0b20iOjB9LCJCYWNrZ3JvdW5kIjp7IiRpZCI6Ijg4OSIsIkNvbG9yIjp7IiRpZCI6Ijg5MCIsIkEiOjAsIlIiOjI1NSwiRyI6MjU1LCJCIjoyNTV9fSwiSXNWaXNpYmxlIjp0cnVlLCJXaWR0aCI6MC4wLCJIZWlnaHQiOjAuMCwiQm9yZGVyU3R5bGUiOnsiJGlkIjoiODkxIiwiTGluZUNvbG9yIjpudWxsLCJMaW5lV2VpZ2h0IjowLjAsIkxpbmVUeXBlIjowLCJQYXJlbnRTdHlsZSI6bnVsbH0sIlBhcmVudFN0eWxlIjpudWxsfSwiRGF0ZVN0eWxlIjp7IiRpZCI6Ijg5MiIsIkZvbnRTZXR0aW5ncyI6eyIkaWQiOiI4OTMiLCJGb250U2l6ZSI6MTAsIkZvbnROYW1lIjoiQ2FsaWJyaSIsIklzQm9sZCI6ZmFsc2UsIklzSXRhbGljIjpmYWxzZSwiSXNVbmRlcmxpbmVkIjpmYWxzZSwiUGFyZW50U3R5bGUiOm51bGx9LCJBdXRvU2l6ZSI6MCwiRm9yZWdyb3VuZCI6eyIkaWQiOiI4OTQiLCJDb2xvciI6eyIkaWQiOiI4OT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g5NiIsIlRvcCI6MCwiTGVmdCI6MCwiUmlnaHQiOjAsIkJvdHRvbSI6MH0sIlBhZGRpbmciOnsiJGlkIjoiODk3IiwiVG9wIjowLCJMZWZ0IjowLCJSaWdodCI6MCwiQm90dG9tIjowfSwiQmFja2dyb3VuZCI6eyIkaWQiOiI4OTgiLCJDb2xvciI6eyIkcmVmIjoiODU5In19LCJJc1Zpc2libGUiOnRydWUsIldpZHRoIjowLjAsIkhlaWdodCI6MC4wLCJCb3JkZXJTdHlsZSI6eyIkaWQiOiI4OTkiLCJMaW5lQ29sb3IiOm51bGwsIkxpbmVXZWlnaHQiOjAuMCwiTGluZVR5cGUiOjAsIlBhcmVudFN0eWxlIjpudWxsfSwiUGFyZW50U3R5bGUiOm51bGx9LCJEYXRlRm9ybWF0Ijp7IiRpZCI6Ijkw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5MDEiLCJGb3JtYXQiOjAsIklzVmlzaWJsZSI6ZmFsc2UsIkxhc3RLbm93blZpc2liaWxpdHlTdGF0ZSI6ZmFsc2V9LCJJc1Zpc2libGUiOmZhbHNlLCJQYXJlbnRTdHlsZSI6bnVsbH0sIkluZGV4IjozLCJTbWFydER1cmF0aW9uQWN0aXZhdGVkIjpmYWxzZSwiRGF0ZUZvcm1hdCI6eyIkcmVmIjoiOTAwIn0sIldlZWtOdW1iZXJpbmciOnsiJGlkIjoiOTAyIiwiRm9ybWF0IjowLCJJc1Zpc2libGUiOmZhbHNlLCJMYXN0S25vd25WaXNpYmlsaXR5U3RhdGUiOmZhbHNlfSwiSWQiOiIyYTJjZDIyNC1iYmMyLTQ3NzctYTQwMi1jNTg1MjQyMzNjZmUiLCJJbXBvcnRJZCI6IjE2IiwiVGl0bGUiOiJJdGVyYXRpdmUgcm9sbG91dCBvZiB1c2UgY2FzZXMiLCJOb3RlIjpudWxsLCJIeXBlcmxpbmsiOnsiJGlkIjoiOTAzIiwiQWRkcmVzcyI6bnVsbCwiU3ViQWRkcmVzcyI6bnVsbH0sIklzQ2hhbmdlZCI6ZmFsc2UsIklzTmV3IjpmYWxzZX19LHsiJGlkIjoiOTA0IiwiX2F0dGFjaGVkTWlsZXN0b25lcyI6W10sIlRhc2tEZWZpbml0aW9uIjp7IiRpZCI6IjkwNSIsIkdyb3VwTmFtZSI6bnVsbCwiU3RhcnREYXRlIjoiMjAyMS0wNS0xMFQwODowMDowMCIsIkVuZERhdGUiOiIyMDIxLTEyLTMxVDE3OjAwOjAwIiwiUGVyY2VudGFnZUNvbXBsZXRlIjowLjAsIlN0eWxlIjp7IiRpZCI6IjkwNiIsIlNoYXBlIjoxLCJTaGFwZVRoaWNrbmVzcyI6MCwiRHVyYXRpb25Gb3JtYXQiOjAsIkluY2x1ZGVOb25Xb3JraW5nRGF5c0luRHVyYXRpb24iOmZhbHNlLCJQZXJjZW50YWdlQ29tcGxldGVTdHlsZSI6eyIkaWQiOiI5MDciLCJGb250U2V0dGluZ3MiOnsiJGlkIjoiOTA4IiwiRm9udFNpemUiOjEwLCJGb250TmFtZSI6IkNhbGlicmkiLCJJc0JvbGQiOmZhbHNlLCJJc0l0YWxpYyI6ZmFsc2UsIklzVW5kZXJsaW5lZCI6ZmFsc2UsIlBhcmVudFN0eWxlIjpudWxsfSwiQXV0b1NpemUiOjAsIkZvcmVncm91bmQiOnsiJGlkIjoiOTA5IiwiQ29sb3IiOnsiJGlkIjoiOTEw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5MTEiLCJUb3AiOjAsIkxlZnQiOjAsIlJpZ2h0IjowLCJCb3R0b20iOjB9LCJQYWRkaW5nIjp7IiRpZCI6IjkxMiIsIlRvcCI6MCwiTGVmdCI6MCwiUmlnaHQiOjAsIkJvdHRvbSI6MH0sIkJhY2tncm91bmQiOnsiJGlkIjoiOTEzIiwiQ29sb3IiOnsiJGlkIjoiOTE0IiwiQSI6ODksIlIiOjAsIkciOjAsIkIiOjB9fSwiSXNWaXNpYmxlIjp0cnVlLCJXaWR0aCI6MC4wLCJIZWlnaHQiOjAuMCwiQm9yZGVyU3R5bGUiOnsiJGlkIjoiOTE1IiwiTGluZUNvbG9yIjpudWxsLCJMaW5lV2VpZ2h0IjowLjAsIkxpbmVUeXBlIjowLCJQYXJlbnRTdHlsZSI6bnVsbH0sIlBhcmVudFN0eWxlIjpudWxsfSwiRHVyYXRpb25TdHlsZSI6eyIkaWQiOiI5MTYiLCJGb250U2V0dGluZ3MiOnsiJGlkIjoiOTE3IiwiRm9udFNpemUiOjEwLCJGb250TmFtZSI6IkNhbGlicmkiLCJJc0JvbGQiOmZhbHNlLCJJc0l0YWxpYyI6ZmFsc2UsIklzVW5kZXJsaW5lZCI6ZmFsc2UsIlBhcmVudFN0eWxlIjpudWxsfSwiQXV0b1NpemUiOjAsIkZvcmVncm91bmQiOnsiJGlkIjoiOTE4IiwiQ29sb3IiOnsiJGlkIjoiOTE5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OTIwIiwiVG9wIjowLCJMZWZ0IjowLCJSaWdodCI6MCwiQm90dG9tIjowfSwiUGFkZGluZyI6eyIkaWQiOiI5MjEiLCJUb3AiOjAsIkxlZnQiOjAsIlJpZ2h0IjowLCJCb3R0b20iOjB9LCJCYWNrZ3JvdW5kIjp7IiRpZCI6IjkyMiIsIkNvbG9yIjp7IiRyZWYiOiI5MTQifX0sIklzVmlzaWJsZSI6dHJ1ZSwiV2lkdGgiOjAuMCwiSGVpZ2h0IjowLjAsIkJvcmRlclN0eWxlIjp7IiRpZCI6IjkyMyIsIkxpbmVDb2xvciI6bnVsbCwiTGluZVdlaWdodCI6MC4wLCJMaW5lVHlwZSI6MCwiUGFyZW50U3R5bGUiOm51bGx9LCJQYXJlbnRTdHlsZSI6bnVsbH0sIkhvcml6b250YWxDb25uZWN0b3JTdHlsZSI6eyIkaWQiOiI5MjQiLCJMaW5lQ29sb3IiOnsiJGlkIjoiOTI1IiwiJHR5cGUiOiJOTFJFLkNvbW1vbi5Eb20uU29saWRDb2xvckJydXNoLCBOTFJFLkNvbW1vbiIsIkNvbG9yIjp7IiRpZCI6IjkyNiIsIkEiOjI1NSwiUiI6MjA0LCJHIjoyMDQsIkIiOjIwNH19LCJMaW5lV2VpZ2h0IjoxLjAsIkxpbmVUeXBlIjowLCJQYXJlbnRTdHlsZSI6bnVsbH0sIlZlcnRpY2FsQ29ubmVjdG9yU3R5bGUiOnsiJGlkIjoiOTI3IiwiTGluZUNvbG9yIjp7IiRpZCI6IjkyOCIsIiR0eXBlIjoiTkxSRS5Db21tb24uRG9tLlNvbGlkQ29sb3JCcnVzaCwgTkxSRS5Db21tb24iLCJDb2xvciI6eyIkaWQiOiI5Mjk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UsIklzQmVsb3dUaW1lYmFuZCI6dHJ1ZSwiUGVyY2VudGFnZUNvbXBsZXRlU2hhcGVPcGFjaXR5IjozNSwiU2hhcGVTdHlsZSI6eyIkaWQiOiI5MzAiLCJNYXJnaW4iOnsiJGlkIjoiOTMxIiwiVG9wIjowLCJMZWZ0Ijo0LCJSaWdodCI6NCwiQm90dG9tIjowfSwiUGFkZGluZyI6eyIkaWQiOiI5MzIiLCJUb3AiOjAsIkxlZnQiOjAsIlJpZ2h0IjowLCJCb3R0b20iOjB9LCJCYWNrZ3JvdW5kIjp7IiRpZCI6IjkzMyIsIkNvbG9yIjp7IiRpZCI6IjkzNCIsIkEiOjI1NSwiUiI6MiwiRyI6MTc4LCJCIjoyMzh9fSwiSXNWaXNpYmxlIjp0cnVlLCJXaWR0aCI6MC4wLCJIZWlnaHQiOjEwLjAsIkJvcmRlclN0eWxlIjp7IiRpZCI6IjkzNSIsIkxpbmVDb2xvciI6eyIkaWQiOiI5MzYiLCIkdHlwZSI6Ik5MUkUuQ29tbW9uLkRvbS5Tb2xpZENvbG9yQnJ1c2gsIE5MUkUuQ29tbW9uIiwiQ29sb3IiOnsiJGlkIjoiOTM3IiwiQSI6MjU1LCJSIjoyNTUsIkciOjAsIkIiOjB9fSwiTGluZVdlaWdodCI6MC4wLCJMaW5lVHlwZSI6MCwiUGFyZW50U3R5bGUiOm51bGx9LCJQYXJlbnRTdHlsZSI6bnVsbH0sIlRpdGxlU3R5bGUiOnsiJGlkIjoiOTM4IiwiRm9udFNldHRpbmdzIjp7IiRpZCI6IjkzOSIsIkZvbnRTaXplIjoxMSwiRm9udE5hbWUiOiJDYWxpYnJpIiwiSXNCb2xkIjpmYWxzZSwiSXNJdGFsaWMiOmZhbHNlLCJJc1VuZGVybGluZWQiOmZhbHNlLCJQYXJlbnRTdHlsZSI6bnVsbH0sIkF1dG9TaXplIjowLCJGb3JlZ3JvdW5kIjp7IiRyZWYiOiIxMTQifSwiTWF4V2lkdGgiOjk2MC4wLCJNYXhIZWlnaHQiOiJJbmZpbml0eSIsIlNtYXJ0Rm9yZWdyb3VuZElzQWN0aXZlIjpmYWxzZSwiSG9yaXpvbnRhbEFsaWdubWVudCI6MSwiVmVydGljYWxBbGlnbm1lbnQiOjAsIlNtYXJ0Rm9yZWdyb3VuZCI6bnVsbCwiQmFja2dyb3VuZEZpbGxUeXBlIjowLCJNYXJnaW4iOnsiJGlkIjoiOTQwIiwiVG9wIjowLCJMZWZ0IjowLCJSaWdodCI6MCwiQm90dG9tIjowfSwiUGFkZGluZyI6eyIkaWQiOiI5NDEiLCJUb3AiOjAsIkxlZnQiOjAsIlJpZ2h0IjowLCJCb3R0b20iOjB9LCJCYWNrZ3JvdW5kIjp7IiRpZCI6Ijk0MiIsIkNvbG9yIjp7IiRyZWYiOiI5MTQifX0sIklzVmlzaWJsZSI6dHJ1ZSwiV2lkdGgiOjAuMCwiSGVpZ2h0IjowLjAsIkJvcmRlclN0eWxlIjp7IiRpZCI6Ijk0MyIsIkxpbmVDb2xvciI6bnVsbCwiTGluZVdlaWdodCI6MC4wLCJMaW5lVHlwZSI6MCwiUGFyZW50U3R5bGUiOm51bGx9LCJQYXJlbnRTdHlsZSI6bnVsbH0sIkRhdGVTdHlsZSI6eyIkaWQiOiI5NDQiLCJGb250U2V0dGluZ3MiOnsiJGlkIjoiOTQ1IiwiRm9udFNpemUiOjEwLCJGb250TmFtZSI6IkNhbGlicmkiLCJJc0JvbGQiOmZhbHNlLCJJc0l0YWxpYyI6ZmFsc2UsIklzVW5kZXJsaW5lZCI6ZmFsc2UsIlBhcmVudFN0eWxlIjpudWxsfSwiQXV0b1NpemUiOjAsIkZvcmVncm91bmQiOnsiJGlkIjoiOTQ2IiwiQ29sb3IiOnsiJGlkIjoiOTQ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5NDgiLCJUb3AiOjAsIkxlZnQiOjAsIlJpZ2h0IjowLCJCb3R0b20iOjB9LCJQYWRkaW5nIjp7IiRpZCI6Ijk0OSIsIlRvcCI6MCwiTGVmdCI6MCwiUmlnaHQiOjAsIkJvdHRvbSI6MH0sIkJhY2tncm91bmQiOnsiJGlkIjoiOTUwIiwiQ29sb3IiOnsiJHJlZiI6IjkxNCJ9fSwiSXNWaXNpYmxlIjp0cnVlLCJXaWR0aCI6MC4wLCJIZWlnaHQiOjAuMCwiQm9yZGVyU3R5bGUiOnsiJGlkIjoiOTUxIiwiTGluZUNvbG9yIjpudWxsLCJMaW5lV2VpZ2h0IjowLjAsIkxpbmVUeXBlIjowLCJQYXJlbnRTdHlsZSI6bnVsbH0sIlBhcmVudFN0eWxlIjpudWxsfSwiRGF0ZUZvcm1hdCI6eyIkaWQiOiI5N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UzIiwiRm9ybWF0IjowLCJJc1Zpc2libGUiOmZhbHNlLCJMYXN0S25vd25WaXNpYmlsaXR5U3RhdGUiOmZhbHNlfSwiSXNWaXNpYmxlIjpmYWxzZSwiUGFyZW50U3R5bGUiOm51bGx9LCJJbmRleCI6MTksIlNtYXJ0RHVyYXRpb25BY3RpdmF0ZWQiOmZhbHNlLCJEYXRlRm9ybWF0Ijp7IiRyZWYiOiI5NTIifSwiV2Vla051bWJlcmluZyI6eyIkaWQiOiI5NTQiLCJGb3JtYXQiOjAsIklzVmlzaWJsZSI6ZmFsc2UsIkxhc3RLbm93blZpc2liaWxpdHlTdGF0ZSI6ZmFsc2V9LCJJZCI6IjZmMWM4ZDQzLTBmY2ItNDJjMy04NWM0LTQzNjk4ZGY1MDA5YyIsIkltcG9ydElkIjoiMyIsIlRpdGxlIjoiVGFpd2FuIiwiTm90ZSI6bnVsbCwiSHlwZXJsaW5rIjp7IiRpZCI6Ijk1NSIsIkFkZHJlc3MiOiIiLCJTdWJBZGRyZXNzIjoiIn0sIklzQ2hhbmdlZCI6ZmFsc2UsIklzTmV3IjpmYWxzZX19XSwiTWlsZXN0b25lcyI6W119LHsiJGlkIjoiOTU2IiwiSWQiOiI3ZTk4NGY4MC01MjBiLTRmNGQtOWFjYi1jMDg5YTU0OGNiM2IiLCJJbmRleCI6MiwiSGVhZGVyVGV4dCI6IkphcGFuIiwiU3R5bGUiOnsiJGlkIjoiOTU3IiwiSGVhZGVyU3R5bGUiOnsiJGlkIjoiOTU4IiwiVGV4dFN0eWxlIjp7IiRpZCI6Ijk1OSIsIkZvbnRTZXR0aW5ncyI6eyIkaWQiOiI5NjAiLCJGb250U2l6ZSI6MTIsIkZvbnROYW1lIjoiQ2FsaWJyaSIsIklzQm9sZCI6ZmFsc2UsIklzSXRhbGljIjpmYWxzZSwiSXNVbmRlcmxpbmVkIjpmYWxzZSwiUGFyZW50U3R5bGUiOm51bGx9LCJBdXRvU2l6ZSI6MCwiRm9yZWdyb3VuZCI6eyIkaWQiOiI5NjEiLCJDb2xvciI6eyIkaWQiOiI5NjIiLCJBIjoyNTUsIlIiOjI1NSwiRyI6MjU1LCJCIjoyNTV9fSwiTWF4V2lkdGgiOjAuMCwiTWF4SGVpZ2h0IjowLjAsIlNtYXJ0Rm9yZWdyb3VuZElzQWN0aXZlIjpmYWxzZSwiSG9yaXpvbnRhbEFsaWdubWVudCI6MCwiVmVydGljYWxBbGlnbm1lbnQiOjAsIlNtYXJ0Rm9yZWdyb3VuZCI6bnVsbCwiQmFja2dyb3VuZEZpbGxUeXBlIjowLCJNYXJnaW4iOnsiJGlkIjoiOTYzIiwiVG9wIjowLCJMZWZ0IjowLCJSaWdodCI6MCwiQm90dG9tIjowfSwiUGFkZGluZyI6eyIkaWQiOiI5NjQiLCJUb3AiOjAsIkxlZnQiOjAsIlJpZ2h0IjowLCJCb3R0b20iOjB9LCJCYWNrZ3JvdW5kIjpudWxsLCJJc1Zpc2libGUiOmZhbHNlLCJXaWR0aCI6MC4wLCJIZWlnaHQiOjAuMCwiQm9yZGVyU3R5bGUiOm51bGwsIlBhcmVudFN0eWxlIjpudWxsfSwiUmVjdGFuZ2xlU3R5bGUiOnsiJGlkIjoiOTY1IiwiTWFyZ2luIjp7IiRpZCI6Ijk2NiIsIlRvcCI6MCwiTGVmdCI6MCwiUmlnaHQiOjAsIkJvdHRvbSI6MH0sIlBhZGRpbmciOnsiJGlkIjoiOTY3IiwiVG9wIjowLCJMZWZ0IjowLCJSaWdodCI6MCwiQm90dG9tIjowfSwiQmFja2dyb3VuZCI6eyIkaWQiOiI5NjgiLCJDb2xvciI6eyIkaWQiOiI5NjkiLCJBIjoyNTUsIlIiOjE1MCwiRyI6MjE0LCJCIjo2Nn19LCJJc1Zpc2libGUiOmZhbHNlLCJXaWR0aCI6MC4wLCJIZWlnaHQiOjAuMCwiQm9yZGVyU3R5bGUiOnsiJGlkIjoiOTcwIiwiTGluZUNvbG9yIjp7IiRpZCI6Ijk3MSIsIiR0eXBlIjoiTkxSRS5Db21tb24uRG9tLlNvbGlkQ29sb3JCcnVzaCwgTkxSRS5Db21tb24iLCJDb2xvciI6eyIkaWQiOiI5NzIiLCJBIjoyNTUsIlIiOjI1NSwiRyI6MjU1LCJCIjoyNTV9fSwiTGluZVdlaWdodCI6MC4wLCJMaW5lVHlwZSI6MCwiUGFyZW50U3R5bGUiOm51bGx9LCJQYXJlbnRTdHlsZSI6bnVsbH0sIk1hcmdpbiI6eyIkaWQiOiI5NzMiLCJUb3AiOjAsIkxlZnQiOjAsIlJpZ2h0IjowLCJCb3R0b20iOjB9LCJQYWRkaW5nIjp7IiRpZCI6Ijk3NCIsIlRvcCI6MCwiTGVmdCI6MCwiUmlnaHQiOjAsIkJvdHRvbSI6MH0sIkJhY2tncm91bmQiOm51bGwsIklzVmlzaWJsZSI6dHJ1ZSwiV2lkdGgiOjAuMCwiSGVpZ2h0IjowLjAsIkJvcmRlclN0eWxlIjpudWxsLCJQYXJlbnRTdHlsZSI6bnVsbH0sIkJhY2tncm91bmRTdHlsZSI6eyIkaWQiOiI5NzUiLCJNYXJnaW4iOnsiJGlkIjoiOTc2IiwiVG9wIjowLCJMZWZ0IjowLCJSaWdodCI6MCwiQm90dG9tIjowfSwiUGFkZGluZyI6eyIkaWQiOiI5NzciLCJUb3AiOjAsIkxlZnQiOjAsIlJpZ2h0IjowLCJCb3R0b20iOjB9LCJCYWNrZ3JvdW5kIjp7IiRpZCI6Ijk3OCIsIkNvbG9yIjp7IiRpZCI6Ijk3OSIsIkEiOjM4LCJSIjoxNTAsIkciOjIxNCwiQiI6NjZ9fSwiSXNWaXNpYmxlIjp0cnVlLCJXaWR0aCI6MC4wLCJIZWlnaHQiOjAuMCwiQm9yZGVyU3R5bGUiOnsiJGlkIjoiOTgwIiwiTGluZUNvbG9yIjp7IiRpZCI6Ijk4MSIsIiR0eXBlIjoiTkxSRS5Db21tb24uRG9tLlNvbGlkQ29sb3JCcnVzaCwgTkxSRS5Db21tb24iLCJDb2xvciI6eyIkaWQiOiI5ODIiLCJBIjoyNTUsIlIiOjg4LCJHIjozOSwiQiI6N319LCJMaW5lV2VpZ2h0IjowLjAsIkxpbmVUeXBlIjowLCJQYXJlbnRTdHlsZSI6bnVsbH0sIlBhcmVudFN0eWxlIjpudWxsfSwiSXNBYm92ZVRpbWViYW5kIjpmYWxzZSwiTWFyZ2luIjp7IiRpZCI6Ijk4MyIsIlRvcCI6MCwiTGVmdCI6MCwiUmlnaHQiOjAsIkJvdHRvbSI6MH0sIlBhZGRpbmciOnsiJGlkIjoiOTg0IiwiVG9wIjowLCJMZWZ0IjowLCJSaWdodCI6MCwiQm90dG9tIjowfSwiSXNWaXNpYmxlIjp0cnVlLCJXaWR0aCI6MC4wLCJIZWlnaHQiOjAuMCwiQm9yZGVyU3R5bGUiOm51bGwsIlBhcmVudFN0eWxlIjpudWxsfSwiVGFza3MiOlt7IiRpZCI6Ijk4NSIsIl9hdHRhY2hlZE1pbGVzdG9uZXMiOltdLCJUYXNrRGVmaW5pdGlvbiI6eyIkaWQiOiI5ODYiLCJHcm91cE5hbWUiOm51bGwsIlN0YXJ0RGF0ZSI6IjIwMjEtMDYtMTRUMDg6MDA6MDAiLCJFbmREYXRlIjoiMjAyMS0wNy0wOVQxNzowMDowMCIsIlBlcmNlbnRhZ2VDb21wbGV0ZSI6MC4wLCJTdHlsZSI6eyIkaWQiOiI5ODciLCJTaGFwZSI6MSwiU2hhcGVUaGlja25lc3MiOjAsIkR1cmF0aW9uRm9ybWF0IjowLCJJbmNsdWRlTm9uV29ya2luZ0RheXNJbkR1cmF0aW9uIjpmYWxzZSwiUGVyY2VudGFnZUNvbXBsZXRlU3R5bGUiOnsiJGlkIjoiOTg4IiwiRm9udFNldHRpbmdzIjp7IiRpZCI6Ijk4OSIsIkZvbnRTaXplIjoxMCwiRm9udE5hbWUiOiJDYWxpYnJpIiwiSXNCb2xkIjpmYWxzZSwiSXNJdGFsaWMiOmZhbHNlLCJJc1VuZGVybGluZWQiOmZhbHNlLCJQYXJlbnRTdHlsZSI6bnVsbH0sIkF1dG9TaXplIjowLCJGb3JlZ3JvdW5kIjp7IiRpZCI6Ijk5MCIsIkNvbG9yIjp7IiRpZCI6Ijk5MS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OTkyIiwiVG9wIjowLCJMZWZ0IjowLCJSaWdodCI6MCwiQm90dG9tIjowfSwiUGFkZGluZyI6eyIkaWQiOiI5OTMiLCJUb3AiOjAsIkxlZnQiOjAsIlJpZ2h0IjowLCJCb3R0b20iOjB9LCJCYWNrZ3JvdW5kIjp7IiRpZCI6Ijk5NCIsIkNvbG9yIjp7IiRpZCI6Ijk5NSIsIkEiOjg5LCJSIjowLCJHIjowLCJCIjowfX0sIklzVmlzaWJsZSI6dHJ1ZSwiV2lkdGgiOjAuMCwiSGVpZ2h0IjowLjAsIkJvcmRlclN0eWxlIjp7IiRpZCI6Ijk5NiIsIkxpbmVDb2xvciI6bnVsbCwiTGluZVdlaWdodCI6MC4wLCJMaW5lVHlwZSI6MCwiUGFyZW50U3R5bGUiOm51bGx9LCJQYXJlbnRTdHlsZSI6bnVsbH0sIkR1cmF0aW9uU3R5bGUiOnsiJGlkIjoiOTk3IiwiRm9udFNldHRpbmdzIjp7IiRpZCI6Ijk5OCIsIkZvbnRTaXplIjoxMCwiRm9udE5hbWUiOiJDYWxpYnJpIiwiSXNCb2xkIjpmYWxzZSwiSXNJdGFsaWMiOmZhbHNlLCJJc1VuZGVybGluZWQiOmZhbHNlLCJQYXJlbnRTdHlsZSI6bnVsbH0sIkF1dG9TaXplIjowLCJGb3JlZ3JvdW5kIjp7IiRpZCI6Ijk5OSIsIkNvbG9yIjp7IiRpZCI6IjEwMDA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DAxIiwiVG9wIjowLCJMZWZ0IjowLCJSaWdodCI6MCwiQm90dG9tIjowfSwiUGFkZGluZyI6eyIkaWQiOiIxMDAyIiwiVG9wIjowLCJMZWZ0IjowLCJSaWdodCI6MCwiQm90dG9tIjowfSwiQmFja2dyb3VuZCI6eyIkaWQiOiIxMDAzIiwiQ29sb3IiOnsiJHJlZiI6Ijk5NSJ9fSwiSXNWaXNpYmxlIjp0cnVlLCJXaWR0aCI6MC4wLCJIZWlnaHQiOjAuMCwiQm9yZGVyU3R5bGUiOnsiJGlkIjoiMTAwNCIsIkxpbmVDb2xvciI6bnVsbCwiTGluZVdlaWdodCI6MC4wLCJMaW5lVHlwZSI6MCwiUGFyZW50U3R5bGUiOm51bGx9LCJQYXJlbnRTdHlsZSI6bnVsbH0sIkhvcml6b250YWxDb25uZWN0b3JTdHlsZSI6eyIkaWQiOiIxMDA1IiwiTGluZUNvbG9yIjp7IiRpZCI6IjEwMDYiLCIkdHlwZSI6Ik5MUkUuQ29tbW9uLkRvbS5Tb2xpZENvbG9yQnJ1c2gsIE5MUkUuQ29tbW9uIiwiQ29sb3IiOnsiJGlkIjoiMTAwNyIsIkEiOjI1NSwiUiI6MjA0LCJHIjoyMDQsIkIiOjIwNH19LCJMaW5lV2VpZ2h0IjoxLjAsIkxpbmVUeXBlIjowLCJQYXJlbnRTdHlsZSI6bnVsbH0sIlZlcnRpY2FsQ29ubmVjdG9yU3R5bGUiOnsiJGlkIjoiMTAwOCIsIkxpbmVDb2xvciI6eyIkaWQiOiIxMDA5IiwiJHR5cGUiOiJOTFJFLkNvbW1vbi5Eb20uU29saWRDb2xvckJydXNoLCBOTFJFLkNvbW1vbiIsIkNvbG9yIjp7IiRpZCI6IjEwMTAiLCJBIjoyNTUsIlIiOjIwNCwiRyI6MjA0LCJCIjoyMDR9fSwiTGluZVdlaWdodCI6MC4wLCJMaW5lVHlwZSI6MCwiUGFyZW50U3R5bGUiOm51bGx9LCJNYXJnaW4iOm51bGwsIlN0YXJ0RGF0ZVBvc2l0aW9uIjo2LCJFbmREYXRlUG9zaXRpb24iOjYsIkRhdGVJc1Zpc2libGUiOmZhbHNlLCJUaXRsZVBvc2l0aW9uIjo0LCJEdXJhdGlvblBvc2l0aW9uIjo2LCJQZXJjZW50YWdlQ29tcGxldGVkUG9zaXRpb24iOjYsIlNwYWNpbmciOjUsIklzQmVsb3dUaW1lYmFuZCI6dHJ1ZSwiUGVyY2VudGFnZUNvbXBsZXRlU2hhcGVPcGFjaXR5IjozNSwiU2hhcGVTdHlsZSI6eyIkaWQiOiIxMDExIiwiTWFyZ2luIjp7IiRpZCI6IjEwMTIiLCJUb3AiOjAsIkxlZnQiOjQsIlJpZ2h0Ijo0LCJCb3R0b20iOjB9LCJQYWRkaW5nIjp7IiRpZCI6IjEwMTMiLCJUb3AiOjAsIkxlZnQiOjAsIlJpZ2h0IjowLCJCb3R0b20iOjB9LCJCYWNrZ3JvdW5kIjp7IiRpZCI6IjEwMTQiLCJDb2xvciI6eyIkaWQiOiIxMDE1IiwiQSI6MjU1LCJSIjoxNTAsIkciOjIxNCwiQiI6NjZ9fSwiSXNWaXNpYmxlIjp0cnVlLCJXaWR0aCI6MC4wLCJIZWlnaHQiOjEwLjAsIkJvcmRlclN0eWxlIjp7IiRpZCI6IjEwMTYiLCJMaW5lQ29sb3IiOnsiJGlkIjoiMTAxNyIsIiR0eXBlIjoiTkxSRS5Db21tb24uRG9tLlNvbGlkQ29sb3JCcnVzaCwgTkxSRS5Db21tb24iLCJDb2xvciI6eyIkaWQiOiIxMDE4IiwiQSI6MjU1LCJSIjoyNTUsIkciOjAsIkIiOjB9fSwiTGluZVdlaWdodCI6MC4wLCJMaW5lVHlwZSI6MCwiUGFyZW50U3R5bGUiOm51bGx9LCJQYXJlbnRTdHlsZSI6bnVsbH0sIlRpdGxlU3R5bGUiOnsiJGlkIjoiMTAxOSIsIkZvbnRTZXR0aW5ncyI6eyIkaWQiOiIxMDIwIiwiRm9udFNpemUiOjExLCJGb250TmFtZSI6IkNhbGlicmkiLCJJc0JvbGQiOmZhbHNlLCJJc0l0YWxpYyI6ZmFsc2UsIklzVW5kZXJsaW5lZCI6ZmFsc2UsIlBhcmVudFN0eWxlIjpudWxsfSwiQXV0b1NpemUiOjAsIkZvcmVncm91bmQiOnsiJGlkIjoiMTAyMSIsIkNvbG9yIjp7IiRpZCI6IjEwMjIiLCJBIjoyNTUsIlIiOjI1NSwiRyI6MjU1LCJCIjoyNTV9fSwiTWF4V2lkdGgiOjcyMC4wLCJNYXhIZWlnaHQiOiJJbmZpbml0eSIsIlNtYXJ0Rm9yZWdyb3VuZElzQWN0aXZlIjpmYWxzZSwiSG9yaXpvbnRhbEFsaWdubWVudCI6MCwiVmVydGljYWxBbGlnbm1lbnQiOjAsIlNtYXJ0Rm9yZWdyb3VuZCI6bnVsbCwiQmFja2dyb3VuZEZpbGxUeXBlIjowLCJNYXJnaW4iOnsiJGlkIjoiMTAyMyIsIlRvcCI6MCwiTGVmdCI6MCwiUmlnaHQiOjAsIkJvdHRvbSI6MH0sIlBhZGRpbmciOnsiJGlkIjoiMTAyNCIsIlRvcCI6MCwiTGVmdCI6MCwiUmlnaHQiOjAsIkJvdHRvbSI6MH0sIkJhY2tncm91bmQiOnsiJGlkIjoiMTAyNSIsIkNvbG9yIjp7IiRpZCI6IjEwMjYiLCJBIjowLCJSIjoyNTUsIkciOjI1NSwiQiI6MjU1fX0sIklzVmlzaWJsZSI6dHJ1ZSwiV2lkdGgiOjAuMCwiSGVpZ2h0IjowLjAsIkJvcmRlclN0eWxlIjp7IiRpZCI6IjEwMjciLCJMaW5lQ29sb3IiOm51bGwsIkxpbmVXZWlnaHQiOjAuMCwiTGluZVR5cGUiOjAsIlBhcmVudFN0eWxlIjpudWxsfSwiUGFyZW50U3R5bGUiOm51bGx9LCJEYXRlU3R5bGUiOnsiJGlkIjoiMTAyOCIsIkZvbnRTZXR0aW5ncyI6eyIkaWQiOiIxMDI5IiwiRm9udFNpemUiOjEwLCJGb250TmFtZSI6IkNhbGlicmkiLCJJc0JvbGQiOmZhbHNlLCJJc0l0YWxpYyI6ZmFsc2UsIklzVW5kZXJsaW5lZCI6ZmFsc2UsIlBhcmVudFN0eWxlIjpudWxsfSwiQXV0b1NpemUiOjAsIkZvcmVncm91bmQiOnsiJGlkIjoiMTAzMCIsIkNvbG9yIjp7IiRpZCI6IjEwMzE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wMzIiLCJUb3AiOjAsIkxlZnQiOjAsIlJpZ2h0IjowLCJCb3R0b20iOjB9LCJQYWRkaW5nIjp7IiRpZCI6IjEwMzMiLCJUb3AiOjAsIkxlZnQiOjAsIlJpZ2h0IjowLCJCb3R0b20iOjB9LCJCYWNrZ3JvdW5kIjp7IiRpZCI6IjEwMzQiLCJDb2xvciI6eyIkcmVmIjoiOTk1In19LCJJc1Zpc2libGUiOnRydWUsIldpZHRoIjowLjAsIkhlaWdodCI6MC4wLCJCb3JkZXJTdHlsZSI6eyIkaWQiOiIxMDM1IiwiTGluZUNvbG9yIjpudWxsLCJMaW5lV2VpZ2h0IjowLjAsIkxpbmVUeXBlIjowLCJQYXJlbnRTdHlsZSI6bnVsbH0sIlBhcmVudFN0eWxlIjpudWxsfSwiRGF0ZUZvcm1hdCI6eyIkaWQiOiIxMDM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MzciLCJGb3JtYXQiOjAsIklzVmlzaWJsZSI6ZmFsc2UsIkxhc3RLbm93blZpc2liaWxpdHlTdGF0ZSI6ZmFsc2V9LCJJc1Zpc2libGUiOmZhbHNlLCJQYXJlbnRTdHlsZSI6bnVsbH0sIkluZGV4IjowLCJTbWFydER1cmF0aW9uQWN0aXZhdGVkIjpmYWxzZSwiRGF0ZUZvcm1hdCI6eyIkcmVmIjoiMTAzNiJ9LCJXZWVrTnVtYmVyaW5nIjp7IiRpZCI6IjEwMzgiLCJGb3JtYXQiOjAsIklzVmlzaWJsZSI6ZmFsc2UsIkxhc3RLbm93blZpc2liaWxpdHlTdGF0ZSI6ZmFsc2V9LCJJZCI6ImU4NmZmY2E1LTU3ZGItNGZjZS04NzMwLTIzN2FlMzYxNTMyMyIsIkltcG9ydElkIjoiMTkiLCJUaXRsZSI6IldvcmtzaG9wcyBQcmVwYXJlICYgUnVuIiwiTm90ZSI6bnVsbCwiSHlwZXJsaW5rIjp7IiRpZCI6IjEwMzkiLCJBZGRyZXNzIjpudWxsLCJTdWJBZGRyZXNzIjpudWxsfSwiSXNDaGFuZ2VkIjpmYWxzZSwiSXNOZXciOmZhbHNlfX0seyIkaWQiOiIxMDQwIiwiX2F0dGFjaGVkTWlsZXN0b25lcyI6W10sIlRhc2tEZWZpbml0aW9uIjp7IiRpZCI6IjEwNDEiLCJHcm91cE5hbWUiOm51bGwsIlN0YXJ0RGF0ZSI6IjIwMjEtMDctMTJUMDg6MDA6MDAiLCJFbmREYXRlIjoiMjAyMS0wOC0wNlQxNzowMDowMCIsIlBlcmNlbnRhZ2VDb21wbGV0ZSI6MC4wLCJTdHlsZSI6eyIkaWQiOiIxMDQyIiwiU2hhcGUiOjEsIlNoYXBlVGhpY2tuZXNzIjowLCJEdXJhdGlvbkZvcm1hdCI6MCwiSW5jbHVkZU5vbldvcmtpbmdEYXlzSW5EdXJhdGlvbiI6ZmFsc2UsIlBlcmNlbnRhZ2VDb21wbGV0ZVN0eWxlIjp7IiRpZCI6IjEwNDMiLCJGb250U2V0dGluZ3MiOnsiJGlkIjoiMTA0NCIsIkZvbnRTaXplIjoxMCwiRm9udE5hbWUiOiJDYWxpYnJpIiwiSXNCb2xkIjpmYWxzZSwiSXNJdGFsaWMiOmZhbHNlLCJJc1VuZGVybGluZWQiOmZhbHNlLCJQYXJlbnRTdHlsZSI6bnVsbH0sIkF1dG9TaXplIjowLCJGb3JlZ3JvdW5kIjp7IiRpZCI6IjEwNDUiLCJDb2xvciI6eyIkaWQiOiIxMDQ2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xMDQ3IiwiVG9wIjowLCJMZWZ0IjowLCJSaWdodCI6MCwiQm90dG9tIjowfSwiUGFkZGluZyI6eyIkaWQiOiIxMDQ4IiwiVG9wIjowLCJMZWZ0IjowLCJSaWdodCI6MCwiQm90dG9tIjowfSwiQmFja2dyb3VuZCI6eyIkaWQiOiIxMDQ5IiwiQ29sb3IiOnsiJGlkIjoiMTA1MCIsIkEiOjg5LCJSIjowLCJHIjowLCJCIjowfX0sIklzVmlzaWJsZSI6dHJ1ZSwiV2lkdGgiOjAuMCwiSGVpZ2h0IjowLjAsIkJvcmRlclN0eWxlIjp7IiRpZCI6IjEwNTEiLCJMaW5lQ29sb3IiOm51bGwsIkxpbmVXZWlnaHQiOjAuMCwiTGluZVR5cGUiOjAsIlBhcmVudFN0eWxlIjpudWxsfSwiUGFyZW50U3R5bGUiOm51bGx9LCJEdXJhdGlvblN0eWxlIjp7IiRpZCI6IjEwNTIiLCJGb250U2V0dGluZ3MiOnsiJGlkIjoiMTA1MyIsIkZvbnRTaXplIjoxMCwiRm9udE5hbWUiOiJDYWxpYnJpIiwiSXNCb2xkIjpmYWxzZSwiSXNJdGFsaWMiOmZhbHNlLCJJc1VuZGVybGluZWQiOmZhbHNlLCJQYXJlbnRTdHlsZSI6bnVsbH0sIkF1dG9TaXplIjowLCJGb3JlZ3JvdW5kIjp7IiRpZCI6IjEwNTQiLCJDb2xvciI6eyIkaWQiOiIxMDU1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A1NiIsIlRvcCI6MCwiTGVmdCI6MCwiUmlnaHQiOjAsIkJvdHRvbSI6MH0sIlBhZGRpbmciOnsiJGlkIjoiMTA1NyIsIlRvcCI6MCwiTGVmdCI6MCwiUmlnaHQiOjAsIkJvdHRvbSI6MH0sIkJhY2tncm91bmQiOnsiJGlkIjoiMTA1OCIsIkNvbG9yIjp7IiRyZWYiOiIxMDUwIn19LCJJc1Zpc2libGUiOnRydWUsIldpZHRoIjowLjAsIkhlaWdodCI6MC4wLCJCb3JkZXJTdHlsZSI6eyIkaWQiOiIxMDU5IiwiTGluZUNvbG9yIjpudWxsLCJMaW5lV2VpZ2h0IjowLjAsIkxpbmVUeXBlIjowLCJQYXJlbnRTdHlsZSI6bnVsbH0sIlBhcmVudFN0eWxlIjpudWxsfSwiSG9yaXpvbnRhbENvbm5lY3RvclN0eWxlIjp7IiRpZCI6IjEwNjAiLCJMaW5lQ29sb3IiOnsiJGlkIjoiMTA2MSIsIiR0eXBlIjoiTkxSRS5Db21tb24uRG9tLlNvbGlkQ29sb3JCcnVzaCwgTkxSRS5Db21tb24iLCJDb2xvciI6eyIkaWQiOiIxMDYyIiwiQSI6MjU1LCJSIjoyMDQsIkciOjIwNCwiQiI6MjA0fX0sIkxpbmVXZWlnaHQiOjEuMCwiTGluZVR5cGUiOjAsIlBhcmVudFN0eWxlIjpudWxsfSwiVmVydGljYWxDb25uZWN0b3JTdHlsZSI6eyIkaWQiOiIxMDYzIiwiTGluZUNvbG9yIjp7IiRpZCI6IjEwNjQiLCIkdHlwZSI6Ik5MUkUuQ29tbW9uLkRvbS5Tb2xpZENvbG9yQnJ1c2gsIE5MUkUuQ29tbW9uIiwiQ29sb3IiOnsiJGlkIjoiMTA2NSIsIkEiOjI1NSwiUiI6MjA0LCJHIjoyMDQsIkIiOjIwNH1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NSwiSXNCZWxvd1RpbWViYW5kIjp0cnVlLCJQZXJjZW50YWdlQ29tcGxldGVTaGFwZU9wYWNpdHkiOjM1LCJTaGFwZVN0eWxlIjp7IiRpZCI6IjEwNjYiLCJNYXJnaW4iOnsiJGlkIjoiMTA2NyIsIlRvcCI6MCwiTGVmdCI6NCwiUmlnaHQiOjQsIkJvdHRvbSI6MH0sIlBhZGRpbmciOnsiJGlkIjoiMTA2OCIsIlRvcCI6MCwiTGVmdCI6MCwiUmlnaHQiOjAsIkJvdHRvbSI6MH0sIkJhY2tncm91bmQiOnsiJGlkIjoiMTA2OSIsIkNvbG9yIjp7IiRpZCI6IjEwNzAiLCJBIjoyNTUsIlIiOjE1MCwiRyI6MjE0LCJCIjo2Nn19LCJJc1Zpc2libGUiOnRydWUsIldpZHRoIjowLjAsIkhlaWdodCI6MTAuMCwiQm9yZGVyU3R5bGUiOnsiJGlkIjoiMTA3MSIsIkxpbmVDb2xvciI6eyIkaWQiOiIxMDcyIiwiJHR5cGUiOiJOTFJFLkNvbW1vbi5Eb20uU29saWRDb2xvckJydXNoLCBOTFJFLkNvbW1vbiIsIkNvbG9yIjp7IiRpZCI6IjEwNzMiLCJBIjoyNTUsIlIiOjI1NSwiRyI6MCwiQiI6MH19LCJMaW5lV2VpZ2h0IjowLjAsIkxpbmVUeXBlIjowLCJQYXJlbnRTdHlsZSI6bnVsbH0sIlBhcmVudFN0eWxlIjpudWxsfSwiVGl0bGVTdHlsZSI6eyIkaWQiOiIxMDc0IiwiRm9udFNldHRpbmdzIjp7IiRpZCI6IjEwNzUiLCJGb250U2l6ZSI6MTEsIkZvbnROYW1lIjoiQ2FsaWJyaSIsIklzQm9sZCI6ZmFsc2UsIklzSXRhbGljIjpmYWxzZSwiSXNVbmRlcmxpbmVkIjpmYWxzZSwiUGFyZW50U3R5bGUiOm51bGx9LCJBdXRvU2l6ZSI6MCwiRm9yZWdyb3VuZCI6eyIkaWQiOiIxMDc2IiwiQ29sb3IiOnsiJGlkIjoiMTA3NyIsIkEiOjI1NSwiUiI6MjU1LCJHIjoyNTUsIkIiOjI1NX19LCJNYXhXaWR0aCI6NzIwLjAsIk1heEhlaWdodCI6IkluZmluaXR5IiwiU21hcnRGb3JlZ3JvdW5kSXNBY3RpdmUiOmZhbHNlLCJIb3Jpem9udGFsQWxpZ25tZW50IjowLCJWZXJ0aWNhbEFsaWdubWVudCI6MCwiU21hcnRGb3JlZ3JvdW5kIjpudWxsLCJCYWNrZ3JvdW5kRmlsbFR5cGUiOjAsIk1hcmdpbiI6eyIkaWQiOiIxMDc4IiwiVG9wIjowLCJMZWZ0IjowLCJSaWdodCI6MCwiQm90dG9tIjowfSwiUGFkZGluZyI6eyIkaWQiOiIxMDc5IiwiVG9wIjowLCJMZWZ0IjowLCJSaWdodCI6MCwiQm90dG9tIjowfSwiQmFja2dyb3VuZCI6eyIkaWQiOiIxMDgwIiwiQ29sb3IiOnsiJGlkIjoiMTA4MSIsIkEiOjAsIlIiOjI1NSwiRyI6MjU1LCJCIjoyNTV9fSwiSXNWaXNpYmxlIjp0cnVlLCJXaWR0aCI6MC4wLCJIZWlnaHQiOjAuMCwiQm9yZGVyU3R5bGUiOnsiJGlkIjoiMTA4MiIsIkxpbmVDb2xvciI6bnVsbCwiTGluZVdlaWdodCI6MC4wLCJMaW5lVHlwZSI6MCwiUGFyZW50U3R5bGUiOm51bGx9LCJQYXJlbnRTdHlsZSI6bnVsbH0sIkRhdGVTdHlsZSI6eyIkaWQiOiIxMDgzIiwiRm9udFNldHRpbmdzIjp7IiRpZCI6IjEwODQiLCJGb250U2l6ZSI6MTAsIkZvbnROYW1lIjoiQ2FsaWJyaSIsIklzQm9sZCI6ZmFsc2UsIklzSXRhbGljIjpmYWxzZSwiSXNVbmRlcmxpbmVkIjpmYWxzZSwiUGFyZW50U3R5bGUiOm51bGx9LCJBdXRvU2l6ZSI6MCwiRm9yZWdyb3VuZCI6eyIkaWQiOiIxMDg1IiwiQ29sb3IiOnsiJGlkIjoiMTA4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A4NyIsIlRvcCI6MCwiTGVmdCI6MCwiUmlnaHQiOjAsIkJvdHRvbSI6MH0sIlBhZGRpbmciOnsiJGlkIjoiMTA4OCIsIlRvcCI6MCwiTGVmdCI6MCwiUmlnaHQiOjAsIkJvdHRvbSI6MH0sIkJhY2tncm91bmQiOnsiJGlkIjoiMTA4OSIsIkNvbG9yIjp7IiRyZWYiOiIxMDUwIn19LCJJc1Zpc2libGUiOnRydWUsIldpZHRoIjowLjAsIkhlaWdodCI6MC4wLCJCb3JkZXJTdHlsZSI6eyIkaWQiOiIxMDkwIiwiTGluZUNvbG9yIjpudWxsLCJMaW5lV2VpZ2h0IjowLjAsIkxpbmVUeXBlIjowLCJQYXJlbnRTdHlsZSI6bnVsbH0sIlBhcmVudFN0eWxlIjpudWxsfSwiRGF0ZUZvcm1hdCI6eyIkaWQiOiIxMDk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OTIiLCJGb3JtYXQiOjAsIklzVmlzaWJsZSI6ZmFsc2UsIkxhc3RLbm93blZpc2liaWxpdHlTdGF0ZSI6ZmFsc2V9LCJJc1Zpc2libGUiOmZhbHNlLCJQYXJlbnRTdHlsZSI6bnVsbH0sIkluZGV4IjoxLCJTbWFydER1cmF0aW9uQWN0aXZhdGVkIjpmYWxzZSwiRGF0ZUZvcm1hdCI6eyIkcmVmIjoiMTA5MSJ9LCJXZWVrTnVtYmVyaW5nIjp7IiRpZCI6IjEwOTMiLCJGb3JtYXQiOjAsIklzVmlzaWJsZSI6ZmFsc2UsIkxhc3RLbm93blZpc2liaWxpdHlTdGF0ZSI6ZmFsc2V9LCJJZCI6ImQxNTVjYjRkLTc0NDItNGQxOS05MmRkLWViM2I0NjZlNGNkZiIsIkltcG9ydElkIjoiMjAiLCJUaXRsZSI6IkFsaWduICYgUHJpb3JpdGl6ZSB1c2UgY2FzZXMiLCJOb3RlIjpudWxsLCJIeXBlcmxpbmsiOnsiJGlkIjoiMTA5NCIsIkFkZHJlc3MiOm51bGwsIlN1YkFkZHJlc3MiOm51bGx9LCJJc0NoYW5nZWQiOmZhbHNlLCJJc05ldyI6ZmFsc2V9fSx7IiRpZCI6IjEwOTUiLCJfYXR0YWNoZWRNaWxlc3RvbmVzIjpbXSwiVGFza0RlZmluaXRpb24iOnsiJGlkIjoiMTA5NiIsIkdyb3VwTmFtZSI6bnVsbCwiU3RhcnREYXRlIjoiMjAyMS0wOC0wMlQwODowMDowMCIsIkVuZERhdGUiOiIyMDIxLTEyLTE3VDE3OjAwOjAwIiwiUGVyY2VudGFnZUNvbXBsZXRlIjowLjAsIlN0eWxlIjp7IiRpZCI6IjEwOTciLCJTaGFwZSI6MSwiU2hhcGVUaGlja25lc3MiOjAsIkR1cmF0aW9uRm9ybWF0IjowLCJJbmNsdWRlTm9uV29ya2luZ0RheXNJbkR1cmF0aW9uIjpmYWxzZSwiUGVyY2VudGFnZUNvbXBsZXRlU3R5bGUiOnsiJGlkIjoiMTA5OCIsIkZvbnRTZXR0aW5ncyI6eyIkaWQiOiIxMDk5IiwiRm9udFNpemUiOjEwLCJGb250TmFtZSI6IkNhbGlicmkiLCJJc0JvbGQiOmZhbHNlLCJJc0l0YWxpYyI6ZmFsc2UsIklzVW5kZXJsaW5lZCI6ZmFsc2UsIlBhcmVudFN0eWxlIjpudWxsfSwiQXV0b1NpemUiOjAsIkZvcmVncm91bmQiOnsiJGlkIjoiMTEwMCIsIkNvbG9yIjp7IiRpZCI6IjExMDE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HJlZiI6Ijg4In0sIlBhZGRpbmciOnsiJHJlZiI6Ijg5In0sIkJhY2tncm91bmQiOnsiJGlkIjoiMTEwMiIsIkNvbG9yIjp7IiRyZWYiOiI1MzcifX0sIklzVmlzaWJsZSI6dHJ1ZSwiV2lkdGgiOjAuMCwiSGVpZ2h0IjowLjAsIkJvcmRlclN0eWxlIjp7IiRpZCI6IjExMDMiLCJMaW5lQ29sb3IiOm51bGwsIkxpbmVXZWlnaHQiOjAuMCwiTGluZVR5cGUiOjAsIlBhcmVudFN0eWxlIjpudWxsfSwiUGFyZW50U3R5bGUiOm51bGx9LCJEdXJhdGlvblN0eWxlIjp7IiRpZCI6IjExMDQiLCJGb250U2V0dGluZ3MiOnsiJGlkIjoiMTEwNSIsIkZvbnRTaXplIjoxMCwiRm9udE5hbWUiOiJDYWxpYnJpIiwiSXNCb2xkIjpmYWxzZSwiSXNJdGFsaWMiOmZhbHNlLCJJc1VuZGVybGluZWQiOmZhbHNlLCJQYXJlbnRTdHlsZSI6bnVsbH0sIkF1dG9TaXplIjowLCJGb3JlZ3JvdW5kIjp7IiRyZWYiOiI5MyJ9LCJNYXhXaWR0aCI6MjAwLjAsIk1heEhlaWdodCI6IkluZmluaXR5IiwiU21hcnRGb3JlZ3JvdW5kSXNBY3RpdmUiOmZhbHNlLCJIb3Jpem9udGFsQWxpZ25tZW50IjowLCJWZXJ0aWNhbEFsaWdubWVudCI6MCwiU21hcnRGb3JlZ3JvdW5kIjpudWxsLCJCYWNrZ3JvdW5kRmlsbFR5cGUiOjAsIk1hcmdpbiI6eyIkcmVmIjoiOTUifSwiUGFkZGluZyI6eyIkcmVmIjoiOTYifSwiQmFja2dyb3VuZCI6eyIkcmVmIjoiOTcifSwiSXNWaXNpYmxlIjp0cnVlLCJXaWR0aCI6MC4wLCJIZWlnaHQiOjAuMCwiQm9yZGVyU3R5bGUiOnsiJGlkIjoiMTEwNiIsIkxpbmVDb2xvciI6bnVsbCwiTGluZVdlaWdodCI6MC4wLCJMaW5lVHlwZSI6MCwiUGFyZW50U3R5bGUiOm51bGx9LCJQYXJlbnRTdHlsZSI6bnVsbH0sIkhvcml6b250YWxDb25uZWN0b3JTdHlsZSI6eyIkaWQiOiIxMTA3IiwiTGluZUNvbG9yIjp7IiRyZWYiOiI5OSJ9LCJMaW5lV2VpZ2h0IjoxLjAsIkxpbmVUeXBlIjowLCJQYXJlbnRTdHlsZSI6bnVsbH0sIlZlcnRpY2FsQ29ubmVjdG9yU3R5bGUiOnsiJGlkIjoiMTEwOCIsIkxpbmVDb2xvciI6eyIkcmVmIjoiMTAy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MTEwOSIsIk1hcmdpbiI6eyIkcmVmIjoiMTA1In0sIlBhZGRpbmciOnsiJHJlZiI6IjEwNiJ9LCJCYWNrZ3JvdW5kIjp7IiRpZCI6IjExMTAiLCJDb2xvciI6eyIkaWQiOiIxMTExIiwiQSI6MjU1LCJSIjoxNTAsIkciOjIxNCwiQiI6NjZ9fSwiSXNWaXNpYmxlIjp0cnVlLCJXaWR0aCI6MC4wLCJIZWlnaHQiOjEwLjAsIkJvcmRlclN0eWxlIjp7IiRpZCI6IjExMTIiLCJMaW5lQ29sb3IiOnsiJHJlZiI6IjU0OCJ9LCJMaW5lV2VpZ2h0IjowLjAsIkxpbmVUeXBlIjowLCJQYXJlbnRTdHlsZSI6bnVsbH0sIlBhcmVudFN0eWxlIjpudWxsfSwiVGl0bGVTdHlsZSI6eyIkaWQiOiIxMTEzIiwiRm9udFNldHRpbmdzIjp7IiRpZCI6IjExMTQiLCJGb250U2l6ZSI6MTEsIkZvbnROYW1lIjoiQ2FsaWJyaSIsIklzQm9sZCI6ZmFsc2UsIklzSXRhbGljIjpmYWxzZSwiSXNVbmRlcmxpbmVkIjpmYWxzZSwiUGFyZW50U3R5bGUiOm51bGx9LCJBdXRvU2l6ZSI6MCwiRm9yZWdyb3VuZCI6eyIkaWQiOiIxMTE1IiwiQ29sb3IiOnsiJGlkIjoiMTExNiIsIkEiOjI1NSwiUiI6MjU1LCJHIjoyNTUsIkIiOjI1NX19LCJNYXhXaWR0aCI6OTYwLjAsIk1heEhlaWdodCI6IkluZmluaXR5IiwiU21hcnRGb3JlZ3JvdW5kSXNBY3RpdmUiOmZhbHNlLCJIb3Jpem9udGFsQWxpZ25tZW50IjoxLCJWZXJ0aWNhbEFsaWdubWVudCI6MCwiU21hcnRGb3JlZ3JvdW5kIjpudWxsLCJCYWNrZ3JvdW5kRmlsbFR5cGUiOjAsIk1hcmdpbiI6eyIkcmVmIjoiMTE2In0sIlBhZGRpbmciOnsiJHJlZiI6IjExNyJ9LCJCYWNrZ3JvdW5kIjp7IiRpZCI6IjExMTciLCJDb2xvciI6eyIkaWQiOiIxMTE4IiwiQSI6MCwiUiI6MjU1LCJHIjoyNTUsIkIiOjI1NX19LCJJc1Zpc2libGUiOnRydWUsIldpZHRoIjowLjAsIkhlaWdodCI6MC4wLCJCb3JkZXJTdHlsZSI6eyIkaWQiOiIxMTE5IiwiTGluZUNvbG9yIjpudWxsLCJMaW5lV2VpZ2h0IjowLjAsIkxpbmVUeXBlIjowLCJQYXJlbnRTdHlsZSI6bnVsbH0sIlBhcmVudFN0eWxlIjpudWxsfSwiRGF0ZVN0eWxlIjp7IiRpZCI6IjExMjAiLCJGb250U2V0dGluZ3MiOnsiJGlkIjoiMTEyMSIsIkZvbnRTaXplIjoxMCwiRm9udE5hbWUiOiJDYWxpYnJpIiwiSXNCb2xkIjpmYWxzZSwiSXNJdGFsaWMiOmZhbHNlLCJJc1VuZGVybGluZWQiOmZhbHNlLCJQYXJlbnRTdHlsZSI6bnVsbH0sIkF1dG9TaXplIjowLCJGb3JlZ3JvdW5kIjp7IiRpZCI6IjExMjIiLCJDb2xvciI6eyIkaWQiOiIxMTIz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IzIn0sIlBhZGRpbmciOnsiJHJlZiI6IjEyNCJ9LCJCYWNrZ3JvdW5kIjp7IiRpZCI6IjExMjQiLCJDb2xvciI6eyIkaWQiOiIxMTI1IiwiQSI6MCwiUiI6MjU1LCJHIjoyNTUsIkIiOjI1NX19LCJJc1Zpc2libGUiOnRydWUsIldpZHRoIjowLjAsIkhlaWdodCI6MC4wLCJCb3JkZXJTdHlsZSI6eyIkaWQiOiIxMTI2IiwiTGluZUNvbG9yIjpudWxsLCJMaW5lV2VpZ2h0IjowLjAsIkxpbmVUeXBlIjowLCJQYXJlbnRTdHlsZSI6bnVsbH0sIlBhcmVudFN0eWxlIjpudWxsfSwiRGF0ZUZvcm1hdCI6eyIkcmVmIjoiNTY0In0sIldlZWtOdW1iZXJpbmciOnsiJGlkIjoiMTEyNyIsIkZvcm1hdCI6MCwiSXNWaXNpYmxlIjpmYWxzZSwiTGFzdEtub3duVmlzaWJpbGl0eVN0YXRlIjpmYWxzZX0sIklzVmlzaWJsZSI6ZmFsc2UsIlBhcmVudFN0eWxlIjpudWxsfSwiSW5kZXgiOjIsIlNtYXJ0RHVyYXRpb25BY3RpdmF0ZWQiOmZhbHNlLCJEYXRlRm9ybWF0Ijp7IiRyZWYiOiI1NjQifSwiV2Vla051bWJlcmluZyI6eyIkaWQiOiIxMTI4IiwiRm9ybWF0IjowLCJJc1Zpc2libGUiOmZhbHNlLCJMYXN0S25vd25WaXNpYmlsaXR5U3RhdGUiOmZhbHNlfSwiSWQiOiIwZDJhZWU2ZS0yNjMxLTQ1YzYtOTYwMi00YTU3MGY1ODJjMDgiLCJJbXBvcnRJZCI6IjYzIiwiVGl0bGUiOiJDcmVhdGUgdGVjaCBibHVlcHJpbnQgZm9yIGVhY2ggdXNlIGNhc2UiLCJOb3RlIjpudWxsLCJIeXBlcmxpbmsiOnsiJGlkIjoiMTEyOSIsIkFkZHJlc3MiOm51bGwsIlN1YkFkZHJlc3MiOm51bGx9LCJJc0NoYW5nZWQiOmZhbHNlLCJJc05ldyI6ZmFsc2V9fSx7IiRpZCI6IjExMzAiLCJfYXR0YWNoZWRNaWxlc3RvbmVzIjpbXSwiVGFza0RlZmluaXRpb24iOnsiJGlkIjoiMTEzMSIsIkdyb3VwTmFtZSI6bnVsbCwiU3RhcnREYXRlIjoiMjAyMS0wOC0wOVQwODowMDowMCIsIkVuZERhdGUiOiIyMDIyLTA0LTI5VDE3OjAwOjAwIiwiUGVyY2VudGFnZUNvbXBsZXRlIjowLjAsIlN0eWxlIjp7IiRpZCI6IjExMzIiLCJTaGFwZSI6MSwiU2hhcGVUaGlja25lc3MiOjAsIkR1cmF0aW9uRm9ybWF0IjowLCJJbmNsdWRlTm9uV29ya2luZ0RheXNJbkR1cmF0aW9uIjpmYWxzZSwiUGVyY2VudGFnZUNvbXBsZXRlU3R5bGUiOnsiJGlkIjoiMTEzMyIsIkZvbnRTZXR0aW5ncyI6eyIkaWQiOiIxMTM0IiwiRm9udFNpemUiOjEwLCJGb250TmFtZSI6IkNhbGlicmkiLCJJc0JvbGQiOmZhbHNlLCJJc0l0YWxpYyI6ZmFsc2UsIklzVW5kZXJsaW5lZCI6ZmFsc2UsIlBhcmVudFN0eWxlIjpudWxsfSwiQXV0b1NpemUiOjAsIkZvcmVncm91bmQiOnsiJGlkIjoiMTEzNSIsIkNvbG9yIjp7IiRpZCI6IjExMzY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pZCI6IjExMzciLCJUb3AiOjAsIkxlZnQiOjAsIlJpZ2h0IjowLCJCb3R0b20iOjB9LCJQYWRkaW5nIjp7IiRpZCI6IjExMzgiLCJUb3AiOjAsIkxlZnQiOjAsIlJpZ2h0IjowLCJCb3R0b20iOjB9LCJCYWNrZ3JvdW5kIjp7IiRpZCI6IjExMzkiLCJDb2xvciI6eyIkaWQiOiIxMTQwIiwiQSI6ODksIlIiOjAsIkciOjAsIkIiOjB9fSwiSXNWaXNpYmxlIjp0cnVlLCJXaWR0aCI6MC4wLCJIZWlnaHQiOjAuMCwiQm9yZGVyU3R5bGUiOnsiJGlkIjoiMTE0MSIsIkxpbmVDb2xvciI6bnVsbCwiTGluZVdlaWdodCI6MC4wLCJMaW5lVHlwZSI6MCwiUGFyZW50U3R5bGUiOm51bGx9LCJQYXJlbnRTdHlsZSI6bnVsbH0sIkR1cmF0aW9uU3R5bGUiOnsiJGlkIjoiMTE0MiIsIkZvbnRTZXR0aW5ncyI6eyIkaWQiOiIxMTQzIiwiRm9udFNpemUiOjEwLCJGb250TmFtZSI6IkNhbGlicmkiLCJJc0JvbGQiOmZhbHNlLCJJc0l0YWxpYyI6ZmFsc2UsIklzVW5kZXJsaW5lZCI6ZmFsc2UsIlBhcmVudFN0eWxlIjpudWxsfSwiQXV0b1NpemUiOjAsIkZvcmVncm91bmQiOnsiJGlkIjoiMTE0NCIsIkNvbG9yIjp7IiRpZCI6IjExND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TQ2IiwiVG9wIjowLCJMZWZ0IjowLCJSaWdodCI6MCwiQm90dG9tIjowfSwiUGFkZGluZyI6eyIkaWQiOiIxMTQ3IiwiVG9wIjowLCJMZWZ0IjowLCJSaWdodCI6MCwiQm90dG9tIjowfSwiQmFja2dyb3VuZCI6eyIkaWQiOiIxMTQ4IiwiQ29sb3IiOnsiJHJlZiI6IjExNDAifX0sIklzVmlzaWJsZSI6dHJ1ZSwiV2lkdGgiOjAuMCwiSGVpZ2h0IjowLjAsIkJvcmRlclN0eWxlIjp7IiRpZCI6IjExNDkiLCJMaW5lQ29sb3IiOm51bGwsIkxpbmVXZWlnaHQiOjAuMCwiTGluZVR5cGUiOjAsIlBhcmVudFN0eWxlIjpudWxsfSwiUGFyZW50U3R5bGUiOm51bGx9LCJIb3Jpem9udGFsQ29ubmVjdG9yU3R5bGUiOnsiJGlkIjoiMTE1MCIsIkxpbmVDb2xvciI6eyIkaWQiOiIxMTUxIiwiJHR5cGUiOiJOTFJFLkNvbW1vbi5Eb20uU29saWRDb2xvckJydXNoLCBOTFJFLkNvbW1vbiIsIkNvbG9yIjp7IiRpZCI6IjExNTIiLCJBIjoyNTUsIlIiOjIwNCwiRyI6MjA0LCJCIjoyMDR9fSwiTGluZVdlaWdodCI6MS4wLCJMaW5lVHlwZSI6MCwiUGFyZW50U3R5bGUiOm51bGx9LCJWZXJ0aWNhbENvbm5lY3RvclN0eWxlIjp7IiRpZCI6IjExNTMiLCJMaW5lQ29sb3IiOnsiJGlkIjoiMTE1NCIsIiR0eXBlIjoiTkxSRS5Db21tb24uRG9tLlNvbGlkQ29sb3JCcnVzaCwgTkxSRS5Db21tb24iLCJDb2xvciI6eyIkaWQiOiIxMTU1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MTE1NiIsIk1hcmdpbiI6eyIkaWQiOiIxMTU3IiwiVG9wIjowLCJMZWZ0Ijo0LCJSaWdodCI6NCwiQm90dG9tIjowfSwiUGFkZGluZyI6eyIkaWQiOiIxMTU4IiwiVG9wIjowLCJMZWZ0IjowLCJSaWdodCI6MCwiQm90dG9tIjowfSwiQmFja2dyb3VuZCI6eyIkaWQiOiIxMTU5IiwiQ29sb3IiOnsiJGlkIjoiMTE2MCIsIkEiOjI1NSwiUiI6MTUwLCJHIjoyMTQsIkIiOjY2fX0sIklzVmlzaWJsZSI6dHJ1ZSwiV2lkdGgiOjAuMCwiSGVpZ2h0IjoxMC4wLCJCb3JkZXJTdHlsZSI6eyIkaWQiOiIxMTYxIiwiTGluZUNvbG9yIjp7IiRpZCI6IjExNjIiLCIkdHlwZSI6Ik5MUkUuQ29tbW9uLkRvbS5Tb2xpZENvbG9yQnJ1c2gsIE5MUkUuQ29tbW9uIiwiQ29sb3IiOnsiJGlkIjoiMTE2MyIsIkEiOjI1NSwiUiI6MjU1LCJHIjowLCJCIjowfX0sIkxpbmVXZWlnaHQiOjAuMCwiTGluZVR5cGUiOjAsIlBhcmVudFN0eWxlIjpudWxsfSwiUGFyZW50U3R5bGUiOm51bGx9LCJUaXRsZVN0eWxlIjp7IiRpZCI6IjExNjQiLCJGb250U2V0dGluZ3MiOnsiJGlkIjoiMTE2NSIsIkZvbnRTaXplIjoxMSwiRm9udE5hbWUiOiJDYWxpYnJpIiwiSXNCb2xkIjpmYWxzZSwiSXNJdGFsaWMiOmZhbHNlLCJJc1VuZGVybGluZWQiOmZhbHNlLCJQYXJlbnRTdHlsZSI6bnVsbH0sIkF1dG9TaXplIjowLCJGb3JlZ3JvdW5kIjp7IiRpZCI6IjExNjYiLCJDb2xvciI6eyIkaWQiOiIxMTY3IiwiQSI6MjU1LCJSIjoyNTUsIkciOjI1NSwiQiI6MjU1fX0sIk1heFdpZHRoIjo5NjAuMCwiTWF4SGVpZ2h0IjoiSW5maW5pdHkiLCJTbWFydEZvcmVncm91bmRJc0FjdGl2ZSI6ZmFsc2UsIkhvcml6b250YWxBbGlnbm1lbnQiOjEsIlZlcnRpY2FsQWxpZ25tZW50IjowLCJTbWFydEZvcmVncm91bmQiOm51bGwsIkJhY2tncm91bmRGaWxsVHlwZSI6MCwiTWFyZ2luIjp7IiRpZCI6IjExNjgiLCJUb3AiOjAsIkxlZnQiOjAsIlJpZ2h0IjowLCJCb3R0b20iOjB9LCJQYWRkaW5nIjp7IiRpZCI6IjExNjkiLCJUb3AiOjAsIkxlZnQiOjAsIlJpZ2h0IjowLCJCb3R0b20iOjB9LCJCYWNrZ3JvdW5kIjp7IiRpZCI6IjExNzAiLCJDb2xvciI6eyIkaWQiOiIxMTcxIiwiQSI6MCwiUiI6MjU1LCJHIjoyNTUsIkIiOjI1NX19LCJJc1Zpc2libGUiOnRydWUsIldpZHRoIjowLjAsIkhlaWdodCI6MC4wLCJCb3JkZXJTdHlsZSI6eyIkaWQiOiIxMTcyIiwiTGluZUNvbG9yIjpudWxsLCJMaW5lV2VpZ2h0IjowLjAsIkxpbmVUeXBlIjowLCJQYXJlbnRTdHlsZSI6bnVsbH0sIlBhcmVudFN0eWxlIjpudWxsfSwiRGF0ZVN0eWxlIjp7IiRpZCI6IjExNzMiLCJGb250U2V0dGluZ3MiOnsiJGlkIjoiMTE3NCIsIkZvbnRTaXplIjoxMCwiRm9udE5hbWUiOiJDYWxpYnJpIiwiSXNCb2xkIjpmYWxzZSwiSXNJdGFsaWMiOmZhbHNlLCJJc1VuZGVybGluZWQiOmZhbHNlLCJQYXJlbnRTdHlsZSI6bnVsbH0sIkF1dG9TaXplIjowLCJGb3JlZ3JvdW5kIjp7IiRpZCI6IjExNzUiLCJDb2xvciI6eyIkaWQiOiIxMTc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Tc3IiwiVG9wIjowLCJMZWZ0IjowLCJSaWdodCI6MCwiQm90dG9tIjowfSwiUGFkZGluZyI6eyIkaWQiOiIxMTc4IiwiVG9wIjowLCJMZWZ0IjowLCJSaWdodCI6MCwiQm90dG9tIjowfSwiQmFja2dyb3VuZCI6eyIkaWQiOiIxMTc5IiwiQ29sb3IiOnsiJHJlZiI6IjExNDAifX0sIklzVmlzaWJsZSI6dHJ1ZSwiV2lkdGgiOjAuMCwiSGVpZ2h0IjowLjAsIkJvcmRlclN0eWxlIjp7IiRpZCI6IjExODAiLCJMaW5lQ29sb3IiOm51bGwsIkxpbmVXZWlnaHQiOjAuMCwiTGluZVR5cGUiOjAsIlBhcmVudFN0eWxlIjpudWxsfSwiUGFyZW50U3R5bGUiOm51bGx9LCJEYXRlRm9ybWF0Ijp7IiRpZCI6IjExO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E4MiIsIkZvcm1hdCI6MCwiSXNWaXNpYmxlIjpmYWxzZSwiTGFzdEtub3duVmlzaWJpbGl0eVN0YXRlIjpmYWxzZX0sIklzVmlzaWJsZSI6ZmFsc2UsIlBhcmVudFN0eWxlIjpudWxsfSwiSW5kZXgiOjMsIlNtYXJ0RHVyYXRpb25BY3RpdmF0ZWQiOmZhbHNlLCJEYXRlRm9ybWF0Ijp7IiRyZWYiOiIxMTgxIn0sIldlZWtOdW1iZXJpbmciOnsiJGlkIjoiMTE4MyIsIkZvcm1hdCI6MCwiSXNWaXNpYmxlIjpmYWxzZSwiTGFzdEtub3duVmlzaWJpbGl0eVN0YXRlIjpmYWxzZX0sIklkIjoiZTViNGQ4NTktMWQ3Mi00MDhiLThiNTYtN2NmYzA5YWUwOWExIiwiSW1wb3J0SWQiOiIyMSIsIlRpdGxlIjoiSXRlcmF0aXZlIHJvbGxvdXQgb2YgdXNlIGNhc2VzIiwiTm90ZSI6bnVsbCwiSHlwZXJsaW5rIjp7IiRpZCI6IjExODQiLCJBZGRyZXNzIjpudWxsLCJTdWJBZGRyZXNzIjpudWxsfSwiSXNDaGFuZ2VkIjpmYWxzZSwiSXNOZXciOmZhbHNlfX0seyIkaWQiOiIxMTg1IiwiX2F0dGFjaGVkTWlsZXN0b25lcyI6W10sIlRhc2tEZWZpbml0aW9uIjp7IiRpZCI6IjExODYiLCJHcm91cE5hbWUiOm51bGwsIlN0YXJ0RGF0ZSI6IjIwMjEtMDYtMTRUMDg6MDA6MDAiLCJFbmREYXRlIjoiMjAyMi0wNC0yOVQxNzowMDowMCIsIlBlcmNlbnRhZ2VDb21wbGV0ZSI6MC4wLCJTdHlsZSI6eyIkaWQiOiIxMTg3IiwiU2hhcGUiOjEsIlNoYXBlVGhpY2tuZXNzIjowLCJEdXJhdGlvbkZvcm1hdCI6MCwiSW5jbHVkZU5vbldvcmtpbmdEYXlzSW5EdXJhdGlvbiI6ZmFsc2UsIlBlcmNlbnRhZ2VDb21wbGV0ZVN0eWxlIjp7IiRpZCI6IjExODgiLCJGb250U2V0dGluZ3MiOnsiJGlkIjoiMTE4OSIsIkZvbnRTaXplIjoxMCwiRm9udE5hbWUiOiJDYWxpYnJpIiwiSXNCb2xkIjpmYWxzZSwiSXNJdGFsaWMiOmZhbHNlLCJJc1VuZGVybGluZWQiOmZhbHNlLCJQYXJlbnRTdHlsZSI6bnVsbH0sIkF1dG9TaXplIjowLCJGb3JlZ3JvdW5kIjp7IiRpZCI6IjExOTAiLCJDb2xvciI6eyIkaWQiOiIxMTkx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xMTkyIiwiVG9wIjowLCJMZWZ0IjowLCJSaWdodCI6MCwiQm90dG9tIjowfSwiUGFkZGluZyI6eyIkaWQiOiIxMTkzIiwiVG9wIjowLCJMZWZ0IjowLCJSaWdodCI6MCwiQm90dG9tIjowfSwiQmFja2dyb3VuZCI6eyIkaWQiOiIxMTk0IiwiQ29sb3IiOnsiJGlkIjoiMTE5NSIsIkEiOjg5LCJSIjowLCJHIjowLCJCIjowfX0sIklzVmlzaWJsZSI6dHJ1ZSwiV2lkdGgiOjAuMCwiSGVpZ2h0IjowLjAsIkJvcmRlclN0eWxlIjp7IiRpZCI6IjExOTYiLCJMaW5lQ29sb3IiOm51bGwsIkxpbmVXZWlnaHQiOjAuMCwiTGluZVR5cGUiOjAsIlBhcmVudFN0eWxlIjpudWxsfSwiUGFyZW50U3R5bGUiOm51bGx9LCJEdXJhdGlvblN0eWxlIjp7IiRpZCI6IjExOTciLCJGb250U2V0dGluZ3MiOnsiJGlkIjoiMTE5OCIsIkZvbnRTaXplIjoxMCwiRm9udE5hbWUiOiJDYWxpYnJpIiwiSXNCb2xkIjpmYWxzZSwiSXNJdGFsaWMiOmZhbHNlLCJJc1VuZGVybGluZWQiOmZhbHNlLCJQYXJlbnRTdHlsZSI6bnVsbH0sIkF1dG9TaXplIjowLCJGb3JlZ3JvdW5kIjp7IiRpZCI6IjExOTkiLCJDb2xvciI6eyIkaWQiOiIxMjAw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IwMSIsIlRvcCI6MCwiTGVmdCI6MCwiUmlnaHQiOjAsIkJvdHRvbSI6MH0sIlBhZGRpbmciOnsiJGlkIjoiMTIwMiIsIlRvcCI6MCwiTGVmdCI6MCwiUmlnaHQiOjAsIkJvdHRvbSI6MH0sIkJhY2tncm91bmQiOnsiJGlkIjoiMTIwMyIsIkNvbG9yIjp7IiRyZWYiOiIxMTk1In19LCJJc1Zpc2libGUiOnRydWUsIldpZHRoIjowLjAsIkhlaWdodCI6MC4wLCJCb3JkZXJTdHlsZSI6eyIkaWQiOiIxMjA0IiwiTGluZUNvbG9yIjpudWxsLCJMaW5lV2VpZ2h0IjowLjAsIkxpbmVUeXBlIjowLCJQYXJlbnRTdHlsZSI6bnVsbH0sIlBhcmVudFN0eWxlIjpudWxsfSwiSG9yaXpvbnRhbENvbm5lY3RvclN0eWxlIjp7IiRpZCI6IjEyMDUiLCJMaW5lQ29sb3IiOnsiJGlkIjoiMTIwNiIsIiR0eXBlIjoiTkxSRS5Db21tb24uRG9tLlNvbGlkQ29sb3JCcnVzaCwgTkxSRS5Db21tb24iLCJDb2xvciI6eyIkaWQiOiIxMjA3IiwiQSI6MjU1LCJSIjoyMDQsIkciOjIwNCwiQiI6MjA0fX0sIkxpbmVXZWlnaHQiOjEuMCwiTGluZVR5cGUiOjAsIlBhcmVudFN0eWxlIjpudWxsfSwiVmVydGljYWxDb25uZWN0b3JTdHlsZSI6eyIkaWQiOiIxMjA4IiwiTGluZUNvbG9yIjp7IiRpZCI6IjEyMDkiLCIkdHlwZSI6Ik5MUkUuQ29tbW9uLkRvbS5Tb2xpZENvbG9yQnJ1c2gsIE5MUkUuQ29tbW9uIiwiQ29sb3IiOnsiJGlkIjoiMTIxMC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EyMTEiLCJNYXJnaW4iOnsiJGlkIjoiMTIxMiIsIlRvcCI6MCwiTGVmdCI6NCwiUmlnaHQiOjQsIkJvdHRvbSI6MH0sIlBhZGRpbmciOnsiJGlkIjoiMTIxMyIsIlRvcCI6MCwiTGVmdCI6MCwiUmlnaHQiOjAsIkJvdHRvbSI6MH0sIkJhY2tncm91bmQiOnsiJGlkIjoiMTIxNCIsIkNvbG9yIjp7IiRpZCI6IjEyMTUiLCJBIjoyNTUsIlIiOjE1MCwiRyI6MjE0LCJCIjo2Nn19LCJJc1Zpc2libGUiOnRydWUsIldpZHRoIjowLjAsIkhlaWdodCI6MTAuMCwiQm9yZGVyU3R5bGUiOnsiJGlkIjoiMTIxNiIsIkxpbmVDb2xvciI6eyIkaWQiOiIxMjE3IiwiJHR5cGUiOiJOTFJFLkNvbW1vbi5Eb20uU29saWRDb2xvckJydXNoLCBOTFJFLkNvbW1vbiIsIkNvbG9yIjp7IiRpZCI6IjEyMTgiLCJBIjoyNTUsIlIiOjI1NSwiRyI6MCwiQiI6MH19LCJMaW5lV2VpZ2h0IjowLjAsIkxpbmVUeXBlIjowLCJQYXJlbnRTdHlsZSI6bnVsbH0sIlBhcmVudFN0eWxlIjpudWxsfSwiVGl0bGVTdHlsZSI6eyIkaWQiOiIxMjE5IiwiRm9udFNldHRpbmdzIjp7IiRpZCI6IjEyMjAiLCJGb250U2l6ZSI6MTEsIkZvbnROYW1lIjoiQ2FsaWJyaSIsIklzQm9sZCI6ZmFsc2UsIklzSXRhbGljIjpmYWxzZSwiSXNVbmRlcmxpbmVkIjpmYWxzZSwiUGFyZW50U3R5bGUiOm51bGx9LCJBdXRvU2l6ZSI6MCwiRm9yZWdyb3VuZCI6eyIkcmVmIjoiMTE0In0sIk1heFdpZHRoIjo5NjAuMCwiTWF4SGVpZ2h0IjoiSW5maW5pdHkiLCJTbWFydEZvcmVncm91bmRJc0FjdGl2ZSI6ZmFsc2UsIkhvcml6b250YWxBbGlnbm1lbnQiOjEsIlZlcnRpY2FsQWxpZ25tZW50IjowLCJTbWFydEZvcmVncm91bmQiOm51bGwsIkJhY2tncm91bmRGaWxsVHlwZSI6MCwiTWFyZ2luIjp7IiRpZCI6IjEyMjEiLCJUb3AiOjAsIkxlZnQiOjAsIlJpZ2h0IjowLCJCb3R0b20iOjB9LCJQYWRkaW5nIjp7IiRpZCI6IjEyMjIiLCJUb3AiOjAsIkxlZnQiOjAsIlJpZ2h0IjowLCJCb3R0b20iOjB9LCJCYWNrZ3JvdW5kIjp7IiRpZCI6IjEyMjMiLCJDb2xvciI6eyIkcmVmIjoiMTE5NSJ9fSwiSXNWaXNpYmxlIjp0cnVlLCJXaWR0aCI6MC4wLCJIZWlnaHQiOjAuMCwiQm9yZGVyU3R5bGUiOnsiJGlkIjoiMTIyNCIsIkxpbmVDb2xvciI6bnVsbCwiTGluZVdlaWdodCI6MC4wLCJMaW5lVHlwZSI6MCwiUGFyZW50U3R5bGUiOm51bGx9LCJQYXJlbnRTdHlsZSI6bnVsbH0sIkRhdGVTdHlsZSI6eyIkaWQiOiIxMjI1IiwiRm9udFNldHRpbmdzIjp7IiRpZCI6IjEyMjYiLCJGb250U2l6ZSI6MTAsIkZvbnROYW1lIjoiQ2FsaWJyaSIsIklzQm9sZCI6ZmFsc2UsIklzSXRhbGljIjpmYWxzZSwiSXNVbmRlcmxpbmVkIjpmYWxzZSwiUGFyZW50U3R5bGUiOm51bGx9LCJBdXRvU2l6ZSI6MCwiRm9yZWdyb3VuZCI6eyIkaWQiOiIxMjI3IiwiQ29sb3IiOnsiJGlkIjoiMTIyO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IyOSIsIlRvcCI6MCwiTGVmdCI6MCwiUmlnaHQiOjAsIkJvdHRvbSI6MH0sIlBhZGRpbmciOnsiJGlkIjoiMTIzMCIsIlRvcCI6MCwiTGVmdCI6MCwiUmlnaHQiOjAsIkJvdHRvbSI6MH0sIkJhY2tncm91bmQiOnsiJGlkIjoiMTIzMSIsIkNvbG9yIjp7IiRyZWYiOiIxMTk1In19LCJJc1Zpc2libGUiOnRydWUsIldpZHRoIjowLjAsIkhlaWdodCI6MC4wLCJCb3JkZXJTdHlsZSI6eyIkaWQiOiIxMjMyIiwiTGluZUNvbG9yIjpudWxsLCJMaW5lV2VpZ2h0IjowLjAsIkxpbmVUeXBlIjowLCJQYXJlbnRTdHlsZSI6bnVsbH0sIlBhcmVudFN0eWxlIjpudWxsfSwiRGF0ZUZvcm1hdCI6eyIkaWQiOiIxMjM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MzQiLCJGb3JtYXQiOjAsIklzVmlzaWJsZSI6ZmFsc2UsIkxhc3RLbm93blZpc2liaWxpdHlTdGF0ZSI6ZmFsc2V9LCJJc1Zpc2libGUiOmZhbHNlLCJQYXJlbnRTdHlsZSI6bnVsbH0sIkluZGV4IjoyNCwiU21hcnREdXJhdGlvbkFjdGl2YXRlZCI6ZmFsc2UsIkRhdGVGb3JtYXQiOnsiJHJlZiI6IjEyMzMifSwiV2Vla051bWJlcmluZyI6eyIkaWQiOiIxMjM1IiwiRm9ybWF0IjowLCJJc1Zpc2libGUiOmZhbHNlLCJMYXN0S25vd25WaXNpYmlsaXR5U3RhdGUiOmZhbHNlfSwiSWQiOiIxOTQwZjExZS0yMThlLTQ2MGItOGVmNS1lNGIxNDIyNjJmNzgiLCJJbXBvcnRJZCI6IjQiLCJUaXRsZSI6IkphcGFuIiwiTm90ZSI6bnVsbCwiSHlwZXJsaW5rIjp7IiRpZCI6IjEyMzYiLCJBZGRyZXNzIjoiIiwiU3ViQWRkcmVzcyI6IiJ9LCJJc0NoYW5nZWQiOmZhbHNlLCJJc05ldyI6ZmFsc2V9fV0sIk1pbGVzdG9uZXMiOltdfSx7IiRpZCI6IjEyMzciLCJJZCI6ImFhNjU1M2FhLWRiM2YtNDBlNi05ZjhiLWQxMDE5YzBlZTAzZCIsIkluZGV4IjozLCJIZWFkZXJUZXh0IjoiVGhhaWxhbmQiLCJTdHlsZSI6eyIkaWQiOiIxMjM4IiwiSGVhZGVyU3R5bGUiOnsiJGlkIjoiMTIzOSIsIlRleHRTdHlsZSI6eyIkaWQiOiIxMjQwIiwiRm9udFNldHRpbmdzIjp7IiRpZCI6IjEyNDEiLCJGb250U2l6ZSI6MTIsIkZvbnROYW1lIjoiQ2FsaWJyaSIsIklzQm9sZCI6ZmFsc2UsIklzSXRhbGljIjpmYWxzZSwiSXNVbmRlcmxpbmVkIjpmYWxzZSwiUGFyZW50U3R5bGUiOm51bGx9LCJBdXRvU2l6ZSI6MCwiRm9yZWdyb3VuZCI6eyIkaWQiOiIxMjQyIiwiQ29sb3IiOnsiJGlkIjoiMTI0MyIsIkEiOjI1NSwiUiI6MjU1LCJHIjoyNTUsIkIiOjI1NX19LCJNYXhXaWR0aCI6MC4wLCJNYXhIZWlnaHQiOjAuMCwiU21hcnRGb3JlZ3JvdW5kSXNBY3RpdmUiOmZhbHNlLCJIb3Jpem9udGFsQWxpZ25tZW50IjowLCJWZXJ0aWNhbEFsaWdubWVudCI6MCwiU21hcnRGb3JlZ3JvdW5kIjpudWxsLCJCYWNrZ3JvdW5kRmlsbFR5cGUiOjAsIk1hcmdpbiI6eyIkaWQiOiIxMjQ0IiwiVG9wIjowLCJMZWZ0IjowLCJSaWdodCI6MCwiQm90dG9tIjowfSwiUGFkZGluZyI6eyIkaWQiOiIxMjQ1IiwiVG9wIjowLCJMZWZ0IjowLCJSaWdodCI6MCwiQm90dG9tIjowfSwiQmFja2dyb3VuZCI6bnVsbCwiSXNWaXNpYmxlIjpmYWxzZSwiV2lkdGgiOjAuMCwiSGVpZ2h0IjowLjAsIkJvcmRlclN0eWxlIjpudWxsLCJQYXJlbnRTdHlsZSI6bnVsbH0sIlJlY3RhbmdsZVN0eWxlIjp7IiRpZCI6IjEyNDYiLCJNYXJnaW4iOnsiJGlkIjoiMTI0NyIsIlRvcCI6MCwiTGVmdCI6MCwiUmlnaHQiOjAsIkJvdHRvbSI6MH0sIlBhZGRpbmciOnsiJGlkIjoiMTI0OCIsIlRvcCI6MCwiTGVmdCI6MCwiUmlnaHQiOjAsIkJvdHRvbSI6MH0sIkJhY2tncm91bmQiOnsiJGlkIjoiMTI0OSIsIkNvbG9yIjp7IiRpZCI6IjEyNTAiLCJBIjoyNTUsIlIiOjY4LCJHIjoxMTQsIkIiOjE5Nn19LCJJc1Zpc2libGUiOmZhbHNlLCJXaWR0aCI6MC4wLCJIZWlnaHQiOjAuMCwiQm9yZGVyU3R5bGUiOnsiJGlkIjoiMTI1MSIsIkxpbmVDb2xvciI6eyIkaWQiOiIxMjUyIiwiJHR5cGUiOiJOTFJFLkNvbW1vbi5Eb20uU29saWRDb2xvckJydXNoLCBOTFJFLkNvbW1vbiIsIkNvbG9yIjp7IiRpZCI6IjEyNTMiLCJBIjoyNTUsIlIiOjI1NSwiRyI6MjU1LCJCIjoyNTV9fSwiTGluZVdlaWdodCI6MC4wLCJMaW5lVHlwZSI6MCwiUGFyZW50U3R5bGUiOm51bGx9LCJQYXJlbnRTdHlsZSI6bnVsbH0sIk1hcmdpbiI6eyIkaWQiOiIxMjU0IiwiVG9wIjowLCJMZWZ0IjowLCJSaWdodCI6MCwiQm90dG9tIjowfSwiUGFkZGluZyI6eyIkaWQiOiIxMjU1IiwiVG9wIjowLCJMZWZ0IjowLCJSaWdodCI6MCwiQm90dG9tIjowfSwiQmFja2dyb3VuZCI6bnVsbCwiSXNWaXNpYmxlIjp0cnVlLCJXaWR0aCI6MC4wLCJIZWlnaHQiOjAuMCwiQm9yZGVyU3R5bGUiOm51bGwsIlBhcmVudFN0eWxlIjpudWxsfSwiQmFja2dyb3VuZFN0eWxlIjp7IiRpZCI6IjEyNTYiLCJNYXJnaW4iOnsiJGlkIjoiMTI1NyIsIlRvcCI6MCwiTGVmdCI6MCwiUmlnaHQiOjAsIkJvdHRvbSI6MH0sIlBhZGRpbmciOnsiJGlkIjoiMTI1OCIsIlRvcCI6MCwiTGVmdCI6MCwiUmlnaHQiOjAsIkJvdHRvbSI6MH0sIkJhY2tncm91bmQiOnsiJGlkIjoiMTI1OSIsIkNvbG9yIjp7IiRpZCI6IjEyNjAiLCJBIjozOCwiUiI6NjgsIkciOjExNCwiQiI6MTk2fX0sIklzVmlzaWJsZSI6dHJ1ZSwiV2lkdGgiOjAuMCwiSGVpZ2h0IjowLjAsIkJvcmRlclN0eWxlIjp7IiRpZCI6IjEyNjEiLCJMaW5lQ29sb3IiOnsiJGlkIjoiMTI2MiIsIiR0eXBlIjoiTkxSRS5Db21tb24uRG9tLlNvbGlkQ29sb3JCcnVzaCwgTkxSRS5Db21tb24iLCJDb2xvciI6eyIkaWQiOiIxMjYzIiwiQSI6MjU1LCJSIjo1NSwiRyI6NTUsIkIiOjU1fX0sIkxpbmVXZWlnaHQiOjAuMCwiTGluZVR5cGUiOjAsIlBhcmVudFN0eWxlIjpudWxsfSwiUGFyZW50U3R5bGUiOm51bGx9LCJJc0Fib3ZlVGltZWJhbmQiOmZhbHNlLCJNYXJnaW4iOnsiJGlkIjoiMTI2NCIsIlRvcCI6MCwiTGVmdCI6MCwiUmlnaHQiOjAsIkJvdHRvbSI6MH0sIlBhZGRpbmciOnsiJGlkIjoiMTI2NSIsIlRvcCI6MCwiTGVmdCI6MCwiUmlnaHQiOjAsIkJvdHRvbSI6MH0sIklzVmlzaWJsZSI6dHJ1ZSwiV2lkdGgiOjAuMCwiSGVpZ2h0IjowLjAsIkJvcmRlclN0eWxlIjpudWxsLCJQYXJlbnRTdHlsZSI6bnVsbH0sIlRhc2tzIjpbeyIkaWQiOiIxMjY2IiwiX2F0dGFjaGVkTWlsZXN0b25lcyI6W10sIlRhc2tEZWZpbml0aW9uIjp7IiRpZCI6IjEyNjciLCJHcm91cE5hbWUiOm51bGwsIlN0YXJ0RGF0ZSI6IjIwMjItMDEtMDNUMDg6MDA6MDAiLCJFbmREYXRlIjoiMjAyMi0wMS0yOFQxNzowMDowMCIsIlBlcmNlbnRhZ2VDb21wbGV0ZSI6MC4wLCJTdHlsZSI6eyIkaWQiOiIxMjY4IiwiU2hhcGUiOjEsIlNoYXBlVGhpY2tuZXNzIjowLCJEdXJhdGlvbkZvcm1hdCI6MCwiSW5jbHVkZU5vbldvcmtpbmdEYXlzSW5EdXJhdGlvbiI6ZmFsc2UsIlBlcmNlbnRhZ2VDb21wbGV0ZVN0eWxlIjp7IiRpZCI6IjEyNjkiLCJGb250U2V0dGluZ3MiOnsiJGlkIjoiMTI3MCIsIkZvbnRTaXplIjoxMCwiRm9udE5hbWUiOiJDYWxpYnJpIiwiSXNCb2xkIjpmYWxzZSwiSXNJdGFsaWMiOmZhbHNlLCJJc1VuZGVybGluZWQiOmZhbHNlLCJQYXJlbnRTdHlsZSI6bnVsbH0sIkF1dG9TaXplIjowLCJGb3JlZ3JvdW5kIjp7IiRpZCI6IjEyNzEiLCJDb2xvciI6eyIkaWQiOiIxMjcy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xMjczIiwiVG9wIjowLCJMZWZ0IjowLCJSaWdodCI6MCwiQm90dG9tIjowfSwiUGFkZGluZyI6eyIkaWQiOiIxMjc0IiwiVG9wIjowLCJMZWZ0IjowLCJSaWdodCI6MCwiQm90dG9tIjowfSwiQmFja2dyb3VuZCI6eyIkaWQiOiIxMjc1IiwiQ29sb3IiOnsiJGlkIjoiMTI3NiIsIkEiOjg5LCJSIjowLCJHIjowLCJCIjowfX0sIklzVmlzaWJsZSI6dHJ1ZSwiV2lkdGgiOjAuMCwiSGVpZ2h0IjowLjAsIkJvcmRlclN0eWxlIjp7IiRpZCI6IjEyNzciLCJMaW5lQ29sb3IiOm51bGwsIkxpbmVXZWlnaHQiOjAuMCwiTGluZVR5cGUiOjAsIlBhcmVudFN0eWxlIjpudWxsfSwiUGFyZW50U3R5bGUiOm51bGx9LCJEdXJhdGlvblN0eWxlIjp7IiRpZCI6IjEyNzgiLCJGb250U2V0dGluZ3MiOnsiJGlkIjoiMTI3OSIsIkZvbnRTaXplIjoxMCwiRm9udE5hbWUiOiJDYWxpYnJpIiwiSXNCb2xkIjpmYWxzZSwiSXNJdGFsaWMiOmZhbHNlLCJJc1VuZGVybGluZWQiOmZhbHNlLCJQYXJlbnRTdHlsZSI6bnVsbH0sIkF1dG9TaXplIjowLCJGb3JlZ3JvdW5kIjp7IiRpZCI6IjEyODAiLCJDb2xvciI6eyIkaWQiOiIxMjg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I4MiIsIlRvcCI6MCwiTGVmdCI6MCwiUmlnaHQiOjAsIkJvdHRvbSI6MH0sIlBhZGRpbmciOnsiJGlkIjoiMTI4MyIsIlRvcCI6MCwiTGVmdCI6MCwiUmlnaHQiOjAsIkJvdHRvbSI6MH0sIkJhY2tncm91bmQiOnsiJGlkIjoiMTI4NCIsIkNvbG9yIjp7IiRyZWYiOiIxMjc2In19LCJJc1Zpc2libGUiOnRydWUsIldpZHRoIjowLjAsIkhlaWdodCI6MC4wLCJCb3JkZXJTdHlsZSI6eyIkaWQiOiIxMjg1IiwiTGluZUNvbG9yIjpudWxsLCJMaW5lV2VpZ2h0IjowLjAsIkxpbmVUeXBlIjowLCJQYXJlbnRTdHlsZSI6bnVsbH0sIlBhcmVudFN0eWxlIjpudWxsfSwiSG9yaXpvbnRhbENvbm5lY3RvclN0eWxlIjp7IiRpZCI6IjEyODYiLCJMaW5lQ29sb3IiOnsiJGlkIjoiMTI4NyIsIiR0eXBlIjoiTkxSRS5Db21tb24uRG9tLlNvbGlkQ29sb3JCcnVzaCwgTkxSRS5Db21tb24iLCJDb2xvciI6eyIkaWQiOiIxMjg4IiwiQSI6MjU1LCJSIjoyMDQsIkciOjIwNCwiQiI6MjA0fX0sIkxpbmVXZWlnaHQiOjEuMCwiTGluZVR5cGUiOjAsIlBhcmVudFN0eWxlIjpudWxsfSwiVmVydGljYWxDb25uZWN0b3JTdHlsZSI6eyIkaWQiOiIxMjg5IiwiTGluZUNvbG9yIjp7IiRpZCI6IjEyOTAiLCIkdHlwZSI6Ik5MUkUuQ29tbW9uLkRvbS5Tb2xpZENvbG9yQnJ1c2gsIE5MUkUuQ29tbW9uIiwiQ29sb3IiOnsiJGlkIjoiMTI5MSIsIkEiOjI1NSwiUiI6MjA0LCJHIjoyMDQsIkIiOjIwNH1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NSwiSXNCZWxvd1RpbWViYW5kIjp0cnVlLCJQZXJjZW50YWdlQ29tcGxldGVTaGFwZU9wYWNpdHkiOjM1LCJTaGFwZVN0eWxlIjp7IiRpZCI6IjEyOTIiLCJNYXJnaW4iOnsiJGlkIjoiMTI5MyIsIlRvcCI6MCwiTGVmdCI6NCwiUmlnaHQiOjQsIkJvdHRvbSI6MH0sIlBhZGRpbmciOnsiJGlkIjoiMTI5NCIsIlRvcCI6MCwiTGVmdCI6MCwiUmlnaHQiOjAsIkJvdHRvbSI6MH0sIkJhY2tncm91bmQiOnsiJGlkIjoiMTI5NSIsIkNvbG9yIjp7IiRpZCI6IjEyOTYiLCJBIjoyNTUsIlIiOjY4LCJHIjoxMTQsIkIiOjE5Nn19LCJJc1Zpc2libGUiOnRydWUsIldpZHRoIjowLjAsIkhlaWdodCI6MTAuMCwiQm9yZGVyU3R5bGUiOnsiJGlkIjoiMTI5NyIsIkxpbmVDb2xvciI6eyIkaWQiOiIxMjk4IiwiJHR5cGUiOiJOTFJFLkNvbW1vbi5Eb20uU29saWRDb2xvckJydXNoLCBOTFJFLkNvbW1vbiIsIkNvbG9yIjp7IiRpZCI6IjEyOTkiLCJBIjoyNTUsIlIiOjI1NSwiRyI6MCwiQiI6MH19LCJMaW5lV2VpZ2h0IjowLjAsIkxpbmVUeXBlIjowLCJQYXJlbnRTdHlsZSI6bnVsbH0sIlBhcmVudFN0eWxlIjpudWxsfSwiVGl0bGVTdHlsZSI6eyIkaWQiOiIxMzAwIiwiRm9udFNldHRpbmdzIjp7IiRpZCI6IjEzMDEiLCJGb250U2l6ZSI6MTEsIkZvbnROYW1lIjoiQ2FsaWJyaSIsIklzQm9sZCI6ZmFsc2UsIklzSXRhbGljIjpmYWxzZSwiSXNVbmRlcmxpbmVkIjpmYWxzZSwiUGFyZW50U3R5bGUiOm51bGx9LCJBdXRvU2l6ZSI6MCwiRm9yZWdyb3VuZCI6eyIkaWQiOiIxMzAyIiwiQ29sb3IiOnsiJGlkIjoiMTMwMyIsIkEiOjI1NSwiUiI6MjU1LCJHIjoyNTUsIkIiOjI1NX19LCJNYXhXaWR0aCI6NzIwLjAsIk1heEhlaWdodCI6IkluZmluaXR5IiwiU21hcnRGb3JlZ3JvdW5kSXNBY3RpdmUiOmZhbHNlLCJIb3Jpem9udGFsQWxpZ25tZW50IjowLCJWZXJ0aWNhbEFsaWdubWVudCI6MCwiU21hcnRGb3JlZ3JvdW5kIjpudWxsLCJCYWNrZ3JvdW5kRmlsbFR5cGUiOjAsIk1hcmdpbiI6eyIkaWQiOiIxMzA0IiwiVG9wIjowLCJMZWZ0IjowLCJSaWdodCI6MCwiQm90dG9tIjowfSwiUGFkZGluZyI6eyIkaWQiOiIxMzA1IiwiVG9wIjowLCJMZWZ0IjowLCJSaWdodCI6MCwiQm90dG9tIjowfSwiQmFja2dyb3VuZCI6eyIkaWQiOiIxMzA2IiwiQ29sb3IiOnsiJGlkIjoiMTMwNyIsIkEiOjAsIlIiOjI1NSwiRyI6MjU1LCJCIjoyNTV9fSwiSXNWaXNpYmxlIjp0cnVlLCJXaWR0aCI6MC4wLCJIZWlnaHQiOjAuMCwiQm9yZGVyU3R5bGUiOnsiJGlkIjoiMTMwOCIsIkxpbmVDb2xvciI6bnVsbCwiTGluZVdlaWdodCI6MC4wLCJMaW5lVHlwZSI6MCwiUGFyZW50U3R5bGUiOm51bGx9LCJQYXJlbnRTdHlsZSI6bnVsbH0sIkRhdGVTdHlsZSI6eyIkaWQiOiIxMzA5IiwiRm9udFNldHRpbmdzIjp7IiRpZCI6IjEzMTAiLCJGb250U2l6ZSI6MTAsIkZvbnROYW1lIjoiQ2FsaWJyaSIsIklzQm9sZCI6ZmFsc2UsIklzSXRhbGljIjpmYWxzZSwiSXNVbmRlcmxpbmVkIjpmYWxzZSwiUGFyZW50U3R5bGUiOm51bGx9LCJBdXRvU2l6ZSI6MCwiRm9yZWdyb3VuZCI6eyIkaWQiOiIxMzExIiwiQ29sb3IiOnsiJGlkIjoiMTMx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MxMyIsIlRvcCI6MCwiTGVmdCI6MCwiUmlnaHQiOjAsIkJvdHRvbSI6MH0sIlBhZGRpbmciOnsiJGlkIjoiMTMxNCIsIlRvcCI6MCwiTGVmdCI6MCwiUmlnaHQiOjAsIkJvdHRvbSI6MH0sIkJhY2tncm91bmQiOnsiJGlkIjoiMTMxNSIsIkNvbG9yIjp7IiRyZWYiOiIxMjc2In19LCJJc1Zpc2libGUiOnRydWUsIldpZHRoIjowLjAsIkhlaWdodCI6MC4wLCJCb3JkZXJTdHlsZSI6eyIkaWQiOiIxMzE2IiwiTGluZUNvbG9yIjpudWxsLCJMaW5lV2VpZ2h0IjowLjAsIkxpbmVUeXBlIjowLCJQYXJlbnRTdHlsZSI6bnVsbH0sIlBhcmVudFN0eWxlIjpudWxsfSwiRGF0ZUZvcm1hdCI6eyIkaWQiOiIxMzE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MTgiLCJGb3JtYXQiOjAsIklzVmlzaWJsZSI6ZmFsc2UsIkxhc3RLbm93blZpc2liaWxpdHlTdGF0ZSI6ZmFsc2V9LCJJc1Zpc2libGUiOmZhbHNlLCJQYXJlbnRTdHlsZSI6bnVsbH0sIkluZGV4IjowLCJTbWFydER1cmF0aW9uQWN0aXZhdGVkIjpmYWxzZSwiRGF0ZUZvcm1hdCI6eyIkcmVmIjoiMTMxNyJ9LCJXZWVrTnVtYmVyaW5nIjp7IiRpZCI6IjEzMTkiLCJGb3JtYXQiOjAsIklzVmlzaWJsZSI6ZmFsc2UsIkxhc3RLbm93blZpc2liaWxpdHlTdGF0ZSI6ZmFsc2V9LCJJZCI6ImExY2FhYzQxLTYwZWUtNDE4YS05OTA0LWYxMWU5ZmM4ZjRlMiIsIkltcG9ydElkIjoiMjUiLCJUaXRsZSI6IldvcmtzaG9wcyBQcmVwYXJlICYgUnVuIiwiTm90ZSI6bnVsbCwiSHlwZXJsaW5rIjp7IiRpZCI6IjEzMjAiLCJBZGRyZXNzIjpudWxsLCJTdWJBZGRyZXNzIjpudWxsfSwiSXNDaGFuZ2VkIjpmYWxzZSwiSXNOZXciOmZhbHNlfX0seyIkaWQiOiIxMzIxIiwiX2F0dGFjaGVkTWlsZXN0b25lcyI6W10sIlRhc2tEZWZpbml0aW9uIjp7IiRpZCI6IjEzMjIiLCJHcm91cE5hbWUiOm51bGwsIlN0YXJ0RGF0ZSI6IjIwMjItMDEtMzFUMDg6MDA6MDAiLCJFbmREYXRlIjoiMjAyMi0wMi0yNVQxNzowMDowMCIsIlBlcmNlbnRhZ2VDb21wbGV0ZSI6MC4wLCJTdHlsZSI6eyIkaWQiOiIxMzIzIiwiU2hhcGUiOjEsIlNoYXBlVGhpY2tuZXNzIjowLCJEdXJhdGlvbkZvcm1hdCI6MCwiSW5jbHVkZU5vbldvcmtpbmdEYXlzSW5EdXJhdGlvbiI6ZmFsc2UsIlBlcmNlbnRhZ2VDb21wbGV0ZVN0eWxlIjp7IiRpZCI6IjEzMjQiLCJGb250U2V0dGluZ3MiOnsiJGlkIjoiMTMyNSIsIkZvbnRTaXplIjoxMCwiRm9udE5hbWUiOiJDYWxpYnJpIiwiSXNCb2xkIjpmYWxzZSwiSXNJdGFsaWMiOmZhbHNlLCJJc1VuZGVybGluZWQiOmZhbHNlLCJQYXJlbnRTdHlsZSI6bnVsbH0sIkF1dG9TaXplIjowLCJGb3JlZ3JvdW5kIjp7IiRpZCI6IjEzMjYiLCJDb2xvciI6eyIkaWQiOiIxMzI3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xMzI4IiwiVG9wIjowLCJMZWZ0IjowLCJSaWdodCI6MCwiQm90dG9tIjowfSwiUGFkZGluZyI6eyIkaWQiOiIxMzI5IiwiVG9wIjowLCJMZWZ0IjowLCJSaWdodCI6MCwiQm90dG9tIjowfSwiQmFja2dyb3VuZCI6eyIkaWQiOiIxMzMwIiwiQ29sb3IiOnsiJGlkIjoiMTMzMSIsIkEiOjg5LCJSIjowLCJHIjowLCJCIjowfX0sIklzVmlzaWJsZSI6dHJ1ZSwiV2lkdGgiOjAuMCwiSGVpZ2h0IjowLjAsIkJvcmRlclN0eWxlIjp7IiRpZCI6IjEzMzIiLCJMaW5lQ29sb3IiOm51bGwsIkxpbmVXZWlnaHQiOjAuMCwiTGluZVR5cGUiOjAsIlBhcmVudFN0eWxlIjpudWxsfSwiUGFyZW50U3R5bGUiOm51bGx9LCJEdXJhdGlvblN0eWxlIjp7IiRpZCI6IjEzMzMiLCJGb250U2V0dGluZ3MiOnsiJGlkIjoiMTMzNCIsIkZvbnRTaXplIjoxMCwiRm9udE5hbWUiOiJDYWxpYnJpIiwiSXNCb2xkIjpmYWxzZSwiSXNJdGFsaWMiOmZhbHNlLCJJc1VuZGVybGluZWQiOmZhbHNlLCJQYXJlbnRTdHlsZSI6bnVsbH0sIkF1dG9TaXplIjowLCJGb3JlZ3JvdW5kIjp7IiRpZCI6IjEzMzUiLCJDb2xvciI6eyIkaWQiOiIxMzM2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MzNyIsIlRvcCI6MCwiTGVmdCI6MCwiUmlnaHQiOjAsIkJvdHRvbSI6MH0sIlBhZGRpbmciOnsiJGlkIjoiMTMzOCIsIlRvcCI6MCwiTGVmdCI6MCwiUmlnaHQiOjAsIkJvdHRvbSI6MH0sIkJhY2tncm91bmQiOnsiJGlkIjoiMTMzOSIsIkNvbG9yIjp7IiRyZWYiOiIxMzMxIn19LCJJc1Zpc2libGUiOnRydWUsIldpZHRoIjowLjAsIkhlaWdodCI6MC4wLCJCb3JkZXJTdHlsZSI6eyIkaWQiOiIxMzQwIiwiTGluZUNvbG9yIjpudWxsLCJMaW5lV2VpZ2h0IjowLjAsIkxpbmVUeXBlIjowLCJQYXJlbnRTdHlsZSI6bnVsbH0sIlBhcmVudFN0eWxlIjpudWxsfSwiSG9yaXpvbnRhbENvbm5lY3RvclN0eWxlIjp7IiRpZCI6IjEzNDEiLCJMaW5lQ29sb3IiOnsiJGlkIjoiMTM0MiIsIiR0eXBlIjoiTkxSRS5Db21tb24uRG9tLlNvbGlkQ29sb3JCcnVzaCwgTkxSRS5Db21tb24iLCJDb2xvciI6eyIkaWQiOiIxMzQzIiwiQSI6MjU1LCJSIjoyMDQsIkciOjIwNCwiQiI6MjA0fX0sIkxpbmVXZWlnaHQiOjEuMCwiTGluZVR5cGUiOjAsIlBhcmVudFN0eWxlIjpudWxsfSwiVmVydGljYWxDb25uZWN0b3JTdHlsZSI6eyIkaWQiOiIxMzQ0IiwiTGluZUNvbG9yIjp7IiRpZCI6IjEzNDUiLCIkdHlwZSI6Ik5MUkUuQ29tbW9uLkRvbS5Tb2xpZENvbG9yQnJ1c2gsIE5MUkUuQ29tbW9uIiwiQ29sb3IiOnsiJGlkIjoiMTM0NiIsIkEiOjI1NSwiUiI6MjA0LCJHIjoyMDQsIkIiOjIwNH1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NSwiSXNCZWxvd1RpbWViYW5kIjp0cnVlLCJQZXJjZW50YWdlQ29tcGxldGVTaGFwZU9wYWNpdHkiOjM1LCJTaGFwZVN0eWxlIjp7IiRpZCI6IjEzNDciLCJNYXJnaW4iOnsiJGlkIjoiMTM0OCIsIlRvcCI6MCwiTGVmdCI6NCwiUmlnaHQiOjQsIkJvdHRvbSI6MH0sIlBhZGRpbmciOnsiJGlkIjoiMTM0OSIsIlRvcCI6MCwiTGVmdCI6MCwiUmlnaHQiOjAsIkJvdHRvbSI6MH0sIkJhY2tncm91bmQiOnsiJGlkIjoiMTM1MCIsIkNvbG9yIjp7IiRpZCI6IjEzNTEiLCJBIjoyNTUsIlIiOjY4LCJHIjoxMTQsIkIiOjE5Nn19LCJJc1Zpc2libGUiOnRydWUsIldpZHRoIjowLjAsIkhlaWdodCI6MTAuMCwiQm9yZGVyU3R5bGUiOnsiJGlkIjoiMTM1MiIsIkxpbmVDb2xvciI6eyIkaWQiOiIxMzUzIiwiJHR5cGUiOiJOTFJFLkNvbW1vbi5Eb20uU29saWRDb2xvckJydXNoLCBOTFJFLkNvbW1vbiIsIkNvbG9yIjp7IiRpZCI6IjEzNTQiLCJBIjoyNTUsIlIiOjI1NSwiRyI6MCwiQiI6MH19LCJMaW5lV2VpZ2h0IjowLjAsIkxpbmVUeXBlIjowLCJQYXJlbnRTdHlsZSI6bnVsbH0sIlBhcmVudFN0eWxlIjpudWxsfSwiVGl0bGVTdHlsZSI6eyIkaWQiOiIxMzU1IiwiRm9udFNldHRpbmdzIjp7IiRpZCI6IjEzNTYiLCJGb250U2l6ZSI6MTEsIkZvbnROYW1lIjoiQ2FsaWJyaSIsIklzQm9sZCI6ZmFsc2UsIklzSXRhbGljIjpmYWxzZSwiSXNVbmRlcmxpbmVkIjpmYWxzZSwiUGFyZW50U3R5bGUiOm51bGx9LCJBdXRvU2l6ZSI6MCwiRm9yZWdyb3VuZCI6eyIkaWQiOiIxMzU3IiwiQ29sb3IiOnsiJGlkIjoiMTM1OCIsIkEiOjI1NSwiUiI6MjU1LCJHIjoyNTUsIkIiOjI1NX19LCJNYXhXaWR0aCI6NzIwLjAsIk1heEhlaWdodCI6IkluZmluaXR5IiwiU21hcnRGb3JlZ3JvdW5kSXNBY3RpdmUiOmZhbHNlLCJIb3Jpem9udGFsQWxpZ25tZW50IjowLCJWZXJ0aWNhbEFsaWdubWVudCI6MCwiU21hcnRGb3JlZ3JvdW5kIjpudWxsLCJCYWNrZ3JvdW5kRmlsbFR5cGUiOjAsIk1hcmdpbiI6eyIkaWQiOiIxMzU5IiwiVG9wIjowLCJMZWZ0IjowLCJSaWdodCI6MCwiQm90dG9tIjowfSwiUGFkZGluZyI6eyIkaWQiOiIxMzYwIiwiVG9wIjowLCJMZWZ0IjowLCJSaWdodCI6MCwiQm90dG9tIjowfSwiQmFja2dyb3VuZCI6eyIkaWQiOiIxMzYxIiwiQ29sb3IiOnsiJGlkIjoiMTM2MiIsIkEiOjAsIlIiOjI1NSwiRyI6MjU1LCJCIjoyNTV9fSwiSXNWaXNpYmxlIjp0cnVlLCJXaWR0aCI6MC4wLCJIZWlnaHQiOjAuMCwiQm9yZGVyU3R5bGUiOnsiJGlkIjoiMTM2MyIsIkxpbmVDb2xvciI6bnVsbCwiTGluZVdlaWdodCI6MC4wLCJMaW5lVHlwZSI6MCwiUGFyZW50U3R5bGUiOm51bGx9LCJQYXJlbnRTdHlsZSI6bnVsbH0sIkRhdGVTdHlsZSI6eyIkaWQiOiIxMzY0IiwiRm9udFNldHRpbmdzIjp7IiRpZCI6IjEzNjUiLCJGb250U2l6ZSI6MTAsIkZvbnROYW1lIjoiQ2FsaWJyaSIsIklzQm9sZCI6ZmFsc2UsIklzSXRhbGljIjpmYWxzZSwiSXNVbmRlcmxpbmVkIjpmYWxzZSwiUGFyZW50U3R5bGUiOm51bGx9LCJBdXRvU2l6ZSI6MCwiRm9yZWdyb3VuZCI6eyIkaWQiOiIxMzY2IiwiQ29sb3IiOnsiJGlkIjoiMTM2N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M2OCIsIlRvcCI6MCwiTGVmdCI6MCwiUmlnaHQiOjAsIkJvdHRvbSI6MH0sIlBhZGRpbmciOnsiJGlkIjoiMTM2OSIsIlRvcCI6MCwiTGVmdCI6MCwiUmlnaHQiOjAsIkJvdHRvbSI6MH0sIkJhY2tncm91bmQiOnsiJGlkIjoiMTM3MCIsIkNvbG9yIjp7IiRyZWYiOiIxMzMxIn19LCJJc1Zpc2libGUiOnRydWUsIldpZHRoIjowLjAsIkhlaWdodCI6MC4wLCJCb3JkZXJTdHlsZSI6eyIkaWQiOiIxMzcxIiwiTGluZUNvbG9yIjpudWxsLCJMaW5lV2VpZ2h0IjowLjAsIkxpbmVUeXBlIjowLCJQYXJlbnRTdHlsZSI6bnVsbH0sIlBhcmVudFN0eWxlIjpudWxsfSwiRGF0ZUZvcm1hdCI6eyIkaWQiOiIxMzc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NzMiLCJGb3JtYXQiOjAsIklzVmlzaWJsZSI6ZmFsc2UsIkxhc3RLbm93blZpc2liaWxpdHlTdGF0ZSI6ZmFsc2V9LCJJc1Zpc2libGUiOmZhbHNlLCJQYXJlbnRTdHlsZSI6bnVsbH0sIkluZGV4IjoxLCJTbWFydER1cmF0aW9uQWN0aXZhdGVkIjpmYWxzZSwiRGF0ZUZvcm1hdCI6eyIkcmVmIjoiMTM3MiJ9LCJXZWVrTnVtYmVyaW5nIjp7IiRpZCI6IjEzNzQiLCJGb3JtYXQiOjAsIklzVmlzaWJsZSI6ZmFsc2UsIkxhc3RLbm93blZpc2liaWxpdHlTdGF0ZSI6ZmFsc2V9LCJJZCI6IjY3OWIyZDJhLWJjOTctNDgwZS04MDQ0LWZlMmRkNGZhOWJjOSIsIkltcG9ydElkIjoiMjYiLCJUaXRsZSI6IkFsaWduICYgUHJpb3JpdGl6ZSB1c2UgY2FzZXMiLCJOb3RlIjpudWxsLCJIeXBlcmxpbmsiOnsiJGlkIjoiMTM3NSIsIkFkZHJlc3MiOm51bGwsIlN1YkFkZHJlc3MiOm51bGx9LCJJc0NoYW5nZWQiOmZhbHNlLCJJc05ldyI6ZmFsc2V9fSx7IiRpZCI6IjEzNzYiLCJfYXR0YWNoZWRNaWxlc3RvbmVzIjpbXSwiVGFza0RlZmluaXRpb24iOnsiJGlkIjoiMTM3NyIsIkdyb3VwTmFtZSI6bnVsbCwiU3RhcnREYXRlIjoiMjAyMi0wMi0yMVQwODowMDowMCIsIkVuZERhdGUiOiIyMDIyLTA1LTIwVDE3OjAwOjAwIiwiUGVyY2VudGFnZUNvbXBsZXRlIjowLjAsIlN0eWxlIjp7IiRpZCI6IjEzNzgiLCJTaGFwZSI6MSwiU2hhcGVUaGlja25lc3MiOjAsIkR1cmF0aW9uRm9ybWF0IjowLCJJbmNsdWRlTm9uV29ya2luZ0RheXNJbkR1cmF0aW9uIjpmYWxzZSwiUGVyY2VudGFnZUNvbXBsZXRlU3R5bGUiOnsiJGlkIjoiMTM3OSIsIkZvbnRTZXR0aW5ncyI6eyIkaWQiOiIxMzgwIiwiRm9udFNpemUiOjEwLCJGb250TmFtZSI6IkNhbGlicmkiLCJJc0JvbGQiOmZhbHNlLCJJc0l0YWxpYyI6ZmFsc2UsIklzVW5kZXJsaW5lZCI6ZmFsc2UsIlBhcmVudFN0eWxlIjpudWxsfSwiQXV0b1NpemUiOjAsIkZvcmVncm91bmQiOnsiJGlkIjoiMTM4MSIsIkNvbG9yIjp7IiRpZCI6IjEzODI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HJlZiI6Ijg4In0sIlBhZGRpbmciOnsiJHJlZiI6Ijg5In0sIkJhY2tncm91bmQiOnsiJGlkIjoiMTM4MyIsIkNvbG9yIjp7IiRyZWYiOiI1MzcifX0sIklzVmlzaWJsZSI6dHJ1ZSwiV2lkdGgiOjAuMCwiSGVpZ2h0IjowLjAsIkJvcmRlclN0eWxlIjp7IiRpZCI6IjEzODQiLCJMaW5lQ29sb3IiOm51bGwsIkxpbmVXZWlnaHQiOjAuMCwiTGluZVR5cGUiOjAsIlBhcmVudFN0eWxlIjpudWxsfSwiUGFyZW50U3R5bGUiOm51bGx9LCJEdXJhdGlvblN0eWxlIjp7IiRpZCI6IjEzODUiLCJGb250U2V0dGluZ3MiOnsiJGlkIjoiMTM4NiIsIkZvbnRTaXplIjoxMCwiRm9udE5hbWUiOiJDYWxpYnJpIiwiSXNCb2xkIjpmYWxzZSwiSXNJdGFsaWMiOmZhbHNlLCJJc1VuZGVybGluZWQiOmZhbHNlLCJQYXJlbnRTdHlsZSI6bnVsbH0sIkF1dG9TaXplIjowLCJGb3JlZ3JvdW5kIjp7IiRyZWYiOiI5MyJ9LCJNYXhXaWR0aCI6MjAwLjAsIk1heEhlaWdodCI6IkluZmluaXR5IiwiU21hcnRGb3JlZ3JvdW5kSXNBY3RpdmUiOmZhbHNlLCJIb3Jpem9udGFsQWxpZ25tZW50IjowLCJWZXJ0aWNhbEFsaWdubWVudCI6MCwiU21hcnRGb3JlZ3JvdW5kIjpudWxsLCJCYWNrZ3JvdW5kRmlsbFR5cGUiOjAsIk1hcmdpbiI6eyIkcmVmIjoiOTUifSwiUGFkZGluZyI6eyIkcmVmIjoiOTYifSwiQmFja2dyb3VuZCI6eyIkcmVmIjoiOTcifSwiSXNWaXNpYmxlIjp0cnVlLCJXaWR0aCI6MC4wLCJIZWlnaHQiOjAuMCwiQm9yZGVyU3R5bGUiOnsiJGlkIjoiMTM4NyIsIkxpbmVDb2xvciI6bnVsbCwiTGluZVdlaWdodCI6MC4wLCJMaW5lVHlwZSI6MCwiUGFyZW50U3R5bGUiOm51bGx9LCJQYXJlbnRTdHlsZSI6bnVsbH0sIkhvcml6b250YWxDb25uZWN0b3JTdHlsZSI6eyIkaWQiOiIxMzg4IiwiTGluZUNvbG9yIjp7IiRyZWYiOiI5OSJ9LCJMaW5lV2VpZ2h0IjoxLjAsIkxpbmVUeXBlIjowLCJQYXJlbnRTdHlsZSI6bnVsbH0sIlZlcnRpY2FsQ29ubmVjdG9yU3R5bGUiOnsiJGlkIjoiMTM4OSIsIkxpbmVDb2xvciI6eyIkcmVmIjoiMTAyIn0sIkxpbmVXZWlnaHQiOjAuMCwiTGluZVR5cGUiOjAsIlBhcmVudFN0eWxlIjpudWxsfSwiTWFyZ2luIjpudWxsLCJTdGFydERhdGVQb3NpdGlvbiI6NiwiRW5kRGF0ZVBvc2l0aW9uIjo2LCJEYXRlSXNWaXNpYmxlIjpmYWxzZSwiVGl0bGVQb3NpdGlvbiI6NCwiRHVyYXRpb25Qb3NpdGlvbiI6NiwiUGVyY2VudGFnZUNvbXBsZXRlZFBvc2l0aW9uIjo2LCJTcGFjaW5nIjo1LCJJc0JlbG93VGltZWJhbmQiOnRydWUsIlBlcmNlbnRhZ2VDb21wbGV0ZVNoYXBlT3BhY2l0eSI6MzUsIlNoYXBlU3R5bGUiOnsiJGlkIjoiMTM5MCIsIk1hcmdpbiI6eyIkcmVmIjoiMTA1In0sIlBhZGRpbmciOnsiJHJlZiI6IjEwNiJ9LCJCYWNrZ3JvdW5kIjp7IiRpZCI6IjEzOTEiLCJDb2xvciI6eyIkaWQiOiIxMzkyIiwiQSI6MjU1LCJSIjo2OCwiRyI6MTE0LCJCIjoxOTZ9fSwiSXNWaXNpYmxlIjp0cnVlLCJXaWR0aCI6MC4wLCJIZWlnaHQiOjEwLjAsIkJvcmRlclN0eWxlIjp7IiRpZCI6IjEzOTMiLCJMaW5lQ29sb3IiOnsiJHJlZiI6IjU0OCJ9LCJMaW5lV2VpZ2h0IjowLjAsIkxpbmVUeXBlIjowLCJQYXJlbnRTdHlsZSI6bnVsbH0sIlBhcmVudFN0eWxlIjpudWxsfSwiVGl0bGVTdHlsZSI6eyIkaWQiOiIxMzk0IiwiRm9udFNldHRpbmdzIjp7IiRpZCI6IjEzOTUiLCJGb250U2l6ZSI6MTEsIkZvbnROYW1lIjoiQ2FsaWJyaSIsIklzQm9sZCI6ZmFsc2UsIklzSXRhbGljIjpmYWxzZSwiSXNVbmRlcmxpbmVkIjpmYWxzZSwiUGFyZW50U3R5bGUiOm51bGx9LCJBdXRvU2l6ZSI6MCwiRm9yZWdyb3VuZCI6eyIkaWQiOiIxMzk2IiwiQ29sb3IiOnsiJGlkIjoiMTM5NyIsIkEiOjI1NSwiUiI6MjU1LCJHIjoyNTUsIkIiOjI1NX19LCJNYXhXaWR0aCI6OTYwLjAsIk1heEhlaWdodCI6IkluZmluaXR5IiwiU21hcnRGb3JlZ3JvdW5kSXNBY3RpdmUiOmZhbHNlLCJIb3Jpem9udGFsQWxpZ25tZW50IjowLCJWZXJ0aWNhbEFsaWdubWVudCI6MCwiU21hcnRGb3JlZ3JvdW5kIjpudWxsLCJCYWNrZ3JvdW5kRmlsbFR5cGUiOjAsIk1hcmdpbiI6eyIkcmVmIjoiMTE2In0sIlBhZGRpbmciOnsiJHJlZiI6IjExNyJ9LCJCYWNrZ3JvdW5kIjp7IiRpZCI6IjEzOTgiLCJDb2xvciI6eyIkaWQiOiIxMzk5IiwiQSI6MCwiUiI6MjU1LCJHIjoyNTUsIkIiOjI1NX19LCJJc1Zpc2libGUiOnRydWUsIldpZHRoIjowLjAsIkhlaWdodCI6MC4wLCJCb3JkZXJTdHlsZSI6eyIkaWQiOiIxNDAwIiwiTGluZUNvbG9yIjpudWxsLCJMaW5lV2VpZ2h0IjowLjAsIkxpbmVUeXBlIjowLCJQYXJlbnRTdHlsZSI6bnVsbH0sIlBhcmVudFN0eWxlIjpudWxsfSwiRGF0ZVN0eWxlIjp7IiRpZCI6IjE0MDEiLCJGb250U2V0dGluZ3MiOnsiJGlkIjoiMTQwMiIsIkZvbnRTaXplIjoxMCwiRm9udE5hbWUiOiJDYWxpYnJpIiwiSXNCb2xkIjpmYWxzZSwiSXNJdGFsaWMiOmZhbHNlLCJJc1VuZGVybGluZWQiOmZhbHNlLCJQYXJlbnRTdHlsZSI6bnVsbH0sIkF1dG9TaXplIjowLCJGb3JlZ3JvdW5kIjp7IiRpZCI6IjE0MDMiLCJDb2xvciI6eyIkaWQiOiIxNDA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IzIn0sIlBhZGRpbmciOnsiJHJlZiI6IjEyNCJ9LCJCYWNrZ3JvdW5kIjp7IiRpZCI6IjE0MDUiLCJDb2xvciI6eyIkaWQiOiIxNDA2IiwiQSI6MCwiUiI6MjU1LCJHIjoyNTUsIkIiOjI1NX19LCJJc1Zpc2libGUiOnRydWUsIldpZHRoIjowLjAsIkhlaWdodCI6MC4wLCJCb3JkZXJTdHlsZSI6eyIkaWQiOiIxNDA3IiwiTGluZUNvbG9yIjpudWxsLCJMaW5lV2VpZ2h0IjowLjAsIkxpbmVUeXBlIjowLCJQYXJlbnRTdHlsZSI6bnVsbH0sIlBhcmVudFN0eWxlIjpudWxsfSwiRGF0ZUZvcm1hdCI6eyIkcmVmIjoiNTY0In0sIldlZWtOdW1iZXJpbmciOnsiJGlkIjoiMTQwOCIsIkZvcm1hdCI6MCwiSXNWaXNpYmxlIjpmYWxzZSwiTGFzdEtub3duVmlzaWJpbGl0eVN0YXRlIjpmYWxzZX0sIklzVmlzaWJsZSI6ZmFsc2UsIlBhcmVudFN0eWxlIjpudWxsfSwiSW5kZXgiOjIsIlNtYXJ0RHVyYXRpb25BY3RpdmF0ZWQiOmZhbHNlLCJEYXRlRm9ybWF0Ijp7IiRyZWYiOiI1NjQifSwiV2Vla051bWJlcmluZyI6eyIkaWQiOiIxNDA5IiwiRm9ybWF0IjowLCJJc1Zpc2libGUiOmZhbHNlLCJMYXN0S25vd25WaXNpYmlsaXR5U3RhdGUiOmZhbHNlfSwiSWQiOiIwYjI5YWEwMS01ZDllLTQ3N2EtOTczNi0zNjA4MGNhMDU1MGMiLCJJbXBvcnRJZCI6IjY0IiwiVGl0bGUiOiJDcmVhdGUgdGVjaCBibHVlcHJpbnQgZm9yIGVhY2ggdXNlIGNhc2UiLCJOb3RlIjpudWxsLCJIeXBlcmxpbmsiOnsiJGlkIjoiMTQxMCIsIkFkZHJlc3MiOm51bGwsIlN1YkFkZHJlc3MiOm51bGx9LCJJc0NoYW5nZWQiOmZhbHNlLCJJc05ldyI6ZmFsc2V9fSx7IiRpZCI6IjE0MTEiLCJfYXR0YWNoZWRNaWxlc3RvbmVzIjpbXSwiVGFza0RlZmluaXRpb24iOnsiJGlkIjoiMTQxMiIsIkdyb3VwTmFtZSI6bnVsbCwiU3RhcnREYXRlIjoiMjAyMi0wMi0yOFQwODowMDowMCIsIkVuZERhdGUiOiIyMDIyLTEwLTI4VDE3OjAwOjAwIiwiUGVyY2VudGFnZUNvbXBsZXRlIjowLjAsIlN0eWxlIjp7IiRpZCI6IjE0MTMiLCJTaGFwZSI6MSwiU2hhcGVUaGlja25lc3MiOjAsIkR1cmF0aW9uRm9ybWF0IjowLCJJbmNsdWRlTm9uV29ya2luZ0RheXNJbkR1cmF0aW9uIjpmYWxzZSwiUGVyY2VudGFnZUNvbXBsZXRlU3R5bGUiOnsiJGlkIjoiMTQxNCIsIkZvbnRTZXR0aW5ncyI6eyIkaWQiOiIxNDE1IiwiRm9udFNpemUiOjEwLCJGb250TmFtZSI6IkNhbGlicmkiLCJJc0JvbGQiOmZhbHNlLCJJc0l0YWxpYyI6ZmFsc2UsIklzVW5kZXJsaW5lZCI6ZmFsc2UsIlBhcmVudFN0eWxlIjpudWxsfSwiQXV0b1NpemUiOjAsIkZvcmVncm91bmQiOnsiJGlkIjoiMTQxNiIsIkNvbG9yIjp7IiRpZCI6IjE0MTc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pZCI6IjE0MTgiLCJUb3AiOjAsIkxlZnQiOjAsIlJpZ2h0IjowLCJCb3R0b20iOjB9LCJQYWRkaW5nIjp7IiRpZCI6IjE0MTkiLCJUb3AiOjAsIkxlZnQiOjAsIlJpZ2h0IjowLCJCb3R0b20iOjB9LCJCYWNrZ3JvdW5kIjp7IiRpZCI6IjE0MjAiLCJDb2xvciI6eyIkaWQiOiIxNDIxIiwiQSI6ODksIlIiOjAsIkciOjAsIkIiOjB9fSwiSXNWaXNpYmxlIjp0cnVlLCJXaWR0aCI6MC4wLCJIZWlnaHQiOjAuMCwiQm9yZGVyU3R5bGUiOnsiJGlkIjoiMTQyMiIsIkxpbmVDb2xvciI6bnVsbCwiTGluZVdlaWdodCI6MC4wLCJMaW5lVHlwZSI6MCwiUGFyZW50U3R5bGUiOm51bGx9LCJQYXJlbnRTdHlsZSI6bnVsbH0sIkR1cmF0aW9uU3R5bGUiOnsiJGlkIjoiMTQyMyIsIkZvbnRTZXR0aW5ncyI6eyIkaWQiOiIxNDI0IiwiRm9udFNpemUiOjEwLCJGb250TmFtZSI6IkNhbGlicmkiLCJJc0JvbGQiOmZhbHNlLCJJc0l0YWxpYyI6ZmFsc2UsIklzVW5kZXJsaW5lZCI6ZmFsc2UsIlBhcmVudFN0eWxlIjpudWxsfSwiQXV0b1NpemUiOjAsIkZvcmVncm91bmQiOnsiJGlkIjoiMTQyNSIsIkNvbG9yIjp7IiRpZCI6IjE0MjY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NDI3IiwiVG9wIjowLCJMZWZ0IjowLCJSaWdodCI6MCwiQm90dG9tIjowfSwiUGFkZGluZyI6eyIkaWQiOiIxNDI4IiwiVG9wIjowLCJMZWZ0IjowLCJSaWdodCI6MCwiQm90dG9tIjowfSwiQmFja2dyb3VuZCI6eyIkaWQiOiIxNDI5IiwiQ29sb3IiOnsiJHJlZiI6IjE0MjEifX0sIklzVmlzaWJsZSI6dHJ1ZSwiV2lkdGgiOjAuMCwiSGVpZ2h0IjowLjAsIkJvcmRlclN0eWxlIjp7IiRpZCI6IjE0MzAiLCJMaW5lQ29sb3IiOm51bGwsIkxpbmVXZWlnaHQiOjAuMCwiTGluZVR5cGUiOjAsIlBhcmVudFN0eWxlIjpudWxsfSwiUGFyZW50U3R5bGUiOm51bGx9LCJIb3Jpem9udGFsQ29ubmVjdG9yU3R5bGUiOnsiJGlkIjoiMTQzMSIsIkxpbmVDb2xvciI6eyIkaWQiOiIxNDMyIiwiJHR5cGUiOiJOTFJFLkNvbW1vbi5Eb20uU29saWRDb2xvckJydXNoLCBOTFJFLkNvbW1vbiIsIkNvbG9yIjp7IiRpZCI6IjE0MzMiLCJBIjoyNTUsIlIiOjIwNCwiRyI6MjA0LCJCIjoyMDR9fSwiTGluZVdlaWdodCI6MS4wLCJMaW5lVHlwZSI6MCwiUGFyZW50U3R5bGUiOm51bGx9LCJWZXJ0aWNhbENvbm5lY3RvclN0eWxlIjp7IiRpZCI6IjE0MzQiLCJMaW5lQ29sb3IiOnsiJGlkIjoiMTQzNSIsIiR0eXBlIjoiTkxSRS5Db21tb24uRG9tLlNvbGlkQ29sb3JCcnVzaCwgTkxSRS5Db21tb24iLCJDb2xvciI6eyIkaWQiOiIxNDM2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MTQzNyIsIk1hcmdpbiI6eyIkaWQiOiIxNDM4IiwiVG9wIjowLCJMZWZ0Ijo0LCJSaWdodCI6NCwiQm90dG9tIjowfSwiUGFkZGluZyI6eyIkaWQiOiIxNDM5IiwiVG9wIjowLCJMZWZ0IjowLCJSaWdodCI6MCwiQm90dG9tIjowfSwiQmFja2dyb3VuZCI6eyIkaWQiOiIxNDQwIiwiQ29sb3IiOnsiJGlkIjoiMTQ0MSIsIkEiOjI1NSwiUiI6NjgsIkciOjExNCwiQiI6MTk2fX0sIklzVmlzaWJsZSI6dHJ1ZSwiV2lkdGgiOjAuMCwiSGVpZ2h0IjoxMC4wLCJCb3JkZXJTdHlsZSI6eyIkaWQiOiIxNDQyIiwiTGluZUNvbG9yIjp7IiRpZCI6IjE0NDMiLCIkdHlwZSI6Ik5MUkUuQ29tbW9uLkRvbS5Tb2xpZENvbG9yQnJ1c2gsIE5MUkUuQ29tbW9uIiwiQ29sb3IiOnsiJGlkIjoiMTQ0NCIsIkEiOjI1NSwiUiI6MjU1LCJHIjowLCJCIjowfX0sIkxpbmVXZWlnaHQiOjAuMCwiTGluZVR5cGUiOjAsIlBhcmVudFN0eWxlIjpudWxsfSwiUGFyZW50U3R5bGUiOm51bGx9LCJUaXRsZVN0eWxlIjp7IiRpZCI6IjE0NDUiLCJGb250U2V0dGluZ3MiOnsiJGlkIjoiMTQ0NiIsIkZvbnRTaXplIjoxMSwiRm9udE5hbWUiOiJDYWxpYnJpIiwiSXNCb2xkIjpmYWxzZSwiSXNJdGFsaWMiOmZhbHNlLCJJc1VuZGVybGluZWQiOmZhbHNlLCJQYXJlbnRTdHlsZSI6bnVsbH0sIkF1dG9TaXplIjowLCJGb3JlZ3JvdW5kIjp7IiRpZCI6IjE0NDciLCJDb2xvciI6eyIkaWQiOiIxNDQ4IiwiQSI6MjU1LCJSIjoyNTUsIkciOjI1NSwiQiI6MjU1fX0sIk1heFdpZHRoIjo5NjAuMCwiTWF4SGVpZ2h0IjoiSW5maW5pdHkiLCJTbWFydEZvcmVncm91bmRJc0FjdGl2ZSI6ZmFsc2UsIkhvcml6b250YWxBbGlnbm1lbnQiOjEsIlZlcnRpY2FsQWxpZ25tZW50IjowLCJTbWFydEZvcmVncm91bmQiOm51bGwsIkJhY2tncm91bmRGaWxsVHlwZSI6MCwiTWFyZ2luIjp7IiRpZCI6IjE0NDkiLCJUb3AiOjAsIkxlZnQiOjAsIlJpZ2h0IjowLCJCb3R0b20iOjB9LCJQYWRkaW5nIjp7IiRpZCI6IjE0NTAiLCJUb3AiOjAsIkxlZnQiOjAsIlJpZ2h0IjowLCJCb3R0b20iOjB9LCJCYWNrZ3JvdW5kIjp7IiRpZCI6IjE0NTEiLCJDb2xvciI6eyIkaWQiOiIxNDUyIiwiQSI6MCwiUiI6MjU1LCJHIjoyNTUsIkIiOjI1NX19LCJJc1Zpc2libGUiOnRydWUsIldpZHRoIjowLjAsIkhlaWdodCI6MC4wLCJCb3JkZXJTdHlsZSI6eyIkaWQiOiIxNDUzIiwiTGluZUNvbG9yIjpudWxsLCJMaW5lV2VpZ2h0IjowLjAsIkxpbmVUeXBlIjowLCJQYXJlbnRTdHlsZSI6bnVsbH0sIlBhcmVudFN0eWxlIjpudWxsfSwiRGF0ZVN0eWxlIjp7IiRpZCI6IjE0NTQiLCJGb250U2V0dGluZ3MiOnsiJGlkIjoiMTQ1NSIsIkZvbnRTaXplIjoxMCwiRm9udE5hbWUiOiJDYWxpYnJpIiwiSXNCb2xkIjpmYWxzZSwiSXNJdGFsaWMiOmZhbHNlLCJJc1VuZGVybGluZWQiOmZhbHNlLCJQYXJlbnRTdHlsZSI6bnVsbH0sIkF1dG9TaXplIjowLCJGb3JlZ3JvdW5kIjp7IiRpZCI6IjE0NTYiLCJDb2xvciI6eyIkaWQiOiIxNDU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NDU4IiwiVG9wIjowLCJMZWZ0IjowLCJSaWdodCI6MCwiQm90dG9tIjowfSwiUGFkZGluZyI6eyIkaWQiOiIxNDU5IiwiVG9wIjowLCJMZWZ0IjowLCJSaWdodCI6MCwiQm90dG9tIjowfSwiQmFja2dyb3VuZCI6eyIkaWQiOiIxNDYwIiwiQ29sb3IiOnsiJHJlZiI6IjE0MjEifX0sIklzVmlzaWJsZSI6dHJ1ZSwiV2lkdGgiOjAuMCwiSGVpZ2h0IjowLjAsIkJvcmRlclN0eWxlIjp7IiRpZCI6IjE0NjEiLCJMaW5lQ29sb3IiOm51bGwsIkxpbmVXZWlnaHQiOjAuMCwiTGluZVR5cGUiOjAsIlBhcmVudFN0eWxlIjpudWxsfSwiUGFyZW50U3R5bGUiOm51bGx9LCJEYXRlRm9ybWF0Ijp7IiRpZCI6IjE0N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2MyIsIkZvcm1hdCI6MCwiSXNWaXNpYmxlIjpmYWxzZSwiTGFzdEtub3duVmlzaWJpbGl0eVN0YXRlIjpmYWxzZX0sIklzVmlzaWJsZSI6ZmFsc2UsIlBhcmVudFN0eWxlIjpudWxsfSwiSW5kZXgiOjMsIlNtYXJ0RHVyYXRpb25BY3RpdmF0ZWQiOmZhbHNlLCJEYXRlRm9ybWF0Ijp7IiRyZWYiOiIxNDYyIn0sIldlZWtOdW1iZXJpbmciOnsiJGlkIjoiMTQ2NCIsIkZvcm1hdCI6MCwiSXNWaXNpYmxlIjpmYWxzZSwiTGFzdEtub3duVmlzaWJpbGl0eVN0YXRlIjpmYWxzZX0sIklkIjoiYWIyNDM2YTQtYjY0Zi00NjBhLTllMTktNDAwMzczNTVmMzY5IiwiSW1wb3J0SWQiOiIyNyIsIlRpdGxlIjoiSXRlcmF0aXZlIHJvbGxvdXQgb2YgdXNlIGNhc2VzIiwiTm90ZSI6bnVsbCwiSHlwZXJsaW5rIjp7IiRpZCI6IjE0NjUiLCJBZGRyZXNzIjpudWxsLCJTdWJBZGRyZXNzIjpudWxsfSwiSXNDaGFuZ2VkIjpmYWxzZSwiSXNOZXciOmZhbHNlfX0seyIkaWQiOiIxNDY2IiwiX2F0dGFjaGVkTWlsZXN0b25lcyI6W10sIlRhc2tEZWZpbml0aW9uIjp7IiRpZCI6IjE0NjciLCJHcm91cE5hbWUiOm51bGwsIlN0YXJ0RGF0ZSI6IjIwMjItMDEtMDNUMDg6MDA6MDAiLCJFbmREYXRlIjoiMjAyMi0xMC0yOFQxNzowMDowMCIsIlBlcmNlbnRhZ2VDb21wbGV0ZSI6MC4wLCJTdHlsZSI6eyIkaWQiOiIxNDY4IiwiU2hhcGUiOjEsIlNoYXBlVGhpY2tuZXNzIjowLCJEdXJhdGlvbkZvcm1hdCI6MCwiSW5jbHVkZU5vbldvcmtpbmdEYXlzSW5EdXJhdGlvbiI6ZmFsc2UsIlBlcmNlbnRhZ2VDb21wbGV0ZVN0eWxlIjp7IiRpZCI6IjE0NjkiLCJGb250U2V0dGluZ3MiOnsiJGlkIjoiMTQ3MCIsIkZvbnRTaXplIjoxMCwiRm9udE5hbWUiOiJDYWxpYnJpIiwiSXNCb2xkIjpmYWxzZSwiSXNJdGFsaWMiOmZhbHNlLCJJc1VuZGVybGluZWQiOmZhbHNlLCJQYXJlbnRTdHlsZSI6bnVsbH0sIkF1dG9TaXplIjowLCJGb3JlZ3JvdW5kIjp7IiRpZCI6IjE0NzEiLCJDb2xvciI6eyIkaWQiOiIxNDcy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xNDczIiwiVG9wIjowLCJMZWZ0IjowLCJSaWdodCI6MCwiQm90dG9tIjowfSwiUGFkZGluZyI6eyIkaWQiOiIxNDc0IiwiVG9wIjowLCJMZWZ0IjowLCJSaWdodCI6MCwiQm90dG9tIjowfSwiQmFja2dyb3VuZCI6eyIkaWQiOiIxNDc1IiwiQ29sb3IiOnsiJGlkIjoiMTQ3NiIsIkEiOjg5LCJSIjowLCJHIjowLCJCIjowfX0sIklzVmlzaWJsZSI6dHJ1ZSwiV2lkdGgiOjAuMCwiSGVpZ2h0IjowLjAsIkJvcmRlclN0eWxlIjp7IiRpZCI6IjE0NzciLCJMaW5lQ29sb3IiOm51bGwsIkxpbmVXZWlnaHQiOjAuMCwiTGluZVR5cGUiOjAsIlBhcmVudFN0eWxlIjpudWxsfSwiUGFyZW50U3R5bGUiOm51bGx9LCJEdXJhdGlvblN0eWxlIjp7IiRpZCI6IjE0NzgiLCJGb250U2V0dGluZ3MiOnsiJGlkIjoiMTQ3OSIsIkZvbnRTaXplIjoxMCwiRm9udE5hbWUiOiJDYWxpYnJpIiwiSXNCb2xkIjpmYWxzZSwiSXNJdGFsaWMiOmZhbHNlLCJJc1VuZGVybGluZWQiOmZhbHNlLCJQYXJlbnRTdHlsZSI6bnVsbH0sIkF1dG9TaXplIjowLCJGb3JlZ3JvdW5kIjp7IiRpZCI6IjE0ODAiLCJDb2xvciI6eyIkaWQiOiIxNDg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Q4MiIsIlRvcCI6MCwiTGVmdCI6MCwiUmlnaHQiOjAsIkJvdHRvbSI6MH0sIlBhZGRpbmciOnsiJGlkIjoiMTQ4MyIsIlRvcCI6MCwiTGVmdCI6MCwiUmlnaHQiOjAsIkJvdHRvbSI6MH0sIkJhY2tncm91bmQiOnsiJGlkIjoiMTQ4NCIsIkNvbG9yIjp7IiRyZWYiOiIxNDc2In19LCJJc1Zpc2libGUiOnRydWUsIldpZHRoIjowLjAsIkhlaWdodCI6MC4wLCJCb3JkZXJTdHlsZSI6eyIkaWQiOiIxNDg1IiwiTGluZUNvbG9yIjpudWxsLCJMaW5lV2VpZ2h0IjowLjAsIkxpbmVUeXBlIjowLCJQYXJlbnRTdHlsZSI6bnVsbH0sIlBhcmVudFN0eWxlIjpudWxsfSwiSG9yaXpvbnRhbENvbm5lY3RvclN0eWxlIjp7IiRpZCI6IjE0ODYiLCJMaW5lQ29sb3IiOnsiJGlkIjoiMTQ4NyIsIiR0eXBlIjoiTkxSRS5Db21tb24uRG9tLlNvbGlkQ29sb3JCcnVzaCwgTkxSRS5Db21tb24iLCJDb2xvciI6eyIkaWQiOiIxNDg4IiwiQSI6MjU1LCJSIjoyMDQsIkciOjIwNCwiQiI6MjA0fX0sIkxpbmVXZWlnaHQiOjEuMCwiTGluZVR5cGUiOjAsIlBhcmVudFN0eWxlIjpudWxsfSwiVmVydGljYWxDb25uZWN0b3JTdHlsZSI6eyIkaWQiOiIxNDg5IiwiTGluZUNvbG9yIjp7IiRpZCI6IjE0OTAiLCIkdHlwZSI6Ik5MUkUuQ29tbW9uLkRvbS5Tb2xpZENvbG9yQnJ1c2gsIE5MUkUuQ29tbW9uIiwiQ29sb3IiOnsiJGlkIjoiMTQ5MS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E0OTIiLCJNYXJnaW4iOnsiJGlkIjoiMTQ5MyIsIlRvcCI6MCwiTGVmdCI6NCwiUmlnaHQiOjQsIkJvdHRvbSI6MH0sIlBhZGRpbmciOnsiJGlkIjoiMTQ5NCIsIlRvcCI6MCwiTGVmdCI6MCwiUmlnaHQiOjAsIkJvdHRvbSI6MH0sIkJhY2tncm91bmQiOnsiJGlkIjoiMTQ5NSIsIkNvbG9yIjp7IiRpZCI6IjE0OTYiLCJBIjoyNTUsIlIiOjY4LCJHIjoxMTQsIkIiOjE5Nn19LCJJc1Zpc2libGUiOnRydWUsIldpZHRoIjowLjAsIkhlaWdodCI6MTAuMCwiQm9yZGVyU3R5bGUiOnsiJGlkIjoiMTQ5NyIsIkxpbmVDb2xvciI6eyIkaWQiOiIxNDk4IiwiJHR5cGUiOiJOTFJFLkNvbW1vbi5Eb20uU29saWRDb2xvckJydXNoLCBOTFJFLkNvbW1vbiIsIkNvbG9yIjp7IiRpZCI6IjE0OTkiLCJBIjoyNTUsIlIiOjI1NSwiRyI6MCwiQiI6MH19LCJMaW5lV2VpZ2h0IjowLjAsIkxpbmVUeXBlIjowLCJQYXJlbnRTdHlsZSI6bnVsbH0sIlBhcmVudFN0eWxlIjpudWxsfSwiVGl0bGVTdHlsZSI6eyIkaWQiOiIxNTAwIiwiRm9udFNldHRpbmdzIjp7IiRpZCI6IjE1MDEiLCJGb250U2l6ZSI6MTEsIkZvbnROYW1lIjoiQ2FsaWJyaSIsIklzQm9sZCI6ZmFsc2UsIklzSXRhbGljIjpmYWxzZSwiSXNVbmRlcmxpbmVkIjpmYWxzZSwiUGFyZW50U3R5bGUiOm51bGx9LCJBdXRvU2l6ZSI6MCwiRm9yZWdyb3VuZCI6eyIkcmVmIjoiMTE0In0sIk1heFdpZHRoIjo5NjAuMCwiTWF4SGVpZ2h0IjoiSW5maW5pdHkiLCJTbWFydEZvcmVncm91bmRJc0FjdGl2ZSI6ZmFsc2UsIkhvcml6b250YWxBbGlnbm1lbnQiOjEsIlZlcnRpY2FsQWxpZ25tZW50IjowLCJTbWFydEZvcmVncm91bmQiOm51bGwsIkJhY2tncm91bmRGaWxsVHlwZSI6MCwiTWFyZ2luIjp7IiRpZCI6IjE1MDIiLCJUb3AiOjAsIkxlZnQiOjAsIlJpZ2h0IjowLCJCb3R0b20iOjB9LCJQYWRkaW5nIjp7IiRpZCI6IjE1MDMiLCJUb3AiOjAsIkxlZnQiOjAsIlJpZ2h0IjowLCJCb3R0b20iOjB9LCJCYWNrZ3JvdW5kIjp7IiRpZCI6IjE1MDQiLCJDb2xvciI6eyIkcmVmIjoiMTQ3NiJ9fSwiSXNWaXNpYmxlIjp0cnVlLCJXaWR0aCI6MC4wLCJIZWlnaHQiOjAuMCwiQm9yZGVyU3R5bGUiOnsiJGlkIjoiMTUwNSIsIkxpbmVDb2xvciI6bnVsbCwiTGluZVdlaWdodCI6MC4wLCJMaW5lVHlwZSI6MCwiUGFyZW50U3R5bGUiOm51bGx9LCJQYXJlbnRTdHlsZSI6bnVsbH0sIkRhdGVTdHlsZSI6eyIkaWQiOiIxNTA2IiwiRm9udFNldHRpbmdzIjp7IiRpZCI6IjE1MDciLCJGb250U2l6ZSI6MTAsIkZvbnROYW1lIjoiQ2FsaWJyaSIsIklzQm9sZCI6ZmFsc2UsIklzSXRhbGljIjpmYWxzZSwiSXNVbmRlcmxpbmVkIjpmYWxzZSwiUGFyZW50U3R5bGUiOm51bGx9LCJBdXRvU2l6ZSI6MCwiRm9yZWdyb3VuZCI6eyIkaWQiOiIxNTA4IiwiQ29sb3IiOnsiJGlkIjoiMTUwO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UxMCIsIlRvcCI6MCwiTGVmdCI6MCwiUmlnaHQiOjAsIkJvdHRvbSI6MH0sIlBhZGRpbmciOnsiJGlkIjoiMTUxMSIsIlRvcCI6MCwiTGVmdCI6MCwiUmlnaHQiOjAsIkJvdHRvbSI6MH0sIkJhY2tncm91bmQiOnsiJGlkIjoiMTUxMiIsIkNvbG9yIjp7IiRyZWYiOiIxNDc2In19LCJJc1Zpc2libGUiOnRydWUsIldpZHRoIjowLjAsIkhlaWdodCI6MC4wLCJCb3JkZXJTdHlsZSI6eyIkaWQiOiIxNTEzIiwiTGluZUNvbG9yIjpudWxsLCJMaW5lV2VpZ2h0IjowLjAsIkxpbmVUeXBlIjowLCJQYXJlbnRTdHlsZSI6bnVsbH0sIlBhcmVudFN0eWxlIjpudWxsfSwiRGF0ZUZvcm1hdCI6eyIkaWQiOiIxNTE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1MTUiLCJGb3JtYXQiOjAsIklzVmlzaWJsZSI6ZmFsc2UsIkxhc3RLbm93blZpc2liaWxpdHlTdGF0ZSI6ZmFsc2V9LCJJc1Zpc2libGUiOmZhbHNlLCJQYXJlbnRTdHlsZSI6bnVsbH0sIkluZGV4IjoyNSwiU21hcnREdXJhdGlvbkFjdGl2YXRlZCI6ZmFsc2UsIkRhdGVGb3JtYXQiOnsiJHJlZiI6IjE1MTQifSwiV2Vla051bWJlcmluZyI6eyIkaWQiOiIxNTE2IiwiRm9ybWF0IjowLCJJc1Zpc2libGUiOmZhbHNlLCJMYXN0S25vd25WaXNpYmlsaXR5U3RhdGUiOmZhbHNlfSwiSWQiOiIyN2YyNjA0ZS0yYzA4LTQ0MDctYjUwYy05NTg2ZDRiZGQ1YzEiLCJJbXBvcnRJZCI6IjUiLCJUaXRsZSI6IlRoYWlsYW5kIiwiTm90ZSI6bnVsbCwiSHlwZXJsaW5rIjp7IiRpZCI6IjE1MTciLCJBZGRyZXNzIjoiIiwiU3ViQWRkcmVzcyI6IiJ9LCJJc0NoYW5nZWQiOmZhbHNlLCJJc05ldyI6ZmFsc2V9fV0sIk1pbGVzdG9uZXMiOltdfSx7IiRpZCI6IjE1MTgiLCJJZCI6IjhlMmFmZWZhLWZiMmItNDQwZi1iMmZmLWE0YjQwMzhkNGZjNSIsIkluZGV4Ijo0LCJIZWFkZXJUZXh0IjoiRm91bmRhdGlvbiIsIlN0eWxlIjp7IiRpZCI6IjE1MTkiLCJIZWFkZXJTdHlsZSI6eyIkaWQiOiIxNTIwIiwiVGV4dFN0eWxlIjp7IiRpZCI6IjE1MjEiLCJGb250U2V0dGluZ3MiOnsiJGlkIjoiMTUyMiIsIkZvbnRTaXplIjoxMiwiRm9udE5hbWUiOiJDYWxpYnJpIiwiSXNCb2xkIjpmYWxzZSwiSXNJdGFsaWMiOmZhbHNlLCJJc1VuZGVybGluZWQiOmZhbHNlLCJQYXJlbnRTdHlsZSI6bnVsbH0sIkF1dG9TaXplIjowLCJGb3JlZ3JvdW5kIjp7IiRpZCI6IjE1MjMiLCJDb2xvciI6eyIkaWQiOiIxNTI0IiwiQSI6MjU1LCJSIjoyNTUsIkciOjI1NSwiQiI6MjU1fX0sIk1heFdpZHRoIjowLjAsIk1heEhlaWdodCI6MC4wLCJTbWFydEZvcmVncm91bmRJc0FjdGl2ZSI6ZmFsc2UsIkhvcml6b250YWxBbGlnbm1lbnQiOjAsIlZlcnRpY2FsQWxpZ25tZW50IjowLCJTbWFydEZvcmVncm91bmQiOm51bGwsIkJhY2tncm91bmRGaWxsVHlwZSI6MCwiTWFyZ2luIjp7IiRyZWYiOiIxNDIifSwiUGFkZGluZyI6eyIkcmVmIjoiMTQzIn0sIkJhY2tncm91bmQiOm51bGwsIklzVmlzaWJsZSI6ZmFsc2UsIldpZHRoIjowLjAsIkhlaWdodCI6MC4wLCJCb3JkZXJTdHlsZSI6bnVsbCwiUGFyZW50U3R5bGUiOm51bGx9LCJSZWN0YW5nbGVTdHlsZSI6eyIkaWQiOiIxNTI1IiwiTWFyZ2luIjp7IiRyZWYiOiIxNDUifSwiUGFkZGluZyI6eyIkcmVmIjoiMTQ2In0sIkJhY2tncm91bmQiOnsiJGlkIjoiMTUyNiIsIkNvbG9yIjp7IiRpZCI6IjE1MjciLCJBIjoxMjcsIlIiOjAsIkciOjAsIkIiOjB9fSwiSXNWaXNpYmxlIjpmYWxzZSwiV2lkdGgiOjAuMCwiSGVpZ2h0IjowLjAsIkJvcmRlclN0eWxlIjp7IiRpZCI6IjE1MjgiLCJMaW5lQ29sb3IiOnsiJGlkIjoiMTUyOSIsIiR0eXBlIjoiTkxSRS5Db21tb24uRG9tLlNvbGlkQ29sb3JCcnVzaCwgTkxSRS5Db21tb24iLCJDb2xvciI6eyIkaWQiOiIxNTMwIiwiQSI6MjU1LCJSIjo4OCwiRyI6MzksIkIiOjd9fSwiTGluZVdlaWdodCI6MC4wLCJMaW5lVHlwZSI6MCwiUGFyZW50U3R5bGUiOm51bGx9LCJQYXJlbnRTdHlsZSI6bnVsbH0sIk1hcmdpbiI6eyIkcmVmIjoiMTUyIn0sIlBhZGRpbmciOnsiJHJlZiI6IjE1MyJ9LCJCYWNrZ3JvdW5kIjpudWxsLCJJc1Zpc2libGUiOnRydWUsIldpZHRoIjowLjAsIkhlaWdodCI6MC4wLCJCb3JkZXJTdHlsZSI6bnVsbCwiUGFyZW50U3R5bGUiOm51bGx9LCJCYWNrZ3JvdW5kU3R5bGUiOnsiJGlkIjoiMTUzMSIsIk1hcmdpbiI6eyIkcmVmIjoiMTU1In0sIlBhZGRpbmciOnsiJHJlZiI6IjE1NiJ9LCJCYWNrZ3JvdW5kIjp7IiRpZCI6IjE1MzIiLCJDb2xvciI6eyIkaWQiOiIxNTMzIiwiQSI6MzgsIlIiOjI1NSwiRyI6MjU1LCJCIjoyNTV9fSwiSXNWaXNpYmxlIjp0cnVlLCJXaWR0aCI6MC4wLCJIZWlnaHQiOjAuMCwiQm9yZGVyU3R5bGUiOnsiJGlkIjoiMTUzNCIsIkxpbmVDb2xvciI6eyIkaWQiOiIxNTM1IiwiJHR5cGUiOiJOTFJFLkNvbW1vbi5Eb20uU29saWRDb2xvckJydXNoLCBOTFJFLkNvbW1vbiIsIkNvbG9yIjp7IiRpZCI6IjE1MzYiLCJBIjoyNTUsIlIiOjg4LCJHIjozOSwiQiI6N319LCJMaW5lV2VpZ2h0IjowLjAsIkxpbmVUeXBlIjowLCJQYXJlbnRTdHlsZSI6bnVsbH0sIlBhcmVudFN0eWxlIjpudWxsfSwiSXNBYm92ZVRpbWViYW5kIjpmYWxzZSwiTWFyZ2luIjp7IiRyZWYiOiIxNjIifSwiUGFkZGluZyI6eyIkcmVmIjoiMTYzIn0sIklzVmlzaWJsZSI6dHJ1ZSwiV2lkdGgiOjAuMCwiSGVpZ2h0IjowLjAsIkJvcmRlclN0eWxlIjpudWxsLCJQYXJlbnRTdHlsZSI6bnVsbH0sIlRhc2tzIjpbeyIkaWQiOiIxNTM3IiwiX2F0dGFjaGVkTWlsZXN0b25lcyI6W10sIlRhc2tEZWZpbml0aW9uIjp7IiRpZCI6IjE1MzgiLCJHcm91cE5hbWUiOm51bGwsIlN0YXJ0RGF0ZSI6IjIwMjEtMDYtMTVUMDg6MDA6MDBaIiwiRW5kRGF0ZSI6IjIwMjEtMTItMzFUMTc6MDA6MDBaIiwiUGVyY2VudGFnZUNvbXBsZXRlIjowLjAsIlN0eWxlIjp7IiRpZCI6IjE1MzkiLCJTaGFwZSI6MSwiU2hhcGVUaGlja25lc3MiOjAsIkR1cmF0aW9uRm9ybWF0IjowLCJJbmNsdWRlTm9uV29ya2luZ0RheXNJbkR1cmF0aW9uIjpmYWxzZSwiUGVyY2VudGFnZUNvbXBsZXRlU3R5bGUiOnsiJGlkIjoiMTU0MCIsIkZvbnRTZXR0aW5ncyI6eyIkaWQiOiIxNTQxIiwiRm9udFNpemUiOjEwLCJGb250TmFtZSI6IkNhbGlicmkiLCJJc0JvbGQiOmZhbHNlLCJJc0l0YWxpYyI6ZmFsc2UsIklzVW5kZXJsaW5lZCI6ZmFsc2UsIlBhcmVudFN0eWxlIjpudWxsfSwiQXV0b1NpemUiOjAsIkZvcmVncm91bmQiOnsiJGlkIjoiMTU0MiIsIkNvbG9yIjp7IiRpZCI6IjE1NDM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HJlZiI6Ijg4In0sIlBhZGRpbmciOnsiJHJlZiI6Ijg5In0sIkJhY2tncm91bmQiOnsiJHJlZiI6IjkwIn0sIklzVmlzaWJsZSI6dHJ1ZSwiV2lkdGgiOjAuMCwiSGVpZ2h0IjowLjAsIkJvcmRlclN0eWxlIjp7IiRpZCI6IjE1NDQiLCJMaW5lQ29sb3IiOm51bGwsIkxpbmVXZWlnaHQiOjAuMCwiTGluZVR5cGUiOjAsIlBhcmVudFN0eWxlIjpudWxsfSwiUGFyZW50U3R5bGUiOm51bGx9LCJEdXJhdGlvblN0eWxlIjp7IiRpZCI6IjE1NDUiLCJGb250U2V0dGluZ3MiOnsiJGlkIjoiMTU0NiIsIkZvbnRTaXplIjoxMCwiRm9udE5hbWUiOiJDYWxpYnJpIiwiSXNCb2xkIjpmYWxzZSwiSXNJdGFsaWMiOmZhbHNlLCJJc1VuZGVybGluZWQiOmZhbHNlLCJQYXJlbnRTdHlsZSI6bnVsbH0sIkF1dG9TaXplIjowLCJGb3JlZ3JvdW5kIjp7IiRyZWYiOiI5MyJ9LCJNYXhXaWR0aCI6MjAwLjAsIk1heEhlaWdodCI6IkluZmluaXR5IiwiU21hcnRGb3JlZ3JvdW5kSXNBY3RpdmUiOmZhbHNlLCJIb3Jpem9udGFsQWxpZ25tZW50IjowLCJWZXJ0aWNhbEFsaWdubWVudCI6MCwiU21hcnRGb3JlZ3JvdW5kIjpudWxsLCJCYWNrZ3JvdW5kRmlsbFR5cGUiOjAsIk1hcmdpbiI6eyIkcmVmIjoiOTUifSwiUGFkZGluZyI6eyIkcmVmIjoiOTYifSwiQmFja2dyb3VuZCI6eyIkcmVmIjoiOTcifSwiSXNWaXNpYmxlIjp0cnVlLCJXaWR0aCI6MC4wLCJIZWlnaHQiOjAuMCwiQm9yZGVyU3R5bGUiOnsiJGlkIjoiMTU0NyIsIkxpbmVDb2xvciI6bnVsbCwiTGluZVdlaWdodCI6MC4wLCJMaW5lVHlwZSI6MCwiUGFyZW50U3R5bGUiOm51bGx9LCJQYXJlbnRTdHlsZSI6bnVsbH0sIkhvcml6b250YWxDb25uZWN0b3JTdHlsZSI6eyIkaWQiOiIxNTQ4IiwiTGluZUNvbG9yIjp7IiRyZWYiOiI5OSJ9LCJMaW5lV2VpZ2h0IjoxLjAsIkxpbmVUeXBlIjowLCJQYXJlbnRTdHlsZSI6bnVsbH0sIlZlcnRpY2FsQ29ubmVjdG9yU3R5bGUiOnsiJGlkIjoiMTU0OSIsIkxpbmVDb2xvciI6eyIkcmVmIjoiMTAy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MTU1MCIsIk1hcmdpbiI6eyIkcmVmIjoiMTA1In0sIlBhZGRpbmciOnsiJHJlZiI6IjEwNiJ9LCJCYWNrZ3JvdW5kIjp7IiRpZCI6IjE1NTEiLCJDb2xvciI6eyIkaWQiOiIxNTUyIiwiQSI6MjU1LCJSIjoyMTcsIkciOjIxNywiQiI6MjE3fX0sIklzVmlzaWJsZSI6dHJ1ZSwiV2lkdGgiOjI3MS4wLCJIZWlnaHQiOjEzLjQyNjY5Mjk2MjY0NjQ4NCwiQm9yZGVyU3R5bGUiOnsiJGlkIjoiMTU1MyIsIkxpbmVDb2xvciI6eyIkaWQiOiIxNTU0IiwiJHR5cGUiOiJOTFJFLkNvbW1vbi5Eb20uU29saWRDb2xvckJydXNoLCBOTFJFLkNvbW1vbiIsIkNvbG9yIjp7IiRpZCI6IjE1NTUiLCJBIjoyNTUsIlIiOjI1NSwiRyI6MjU1LCJCIjoyNTV9fSwiTGluZVdlaWdodCI6MC4wLCJMaW5lVHlwZSI6MCwiUGFyZW50U3R5bGUiOm51bGx9LCJQYXJlbnRTdHlsZSI6bnVsbH0sIlRpdGxlU3R5bGUiOnsiJGlkIjoiMTU1NiIsIkZvbnRTZXR0aW5ncyI6eyIkaWQiOiIxNTU3IiwiRm9udFNpemUiOjExLCJGb250TmFtZSI6IkNhbGlicmkiLCJJc0JvbGQiOmZhbHNlLCJJc0l0YWxpYyI6ZmFsc2UsIklzVW5kZXJsaW5lZCI6ZmFsc2UsIlBhcmVudFN0eWxlIjpudWxsfSwiQXV0b1NpemUiOjAsIkZvcmVncm91bmQiOnsiJGlkIjoiMTU1OCIsIkNvbG9yIjp7IiRpZCI6IjE1NTkiLCJBIjoyNTUsIlIiOjAsIkciOjAsIkIiOjB9fSwiTWF4V2lkdGgiOjk2MC4wLCJNYXhIZWlnaHQiOiJJbmZpbml0eSIsIlNtYXJ0Rm9yZWdyb3VuZElzQWN0aXZlIjpmYWxzZSwiSG9yaXpvbnRhbEFsaWdubWVudCI6MSwiVmVydGljYWxBbGlnbm1lbnQiOjAsIlNtYXJ0Rm9yZWdyb3VuZCI6bnVsbCwiQmFja2dyb3VuZEZpbGxUeXBlIjowLCJNYXJnaW4iOnsiJHJlZiI6IjExNiJ9LCJQYWRkaW5nIjp7IiRyZWYiOiIxMTcifSwiQmFja2dyb3VuZCI6eyIkaWQiOiIxNTYwIiwiQ29sb3IiOnsiJGlkIjoiMTU2MSIsIkEiOjAsIlIiOjI1NSwiRyI6MjU1LCJCIjoyNTV9fSwiSXNWaXNpYmxlIjp0cnVlLCJXaWR0aCI6MC4wLCJIZWlnaHQiOjAuMCwiQm9yZGVyU3R5bGUiOnsiJGlkIjoiMTU2MiIsIkxpbmVDb2xvciI6bnVsbCwiTGluZVdlaWdodCI6MC4wLCJMaW5lVHlwZSI6MCwiUGFyZW50U3R5bGUiOm51bGx9LCJQYXJlbnRTdHlsZSI6bnVsbH0sIkRhdGVTdHlsZSI6eyIkaWQiOiIxNTYzIiwiRm9udFNldHRpbmdzIjp7IiRpZCI6IjE1NjQiLCJGb250U2l6ZSI6MTAsIkZvbnROYW1lIjoiQ2FsaWJyaSIsIklzQm9sZCI6ZmFsc2UsIklzSXRhbGljIjpmYWxzZSwiSXNVbmRlcmxpbmVkIjpmYWxzZSwiUGFyZW50U3R5bGUiOm51bGx9LCJBdXRvU2l6ZSI6MCwiRm9yZWdyb3VuZCI6eyIkaWQiOiIxNTY1IiwiQ29sb3IiOnsiJGlkIjoiMTU2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EyMyJ9LCJQYWRkaW5nIjp7IiRyZWYiOiIxMjQifSwiQmFja2dyb3VuZCI6eyIkaWQiOiIxNTY3IiwiQ29sb3IiOnsiJGlkIjoiMTU2OCIsIkEiOjAsIlIiOjI1NSwiRyI6MjU1LCJCIjoyNTV9fSwiSXNWaXNpYmxlIjp0cnVlLCJXaWR0aCI6MC4wLCJIZWlnaHQiOjAuMCwiQm9yZGVyU3R5bGUiOnsiJGlkIjoiMTU2OSIsIkxpbmVDb2xvciI6bnVsbCwiTGluZVdlaWdodCI6MC4wLCJMaW5lVHlwZSI6MCwiUGFyZW50U3R5bGUiOm51bGx9LCJQYXJlbnRTdHlsZSI6bnVsbH0sIkRhdGVGb3JtYXQiOnsiJGlkIjoiMTU3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TcxIiwiRm9ybWF0IjowLCJJc1Zpc2libGUiOmZhbHNlLCJMYXN0S25vd25WaXNpYmlsaXR5U3RhdGUiOmZhbHNlfSwiSXNWaXNpYmxlIjpmYWxzZSwiUGFyZW50U3R5bGUiOm51bGx9LCJJbmRleCI6MCwiU21hcnREdXJhdGlvbkFjdGl2YXRlZCI6ZmFsc2UsIkRhdGVGb3JtYXQiOnsiJHJlZiI6IjE1NzAifSwiV2Vla051bWJlcmluZyI6eyIkaWQiOiIxNTcyIiwiRm9ybWF0IjowLCJJc1Zpc2libGUiOmZhbHNlLCJMYXN0S25vd25WaXNpYmlsaXR5U3RhdGUiOmZhbHNlfSwiSWQiOiI5MTdjZjEyNS03ZWY1LTQwNTctYmFmNS1mNzlhN2ZiMDRhNzciLCJJbXBvcnRJZCI6IjkiLCJUaXRsZSI6IkZvdW5kYXRpb24iLCJOb3RlIjpudWxsLCJIeXBlcmxpbmsiOnsiJGlkIjoiMTU3MyIsIkFkZHJlc3MiOm51bGwsIlN1YkFkZHJlc3MiOm51bGx9LCJJc0NoYW5nZWQiOmZhbHNlLCJJc05ldyI6ZmFsc2V9fSx7IiRpZCI6IjE1NzQiLCJfYXR0YWNoZWRNaWxlc3RvbmVzIjpbXSwiVGFza0RlZmluaXRpb24iOnsiJGlkIjoiMTU3NSIsIkdyb3VwTmFtZSI6bnVsbCwiU3RhcnREYXRlIjoiMjAyMS0wNi0xNVQwODowMDowMCIsIkVuZERhdGUiOiIyMDIxLTA5LTE3VDE3OjAwOjAwIiwiUGVyY2VudGFnZUNvbXBsZXRlIjowLjAsIlN0eWxlIjp7IiRpZCI6IjE1NzYiLCJTaGFwZSI6MSwiU2hhcGVUaGlja25lc3MiOjAsIkR1cmF0aW9uRm9ybWF0IjowLCJJbmNsdWRlTm9uV29ya2luZ0RheXNJbkR1cmF0aW9uIjpmYWxzZSwiUGVyY2VudGFnZUNvbXBsZXRlU3R5bGUiOnsiJGlkIjoiMTU3NyIsIkZvbnRTZXR0aW5ncyI6eyIkaWQiOiIxNTc4IiwiRm9udFNpemUiOjEwLCJGb250TmFtZSI6IkNhbGlicmkiLCJJc0JvbGQiOmZhbHNlLCJJc0l0YWxpYyI6ZmFsc2UsIklzVW5kZXJsaW5lZCI6ZmFsc2UsIlBhcmVudFN0eWxlIjpudWxsfSwiQXV0b1NpemUiOjAsIkZvcmVncm91bmQiOnsiJHJlZiI6IjE1NDIifSwiTWF4V2lkdGgiOjIwMC4wLCJNYXhIZWlnaHQiOiJJbmZpbml0eSIsIlNtYXJ0Rm9yZWdyb3VuZElzQWN0aXZlIjpmYWxzZSwiSG9yaXpvbnRhbEFsaWdubWVudCI6MCwiVmVydGljYWxBbGlnbm1lbnQiOjAsIlNtYXJ0Rm9yZWdyb3VuZCI6bnVsbCwiQmFja2dyb3VuZEZpbGxUeXBlIjowLCJNYXJnaW4iOnsiJHJlZiI6Ijg4In0sIlBhZGRpbmciOnsiJHJlZiI6Ijg5In0sIkJhY2tncm91bmQiOnsiJHJlZiI6IjkwIn0sIklzVmlzaWJsZSI6dHJ1ZSwiV2lkdGgiOjAuMCwiSGVpZ2h0IjowLjAsIkJvcmRlclN0eWxlIjp7IiRpZCI6IjE1NzkiLCJMaW5lQ29sb3IiOm51bGwsIkxpbmVXZWlnaHQiOjAuMCwiTGluZVR5cGUiOjAsIlBhcmVudFN0eWxlIjpudWxsfSwiUGFyZW50U3R5bGUiOm51bGx9LCJEdXJhdGlvblN0eWxlIjp7IiRpZCI6IjE1ODAiLCJGb250U2V0dGluZ3MiOnsiJGlkIjoiMTU4MSIsIkZvbnRTaXplIjoxMCwiRm9udE5hbWUiOiJDYWxpYnJpIiwiSXNCb2xkIjpmYWxzZSwiSXNJdGFsaWMiOmZhbHNlLCJJc1VuZGVybGluZWQiOmZhbHNlLCJQYXJlbnRTdHlsZSI6bnVsbH0sIkF1dG9TaXplIjowLCJGb3JlZ3JvdW5kIjp7IiRyZWYiOiI5MyJ9LCJNYXhXaWR0aCI6MjAwLjAsIk1heEhlaWdodCI6IkluZmluaXR5IiwiU21hcnRGb3JlZ3JvdW5kSXNBY3RpdmUiOmZhbHNlLCJIb3Jpem9udGFsQWxpZ25tZW50IjowLCJWZXJ0aWNhbEFsaWdubWVudCI6MCwiU21hcnRGb3JlZ3JvdW5kIjpudWxsLCJCYWNrZ3JvdW5kRmlsbFR5cGUiOjAsIk1hcmdpbiI6eyIkcmVmIjoiOTUifSwiUGFkZGluZyI6eyIkcmVmIjoiOTYifSwiQmFja2dyb3VuZCI6eyIkcmVmIjoiOTcifSwiSXNWaXNpYmxlIjp0cnVlLCJXaWR0aCI6MC4wLCJIZWlnaHQiOjAuMCwiQm9yZGVyU3R5bGUiOnsiJGlkIjoiMTU4MiIsIkxpbmVDb2xvciI6bnVsbCwiTGluZVdlaWdodCI6MC4wLCJMaW5lVHlwZSI6MCwiUGFyZW50U3R5bGUiOm51bGx9LCJQYXJlbnRTdHlsZSI6bnVsbH0sIkhvcml6b250YWxDb25uZWN0b3JTdHlsZSI6eyIkaWQiOiIxNTgzIiwiTGluZUNvbG9yIjp7IiRyZWYiOiI5OSJ9LCJMaW5lV2VpZ2h0IjoxLjAsIkxpbmVUeXBlIjowLCJQYXJlbnRTdHlsZSI6bnVsbH0sIlZlcnRpY2FsQ29ubmVjdG9yU3R5bGUiOnsiJGlkIjoiMTU4NCIsIkxpbmVDb2xvciI6eyIkcmVmIjoiMTAy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MTU4NSIsIk1hcmdpbiI6eyIkcmVmIjoiMTA1In0sIlBhZGRpbmciOnsiJHJlZiI6IjEwNiJ9LCJCYWNrZ3JvdW5kIjp7IiRpZCI6IjE1ODYiLCJDb2xvciI6eyIkaWQiOiIxNTg3IiwiQSI6MjU1LCJSIjoyMTcsIkciOjIxNywiQiI6MjE3fX0sIklzVmlzaWJsZSI6dHJ1ZSwiV2lkdGgiOjAuMCwiSGVpZ2h0IjoxMC4wLCJCb3JkZXJTdHlsZSI6eyIkaWQiOiIxNTg4IiwiTGluZUNvbG9yIjp7IiRpZCI6IjE1ODkiLCIkdHlwZSI6Ik5MUkUuQ29tbW9uLkRvbS5Tb2xpZENvbG9yQnJ1c2gsIE5MUkUuQ29tbW9uIiwiQ29sb3IiOnsiJGlkIjoiMTU5MCIsIkEiOjI1NSwiUiI6MjU1LCJHIjowLCJCIjowfX0sIkxpbmVXZWlnaHQiOjAuMCwiTGluZVR5cGUiOjAsIlBhcmVudFN0eWxlIjpudWxsfSwiUGFyZW50U3R5bGUiOm51bGx9LCJUaXRsZVN0eWxlIjp7IiRpZCI6IjE1OTEiLCJGb250U2V0dGluZ3MiOnsiJGlkIjoiMTU5MiIsIkZvbnRTaXplIjoxMSwiRm9udE5hbWUiOiJDYWxpYnJpIiwiSXNCb2xkIjpmYWxzZSwiSXNJdGFsaWMiOmZhbHNlLCJJc1VuZGVybGluZWQiOmZhbHNlLCJQYXJlbnRTdHlsZSI6bnVsbH0sIkF1dG9TaXplIjowLCJGb3JlZ3JvdW5kIjp7IiRyZWYiOiIxNTU4In0sIk1heFdpZHRoIjo5NjAuMCwiTWF4SGVpZ2h0IjoiSW5maW5pdHkiLCJTbWFydEZvcmVncm91bmRJc0FjdGl2ZSI6ZmFsc2UsIkhvcml6b250YWxBbGlnbm1lbnQiOjEsIlZlcnRpY2FsQWxpZ25tZW50IjowLCJTbWFydEZvcmVncm91bmQiOm51bGwsIkJhY2tncm91bmRGaWxsVHlwZSI6MCwiTWFyZ2luIjp7IiRyZWYiOiIxMTYifSwiUGFkZGluZyI6eyIkcmVmIjoiMTE3In0sIkJhY2tncm91bmQiOnsiJGlkIjoiMTU5MyIsIkNvbG9yIjp7IiRpZCI6IjE1OTQiLCJBIjowLCJSIjoyNTUsIkciOjI1NSwiQiI6MjU1fX0sIklzVmlzaWJsZSI6dHJ1ZSwiV2lkdGgiOjAuMCwiSGVpZ2h0IjowLjAsIkJvcmRlclN0eWxlIjp7IiRpZCI6IjE1OTUiLCJMaW5lQ29sb3IiOm51bGwsIkxpbmVXZWlnaHQiOjAuMCwiTGluZVR5cGUiOjAsIlBhcmVudFN0eWxlIjpudWxsfSwiUGFyZW50U3R5bGUiOm51bGx9LCJEYXRlU3R5bGUiOnsiJGlkIjoiMTU5NiIsIkZvbnRTZXR0aW5ncyI6eyIkaWQiOiIxNTk3IiwiRm9udFNpemUiOjEwLCJGb250TmFtZSI6IkNhbGlicmkiLCJJc0JvbGQiOmZhbHNlLCJJc0l0YWxpYyI6ZmFsc2UsIklzVW5kZXJsaW5lZCI6ZmFsc2UsIlBhcmVudFN0eWxlIjpudWxsfSwiQXV0b1NpemUiOjAsIkZvcmVncm91bmQiOnsiJGlkIjoiMTU5OCIsIkNvbG9yIjp7IiRpZCI6IjE1OT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yZWYiOiIxMjMifSwiUGFkZGluZyI6eyIkcmVmIjoiMTI0In0sIkJhY2tncm91bmQiOnsiJGlkIjoiMTYwMCIsIkNvbG9yIjp7IiRpZCI6IjE2MDEiLCJBIjowLCJSIjoyNTUsIkciOjI1NSwiQiI6MjU1fX0sIklzVmlzaWJsZSI6dHJ1ZSwiV2lkdGgiOjAuMCwiSGVpZ2h0IjowLjAsIkJvcmRlclN0eWxlIjp7IiRpZCI6IjE2MDIiLCJMaW5lQ29sb3IiOm51bGwsIkxpbmVXZWlnaHQiOjAuMCwiTGluZVR5cGUiOjAsIlBhcmVudFN0eWxlIjpudWxsfSwiUGFyZW50U3R5bGUiOm51bGx9LCJEYXRlRm9ybWF0Ijp7IiRyZWYiOiIxNTcwIn0sIldlZWtOdW1iZXJpbmciOnsiJGlkIjoiMTYwMyIsIkZvcm1hdCI6MCwiSXNWaXNpYmxlIjpmYWxzZSwiTGFzdEtub3duVmlzaWJpbGl0eVN0YXRlIjpmYWxzZX0sIklzVmlzaWJsZSI6ZmFsc2UsIlBhcmVudFN0eWxlIjpudWxsfSwiSW5kZXgiOjEsIlNtYXJ0RHVyYXRpb25BY3RpdmF0ZWQiOmZhbHNlLCJEYXRlRm9ybWF0Ijp7IiRyZWYiOiIxNTcwIn0sIldlZWtOdW1iZXJpbmciOnsiJGlkIjoiMTYwNCIsIkZvcm1hdCI6MCwiSXNWaXNpYmxlIjpmYWxzZSwiTGFzdEtub3duVmlzaWJpbGl0eVN0YXRlIjpmYWxzZX0sIklkIjoiMGM2MTVmY2UtOWVmNS00YjM1LTg5MjYtMWJiZGI1OWY3YTJkIiwiSW1wb3J0SWQiOiI0NyIsIlRpdGxlIjoiV2F2ZSAxIiwiTm90ZSI6bnVsbCwiSHlwZXJsaW5rIjp7IiRpZCI6IjE2MDUiLCJBZGRyZXNzIjpudWxsLCJTdWJBZGRyZXNzIjpudWxsfSwiSXNDaGFuZ2VkIjpmYWxzZSwiSXNOZXciOmZhbHNlfX0seyIkaWQiOiIxNjA2IiwiX2F0dGFjaGVkTWlsZXN0b25lcyI6W10sIlRhc2tEZWZpbml0aW9uIjp7IiRpZCI6IjE2MDciLCJHcm91cE5hbWUiOm51bGwsIlN0YXJ0RGF0ZSI6IjIwMjEtMDktMDZUMDg6MDA6MDAiLCJFbmREYXRlIjoiMjAyMS0xMi0zMVQxNzowMDowMCIsIlBlcmNlbnRhZ2VDb21wbGV0ZSI6MC4wLCJTdHlsZSI6eyIkaWQiOiIxNjA4IiwiU2hhcGUiOjEsIlNoYXBlVGhpY2tuZXNzIjowLCJEdXJhdGlvbkZvcm1hdCI6MCwiSW5jbHVkZU5vbldvcmtpbmdEYXlzSW5EdXJhdGlvbiI6ZmFsc2UsIlBlcmNlbnRhZ2VDb21wbGV0ZVN0eWxlIjp7IiRpZCI6IjE2MDkiLCJGb250U2V0dGluZ3MiOnsiJGlkIjoiMTYxMCIsIkZvbnRTaXplIjoxMCwiRm9udE5hbWUiOiJDYWxpYnJpIiwiSXNCb2xkIjpmYWxzZSwiSXNJdGFsaWMiOmZhbHNlLCJJc1VuZGVybGluZWQiOmZhbHNlLCJQYXJlbnRTdHlsZSI6bnVsbH0sIkF1dG9TaXplIjowLCJGb3JlZ3JvdW5kIjp7IiRyZWYiOiIxNTQyIn0sIk1heFdpZHRoIjoyMDAuMCwiTWF4SGVpZ2h0IjoiSW5maW5pdHkiLCJTbWFydEZvcmVncm91bmRJc0FjdGl2ZSI6ZmFsc2UsIkhvcml6b250YWxBbGlnbm1lbnQiOjAsIlZlcnRpY2FsQWxpZ25tZW50IjowLCJTbWFydEZvcmVncm91bmQiOm51bGwsIkJhY2tncm91bmRGaWxsVHlwZSI6MCwiTWFyZ2luIjp7IiRyZWYiOiI4OCJ9LCJQYWRkaW5nIjp7IiRyZWYiOiI4OSJ9LCJCYWNrZ3JvdW5kIjp7IiRyZWYiOiI5MCJ9LCJJc1Zpc2libGUiOnRydWUsIldpZHRoIjowLjAsIkhlaWdodCI6MC4wLCJCb3JkZXJTdHlsZSI6eyIkaWQiOiIxNjExIiwiTGluZUNvbG9yIjpudWxsLCJMaW5lV2VpZ2h0IjowLjAsIkxpbmVUeXBlIjowLCJQYXJlbnRTdHlsZSI6bnVsbH0sIlBhcmVudFN0eWxlIjpudWxsfSwiRHVyYXRpb25TdHlsZSI6eyIkaWQiOiIxNjEyIiwiRm9udFNldHRpbmdzIjp7IiRpZCI6IjE2MTMiLCJGb250U2l6ZSI6MTAsIkZvbnROYW1lIjoiQ2FsaWJyaSIsIklzQm9sZCI6ZmFsc2UsIklzSXRhbGljIjpmYWxzZSwiSXNVbmRlcmxpbmVkIjpmYWxzZSwiUGFyZW50U3R5bGUiOm51bGx9LCJBdXRvU2l6ZSI6MCwiRm9yZWdyb3VuZCI6eyIkcmVmIjoiOTMifSwiTWF4V2lkdGgiOjIwMC4wLCJNYXhIZWlnaHQiOiJJbmZpbml0eSIsIlNtYXJ0Rm9yZWdyb3VuZElzQWN0aXZlIjpmYWxzZSwiSG9yaXpvbnRhbEFsaWdubWVudCI6MCwiVmVydGljYWxBbGlnbm1lbnQiOjAsIlNtYXJ0Rm9yZWdyb3VuZCI6bnVsbCwiQmFja2dyb3VuZEZpbGxUeXBlIjowLCJNYXJnaW4iOnsiJHJlZiI6Ijk1In0sIlBhZGRpbmciOnsiJHJlZiI6Ijk2In0sIkJhY2tncm91bmQiOnsiJHJlZiI6Ijk3In0sIklzVmlzaWJsZSI6dHJ1ZSwiV2lkdGgiOjAuMCwiSGVpZ2h0IjowLjAsIkJvcmRlclN0eWxlIjp7IiRpZCI6IjE2MTQiLCJMaW5lQ29sb3IiOm51bGwsIkxpbmVXZWlnaHQiOjAuMCwiTGluZVR5cGUiOjAsIlBhcmVudFN0eWxlIjpudWxsfSwiUGFyZW50U3R5bGUiOm51bGx9LCJIb3Jpem9udGFsQ29ubmVjdG9yU3R5bGUiOnsiJGlkIjoiMTYxNSIsIkxpbmVDb2xvciI6eyIkcmVmIjoiOTkifSwiTGluZVdlaWdodCI6MS4wLCJMaW5lVHlwZSI6MCwiUGFyZW50U3R5bGUiOm51bGx9LCJWZXJ0aWNhbENvbm5lY3RvclN0eWxlIjp7IiRpZCI6IjE2MTYiLCJMaW5lQ29sb3IiOnsiJHJlZiI6IjEwMi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E2MTciLCJNYXJnaW4iOnsiJHJlZiI6IjEwNSJ9LCJQYWRkaW5nIjp7IiRyZWYiOiIxMDYifSwiQmFja2dyb3VuZCI6eyIkaWQiOiIxNjE4IiwiQ29sb3IiOnsiJGlkIjoiMTYxOSIsIkEiOjI1NSwiUiI6MjE3LCJHIjoyMTcsIkIiOjIxN319LCJJc1Zpc2libGUiOnRydWUsIldpZHRoIjowLjAsIkhlaWdodCI6MTAuMCwiQm9yZGVyU3R5bGUiOnsiJGlkIjoiMTYyMCIsIkxpbmVDb2xvciI6eyIkcmVmIjoiMTU4OSJ9LCJMaW5lV2VpZ2h0IjowLjAsIkxpbmVUeXBlIjowLCJQYXJlbnRTdHlsZSI6bnVsbH0sIlBhcmVudFN0eWxlIjpudWxsfSwiVGl0bGVTdHlsZSI6eyIkaWQiOiIxNjIxIiwiRm9udFNldHRpbmdzIjp7IiRpZCI6IjE2MjIiLCJGb250U2l6ZSI6MTEsIkZvbnROYW1lIjoiQ2FsaWJyaSIsIklzQm9sZCI6ZmFsc2UsIklzSXRhbGljIjpmYWxzZSwiSXNVbmRlcmxpbmVkIjpmYWxzZSwiUGFyZW50U3R5bGUiOm51bGx9LCJBdXRvU2l6ZSI6MCwiRm9yZWdyb3VuZCI6eyIkcmVmIjoiMTU1OCJ9LCJNYXhXaWR0aCI6OTYwLjAsIk1heEhlaWdodCI6IkluZmluaXR5IiwiU21hcnRGb3JlZ3JvdW5kSXNBY3RpdmUiOmZhbHNlLCJIb3Jpem9udGFsQWxpZ25tZW50IjoxLCJWZXJ0aWNhbEFsaWdubWVudCI6MCwiU21hcnRGb3JlZ3JvdW5kIjpudWxsLCJCYWNrZ3JvdW5kRmlsbFR5cGUiOjAsIk1hcmdpbiI6eyIkcmVmIjoiMTE2In0sIlBhZGRpbmciOnsiJHJlZiI6IjExNyJ9LCJCYWNrZ3JvdW5kIjp7IiRpZCI6IjE2MjMiLCJDb2xvciI6eyIkaWQiOiIxNjI0IiwiQSI6MCwiUiI6MjU1LCJHIjoyNTUsIkIiOjI1NX19LCJJc1Zpc2libGUiOnRydWUsIldpZHRoIjowLjAsIkhlaWdodCI6MC4wLCJCb3JkZXJTdHlsZSI6eyIkaWQiOiIxNjI1IiwiTGluZUNvbG9yIjpudWxsLCJMaW5lV2VpZ2h0IjowLjAsIkxpbmVUeXBlIjowLCJQYXJlbnRTdHlsZSI6bnVsbH0sIlBhcmVudFN0eWxlIjpudWxsfSwiRGF0ZVN0eWxlIjp7IiRpZCI6IjE2MjYiLCJGb250U2V0dGluZ3MiOnsiJGlkIjoiMTYyNyIsIkZvbnRTaXplIjoxMCwiRm9udE5hbWUiOiJDYWxpYnJpIiwiSXNCb2xkIjpmYWxzZSwiSXNJdGFsaWMiOmZhbHNlLCJJc1VuZGVybGluZWQiOmZhbHNlLCJQYXJlbnRTdHlsZSI6bnVsbH0sIkF1dG9TaXplIjowLCJGb3JlZ3JvdW5kIjp7IiRpZCI6IjE2MjgiLCJDb2xvciI6eyIkaWQiOiIxNjI5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IzIn0sIlBhZGRpbmciOnsiJHJlZiI6IjEyNCJ9LCJCYWNrZ3JvdW5kIjp7IiRpZCI6IjE2MzAiLCJDb2xvciI6eyIkaWQiOiIxNjMxIiwiQSI6MCwiUiI6MjU1LCJHIjoyNTUsIkIiOjI1NX19LCJJc1Zpc2libGUiOnRydWUsIldpZHRoIjowLjAsIkhlaWdodCI6MC4wLCJCb3JkZXJTdHlsZSI6eyIkaWQiOiIxNjMyIiwiTGluZUNvbG9yIjpudWxsLCJMaW5lV2VpZ2h0IjowLjAsIkxpbmVUeXBlIjowLCJQYXJlbnRTdHlsZSI6bnVsbH0sIlBhcmVudFN0eWxlIjpudWxsfSwiRGF0ZUZvcm1hdCI6eyIkcmVmIjoiMTU3MCJ9LCJXZWVrTnVtYmVyaW5nIjp7IiRpZCI6IjE2MzMiLCJGb3JtYXQiOjAsIklzVmlzaWJsZSI6ZmFsc2UsIkxhc3RLbm93blZpc2liaWxpdHlTdGF0ZSI6ZmFsc2V9LCJJc1Zpc2libGUiOmZhbHNlLCJQYXJlbnRTdHlsZSI6bnVsbH0sIkluZGV4IjoyLCJTbWFydER1cmF0aW9uQWN0aXZhdGVkIjpmYWxzZSwiRGF0ZUZvcm1hdCI6eyIkcmVmIjoiMTU3MCJ9LCJXZWVrTnVtYmVyaW5nIjp7IiRpZCI6IjE2MzQiLCJGb3JtYXQiOjAsIklzVmlzaWJsZSI6ZmFsc2UsIkxhc3RLbm93blZpc2liaWxpdHlTdGF0ZSI6ZmFsc2V9LCJJZCI6IjllNzkzNDE5LWRiYzktNDg3Zi05OTkxLWEwY2NiMjY4OWUwMSIsIkltcG9ydElkIjoiNDgiLCJUaXRsZSI6IldhdmUgMiIsIk5vdGUiOm51bGwsIkh5cGVybGluayI6eyIkaWQiOiIxNjM1IiwiQWRkcmVzcyI6bnVsbCwiU3ViQWRkcmVzcyI6bnVsbH0sIklzQ2hhbmdlZCI6ZmFsc2UsIklzTmV3IjpmYWxzZX19XSwiTWlsZXN0b25lcyI6W119XSwiTXNQcm9qZWN0SXRlbXNUcmVlIjp7IiRpZCI6IjE2MzYiLCJSb290Ijp7IkltcG9ydElkIjpudWxsLCJJc0ltcG9ydGVkIjpmYWxzZSwiQ2hpbGRyZW4iOltdfX0sIk1ldGFkYXRhIjp7IiRpZCI6IjE2MzciLCJNc3BDb2x1bW5zTWFwcGluZyI6Ilt7XCIkaWRcIjpcIjFcIixcIlNlbGVjdGVkTWFwcGluZ1wiOjEsXCJDb2x1bW5IZWFkZXJcIjpcIlRleHQxXCJ9LHtcIiRpZFwiOlwiMlwiLFwiU2VsZWN0ZWRNYXBwaW5nXCI6MixcIkNvbHVtbkhlYWRlclwiOlwiTmFtZVwifSx7XCIkaWRcIjpcIjNcIixcIlNlbGVjdGVkTWFwcGluZ1wiOjMsXCJDb2x1bW5IZWFkZXJcIjpcIlN0YXJ0XCJ9LHtcIiRpZFwiOlwiNFwiLFwiU2VsZWN0ZWRNYXBwaW5nXCI6NCxcIkNvbHVtbkhlYWRlclwiOlwiRmluaXNoXCJ9LHtcIiRpZFwiOlwiNVwiLFwiU2VsZWN0ZWRNYXBwaW5nXCI6NSxcIkNvbHVtbkhlYWRlclwiOlwiUGVyY2VudENvbXBsZXRlXCJ9XSIsIk1zcExhdGVzdEltcG9ydEl0ZW1zIjoie1wiJGlkXCI6XCIxXCIsXCJSb290XCI6e1wiSW1wb3J0SWRcIjpudWxsLFwiSXNJbXBvcnRlZFwiOmZhbHNlLFwiQ2hpbGRyZW5cIjpbe1wiJGlkXCI6XCIyXCIsXCJJbXBvcnRJZFwiOlwiMlwiLFwiSXNJbXBvcnRlZFwiOmZhbHNlLFwiQ2hpbGRyZW5cIjpbe1wiJGlkXCI6XCIzXCIsXCJJbXBvcnRJZFwiOlwiMzFcIixcIklzSW1wb3J0ZWRcIjpmYWxzZSxcIkNoaWxkcmVuXCI6W3tcIiRpZFwiOlwiNFwiLFwiSW1wb3J0SWRcIjpcIjQ2XCIsXCJJc0ltcG9ydGVkXCI6dHJ1ZSxcIkNoaWxkcmVuXCI6W119XX0se1wiJGlkXCI6XCI1XCIsXCJJbXBvcnRJZFwiOlwiNDJcIixcIklzSW1wb3J0ZWRcIjpmYWxzZSxcIkNoaWxkcmVuXCI6W3tcIiRpZFwiOlwiNlwiLFwiSW1wb3J0SWRcIjpcIjU1XCIsXCJJc0ltcG9ydGVkXCI6ZmFsc2UsXCJDaGlsZHJlblwiOlt7XCIkaWRcIjpcIjdcIixcIkltcG9ydElkXCI6XCI1MlwiLFwiSXNJbXBvcnRlZFwiOmZhbHNlLFwiQ2hpbGRyZW5cIjpbXX0se1wiJGlkXCI6XCI4XCIsXCJJbXBvcnRJZFwiOlwiNzRcIixcIklzSW1wb3J0ZWRcIjpmYWxzZSxcIkNoaWxkcmVuXCI6W3tcIiRpZFwiOlwiOVwiLFwiSW1wb3J0SWRcIjpcIjY1XCIsXCJJc0ltcG9ydGVkXCI6ZmFsc2UsXCJDaGlsZHJlblwiOltdfSx7XCIkaWRcIjpcIjEwXCIsXCJJbXBvcnRJZFwiOlwiNzdcIixcIklzSW1wb3J0ZWRcIjpmYWxzZSxcIkNoaWxkcmVuXCI6W119LHtcIiRpZFwiOlwiMTFcIixcIkltcG9ydElkXCI6XCI2NlwiLFwiSXNJbXBvcnRlZFwiOmZhbHNlLFwiQ2hpbGRyZW5cIjpbXX0se1wiJGlkXCI6XCIxMlwiLFwiSW1wb3J0SWRcIjpcIjY3XCIsXCJJc0ltcG9ydGVkXCI6ZmFsc2UsXCJDaGlsZHJlblwiOltdfSx7XCIkaWRcIjpcIjEzXCIsXCJJbXBvcnRJZFwiOlwiNzhcIixcIklzSW1wb3J0ZWRcIjpmYWxzZSxcIkNoaWxkcmVuXCI6W119LHtcIiRpZFwiOlwiMTRcIixcIkltcG9ydElkXCI6XCI3MFwiLFwiSXNJbXBvcnRlZFwiOmZhbHNlLFwiQ2hpbGRyZW5cIjpbXX0se1wiJGlkXCI6XCIxNVwiLFwiSW1wb3J0SWRcIjpcIjcxXCIsXCJJc0ltcG9ydGVkXCI6ZmFsc2UsXCJDaGlsZHJlblwiOltdfV19LHtcIiRpZFwiOlwiMTZcIixcIkltcG9ydElkXCI6XCI3NVwiLFwiSXNJbXBvcnRlZFwiOmZhbHNlLFwiQ2hpbGRyZW5cIjpbe1wiJGlkXCI6XCIxN1wiLFwiSW1wb3J0SWRcIjpcIjY5XCIsXCJJc0ltcG9ydGVkXCI6ZmFsc2UsXCJDaGlsZHJlblwiOltdfSx7XCIkaWRcIjpcIjE4XCIsXCJJbXBvcnRJZFwiOlwiNjhcIixcIklzSW1wb3J0ZWRcIjpmYWxzZSxcIkNoaWxkcmVuXCI6W119XX0se1wiJGlkXCI6XCIxOVwiLFwiSW1wb3J0SWRcIjpcIjgwXCIsXCJJc0ltcG9ydGVkXCI6ZmFsc2UsXCJDaGlsZHJlblwiOltdfSx7XCIkaWRcIjpcIjIwXCIsXCJJbXBvcnRJZFwiOlwiNDlcIixcIklzSW1wb3J0ZWRcIjpmYWxzZSxcIkNoaWxkcmVuXCI6W119LHtcIiRpZFwiOlwiMjFcIixcIkltcG9ydElkXCI6XCI3OVwiLFwiSXNJbXBvcnRlZFwiOmZhbHNlLFwiQ2hpbGRyZW5cIjpbXX0se1wiJGlkXCI6XCIyMlwiLFwiSW1wb3J0SWRcIjpcIjg1XCIsXCJJc0ltcG9ydGVkXCI6ZmFsc2UsXCJDaGlsZHJlblwiOltdfSx7XCIkaWRcIjpcIjIzXCIsXCJJbXBvcnRJZFwiOlwiNTBcIixcIklzSW1wb3J0ZWRcIjpmYWxzZSxcIkNoaWxkcmVuXCI6W119XX0se1wiJGlkXCI6XCIyNFwiLFwiSW1wb3J0SWRcIjpcIjU2XCIsXCJJc0ltcG9ydGVkXCI6ZmFsc2UsXCJDaGlsZHJlblwiOlt7XCIkaWRcIjpcIjI1XCIsXCJJbXBvcnRJZFwiOlwiNTNcIixcIklzSW1wb3J0ZWRcIjpmYWxzZSxcIkNoaWxkcmVuXCI6W119LHtcIiRpZFwiOlwiMjZcIixcIkltcG9ydElkXCI6XCI1NFwiLFwiSXNJbXBvcnRlZFwiOmZhbHNlLFwiQ2hpbGRyZW5cIjpbXX0se1wiJGlkXCI6XCIyN1wiLFwiSW1wb3J0SWRcIjpcIjg2XCIsXCJJc0ltcG9ydGVkXCI6ZmFsc2UsXCJDaGlsZHJlblwiOltdfSx7XCIkaWRcIjpcIjI4XCIsXCJJbXBvcnRJZFwiOlwiNTFcIixcIklzSW1wb3J0ZWRcIjpmYWxzZSxcIkNoaWxkcmVuXCI6W119XX1dfSx7XCIkaWRcIjpcIjI5XCIsXCJJbXBvcnRJZFwiOlwiOVwiLFwiSXNJbXBvcnRlZFwiOmZhbHNlLFwiQ2hpbGRyZW5cIjpbe1wiJGlkXCI6XCIzMFwiLFwiSW1wb3J0SWRcIjpcIjQ3XCIsXCJJc0ltcG9ydGVkXCI6ZmFsc2UsXCJDaGlsZHJlblwiOltdfSx7XCIkaWRcIjpcIjMxXCIsXCJJbXBvcnRJZFwiOlwiNDhcIixcIklzSW1wb3J0ZWRcIjpmYWxzZSxcIkNoaWxkcmVuXCI6W119XX0se1wiJGlkXCI6XCIzMlwiLFwiSW1wb3J0SWRcIjpcIjgxXCIsXCJJc0ltcG9ydGVkXCI6ZmFsc2UsXCJDaGlsZHJlblwiOlt7XCIkaWRcIjpcIjMzXCIsXCJJbXBvcnRJZFwiOlwiODJcIixcIklzSW1wb3J0ZWRcIjpmYWxzZSxcIkNoaWxkcmVuXCI6W119LHtcIiRpZFwiOlwiMzRcIixcIkltcG9ydElkXCI6XCI4M1wiLFwiSXNJbXBvcnRlZFwiOmZhbHNlLFwiQ2hpbGRyZW5cIjpbXX1dfSx7XCIkaWRcIjpcIjM1XCIsXCJJbXBvcnRJZFwiOlwiNTdcIixcIklzSW1wb3J0ZWRcIjpmYWxzZSxcIkNoaWxkcmVuXCI6W119LHtcIiRpZFwiOlwiMzZcIixcIkltcG9ydElkXCI6XCIxXCIsXCJJc0ltcG9ydGVkXCI6ZmFsc2UsXCJDaGlsZHJlblwiOlt7XCIkaWRcIjpcIjM3XCIsXCJJbXBvcnRJZFwiOlwiNDRcIixcIklzSW1wb3J0ZWRcIjpmYWxzZSxcIkNoaWxkcmVuXCI6W119LHtcIiRpZFwiOlwiMzhcIixcIkltcG9ydElkXCI6XCI4XCIsXCJJc0ltcG9ydGVkXCI6ZmFsc2UsXCJDaGlsZHJlblwiOltdfSx7XCIkaWRcIjpcIjM5XCIsXCJJbXBvcnRJZFwiOlwiNjFcIixcIklzSW1wb3J0ZWRcIjpmYWxzZSxcIkNoaWxkcmVuXCI6W119LHtcIiRpZFwiOlwiNDBcIixcIkltcG9ydElkXCI6XCIxMFwiLFwiSXNJbXBvcnRlZFwiOmZhbHNlLFwiQ2hpbGRyZW5cIjpbXX1dfSx7XCIkaWRcIjpcIjQxXCIsXCJJbXBvcnRJZFwiOlwiNThcIixcIklzSW1wb3J0ZWRcIjpmYWxzZSxcIkNoaWxkcmVuXCI6W119LHtcIiRpZFwiOlwiNDJcIixcIkltcG9ydElkXCI6XCIzXCIsXCJJc0ltcG9ydGVkXCI6ZmFsc2UsXCJDaGlsZHJlblwiOlt7XCIkaWRcIjpcIjQzXCIsXCJJbXBvcnRJZFwiOlwiMTNcIixcIklzSW1wb3J0ZWRcIjpmYWxzZSxcIkNoaWxkcmVuXCI6W119LHtcIiRpZFwiOlwiNDRcIixcIkltcG9ydElkXCI6XCIxNFwiLFwiSXNJbXBvcnRlZFwiOmZhbHNlLFwiQ2hpbGRyZW5cIjpbXX0se1wiJGlkXCI6XCI0NVwiLFwiSW1wb3J0SWRcIjpcIjYyXCIsXCJJc0ltcG9ydGVkXCI6ZmFsc2UsXCJDaGlsZHJlblwiOltdfSx7XCIkaWRcIjpcIjQ2XCIsXCJJbXBvcnRJZFwiOlwiMTZcIixcIklzSW1wb3J0ZWRcIjpmYWxzZSxcIkNoaWxkcmVuXCI6W119XX0se1wiJGlkXCI6XCI0N1wiLFwiSW1wb3J0SWRcIjpcIjU5XCIsXCJJc0ltcG9ydGVkXCI6ZmFsc2UsXCJDaGlsZHJlblwiOltdfSx7XCIkaWRcIjpcIjQ4XCIsXCJJbXBvcnRJZFwiOlwiNFwiLFwiSXNJbXBvcnRlZFwiOmZhbHNlLFwiQ2hpbGRyZW5cIjpbe1wiJGlkXCI6XCI0OVwiLFwiSW1wb3J0SWRcIjpcIjE5XCIsXCJJc0ltcG9ydGVkXCI6ZmFsc2UsXCJDaGlsZHJlblwiOltdfSx7XCIkaWRcIjpcIjUwXCIsXCJJbXBvcnRJZFwiOlwiMjBcIixcIklzSW1wb3J0ZWRcIjpmYWxzZSxcIkNoaWxkcmVuXCI6W119LHtcIiRpZFwiOlwiNTFcIixcIkltcG9ydElkXCI6XCI2M1wiLFwiSXNJbXBvcnRlZFwiOmZhbHNlLFwiQ2hpbGRyZW5cIjpbXX0se1wiJGlkXCI6XCI1MlwiLFwiSW1wb3J0SWRcIjpcIjIxXCIsXCJJc0ltcG9ydGVkXCI6ZmFsc2UsXCJDaGlsZHJlblwiOltdfV19LHtcIiRpZFwiOlwiNTNcIixcIkltcG9ydElkXCI6XCI2MFwiLFwiSXNJbXBvcnRlZFwiOmZhbHNlLFwiQ2hpbGRyZW5cIjpbXX0se1wiJGlkXCI6XCI1NFwiLFwiSW1wb3J0SWRcIjpcIjVcIixcIklzSW1wb3J0ZWRcIjpmYWxzZSxcIkNoaWxkcmVuXCI6W3tcIiRpZFwiOlwiNTVcIixcIkltcG9ydElkXCI6XCIyNVwiLFwiSXNJbXBvcnRlZFwiOmZhbHNlLFwiQ2hpbGRyZW5cIjpbXX0se1wiJGlkXCI6XCI1NlwiLFwiSW1wb3J0SWRcIjpcIjI2XCIsXCJJc0ltcG9ydGVkXCI6ZmFsc2UsXCJDaGlsZHJlblwiOltdfSx7XCIkaWRcIjpcIjU3XCIsXCJJbXBvcnRJZFwiOlwiNjRcIixcIklzSW1wb3J0ZWRcIjpmYWxzZSxcIkNoaWxkcmVuXCI6W119LHtcIiRpZFwiOlwiNThcIixcIkltcG9ydElkXCI6XCIyN1wiLFwiSXNJbXBvcnRlZFwiOmZhbHNlLFwiQ2hpbGRyZW5cIjpbXX1dfV19XX19IiwiTXNwU3luY0J5VWlkIjoiVHJ1ZSIsIlJlY2VudENvbG9yc0NvbGxlY3Rpb24iOiJbXSJ9LCJTZXR0aW5ncyI6eyIkaWQiOiIxNjM4IiwiSW1wYU9wdGlvbnMiOnsiJGlkIjoiMTYzOS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iwiRmlsZVBhdGgiOiJXOlxcQ29tbXVuaWNhdGlvblxcUm9hZG1hcFxcQUNEUCBSb2FkbWFwLm1wcCIsIlRpbWVDb25maWd1cmF0aW9uIjp7IiRpZCI6IjE2NDAiLCJVc2VUaW1lIjpmYWxzZSwiV29ya0RheVN0YXJ0IjoiMDg6MDA6MDAiLCJXb3JrRGF5RW5kIjoiMTc6MDA6MDAifSwiTGFzdFVzZWRUZW1wbGF0ZUlkIjoiY2MyNmY4NjMtMjdjZS00ODBlLWE1ODktYjNmMTJmMmQ2ZWIwIiwiRmlyc3RXZWVrT2ZZZWFyIjowfQ=="/>
  <p:tag name="__MASTER" val="__part_0"/>
</p:tagLst>
</file>

<file path=ppt/tags/tag2.xml><?xml version="1.0" encoding="utf-8"?>
<p:tagLst xmlns:a="http://schemas.openxmlformats.org/drawingml/2006/main" xmlns:r="http://schemas.openxmlformats.org/officeDocument/2006/relationships" xmlns:p="http://schemas.openxmlformats.org/presentationml/2006/main">
  <p:tag name="OTLMARKERSHAPE" val="OTL"/>
</p:tagLst>
</file>

<file path=ppt/tags/tag3.xml><?xml version="1.0" encoding="utf-8"?>
<p:tagLst xmlns:a="http://schemas.openxmlformats.org/drawingml/2006/main" xmlns:r="http://schemas.openxmlformats.org/officeDocument/2006/relationships" xmlns:p="http://schemas.openxmlformats.org/presentationml/2006/main">
  <p:tag name="OTLMARKERSHAPE" val="OTL"/>
</p:tagLst>
</file>

<file path=ppt/tags/tag4.xml><?xml version="1.0" encoding="utf-8"?>
<p:tagLst xmlns:a="http://schemas.openxmlformats.org/drawingml/2006/main" xmlns:r="http://schemas.openxmlformats.org/officeDocument/2006/relationships" xmlns:p="http://schemas.openxmlformats.org/presentationml/2006/main">
  <p:tag name="OTLMARKERSHAPE" val="OTL"/>
  <p:tag name="OTLELAPSEDSTYLE" val="Hide"/>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 name="OTLTODAYPOSITION" val="Hide"/>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Lst>
</file>

<file path=ppt/tags/tag7.xml><?xml version="1.0" encoding="utf-8"?>
<p:tagLst xmlns:a="http://schemas.openxmlformats.org/drawingml/2006/main" xmlns:r="http://schemas.openxmlformats.org/officeDocument/2006/relationships" xmlns:p="http://schemas.openxmlformats.org/presentationml/2006/main">
  <p:tag name="__PART_0" val="eyIkaWQiOiIxIiwiQ3VsdHVyZUluZm9OYW1lIjoiZW4tVVMiLCJTdHlsZU5hbWUiOm51bGwsIlZlcnNpb24iOnsiJGlkIjoiMiIsIlZlcnNpb24iOiIzLjMuMiIsIk9yaWdpbmFsQXNzZW1ibHlWZXJzaW9uIjpudWxsLCJFZGl0aW9uIjoiUHJvIiwiSXNQbHVzRWRpdGlvbiI6dHJ1ZSwiSXNQcm9FZGl0aW9uIjp0cnVlfSwiRWZmZWN0IjowLCJTdHlsZSI6eyIkaWQiOiIzIiwiVGltZWJhbmRTdHlsZSI6eyIkaWQiOiI0IiwiU2NhbGVNYXJraW5nIjowLCJTaGFwZSI6MTcsIlNoYXBlU3R5bGUiOnsiJGlkIjoiNSIsIk1hcmdpbiI6eyIkaWQiOiI2IiwiVG9wIjowLCJMZWZ0IjoxMCwiUmlnaHQiOjEwLCJCb3R0b20iOjB9LCJQYWRkaW5nIjp7IiRpZCI6IjciLCJUb3AiOjUsIkxlZnQiOjEzLCJSaWdodCI6MTMsIkJvdHRvbSI6NX0sIkJhY2tncm91bmQiOnsiJGlkIjoiOCIsIkNvbG9yIjp7IiRpZCI6IjkiLCJBIjoyNTUsIlIiOjE2NSwiRyI6MTY1LCJCIjoxNjV9fSwiSXNWaXNpYmxlIjp0cnVlLCJXaWR0aCI6ODU4LjAsIkhlaWdodCI6MzAuMCwiQm9yZGVyU3R5bGUiOnsiJGlkIjoiMTAiLCJMaW5lQ29sb3IiOnsiJGlkIjoiMTEiLCIkdHlwZSI6Ik5MUkUuQ29tbW9uLkRvbS5Tb2xpZENvbG9yQnJ1c2gsIE5MUkUuQ29tbW9uIiwiQ29sb3IiOnsiJGlkIjoiMTIiLCJBIjoyNTUsIlIiOjI1NSwiRyI6MCwiQiI6MH19LCJMaW5lV2VpZ2h0IjowLjAsIkxpbmVUeXBlIjowLCJQYXJlbnRTdHlsZSI6bnVsbH0sIlBhcmVudFN0eWxlIjpudWxsfSwiUmlnaHRFbmRDYXBzU3R5bGUiOnsiJGlkIjoiMTMiLCJGb250U2V0dGluZ3MiOnsiJGlkIjoiMTQiLCJGb250U2l6ZSI6MTgsIkZvbnROYW1lIjoiQ2FsaWJyaSIsIklzQm9sZCI6dHJ1ZSwiSXNJdGFsaWMiOmZhbHNlLCJJc1VuZGVybGluZWQiOmZhbHNlLCJQYXJlbnRTdHlsZSI6bnVsbH0sIkF1dG9TaXplIjowLCJGb3JlZ3JvdW5kIjp7IiRpZCI6IjE1IiwiQ29sb3IiOnsiJGlkIjoiMTYiLCJBIjoyNTUsIlIiOjE2NSwiRyI6MTY1LCJCIjoxNjV9fSwiTWF4V2lkdGgiOiJJbmZpbml0eSIsIk1heEhlaWdodCI6IkluZmluaXR5IiwiU21hcnRGb3JlZ3JvdW5kSXNBY3RpdmUiOmZhbHNlLCJIb3Jpem9udGFsQWxpZ25tZW50IjowLCJWZXJ0aWNhbEFsaWdubWVudCI6MCwiU21hcnRGb3JlZ3JvdW5kIjpudWxsLCJCYWNrZ3JvdW5kRmlsbFR5cGUiOjAsIk1hcmdpbiI6eyIkaWQiOiIxNyIsIlRvcCI6MCwiTGVmdCI6MCwiUmlnaHQiOjIwLCJCb3R0b20iOjB9LCJQYWRkaW5nIjp7IiRpZCI6IjE4IiwiVG9wIjowLCJMZWZ0IjowLCJSaWdodCI6MCwiQm90dG9tIjowfSwiQmFja2dyb3VuZCI6eyIkaWQiOiIxOSIsIkNvbG9yIjp7IiRpZCI6IjIwIiwiQSI6ODksIlIiOjAsIkciOjAsIkIiOjB9fSwiSXNWaXNpYmxlIjpmYWxzZSwiV2lkdGgiOjAuMCwiSGVpZ2h0IjowLjAsIkJvcmRlclN0eWxlIjpudWxsLCJQYXJlbnRTdHlsZSI6bnVsbH0sIkxlZnRFbmRDYXBzU3R5bGUiOnsiJGlkIjoiMjEiLCJGb250U2V0dGluZ3MiOnsiJGlkIjoiMjIiLCJGb250U2l6ZSI6MTgsIkZvbnROYW1lIjoiQ2FsaWJyaSIsIklzQm9sZCI6dHJ1ZSwiSXNJdGFsaWMiOmZhbHNlLCJJc1VuZGVybGluZWQiOmZhbHNlLCJQYXJlbnRTdHlsZSI6bnVsbH0sIkF1dG9TaXplIjowLCJGb3JlZ3JvdW5kIjp7IiRpZCI6IjIzIiwiQ29sb3IiOnsiJGlkIjoiMjQiLCJBIjoyNTUsIlIiOjE2NSwiRyI6MTY1LCJCIjoxNjV9fSwiTWF4V2lkdGgiOiJJbmZpbml0eSIsIk1heEhlaWdodCI6IkluZmluaXR5IiwiU21hcnRGb3JlZ3JvdW5kSXNBY3RpdmUiOmZhbHNlLCJIb3Jpem9udGFsQWxpZ25tZW50IjowLCJWZXJ0aWNhbEFsaWdubWVudCI6MCwiU21hcnRGb3JlZ3JvdW5kIjpudWxsLCJCYWNrZ3JvdW5kRmlsbFR5cGUiOjAsIk1hcmdpbiI6eyIkaWQiOiIyNSIsIlRvcCI6MCwiTGVmdCI6MjAsIlJpZ2h0IjowLCJCb3R0b20iOjB9LCJQYWRkaW5nIjp7IiRpZCI6IjI2IiwiVG9wIjowLCJMZWZ0IjowLCJSaWdodCI6MCwiQm90dG9tIjowfSwiQmFja2dyb3VuZCI6eyIkaWQiOiIyNyIsIkNvbG9yIjp7IiRyZWYiOiIyMCJ9fSwiSXNWaXNpYmxlIjpmYWxzZSwiV2lkdGgiOjAuMCwiSGVpZ2h0IjowLjAsIkJvcmRlclN0eWxlIjpudWxsLCJQYXJlbnRTdHlsZSI6bnVsbH0sIlRvZGF5VGV4dFN0eWxlIjp7IiRpZCI6IjI4IiwiRm9udFNldHRpbmdzIjp7IiRpZCI6IjI5IiwiRm9udFNpemUiOjEyLCJGb250TmFtZSI6IkNhbGlicmkiLCJJc0JvbGQiOmZhbHNlLCJJc0l0YWxpYyI6ZmFsc2UsIklzVW5kZXJsaW5lZCI6ZmFsc2UsIlBhcmVudFN0eWxlIjpudWxsfSwiQXV0b1NpemUiOjAsIkZvcmVncm91bmQiOnsiJGlkIjoiMzAiLCJDb2xvciI6eyIkaWQiOiIzM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zMiIsIlRvcCI6MCwiTGVmdCI6MCwiUmlnaHQiOjAsIkJvdHRvbSI6MH0sIlBhZGRpbmciOnsiJGlkIjoiMzMiLCJUb3AiOjAsIkxlZnQiOjAsIlJpZ2h0IjowLCJCb3R0b20iOjB9LCJCYWNrZ3JvdW5kIjp7IiRpZCI6IjM0IiwiQ29sb3IiOnsiJHJlZiI6IjIwIn19LCJJc1Zpc2libGUiOnRydWUsIldpZHRoIjowLjAsIkhlaWdodCI6MC4wLCJCb3JkZXJTdHlsZSI6bnVsbCwiUGFyZW50U3R5bGUiOm51bGx9LCJUb2RheU1hcmtlclN0eWxlIjp7IiRpZCI6IjM1IiwiTWFyZ2luIjp7IiRpZCI6IjM2IiwiVG9wIjowLCJMZWZ0IjowLCJSaWdodCI6MCwiQm90dG9tIjowfSwiUGFkZGluZyI6eyIkaWQiOiIzNyIsIlRvcCI6MCwiTGVmdCI6MCwiUmlnaHQiOjAsIkJvdHRvbSI6MH0sIkJhY2tncm91bmQiOnsiJGlkIjoiMzgiLCJDb2xvciI6eyIkaWQiOiIzOSIsIkEiOjI1NSwiUiI6MjU1LCJHIjowLCJCIjowfX0sIklzVmlzaWJsZSI6dHJ1ZSwiV2lkdGgiOjAuMCwiSGVpZ2h0IjowLjAsIkJvcmRlclN0eWxlIjpudWxsLCJQYXJlbnRTdHlsZSI6bnVsbH0sIlNjYWxlU3R5bGUiOnsiJGlkIjoiNDAiLCJTaG93U2VnbWVudFNlcGFyYXRvcnMiOnRydWUsIlNlZ21lbnRTZXBhcmF0b3JPcGFjaXR5IjozMCwiRm9udFNldHRpbmdzIjp7IiRpZCI6IjQxIiwiRm9udFNpemUiOjE4LCJGb250TmFtZSI6IkNhbGlicmkiLCJJc0JvbGQiOmZhbHNlLCJJc0l0YWxpYyI6ZmFsc2UsIklzVW5kZXJsaW5lZCI6ZmFsc2UsIlBhcmVudFN0eWxlIjpudWxsfSwiQXV0b1NpemUiOjAsIkZvcmVncm91bmQiOnsiJGlkIjoiNDIiLCJDb2xvciI6eyIkaWQiOiI0My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0NCIsIlRvcCI6MCwiTGVmdCI6NSwiUmlnaHQiOjAsIkJvdHRvbSI6MH0sIlBhZGRpbmciOnsiJGlkIjoiNDUiLCJUb3AiOjAsIkxlZnQiOjAsIlJpZ2h0IjowLCJCb3R0b20iOjB9LCJCYWNrZ3JvdW5kIjp7IiRpZCI6IjQ2IiwiQ29sb3IiOnsiJHJlZiI6IjIwIn19LCJJc1Zpc2libGUiOnRydWUsIldpZHRoIjowLjAsIkhlaWdodCI6MC4wLCJCb3JkZXJTdHlsZSI6bnVsbCwiUGFyZW50U3R5bGUiOm51bGx9LCJFbGFwc2VkVGltZUJhY2tncm91bmQiOnsiJGlkIjoiNDciLCJDb2xvciI6eyIkaWQiOiI0OCIsIkEiOjc3LCJSIjoyNTUsIkciOjAsIkIiOjB9fSwiQXBwZW5kWWVhck9uWWVhckNoYW5nZSI6dHJ1ZSwiRWxhcHNlZFRpbWVGb3JtYXQiOjAsIlRvZGF5TWFya2VyUG9zaXRpb24iOjAsIlF1aWNrUG9zaXRpb24iOjMsIkFic29sdXRlUG9zaXRpb24iOjEwNy41NDQ3MjQsIk1hcmdpbiI6eyIkaWQiOiI0OSIsIlRvcCI6MCwiTGVmdCI6MTAsIlJpZ2h0IjoxMCwiQm90dG9tIjowfSwiUGFkZGluZyI6eyIkaWQiOiI1MCIsIlRvcCI6MCwiTGVmdCI6MCwiUmlnaHQiOjAsIkJvdHRvbSI6MH0sIkJhY2tncm91bmQiOnsiJGlkIjoiNTEiLCJDb2xvciI6eyIkaWQiOiI1MiIsIkEiOjI1NSwiUiI6NDcsIkciOjU0LCJCIjoxNTN9fSwiSXNWaXNpYmxlIjp0cnVlLCJXaWR0aCI6MC4wLCJIZWlnaHQiOjAuMCwiQm9yZGVyU3R5bGUiOm51bGwsIlBhcmVudFN0eWxlIjpudWxsfSwiRGVmYXVsdE1pbGVzdG9uZVN0eWxlIjp7IiRpZCI6IjUzIiwiU2hhcGUiOjksIkNvbm5lY3Rvck1hcmdpbiI6eyIkaWQiOiI1NCIsIlRvcCI6MCwiTGVmdCI6MiwiUmlnaHQiOjIsIkJvdHRvbSI6MH0sIkNvbm5lY3RvclN0eWxlIjp7IiRpZCI6IjU1IiwiTGluZUNvbG9yIjp7IiRpZCI6IjU2IiwiJHR5cGUiOiJOTFJFLkNvbW1vbi5Eb20uU29saWRDb2xvckJydXNoLCBOTFJFLkNvbW1vbiIsIkNvbG9yIjp7IiRpZCI6IjU3IiwiQSI6MTI3LCJSIjo3OSwiRyI6MTI5LCJCIjoxODl9fSwiTGluZVdlaWdodCI6MS4wLCJMaW5lVHlwZSI6MCwiUGFyZW50U3R5bGUiOm51bGx9LCJJc0JlbG93VGltZWJhbmQiOmZhbHNlLCJQb3NpdGlvbk9uVGFzayI6MCwiSGlkZURhdGUiOmZhbHNlLCJTaGFwZVNpemUiOjEsIlNwYWNpbmciOjIuMCwiUGFkZGluZyI6eyIkaWQiOiI1OCIsIlRvcCI6NywiTGVmdCI6MywiUmlnaHQiOjAsIkJvdHRvbSI6Mn0sIlNoYXBlU3R5bGUiOnsiJGlkIjoiNTkiLCJNYXJnaW4iOnsiJGlkIjoiNjAiLCJUb3AiOjAsIkxlZnQiOjAsIlJpZ2h0IjowLCJCb3R0b20iOjB9LCJQYWRkaW5nIjp7IiRpZCI6IjYxIiwiVG9wIjowLCJMZWZ0IjowLCJSaWdodCI6MCwiQm90dG9tIjowfSwiQmFja2dyb3VuZCI6eyIkaWQiOiI2MiIsIkNvbG9yIjp7IiRpZCI6IjYzIiwiQSI6MjU1LCJSIjo5MSwiRyI6MTU1LCJCIjoyMTN9fSwiSXNWaXNpYmxlIjp0cnVlLCJXaWR0aCI6MTguMCwiSGVpZ2h0IjoyMC4wLCJCb3JkZXJTdHlsZSI6eyIkaWQiOiI2NCIsIkxpbmVDb2xvciI6eyIkaWQiOiI2NSIsIiR0eXBlIjoiTkxSRS5Db21tb24uRG9tLlNvbGlkQ29sb3JCcnVzaCwgTkxSRS5Db21tb24iLCJDb2xvciI6eyIkaWQiOiI2NiIsIkEiOjI1NSwiUiI6MjU1LCJHIjowLCJCIjowfX0sIkxpbmVXZWlnaHQiOjAuMCwiTGluZVR5cGUiOjAsIlBhcmVudFN0eWxlIjpudWxsfSwiUGFyZW50U3R5bGUiOm51bGx9LCJUaXRsZVN0eWxlIjp7IiRpZCI6IjY3IiwiRm9udFNldHRpbmdzIjp7IiRpZCI6IjY4IiwiRm9udFNpemUiOjExLCJGb250TmFtZSI6IkNhbGlicmkiLCJJc0JvbGQiOnRydWUsIklzSXRhbGljIjpmYWxzZSwiSXNVbmRlcmxpbmVkIjpmYWxzZSwiUGFyZW50U3R5bGUiOm51bGx9LCJBdXRvU2l6ZSI6MCwiRm9yZWdyb3VuZCI6eyIkaWQiOiI2OSIsIkNvbG9yIjp7IiRpZCI6IjcwIiwiQSI6MjU1LCJSIjoyNTUsIkciOjI1NSwiQiI6MjU1fX0sIk1heFdpZHRoIjoyMDAuMCwiTWF4SGVpZ2h0IjoiSW5maW5pdHkiLCJTbWFydEZvcmVncm91bmRJc0FjdGl2ZSI6ZmFsc2UsIkhvcml6b250YWxBbGlnbm1lbnQiOjEsIlZlcnRpY2FsQWxpZ25tZW50IjowLCJTbWFydEZvcmVncm91bmQiOm51bGwsIkJhY2tncm91bmRGaWxsVHlwZSI6MCwiTWFyZ2luIjp7IiRpZCI6IjcxIiwiVG9wIjowLCJMZWZ0IjowLCJSaWdodCI6MCwiQm90dG9tIjowfSwiUGFkZGluZyI6eyIkaWQiOiI3MiIsIlRvcCI6MCwiTGVmdCI6MCwiUmlnaHQiOjAsIkJvdHRvbSI6MH0sIkJhY2tncm91bmQiOnsiJGlkIjoiNzMiLCJDb2xvciI6eyIkcmVmIjoiMjAifX0sIklzVmlzaWJsZSI6dHJ1ZSwiV2lkdGgiOjAuMCwiSGVpZ2h0IjowLjAsIkJvcmRlclN0eWxlIjpudWxsLCJQYXJlbnRTdHlsZSI6bnVsbH0sIkRhdGVTdHlsZSI6eyIkaWQiOiI3NCIsIkZvbnRTZXR0aW5ncyI6eyIkaWQiOiI3NSIsIkZvbnRTaXplIjoxMCwiRm9udE5hbWUiOiJDYWxpYnJpIiwiSXNCb2xkIjpmYWxzZSwiSXNJdGFsaWMiOmZhbHNlLCJJc1VuZGVybGluZWQiOmZhbHNlLCJQYXJlbnRTdHlsZSI6bnVsbH0sIkF1dG9TaXplIjowLCJGb3JlZ3JvdW5kIjp7IiRpZCI6Ijc2IiwiQ29sb3IiOnsiJGlkIjoiN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c4IiwiVG9wIjowLCJMZWZ0IjowLCJSaWdodCI6MCwiQm90dG9tIjowfSwiUGFkZGluZyI6eyIkaWQiOiI3OSIsIlRvcCI6MCwiTGVmdCI6MCwiUmlnaHQiOjAsIkJvdHRvbSI6MH0sIkJhY2tncm91bmQiOnsiJGlkIjoiODAiLCJDb2xvciI6eyIkcmVmIjoiMjAifX0sIklzVmlzaWJsZSI6ZmFsc2UsIldpZHRoIjowLjAsIkhlaWdodCI6MC4wLCJCb3JkZXJTdHlsZSI6bnVsbCwiUGFyZW50U3R5bGUiOm51bGx9LCJEYXRlRm9ybWF0Ijp7IiRpZCI6Ijg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yIiwiRm9ybWF0IjowLCJJc1Zpc2libGUiOmZhbHNlLCJMYXN0S25vd25WaXNpYmlsaXR5U3RhdGUiOmZhbHNlfSwiSXNWaXNpYmxlIjp0cnVlLCJQYXJlbnRTdHlsZSI6bnVsbH0sIkRlZmF1bHRUYXNrU3R5bGUiOnsiJGlkIjoiODMiLCJTaGFwZSI6OCwiU2hhcGVUaGlja25lc3MiOjEsIkR1cmF0aW9uRm9ybWF0IjowLCJJbmNsdWRlTm9uV29ya2luZ0RheXNJbkR1cmF0aW9uIjpmYWxzZSwiUGVyY2VudGFnZUNvbXBsZXRlU3R5bGUiOnsiJGlkIjoiODQiLCJGb250U2V0dGluZ3MiOnsiJGlkIjoiODUiLCJGb250U2l6ZSI6MTAsIkZvbnROYW1lIjoiQ2FsaWJyaSIsIklzQm9sZCI6ZmFsc2UsIklzSXRhbGljIjpmYWxzZSwiSXNVbmRlcmxpbmVkIjpmYWxzZSwiUGFyZW50U3R5bGUiOm51bGx9LCJBdXRvU2l6ZSI6MCwiRm9yZWdyb3VuZCI6eyIkaWQiOiI4NiIsIkNvbG9yIjp7IiRpZCI6Ijg3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ODgiLCJUb3AiOjAsIkxlZnQiOjAsIlJpZ2h0IjowLCJCb3R0b20iOjB9LCJQYWRkaW5nIjp7IiRpZCI6Ijg5IiwiVG9wIjowLCJMZWZ0IjowLCJSaWdodCI6MCwiQm90dG9tIjowfSwiQmFja2dyb3VuZCI6eyIkaWQiOiI5MCIsIkNvbG9yIjp7IiRyZWYiOiIyMCJ9fSwiSXNWaXNpYmxlIjp0cnVlLCJXaWR0aCI6MC4wLCJIZWlnaHQiOjAuMCwiQm9yZGVyU3R5bGUiOm51bGwsIlBhcmVudFN0eWxlIjpudWxsfSwiRHVyYXRpb25TdHlsZSI6eyIkaWQiOiI5MSIsIkZvbnRTZXR0aW5ncyI6eyIkaWQiOiI5MiIsIkZvbnRTaXplIjoxMCwiRm9udE5hbWUiOiJDYWxpYnJpIiwiSXNCb2xkIjpmYWxzZSwiSXNJdGFsaWMiOmZhbHNlLCJJc1VuZGVybGluZWQiOmZhbHNlLCJQYXJlbnRTdHlsZSI6bnVsbH0sIkF1dG9TaXplIjowLCJGb3JlZ3JvdW5kIjp7IiRpZCI6IjkzIiwiQ29sb3IiOnsiJGlkIjoiOTQ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5NSIsIlRvcCI6MCwiTGVmdCI6MCwiUmlnaHQiOjAsIkJvdHRvbSI6MH0sIlBhZGRpbmciOnsiJGlkIjoiOTYiLCJUb3AiOjAsIkxlZnQiOjAsIlJpZ2h0IjowLCJCb3R0b20iOjB9LCJCYWNrZ3JvdW5kIjp7IiRpZCI6Ijk3IiwiQ29sb3IiOnsiJHJlZiI6IjIwIn19LCJJc1Zpc2libGUiOnRydWUsIldpZHRoIjowLjAsIkhlaWdodCI6MC4wLCJCb3JkZXJTdHlsZSI6bnVsbCwiUGFyZW50U3R5bGUiOm51bGx9LCJIb3Jpem9udGFsQ29ubmVjdG9yU3R5bGUiOnsiJGlkIjoiOTgiLCJMaW5lQ29sb3IiOnsiJGlkIjoiOTkiLCIkdHlwZSI6Ik5MUkUuQ29tbW9uLkRvbS5Tb2xpZENvbG9yQnJ1c2gsIE5MUkUuQ29tbW9uIiwiQ29sb3IiOnsiJGlkIjoiMTAwIiwiQSI6MjU1LCJSIjoyMDQsIkciOjIwNCwiQiI6MjA0fX0sIkxpbmVXZWlnaHQiOjEuMCwiTGluZVR5cGUiOjAsIlBhcmVudFN0eWxlIjpudWxsfSwiVmVydGljYWxDb25uZWN0b3JTdHlsZSI6eyIkaWQiOiIxMDEiLCJMaW5lQ29sb3IiOnsiJGlkIjoiMTAyIiwiJHR5cGUiOiJOTFJFLkNvbW1vbi5Eb20uU29saWRDb2xvckJydXNoLCBOTFJFLkNvbW1vbiIsIkNvbG9yIjp7IiRpZCI6IjEwMyIsIkEiOjI1NSwiUiI6MjA0LCJHIjoyMDQsIkIiOjIwNH19LCJMaW5lV2VpZ2h0IjoxLjAsIkxpbmVUeXBlIjowLCJQYXJlbnRTdHlsZSI6bnVsbH0sIk1hcmdpbiI6bnVsbCwiU3RhcnREYXRlUG9zaXRpb24iOjMsIkVuZERhdGVQb3NpdGlvbiI6NCwiRGF0ZUlzVmlzaWJsZSI6dHJ1ZSwiVGl0bGVQb3NpdGlvbiI6MiwiRHVyYXRpb25Qb3NpdGlvbiI6NiwiUGVyY2VudGFnZUNvbXBsZXRlZFBvc2l0aW9uIjo2LCJTcGFjaW5nIjo1LCJJc0JlbG93VGltZWJhbmQiOnRydWUsIlBlcmNlbnRhZ2VDb21wbGV0ZVNoYXBlT3BhY2l0eSI6MzUsIlNoYXBlU3R5bGUiOnsiJGlkIjoiMTA0IiwiTWFyZ2luIjp7IiRpZCI6IjEwNSIsIlRvcCI6MCwiTGVmdCI6NCwiUmlnaHQiOjQsIkJvdHRvbSI6MH0sIlBhZGRpbmciOnsiJGlkIjoiMTA2IiwiVG9wIjowLCJMZWZ0IjowLCJSaWdodCI6MCwiQm90dG9tIjowfSwiQmFja2dyb3VuZCI6eyIkaWQiOiIxMDciLCJDb2xvciI6eyIkaWQiOiIxMDgiLCJBIjoyNTUsIlIiOjAsIkciOjExNCwiQiI6MTg4fX0sIklzVmlzaWJsZSI6dHJ1ZSwiV2lkdGgiOjAuMCwiSGVpZ2h0IjoxNi4wLCJCb3JkZXJTdHlsZSI6eyIkaWQiOiIxMDkiLCJMaW5lQ29sb3IiOnsiJGlkIjoiMTEwIiwiJHR5cGUiOiJOTFJFLkNvbW1vbi5Eb20uU29saWRDb2xvckJydXNoLCBOTFJFLkNvbW1vbiIsIkNvbG9yIjp7IiRpZCI6IjExMSIsIkEiOjI1NSwiUiI6MjU1LCJHIjowLCJCIjowfX0sIkxpbmVXZWlnaHQiOjAuMCwiTGluZVR5cGUiOjAsIlBhcmVudFN0eWxlIjpudWxsfSwiUGFyZW50U3R5bGUiOm51bGx9LCJUaXRsZVN0eWxlIjp7IiRpZCI6IjExMiIsIkZvbnRTZXR0aW5ncyI6eyIkaWQiOiIxMTMiLCJGb250U2l6ZSI6MTEsIkZvbnROYW1lIjoiQ2FsaWJyaSIsIklzQm9sZCI6dHJ1ZSwiSXNJdGFsaWMiOmZhbHNlLCJJc1VuZGVybGluZWQiOmZhbHNlLCJQYXJlbnRTdHlsZSI6bnVsbH0sIkF1dG9TaXplIjowLCJGb3JlZ3JvdW5kIjp7IiRpZCI6IjExNCIsIkNvbG9yIjp7IiRpZCI6IjExNSIsIkEiOjI1NSwiUiI6MCwiRyI6MCwiQiI6MH19LCJNYXhXaWR0aCI6OTYwLjAsIk1heEhlaWdodCI6IkluZmluaXR5IiwiU21hcnRGb3JlZ3JvdW5kSXNBY3RpdmUiOmZhbHNlLCJIb3Jpem9udGFsQWxpZ25tZW50IjoxLCJWZXJ0aWNhbEFsaWdubWVudCI6MCwiU21hcnRGb3JlZ3JvdW5kIjpudWxsLCJCYWNrZ3JvdW5kRmlsbFR5cGUiOjAsIk1hcmdpbiI6eyIkaWQiOiIxMTYiLCJUb3AiOjAsIkxlZnQiOjAsIlJpZ2h0IjowLCJCb3R0b20iOjB9LCJQYWRkaW5nIjp7IiRpZCI6IjExNyIsIlRvcCI6MCwiTGVmdCI6MCwiUmlnaHQiOjAsIkJvdHRvbSI6MH0sIkJhY2tncm91bmQiOnsiJGlkIjoiMTE4IiwiQ29sb3IiOnsiJHJlZiI6IjIwIn19LCJJc1Zpc2libGUiOnRydWUsIldpZHRoIjowLjAsIkhlaWdodCI6MC4wLCJCb3JkZXJTdHlsZSI6bnVsbCwiUGFyZW50U3R5bGUiOm51bGx9LCJEYXRlU3R5bGUiOnsiJGlkIjoiMTE5IiwiRm9udFNldHRpbmdzIjp7IiRpZCI6IjEyMCIsIkZvbnRTaXplIjoxMCwiRm9udE5hbWUiOiJDYWxpYnJpIiwiSXNCb2xkIjpmYWxzZSwiSXNJdGFsaWMiOmZhbHNlLCJJc1VuZGVybGluZWQiOmZhbHNlLCJQYXJlbnRTdHlsZSI6bnVsbH0sIkF1dG9TaXplIjowLCJGb3JlZ3JvdW5kIjp7IiRpZCI6IjEyMSIsIkNvbG9yIjp7IiRpZCI6IjEyMi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TIzIiwiVG9wIjowLCJMZWZ0IjowLCJSaWdodCI6MCwiQm90dG9tIjowfSwiUGFkZGluZyI6eyIkaWQiOiIxMjQiLCJUb3AiOjAsIkxlZnQiOjAsIlJpZ2h0IjowLCJCb3R0b20iOjB9LCJCYWNrZ3JvdW5kIjp7IiRpZCI6IjEyNSIsIkNvbG9yIjp7IiRyZWYiOiIyMCJ9fSwiSXNWaXNpYmxlIjp0cnVlLCJXaWR0aCI6MC4wLCJIZWlnaHQiOjAuMCwiQm9yZGVyU3R5bGUiOm51bGwsIlBhcmVudFN0eWxlIjpudWxsfSwiRGF0ZUZvcm1hdCI6eyIkaWQiOiIxMj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3IiwiRm9ybWF0IjowLCJJc1Zpc2libGUiOmZhbHNlLCJMYXN0S25vd25WaXNpYmlsaXR5U3RhdGUiOmZhbHNlfSwiSXNWaXNpYmxlIjp0cnVlLCJQYXJlbnRTdHlsZSI6bnVsbCwiX2V4cGxpY2l0bHlTZXQiOnsiJGlkIjoiMTI4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dyaWRsaW5lUGFuZWxTdHlsZSI6eyIkaWQiOiIxMjkiLCJHcmlkbGluZVN0eWxlIjp7IiRpZCI6IjEzMCIsIkxpbmVDb2xvciI6eyIkaWQiOiIxMzEiLCIkdHlwZSI6Ik5MUkUuQ29tbW9uLkRvbS5Tb2xpZENvbG9yQnJ1c2gsIE5MUkUuQ29tbW9uIiwiQ29sb3IiOnsiJGlkIjoiMTMyIiwiQSI6MjU1LCJSIjoyMDgsIkciOjIwNiwiQiI6MjA2fX0sIkxpbmVXZWlnaHQiOjAuMCwiTGluZVR5cGUiOjAsIlBhcmVudFN0eWxlIjpudWxsfSwiTWFyZ2luIjp7IiRpZCI6IjEzMyIsIlRvcCI6MCwiTGVmdCI6MCwiUmlnaHQiOjAsIkJvdHRvbSI6MH0sIlBhZGRpbmciOnsiJGlkIjoiMTM0IiwiVG9wIjowLCJMZWZ0IjowLCJSaWdodCI6MCwiQm90dG9tIjowfSwiQmFja2dyb3VuZCI6bnVsbCwiSXNWaXNpYmxlIjpmYWxzZSwiV2lkdGgiOjAuMCwiSGVpZ2h0IjowLjAsIkJvcmRlclN0eWxlIjp7IiRpZCI6IjEzNSIsIkxpbmVDb2xvciI6bnVsbCwiTGluZVdlaWdodCI6MC4wLCJMaW5lVHlwZSI6MCwiUGFyZW50U3R5bGUiOm51bGx9LCJQYXJlbnRTdHlsZSI6bnVsbH0sIlNob3dFbGFwc2VkVGltZUdyYWRpZW50U3R5bGUiOmZhbHNlLCJEZWZhdWx0U3dpbWxhbmVTdHlsZSI6eyIkaWQiOiIxMzYiLCJIZWFkZXJTdHlsZSI6eyIkaWQiOiIxMzciLCJUZXh0U3R5bGUiOnsiJGlkIjoiMTM4IiwiRm9udFNldHRpbmdzIjp7IiRpZCI6IjEzOSIsIkZvbnRTaXplIjoxMiwiRm9udE5hbWUiOiJDYWxpYnJpIiwiSXNCb2xkIjpmYWxzZSwiSXNJdGFsaWMiOmZhbHNlLCJJc1VuZGVybGluZWQiOmZhbHNlLCJQYXJlbnRTdHlsZSI6bnVsbH0sIkF1dG9TaXplIjowLCJGb3JlZ3JvdW5kIjp7IiRpZCI6IjE0MCIsIkNvbG9yIjp7IiRpZCI6IjE0MSIsIkEiOjI1NSwiUiI6MzIsIkciOjU2LCJCIjoxMDB9fSwiTWF4V2lkdGgiOjAuMCwiTWF4SGVpZ2h0IjowLjAsIlNtYXJ0Rm9yZWdyb3VuZElzQWN0aXZlIjpmYWxzZSwiSG9yaXpvbnRhbEFsaWdubWVudCI6MCwiVmVydGljYWxBbGlnbm1lbnQiOjAsIlNtYXJ0Rm9yZWdyb3VuZCI6bnVsbCwiQmFja2dyb3VuZEZpbGxUeXBlIjowLCJNYXJnaW4iOnsiJGlkIjoiMTQyIiwiVG9wIjowLCJMZWZ0IjowLCJSaWdodCI6MCwiQm90dG9tIjowfSwiUGFkZGluZyI6eyIkaWQiOiIxNDMiLCJUb3AiOjAsIkxlZnQiOjAsIlJpZ2h0IjowLCJCb3R0b20iOjB9LCJCYWNrZ3JvdW5kIjpudWxsLCJJc1Zpc2libGUiOmZhbHNlLCJXaWR0aCI6MC4wLCJIZWlnaHQiOjAuMCwiQm9yZGVyU3R5bGUiOm51bGwsIlBhcmVudFN0eWxlIjpudWxsfSwiUmVjdGFuZ2xlU3R5bGUiOnsiJGlkIjoiMTQ0IiwiTWFyZ2luIjp7IiRpZCI6IjE0NSIsIlRvcCI6MCwiTGVmdCI6MCwiUmlnaHQiOjAsIkJvdHRvbSI6MH0sIlBhZGRpbmciOnsiJGlkIjoiMTQ2IiwiVG9wIjowLCJMZWZ0IjowLCJSaWdodCI6MCwiQm90dG9tIjowfSwiQmFja2dyb3VuZCI6eyIkaWQiOiIxNDciLCJDb2xvciI6eyIkaWQiOiIxNDgiLCJBIjoxMjcsIlIiOjkxLCJHIjoxNTUsIkIiOjIxM319LCJJc1Zpc2libGUiOmZhbHNlLCJXaWR0aCI6MC4wLCJIZWlnaHQiOjAuMCwiQm9yZGVyU3R5bGUiOnsiJGlkIjoiMTQ5IiwiTGluZUNvbG9yIjp7IiRpZCI6IjE1MCIsIiR0eXBlIjoiTkxSRS5Db21tb24uRG9tLlNvbGlkQ29sb3JCcnVzaCwgTkxSRS5Db21tb24iLCJDb2xvciI6eyIkaWQiOiIxNTEiLCJBIjoyNTUsIlIiOjI1NSwiRyI6MCwiQiI6MH19LCJMaW5lV2VpZ2h0IjowLjAsIkxpbmVUeXBlIjowLCJQYXJlbnRTdHlsZSI6bnVsbH0sIlBhcmVudFN0eWxlIjpudWxsfSwiTWFyZ2luIjp7IiRpZCI6IjE1MiIsIlRvcCI6MCwiTGVmdCI6MCwiUmlnaHQiOjAsIkJvdHRvbSI6MH0sIlBhZGRpbmciOnsiJGlkIjoiMTUzIiwiVG9wIjowLCJMZWZ0IjowLCJSaWdodCI6MCwiQm90dG9tIjowfSwiQmFja2dyb3VuZCI6bnVsbCwiSXNWaXNpYmxlIjp0cnVlLCJXaWR0aCI6MC4wLCJIZWlnaHQiOjAuMCwiQm9yZGVyU3R5bGUiOm51bGwsIlBhcmVudFN0eWxlIjpudWxsfSwiQmFja2dyb3VuZFN0eWxlIjp7IiRpZCI6IjE1NCIsIk1hcmdpbiI6eyIkaWQiOiIxNTUiLCJUb3AiOjAsIkxlZnQiOjAsIlJpZ2h0IjowLCJCb3R0b20iOjB9LCJQYWRkaW5nIjp7IiRpZCI6IjE1NiIsIlRvcCI6MCwiTGVmdCI6MCwiUmlnaHQiOjAsIkJvdHRvbSI6MH0sIkJhY2tncm91bmQiOnsiJGlkIjoiMTU3IiwiQ29sb3IiOnsiJGlkIjoiMTU4IiwiQSI6MzgsIlIiOjkxLCJHIjoxNTUsIkIiOjIxM319LCJJc1Zpc2libGUiOnRydWUsIldpZHRoIjowLjAsIkhlaWdodCI6MC4wLCJCb3JkZXJTdHlsZSI6eyIkaWQiOiIxNTkiLCJMaW5lQ29sb3IiOnsiJGlkIjoiMTYwIiwiJHR5cGUiOiJOTFJFLkNvbW1vbi5Eb20uU29saWRDb2xvckJydXNoLCBOTFJFLkNvbW1vbiIsIkNvbG9yIjp7IiRpZCI6IjE2MSIsIkEiOjI1NSwiUiI6MjU1LCJHIjowLCJCIjowfX0sIkxpbmVXZWlnaHQiOjAuMCwiTGluZVR5cGUiOjAsIlBhcmVudFN0eWxlIjpudWxsfSwiUGFyZW50U3R5bGUiOm51bGx9LCJJc0Fib3ZlVGltZWJhbmQiOmZhbHNlLCJNYXJnaW4iOnsiJGlkIjoiMTYyIiwiVG9wIjowLCJMZWZ0IjowLCJSaWdodCI6MCwiQm90dG9tIjowfSwiUGFkZGluZyI6eyIkaWQiOiIxNjMiLCJUb3AiOjAsIkxlZnQiOjAsIlJpZ2h0IjowLCJCb3R0b20iOjB9LCJJc1Zpc2libGUiOnRydWUsIldpZHRoIjowLjAsIkhlaWdodCI6MC4wLCJCb3JkZXJTdHlsZSI6bnVsbCwiUGFyZW50U3R5bGUiOm51bGx9fSwiU2NhbGUiOnsiJGlkIjoiMTY0IiwiU3RhcnREYXRlIjoiMDAwMS0wMS0wMVQwMDowMDowMCIsIkVuZERhdGUiOiIwMDAxLTAxLTAxVDAwOjAwOjAwIiwiRm9ybWF0IjoiTU1NIiwiVHlwZSI6MywiQXV0b0RhdGVSYW5nZSI6dHJ1ZSwiV29ya2luZ0RheXMiOjMxLCJGaXNjYWxZZWFyIjp7IiRpZCI6IjE2NSIsIlN0YXJ0TW9udGgiOjEsIlVzZVN0YXJ0aW5nWWVhckZvck51bWJlcmluZyI6dHJ1ZSwiU2hvd0Zpc2NhbFllYXJMYWJlbCI6dHJ1ZX0sIlRvZGF5TWFya2VyVGV4dCI6IlRvZGF5IiwiQXV0b1NjYWxlVHlwZSI6ZmFsc2V9LCJNaWxlc3RvbmVzIjpbXSwiVGFza3MiOltdLCJTd2ltbGFuZXMiOlt7IiRpZCI6IjE2NiIsIklkIjoiZjQzM2E5OTAtODk2MS00MTBjLWEyZTQtNjMxNWYxZGI2NmIzIiwiSW5kZXgiOjAsIkhlYWRlclRleHQiOiJJbmRpYSIsIlN0eWxlIjp7IiRpZCI6IjE2NyIsIkhlYWRlclN0eWxlIjp7IiRpZCI6IjE2OCIsIlRleHRTdHlsZSI6eyIkaWQiOiIxNjkiLCJGb250U2V0dGluZ3MiOnsiJGlkIjoiMTcwIiwiRm9udFNpemUiOjEyLCJGb250TmFtZSI6IkNhbGlicmkiLCJJc0JvbGQiOnRydWUsIklzSXRhbGljIjpmYWxzZSwiSXNVbmRlcmxpbmVkIjpmYWxzZSwiUGFyZW50U3R5bGUiOm51bGx9LCJBdXRvU2l6ZSI6MCwiRm9yZWdyb3VuZCI6eyIkaWQiOiIxNzEiLCJDb2xvciI6eyIkaWQiOiIxNzIiLCJBIjoyNTUsIlIiOjYwLCJHIjo1NCwiQiI6NDl9fSwiTWF4V2lkdGgiOjAuMCwiTWF4SGVpZ2h0IjowLjAsIlNtYXJ0Rm9yZWdyb3VuZElzQWN0aXZlIjpmYWxzZSwiSG9yaXpvbnRhbEFsaWdubWVudCI6MCwiVmVydGljYWxBbGlnbm1lbnQiOjAsIlNtYXJ0Rm9yZWdyb3VuZCI6bnVsbCwiQmFja2dyb3VuZEZpbGxUeXBlIjowLCJNYXJnaW4iOnsiJGlkIjoiMTczIiwiVG9wIjowLCJMZWZ0IjowLCJSaWdodCI6MCwiQm90dG9tIjowfSwiUGFkZGluZyI6eyIkaWQiOiIxNzQiLCJUb3AiOjAsIkxlZnQiOjAsIlJpZ2h0IjowLCJCb3R0b20iOjB9LCJCYWNrZ3JvdW5kIjpudWxsLCJJc1Zpc2libGUiOmZhbHNlLCJXaWR0aCI6MC4wLCJIZWlnaHQiOjAuMCwiQm9yZGVyU3R5bGUiOm51bGwsIlBhcmVudFN0eWxlIjpudWxsfSwiUmVjdGFuZ2xlU3R5bGUiOnsiJGlkIjoiMTc1IiwiTWFyZ2luIjp7IiRpZCI6IjE3NiIsIlRvcCI6MCwiTGVmdCI6MCwiUmlnaHQiOjAsIkJvdHRvbSI6MH0sIlBhZGRpbmciOnsiJGlkIjoiMTc3IiwiVG9wIjowLCJMZWZ0IjowLCJSaWdodCI6MCwiQm90dG9tIjowfSwiQmFja2dyb3VuZCI6eyIkaWQiOiIxNzgiLCJDb2xvciI6eyIkaWQiOiIxNzkiLCJBIjoyNTUsIlIiOjIzNywiRyI6MTI1LCJCIjo0OX19LCJJc1Zpc2libGUiOmZhbHNlLCJXaWR0aCI6MC4wLCJIZWlnaHQiOjAuMCwiQm9yZGVyU3R5bGUiOnsiJGlkIjoiMTgwIiwiTGluZUNvbG9yIjp7IiRpZCI6IjE4MSIsIiR0eXBlIjoiTkxSRS5Db21tb24uRG9tLlNvbGlkQ29sb3JCcnVzaCwgTkxSRS5Db21tb24iLCJDb2xvciI6eyIkaWQiOiIxODIiLCJBIjoyNTUsIlIiOjYwLCJHIjo1NCwiQiI6NDl9fSwiTGluZVdlaWdodCI6MC4wLCJMaW5lVHlwZSI6MCwiUGFyZW50U3R5bGUiOm51bGx9LCJQYXJlbnRTdHlsZSI6bnVsbH0sIk1hcmdpbiI6eyIkaWQiOiIxODMiLCJUb3AiOjAsIkxlZnQiOjAsIlJpZ2h0IjowLCJCb3R0b20iOjB9LCJQYWRkaW5nIjp7IiRpZCI6IjE4NCIsIlRvcCI6MCwiTGVmdCI6MCwiUmlnaHQiOjAsIkJvdHRvbSI6MH0sIkJhY2tncm91bmQiOm51bGwsIklzVmlzaWJsZSI6dHJ1ZSwiV2lkdGgiOjAuMCwiSGVpZ2h0IjowLjAsIkJvcmRlclN0eWxlIjpudWxsLCJQYXJlbnRTdHlsZSI6bnVsbH0sIkJhY2tncm91bmRTdHlsZSI6eyIkaWQiOiIxODUiLCJNYXJnaW4iOnsiJGlkIjoiMTg2IiwiVG9wIjowLCJMZWZ0IjowLCJSaWdodCI6MCwiQm90dG9tIjowfSwiUGFkZGluZyI6eyIkaWQiOiIxODciLCJUb3AiOjAsIkxlZnQiOjAsIlJpZ2h0IjowLCJCb3R0b20iOjB9LCJCYWNrZ3JvdW5kIjp7IiRpZCI6IjE4OCIsIkNvbG9yIjp7IiRpZCI6IjE4OSIsIkEiOjM4LCJSIjoyMzcsIkciOjEyNSwiQiI6NDl9fSwiSXNWaXNpYmxlIjp0cnVlLCJXaWR0aCI6MC4wLCJIZWlnaHQiOjAuMCwiQm9yZGVyU3R5bGUiOnsiJGlkIjoiMTkwIiwiTGluZUNvbG9yIjp7IiRpZCI6IjE5MSIsIiR0eXBlIjoiTkxSRS5Db21tb24uRG9tLlNvbGlkQ29sb3JCcnVzaCwgTkxSRS5Db21tb24iLCJDb2xvciI6eyIkaWQiOiIxOTIiLCJBIjoyNTUsIlIiOjIwOCwiRyI6MjA2LCJCIjoyMDZ9fSwiTGluZVdlaWdodCI6MC4wLCJMaW5lVHlwZSI6MCwiUGFyZW50U3R5bGUiOm51bGx9LCJQYXJlbnRTdHlsZSI6bnVsbH0sIklzQWJvdmVUaW1lYmFuZCI6ZmFsc2UsIk1hcmdpbiI6eyIkaWQiOiIxOTMiLCJUb3AiOjAsIkxlZnQiOjAsIlJpZ2h0IjowLCJCb3R0b20iOjB9LCJQYWRkaW5nIjp7IiRpZCI6IjE5NCIsIlRvcCI6MCwiTGVmdCI6MCwiUmlnaHQiOjAsIkJvdHRvbSI6MH0sIklzVmlzaWJsZSI6dHJ1ZSwiV2lkdGgiOjAuMCwiSGVpZ2h0IjowLjAsIkJvcmRlclN0eWxlIjpudWxsLCJQYXJlbnRTdHlsZSI6bnVsbH0sIlRhc2tzIjpbXSwiTWlsZXN0b25lcyI6W3siJGlkIjoiMTk1IiwiSWQiOiJhZTY5ZTIzMS03OWMwLTQ1NzQtOTJmMy05NmY0OWVkZGNjYWUiLCJJbmRleCI6MCwiR3JvdXBJZCI6ImJhYjQxZTcxLWI1MTEtNGY5NS05MTY3LTk4MjBjOTk3MjA1YyIsIlRpdGxlIjoiV2VsY29tZSBNZXNzYWdlIiwiRGF0ZVRpbWUiOiIyMDIxLTA4LTE1VDIzOjU5OjAwIiwiUGVyY2VudGFnZUNvbXBsZXRlIjpudWxsLCJOb3RlIjpudWxsLCJTdHlsZSI6eyIkaWQiOiIxOTYiLCJUaXRsZVBvc2l0aW9uIjoiUmlnaHQiLCJEYXRlUG9zaXRpb24iOiJMZWZ0IiwiU2hhcGVUeXBlIjoxNCwiU2hhcGVTaXplIjoxLCJTaGFwZVN0eWxlIjp7IiRpZCI6IjE5NyIsIk1hcmdpbiI6eyIkaWQiOiIxOTgiLCJUb3AiOjAsIkxlZnQiOjAsIlJpZ2h0IjowLCJCb3R0b20iOjB9LCJQYWRkaW5nIjp7IiRpZCI6IjE5OSIsIlRvcCI6MCwiTGVmdCI6MCwiUmlnaHQiOjAsIkJvdHRvbSI6MH0sIkJhY2tncm91bmQiOnsiJGlkIjoiMjAwIiwiQ29sb3IiOnsiJGlkIjoiMjAxIiwiQSI6MjU1LCJSIjoyMzcsIkciOjEyNSwiQiI6NDl9fSwiSXNWaXNpYmxlIjp0cnVlLCJXaWR0aCI6MTguMCwiSGVpZ2h0IjoyMC4wLCJCb3JkZXJTdHlsZSI6eyIkaWQiOiIyMDIiLCJMaW5lQ29sb3IiOm51bGwsIkxpbmVXZWlnaHQiOjAuMCwiTGluZVR5cGUiOjAsIlBhcmVudFN0eWxlIjpudWxsfSwiUGFyZW50U3R5bGUiOm51bGx9LCJUaXRsZVN0eWxlIjp7IiRpZCI6IjIwMyIsIkZvbnRTZXR0aW5ncyI6eyIkaWQiOiIyMDQiLCJGb250U2l6ZSI6MTEsIkZvbnROYW1lIjoiQ2FsaWJyaSIsIklzQm9sZCI6dHJ1ZSwiSXNJdGFsaWMiOmZhbHNlLCJJc1VuZGVybGluZWQiOmZhbHNlLCJQYXJlbnRTdHlsZSI6bnVsbH0sIkF1dG9TaXplIjowLCJGb3JlZ3JvdW5kIjp7IiRpZCI6IjIwNSIsIkNvbG9yIjp7IiRpZCI6IjIwNiIsIkEiOjI1NSwiUiI6MjU1LCJHIjoyNTUsIkIiOjI1NX19LCJNYXhXaWR0aCI6MjAwLjAsIk1heEhlaWdodCI6IkluZmluaXR5IiwiU21hcnRGb3JlZ3JvdW5kSXNBY3RpdmUiOmZhbHNlLCJIb3Jpem9udGFsQWxpZ25tZW50IjowLCJWZXJ0aWNhbEFsaWdubWVudCI6MCwiU21hcnRGb3JlZ3JvdW5kIjpudWxsLCJCYWNrZ3JvdW5kRmlsbFR5cGUiOjAsIk1hcmdpbiI6eyIkaWQiOiIyMDciLCJUb3AiOjAsIkxlZnQiOjAsIlJpZ2h0IjowLCJCb3R0b20iOjB9LCJQYWRkaW5nIjp7IiRpZCI6IjIwOCIsIlRvcCI6MCwiTGVmdCI6MCwiUmlnaHQiOjAsIkJvdHRvbSI6MH0sIkJhY2tncm91bmQiOnsiJGlkIjoiMjA5IiwiQ29sb3IiOnsiJGlkIjoiMjEwIiwiQSI6MCwiUiI6MjU1LCJHIjoyNTUsIkIiOjI1NX19LCJJc1Zpc2libGUiOnRydWUsIldpZHRoIjowLjAsIkhlaWdodCI6MC4wLCJCb3JkZXJTdHlsZSI6bnVsbCwiUGFyZW50U3R5bGUiOm51bGx9LCJEYXRlU3R5bGUiOnsiJGlkIjoiMjExIiwiRm9udFNldHRpbmdzIjp7IiRpZCI6IjIxMiIsIkZvbnRTaXplIjoxMCwiRm9udE5hbWUiOiJDYWxpYnJpIiwiSXNCb2xkIjpmYWxzZSwiSXNJdGFsaWMiOmZhbHNlLCJJc1VuZGVybGluZWQiOmZhbHNlLCJQYXJlbnRTdHlsZSI6bnVsbH0sIkF1dG9TaXplIjowLCJGb3JlZ3JvdW5kIjp7IiRpZCI6IjIxMyIsIkNvbG9yIjp7IiRpZCI6IjIxN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E1IiwiVG9wIjowLCJMZWZ0IjowLCJSaWdodCI6MCwiQm90dG9tIjowfSwiUGFkZGluZyI6eyIkaWQiOiIyMTYiLCJUb3AiOjAsIkxlZnQiOjAsIlJpZ2h0IjowLCJCb3R0b20iOjB9LCJCYWNrZ3JvdW5kIjp7IiRpZCI6IjIxNyIsIkNvbG9yIjp7IiRpZCI6IjIxOCIsIkEiOjAsIlIiOjI1NSwiRyI6MjU1LCJCIjoyNTV9fSwiSXNWaXNpYmxlIjpmYWxzZSwiV2lkdGgiOjAuMCwiSGVpZ2h0IjowLjAsIkJvcmRlclN0eWxlIjpudWxsLCJQYXJlbnRTdHlsZSI6bnVsbH0sIkRhdGVGb3JtYXQiOnsiJGlkIjoiMjE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yMCIsIkZvcm1hdCI6MCwiSXNWaXNpYmxlIjpmYWxzZSwiTGFzdEtub3duVmlzaWJpbGl0eVN0YXRlIjpmYWxzZX0sIklzVmlzaWJsZSI6ZmFsc2UsIlBhcmVudFN0eWxlIjpudWxsfSwiSHlwZXJsaW5rIjpudWxsLCJJbXBvcnRJZCI6IjEifSx7IiRpZCI6IjIyMSIsIklkIjoiZGQxMWI4MTEtNDRmYi00NDBhLTk4ZTQtNjRlNmIzZTU3ODUyIiwiSW5kZXgiOjEsIkdyb3VwSWQiOiJiYWI0MWU3MS1iNTExLTRmOTUtOTE2Ny05ODIwYzk5NzIwNWMiLCJUaXRsZSI6IlBDIFB1cmNoYXNlIEVuY291cmFnZW1lbnQiLCJEYXRlVGltZSI6IjIwMjEtMTEtMTVUMjM6NTk6MDAiLCJQZXJjZW50YWdlQ29tcGxldGUiOm51bGwsIk5vdGUiOm51bGwsIlN0eWxlIjp7IiRpZCI6IjIyMiIsIlRpdGxlUG9zaXRpb24iOiJSaWdodCIsIkRhdGVQb3NpdGlvbiI6IkxlZnQiLCJTaGFwZVR5cGUiOjE0LCJTaGFwZVNpemUiOjEsIlNoYXBlU3R5bGUiOnsiJGlkIjoiMjIzIiwiTWFyZ2luIjp7IiRpZCI6IjIyNCIsIlRvcCI6MCwiTGVmdCI6MCwiUmlnaHQiOjAsIkJvdHRvbSI6MH0sIlBhZGRpbmciOnsiJGlkIjoiMjI1IiwiVG9wIjowLCJMZWZ0IjowLCJSaWdodCI6MCwiQm90dG9tIjowfSwiQmFja2dyb3VuZCI6eyIkaWQiOiIyMjYiLCJDb2xvciI6eyIkaWQiOiIyMjciLCJBIjoyNTUsIlIiOjIzNywiRyI6MTI1LCJCIjo0OX19LCJJc1Zpc2libGUiOnRydWUsIldpZHRoIjoxOC4wLCJIZWlnaHQiOjIwLjAsIkJvcmRlclN0eWxlIjp7IiRpZCI6IjIyOCIsIkxpbmVDb2xvciI6bnVsbCwiTGluZVdlaWdodCI6MC4wLCJMaW5lVHlwZSI6MCwiUGFyZW50U3R5bGUiOm51bGx9LCJQYXJlbnRTdHlsZSI6bnVsbH0sIlRpdGxlU3R5bGUiOnsiJGlkIjoiMjI5IiwiRm9udFNldHRpbmdzIjp7IiRpZCI6IjIzMCIsIkZvbnRTaXplIjoxMSwiRm9udE5hbWUiOiJDYWxpYnJpIiwiSXNCb2xkIjp0cnVlLCJJc0l0YWxpYyI6ZmFsc2UsIklzVW5kZXJsaW5lZCI6ZmFsc2UsIlBhcmVudFN0eWxlIjpudWxsfSwiQXV0b1NpemUiOjIsIkZvcmVncm91bmQiOnsiJGlkIjoiMjMxIiwiQ29sb3IiOnsiJGlkIjoiMjMyIiwiQSI6MjU1LCJSIjoyNTUsIkciOjI1NSwiQiI6MjU1fX0sIk1heFdpZHRoIjo5MC4yOCwiTWF4SGVpZ2h0IjoiSW5maW5pdHkiLCJTbWFydEZvcmVncm91bmRJc0FjdGl2ZSI6ZmFsc2UsIkhvcml6b250YWxBbGlnbm1lbnQiOjAsIlZlcnRpY2FsQWxpZ25tZW50IjowLCJTbWFydEZvcmVncm91bmQiOm51bGwsIkJhY2tncm91bmRGaWxsVHlwZSI6MCwiTWFyZ2luIjp7IiRpZCI6IjIzMyIsIlRvcCI6MCwiTGVmdCI6MCwiUmlnaHQiOjAsIkJvdHRvbSI6MH0sIlBhZGRpbmciOnsiJGlkIjoiMjM0IiwiVG9wIjowLCJMZWZ0IjowLCJSaWdodCI6MCwiQm90dG9tIjowfSwiQmFja2dyb3VuZCI6eyIkaWQiOiIyMzUiLCJDb2xvciI6eyIkaWQiOiIyMzYiLCJBIjowLCJSIjoyNTUsIkciOjI1NSwiQiI6MjU1fX0sIklzVmlzaWJsZSI6dHJ1ZSwiV2lkdGgiOjAuMCwiSGVpZ2h0IjowLjAsIkJvcmRlclN0eWxlIjpudWxsLCJQYXJlbnRTdHlsZSI6bnVsbH0sIkRhdGVTdHlsZSI6eyIkaWQiOiIyMzciLCJGb250U2V0dGluZ3MiOnsiJGlkIjoiMjM4IiwiRm9udFNpemUiOjEwLCJGb250TmFtZSI6IkNhbGlicmkiLCJJc0JvbGQiOmZhbHNlLCJJc0l0YWxpYyI6ZmFsc2UsIklzVW5kZXJsaW5lZCI6ZmFsc2UsIlBhcmVudFN0eWxlIjpudWxsfSwiQXV0b1NpemUiOjAsIkZvcmVncm91bmQiOnsiJGlkIjoiMjM5IiwiQ29sb3IiOnsiJGlkIjoiMjQw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NDEiLCJUb3AiOjAsIkxlZnQiOjAsIlJpZ2h0IjowLCJCb3R0b20iOjB9LCJQYWRkaW5nIjp7IiRpZCI6IjI0MiIsIlRvcCI6MCwiTGVmdCI6MCwiUmlnaHQiOjAsIkJvdHRvbSI6MH0sIkJhY2tncm91bmQiOnsiJGlkIjoiMjQzIiwiQ29sb3IiOnsiJGlkIjoiMjQ0IiwiQSI6MCwiUiI6MjU1LCJHIjoyNTUsIkIiOjI1NX19LCJJc1Zpc2libGUiOmZhbHNlLCJXaWR0aCI6MC4wLCJIZWlnaHQiOjAuMCwiQm9yZGVyU3R5bGUiOm51bGwsIlBhcmVudFN0eWxlIjpudWxsfSwiRGF0ZUZvcm1hdCI6eyIkaWQiOiIyND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Q2IiwiRm9ybWF0IjowLCJJc1Zpc2libGUiOmZhbHNlLCJMYXN0S25vd25WaXNpYmlsaXR5U3RhdGUiOmZhbHNlfSwiSXNWaXNpYmxlIjpmYWxzZSwiUGFyZW50U3R5bGUiOm51bGx9LCJIeXBlcmxpbmsiOm51bGwsIkltcG9ydElkIjoiMSJ9LHsiJGlkIjoiMjQ3IiwiSWQiOiIyZTk5MmNiNy0zMGJkLTRiYWItODNjZi03OWU5YjRjNjEzYTkiLCJJbmRleCI6MiwiR3JvdXBJZCI6ImJhYjQxZTcxLWI1MTEtNGY5NS05MTY3LTk4MjBjOTk3MjA1YyIsIlRpdGxlIjoiVXNlIENhc2VzIHRiZCIsIkRhdGVUaW1lIjoiMjAyMi0wMi0xNVQyMzo1OTowMCIsIlBlcmNlbnRhZ2VDb21wbGV0ZSI6bnVsbCwiTm90ZSI6bnVsbCwiU3R5bGUiOnsiJGlkIjoiMjQ4IiwiVGl0bGVQb3NpdGlvbiI6IkxlZnQiLCJEYXRlUG9zaXRpb24iOiJMZWZ0IiwiU2hhcGVUeXBlIjoxNCwiU2hhcGVTaXplIjoxLCJTaGFwZVN0eWxlIjp7IiRpZCI6IjI0OSIsIk1hcmdpbiI6eyIkcmVmIjoiNjAifSwiUGFkZGluZyI6eyIkcmVmIjoiNjEifSwiQmFja2dyb3VuZCI6eyIkaWQiOiIyNTAiLCJDb2xvciI6eyIkaWQiOiIyNTEiLCJBIjoyNTUsIlIiOjIzNywiRyI6MTI1LCJCIjo0OX19LCJJc1Zpc2libGUiOnRydWUsIldpZHRoIjoxOC4wLCJIZWlnaHQiOjIwLjAsIkJvcmRlclN0eWxlIjp7IiRpZCI6IjI1MiIsIkxpbmVDb2xvciI6eyIkcmVmIjoiNjUifSwiTGluZVdlaWdodCI6MC4wLCJMaW5lVHlwZSI6MCwiUGFyZW50U3R5bGUiOm51bGx9LCJQYXJlbnRTdHlsZSI6bnVsbH0sIlRpdGxlU3R5bGUiOnsiJGlkIjoiMjUzIiwiRm9udFNldHRpbmdzIjp7IiRpZCI6IjI1NCIsIkZvbnRTaXplIjoxMSwiRm9udE5hbWUiOiJDYWxpYnJpIiwiSXNCb2xkIjp0cnVlLCJJc0l0YWxpYyI6ZmFsc2UsIklzVW5kZXJsaW5lZCI6ZmFsc2UsIlBhcmVudFN0eWxlIjpudWxsfSwiQXV0b1NpemUiOjAsIkZvcmVncm91bmQiOnsiJGlkIjoiMjU1IiwiQ29sb3IiOnsiJGlkIjoiMjU2IiwiQSI6MjU1LCJSIjoyNTUsIkciOjI1NSwiQiI6MjU1fX0sIk1heFdpZHRoIjoyMDAuMCwiTWF4SGVpZ2h0IjoiSW5maW5pdHkiLCJTbWFydEZvcmVncm91bmRJc0FjdGl2ZSI6ZmFsc2UsIkhvcml6b250YWxBbGlnbm1lbnQiOjIsIlZlcnRpY2FsQWxpZ25tZW50IjowLCJTbWFydEZvcmVncm91bmQiOm51bGwsIkJhY2tncm91bmRGaWxsVHlwZSI6MCwiTWFyZ2luIjp7IiRyZWYiOiI3MSJ9LCJQYWRkaW5nIjp7IiRyZWYiOiI3MiJ9LCJCYWNrZ3JvdW5kIjp7IiRpZCI6IjI1NyIsIkNvbG9yIjp7IiRpZCI6IjI1OCIsIkEiOjAsIlIiOjI1NSwiRyI6MjU1LCJCIjoyNTV9fSwiSXNWaXNpYmxlIjp0cnVlLCJXaWR0aCI6MC4wLCJIZWlnaHQiOjAuMCwiQm9yZGVyU3R5bGUiOm51bGwsIlBhcmVudFN0eWxlIjpudWxsfSwiRGF0ZVN0eWxlIjp7IiRpZCI6IjI1OSIsIkZvbnRTZXR0aW5ncyI6eyIkaWQiOiIyNjAiLCJGb250U2l6ZSI6MTAsIkZvbnROYW1lIjoiQ2FsaWJyaSIsIklzQm9sZCI6ZmFsc2UsIklzSXRhbGljIjpmYWxzZSwiSXNVbmRlcmxpbmVkIjpmYWxzZSwiUGFyZW50U3R5bGUiOm51bGx9LCJBdXRvU2l6ZSI6MCwiRm9yZWdyb3VuZCI6eyIkaWQiOiIyNjEiLCJDb2xvciI6eyIkaWQiOiIyNjI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yZWYiOiI3OCJ9LCJQYWRkaW5nIjp7IiRyZWYiOiI3OSJ9LCJCYWNrZ3JvdW5kIjp7IiRpZCI6IjI2MyIsIkNvbG9yIjp7IiRpZCI6IjI2NCIsIkEiOjAsIlIiOjI1NSwiRyI6MjU1LCJCIjoyNTV9fSwiSXNWaXNpYmxlIjpmYWxzZSwiV2lkdGgiOjAuMCwiSGVpZ2h0IjowLjAsIkJvcmRlclN0eWxlIjpudWxsLCJQYXJlbnRTdHlsZSI6bnVsbH0sIkRhdGVGb3JtYXQiOnsiJGlkIjoiMjY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2NiIsIkZvcm1hdCI6MCwiSXNWaXNpYmxlIjpmYWxzZSwiTGFzdEtub3duVmlzaWJpbGl0eVN0YXRlIjpmYWxzZX0sIklzVmlzaWJsZSI6ZmFsc2UsIlBhcmVudFN0eWxlIjpudWxsfSwiSHlwZXJsaW5rIjpudWxsLCJJbXBvcnRJZCI6IjEifSx7IiRpZCI6IjI2NyIsIklkIjoiYzY1NmIyNTMtZTk1Yi00NTE5LTgwZDgtMTMxNGMxZjgzZjg4IiwiSW5kZXgiOjMsIkdyb3VwSWQiOiJkMTkxNTY5NC03YWJiLTQ2M2QtYjZhMC1jMjVlN2FhYzcwM2UiLCJUaXRsZSI6IkFEUiBSZXF1aXJlbWVudHMgUmVtaW5kZXIiLCJEYXRlVGltZSI6IjIwMjEtMDgtMTVUMjM6NTk6MDAiLCJQZXJjZW50YWdlQ29tcGxldGUiOm51bGwsIk5vdGUiOm51bGwsIlN0eWxlIjp7IiRpZCI6IjI2OCIsIlRpdGxlUG9zaXRpb24iOiJSaWdodCIsIkRhdGVQb3NpdGlvbiI6IkxlZnQiLCJTaGFwZVR5cGUiOjE0LCJTaGFwZVNpemUiOjEsIlNoYXBlU3R5bGUiOnsiJGlkIjoiMjY5IiwiTWFyZ2luIjp7IiRpZCI6IjI3MCIsIlRvcCI6MCwiTGVmdCI6MCwiUmlnaHQiOjAsIkJvdHRvbSI6MH0sIlBhZGRpbmciOnsiJGlkIjoiMjcxIiwiVG9wIjowLCJMZWZ0IjowLCJSaWdodCI6MCwiQm90dG9tIjowfSwiQmFja2dyb3VuZCI6eyIkaWQiOiIyNzIiLCJDb2xvciI6eyIkaWQiOiIyNzMiLCJBIjoyNTUsIlIiOjIzNywiRyI6MTI1LCJCIjo0OX19LCJJc1Zpc2libGUiOnRydWUsIldpZHRoIjoxOC4wLCJIZWlnaHQiOjIwLjAsIkJvcmRlclN0eWxlIjp7IiRpZCI6IjI3NCIsIkxpbmVDb2xvciI6bnVsbCwiTGluZVdlaWdodCI6MC4wLCJMaW5lVHlwZSI6MCwiUGFyZW50U3R5bGUiOm51bGx9LCJQYXJlbnRTdHlsZSI6bnVsbH0sIlRpdGxlU3R5bGUiOnsiJGlkIjoiMjc1IiwiRm9udFNldHRpbmdzIjp7IiRpZCI6IjI3NiIsIkZvbnRTaXplIjoxMSwiRm9udE5hbWUiOiJDYWxpYnJpIiwiSXNCb2xkIjp0cnVlLCJJc0l0YWxpYyI6ZmFsc2UsIklzVW5kZXJsaW5lZCI6ZmFsc2UsIlBhcmVudFN0eWxlIjpudWxsfSwiQXV0b1NpemUiOjIsIkZvcmVncm91bmQiOnsiJGlkIjoiMjc3IiwiQ29sb3IiOnsiJGlkIjoiMjc4IiwiQSI6MjU1LCJSIjoyNTUsIkciOjI1NSwiQiI6MjU1fX0sIk1heFdpZHRoIjoxMDAuNzczMzMzMzMzMzMzMzQsIk1heEhlaWdodCI6IkluZmluaXR5IiwiU21hcnRGb3JlZ3JvdW5kSXNBY3RpdmUiOmZhbHNlLCJIb3Jpem9udGFsQWxpZ25tZW50IjowLCJWZXJ0aWNhbEFsaWdubWVudCI6MCwiU21hcnRGb3JlZ3JvdW5kIjpudWxsLCJCYWNrZ3JvdW5kRmlsbFR5cGUiOjAsIk1hcmdpbiI6eyIkaWQiOiIyNzkiLCJUb3AiOjAsIkxlZnQiOjAsIlJpZ2h0IjowLCJCb3R0b20iOjB9LCJQYWRkaW5nIjp7IiRpZCI6IjI4MCIsIlRvcCI6MCwiTGVmdCI6MCwiUmlnaHQiOjAsIkJvdHRvbSI6MH0sIkJhY2tncm91bmQiOnsiJGlkIjoiMjgxIiwiQ29sb3IiOnsiJGlkIjoiMjgyIiwiQSI6MCwiUiI6MjU1LCJHIjoyNTUsIkIiOjI1NX19LCJJc1Zpc2libGUiOnRydWUsIldpZHRoIjowLjAsIkhlaWdodCI6MC4wLCJCb3JkZXJTdHlsZSI6bnVsbCwiUGFyZW50U3R5bGUiOm51bGx9LCJEYXRlU3R5bGUiOnsiJGlkIjoiMjgzIiwiRm9udFNldHRpbmdzIjp7IiRpZCI6IjI4NCIsIkZvbnRTaXplIjoxMCwiRm9udE5hbWUiOiJDYWxpYnJpIiwiSXNCb2xkIjpmYWxzZSwiSXNJdGFsaWMiOmZhbHNlLCJJc1VuZGVybGluZWQiOmZhbHNlLCJQYXJlbnRTdHlsZSI6bnVsbH0sIkF1dG9TaXplIjowLCJGb3JlZ3JvdW5kIjp7IiRpZCI6IjI4NSIsIkNvbG9yIjp7IiRpZCI6IjI4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g3IiwiVG9wIjowLCJMZWZ0IjowLCJSaWdodCI6MCwiQm90dG9tIjowfSwiUGFkZGluZyI6eyIkaWQiOiIyODgiLCJUb3AiOjAsIkxlZnQiOjAsIlJpZ2h0IjowLCJCb3R0b20iOjB9LCJCYWNrZ3JvdW5kIjp7IiRpZCI6IjI4OSIsIkNvbG9yIjp7IiRpZCI6IjI5MCIsIkEiOjAsIlIiOjI1NSwiRyI6MjU1LCJCIjoyNTV9fSwiSXNWaXNpYmxlIjpmYWxzZSwiV2lkdGgiOjAuMCwiSGVpZ2h0IjowLjAsIkJvcmRlclN0eWxlIjpudWxsLCJQYXJlbnRTdHlsZSI6bnVsbH0sIkRhdGVGb3JtYXQiOnsiJGlkIjoiMjk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5MiIsIkZvcm1hdCI6MCwiSXNWaXNpYmxlIjpmYWxzZSwiTGFzdEtub3duVmlzaWJpbGl0eVN0YXRlIjpmYWxzZX0sIklzVmlzaWJsZSI6ZmFsc2UsIlBhcmVudFN0eWxlIjpudWxsfSwiSHlwZXJsaW5rIjpudWxsLCJJbXBvcnRJZCI6IjEifSx7IiRpZCI6IjI5MyIsIklkIjoiYjUxMmI3ZmUtN2U3Yy00MGY1LWE0YWEtOTViOTQ5OTg4NWQ3IiwiSW5kZXgiOjQsIkdyb3VwSWQiOiJkMTkxNTY5NC03YWJiLTQ2M2QtYjZhMC1jMjVlN2FhYzcwM2UiLCJUaXRsZSI6IlBDIENhcnQgUmVtaW5kZXIiLCJEYXRlVGltZSI6IjIwMjEtMTEtMTVUMjM6NTk6MDAiLCJQZXJjZW50YWdlQ29tcGxldGUiOm51bGwsIk5vdGUiOm51bGwsIlN0eWxlIjp7IiRpZCI6IjI5NCIsIlRpdGxlUG9zaXRpb24iOiJSaWdodCIsIkRhdGVQb3NpdGlvbiI6IkxlZnQiLCJTaGFwZVR5cGUiOjE0LCJTaGFwZVNpemUiOjEsIlNoYXBlU3R5bGUiOnsiJGlkIjoiMjk1IiwiTWFyZ2luIjp7IiRpZCI6IjI5NiIsIlRvcCI6MCwiTGVmdCI6MCwiUmlnaHQiOjAsIkJvdHRvbSI6MH0sIlBhZGRpbmciOnsiJGlkIjoiMjk3IiwiVG9wIjowLCJMZWZ0IjowLCJSaWdodCI6MCwiQm90dG9tIjowfSwiQmFja2dyb3VuZCI6eyIkaWQiOiIyOTgiLCJDb2xvciI6eyIkaWQiOiIyOTkiLCJBIjoyNTUsIlIiOjIzNywiRyI6MTI1LCJCIjo0OX19LCJJc1Zpc2libGUiOnRydWUsIldpZHRoIjoxOC4wLCJIZWlnaHQiOjIwLjAsIkJvcmRlclN0eWxlIjp7IiRpZCI6IjMwMCIsIkxpbmVDb2xvciI6bnVsbCwiTGluZVdlaWdodCI6MC4wLCJMaW5lVHlwZSI6MCwiUGFyZW50U3R5bGUiOm51bGx9LCJQYXJlbnRTdHlsZSI6bnVsbH0sIlRpdGxlU3R5bGUiOnsiJGlkIjoiMzAxIiwiRm9udFNldHRpbmdzIjp7IiRpZCI6IjMwMiIsIkZvbnRTaXplIjoxMSwiRm9udE5hbWUiOiJDYWxpYnJpIiwiSXNCb2xkIjp0cnVlLCJJc0l0YWxpYyI6ZmFsc2UsIklzVW5kZXJsaW5lZCI6ZmFsc2UsIlBhcmVudFN0eWxlIjpudWxsfSwiQXV0b1NpemUiOjAsIkZvcmVncm91bmQiOnsiJGlkIjoiMzAzIiwiQ29sb3IiOnsiJGlkIjoiMzA0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MwNSIsIlRvcCI6MCwiTGVmdCI6MCwiUmlnaHQiOjAsIkJvdHRvbSI6MH0sIlBhZGRpbmciOnsiJGlkIjoiMzA2IiwiVG9wIjowLCJMZWZ0IjowLCJSaWdodCI6MCwiQm90dG9tIjowfSwiQmFja2dyb3VuZCI6eyIkaWQiOiIzMDciLCJDb2xvciI6eyIkaWQiOiIzMDgiLCJBIjowLCJSIjoyNTUsIkciOjI1NSwiQiI6MjU1fX0sIklzVmlzaWJsZSI6dHJ1ZSwiV2lkdGgiOjAuMCwiSGVpZ2h0IjowLjAsIkJvcmRlclN0eWxlIjpudWxsLCJQYXJlbnRTdHlsZSI6bnVsbH0sIkRhdGVTdHlsZSI6eyIkaWQiOiIzMDkiLCJGb250U2V0dGluZ3MiOnsiJGlkIjoiMzEwIiwiRm9udFNpemUiOjEwLCJGb250TmFtZSI6IkNhbGlicmkiLCJJc0JvbGQiOmZhbHNlLCJJc0l0YWxpYyI6ZmFsc2UsIklzVW5kZXJsaW5lZCI6ZmFsc2UsIlBhcmVudFN0eWxlIjpudWxsfSwiQXV0b1NpemUiOjAsIkZvcmVncm91bmQiOnsiJGlkIjoiMzExIiwiQ29sb3IiOnsiJGlkIjoiMzE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zMTMiLCJUb3AiOjAsIkxlZnQiOjAsIlJpZ2h0IjowLCJCb3R0b20iOjB9LCJQYWRkaW5nIjp7IiRpZCI6IjMxNCIsIlRvcCI6MCwiTGVmdCI6MCwiUmlnaHQiOjAsIkJvdHRvbSI6MH0sIkJhY2tncm91bmQiOnsiJGlkIjoiMzE1IiwiQ29sb3IiOnsiJGlkIjoiMzE2IiwiQSI6MCwiUiI6MjU1LCJHIjoyNTUsIkIiOjI1NX19LCJJc1Zpc2libGUiOmZhbHNlLCJXaWR0aCI6MC4wLCJIZWlnaHQiOjAuMCwiQm9yZGVyU3R5bGUiOm51bGwsIlBhcmVudFN0eWxlIjpudWxsfSwiRGF0ZUZvcm1hdCI6eyIkaWQiOiIzM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E4IiwiRm9ybWF0IjowLCJJc1Zpc2libGUiOmZhbHNlLCJMYXN0S25vd25WaXNpYmlsaXR5U3RhdGUiOmZhbHNlfSwiSXNWaXNpYmxlIjpmYWxzZSwiUGFyZW50U3R5bGUiOm51bGx9LCJIeXBlcmxpbmsiOm51bGwsIkltcG9ydElkIjoiMSJ9LHsiJGlkIjoiMzE5IiwiSWQiOiJiZDZiOTZiMi0xN2UyLTQwZDAtYWE2NS1lNzM5Nzk0MzcyZGEiLCJJbmRleCI6NSwiR3JvdXBJZCI6Ijk5NzAwOTA5LTUwOWMtNGQ0Mi05NzZiLTdjOWQ0NTI1MmMzYyIsIlRpdGxlIjoiQURSIFJlcXVpcmVtZW50cyBSZWluZm9yY2VtZW50IiwiRGF0ZVRpbWUiOiIyMDIxLTA4LTE1VDIzOjU5OjAwIiwiUGVyY2VudGFnZUNvbXBsZXRlIjpudWxsLCJOb3RlIjpudWxsLCJTdHlsZSI6eyIkaWQiOiIzMjAiLCJUaXRsZVBvc2l0aW9uIjoiUmlnaHQiLCJEYXRlUG9zaXRpb24iOiJMZWZ0IiwiU2hhcGVUeXBlIjoxNCwiU2hhcGVTaXplIjoxLCJTaGFwZVN0eWxlIjp7IiRpZCI6IjMyMSIsIk1hcmdpbiI6eyIkaWQiOiIzMjIiLCJUb3AiOjAsIkxlZnQiOjAsIlJpZ2h0IjowLCJCb3R0b20iOjB9LCJQYWRkaW5nIjp7IiRpZCI6IjMyMyIsIlRvcCI6MCwiTGVmdCI6MCwiUmlnaHQiOjAsIkJvdHRvbSI6MH0sIkJhY2tncm91bmQiOnsiJGlkIjoiMzI0IiwiQ29sb3IiOnsiJGlkIjoiMzI1IiwiQSI6MjU1LCJSIjoyMzcsIkciOjEyNSwiQiI6NDl9fSwiSXNWaXNpYmxlIjp0cnVlLCJXaWR0aCI6MTguMCwiSGVpZ2h0IjoyMC4wLCJCb3JkZXJTdHlsZSI6eyIkaWQiOiIzMjYiLCJMaW5lQ29sb3IiOm51bGwsIkxpbmVXZWlnaHQiOjAuMCwiTGluZVR5cGUiOjAsIlBhcmVudFN0eWxlIjpudWxsfSwiUGFyZW50U3R5bGUiOm51bGx9LCJUaXRsZVN0eWxlIjp7IiRpZCI6IjMyNyIsIkZvbnRTZXR0aW5ncyI6eyIkaWQiOiIzMjgiLCJGb250U2l6ZSI6MTEsIkZvbnROYW1lIjoiQ2FsaWJyaSIsIklzQm9sZCI6dHJ1ZSwiSXNJdGFsaWMiOmZhbHNlLCJJc1VuZGVybGluZWQiOmZhbHNlLCJQYXJlbnRTdHlsZSI6bnVsbH0sIkF1dG9TaXplIjowLCJGb3JlZ3JvdW5kIjp7IiRpZCI6IjMyOSIsIkNvbG9yIjp7IiRpZCI6IjMzMCIsIkEiOjI1NSwiUiI6MjU1LCJHIjoyNTUsIkIiOjI1NX19LCJNYXhXaWR0aCI6MjAwLjAsIk1heEhlaWdodCI6IkluZmluaXR5IiwiU21hcnRGb3JlZ3JvdW5kSXNBY3RpdmUiOmZhbHNlLCJIb3Jpem9udGFsQWxpZ25tZW50IjowLCJWZXJ0aWNhbEFsaWdubWVudCI6MCwiU21hcnRGb3JlZ3JvdW5kIjpudWxsLCJCYWNrZ3JvdW5kRmlsbFR5cGUiOjAsIk1hcmdpbiI6eyIkaWQiOiIzMzEiLCJUb3AiOjAsIkxlZnQiOjAsIlJpZ2h0IjowLCJCb3R0b20iOjB9LCJQYWRkaW5nIjp7IiRpZCI6IjMzMiIsIlRvcCI6MCwiTGVmdCI6MCwiUmlnaHQiOjAsIkJvdHRvbSI6MH0sIkJhY2tncm91bmQiOnsiJGlkIjoiMzMzIiwiQ29sb3IiOnsiJGlkIjoiMzM0IiwiQSI6MCwiUiI6MjU1LCJHIjoyNTUsIkIiOjI1NX19LCJJc1Zpc2libGUiOnRydWUsIldpZHRoIjowLjAsIkhlaWdodCI6MC4wLCJCb3JkZXJTdHlsZSI6bnVsbCwiUGFyZW50U3R5bGUiOm51bGx9LCJEYXRlU3R5bGUiOnsiJGlkIjoiMzM1IiwiRm9udFNldHRpbmdzIjp7IiRpZCI6IjMzNiIsIkZvbnRTaXplIjoxMCwiRm9udE5hbWUiOiJDYWxpYnJpIiwiSXNCb2xkIjpmYWxzZSwiSXNJdGFsaWMiOmZhbHNlLCJJc1VuZGVybGluZWQiOmZhbHNlLCJQYXJlbnRTdHlsZSI6bnVsbH0sIkF1dG9TaXplIjowLCJGb3JlZ3JvdW5kIjp7IiRpZCI6IjMzNyIsIkNvbG9yIjp7IiRpZCI6IjMzO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zM5IiwiVG9wIjowLCJMZWZ0IjowLCJSaWdodCI6MCwiQm90dG9tIjowfSwiUGFkZGluZyI6eyIkaWQiOiIzNDAiLCJUb3AiOjAsIkxlZnQiOjAsIlJpZ2h0IjowLCJCb3R0b20iOjB9LCJCYWNrZ3JvdW5kIjp7IiRpZCI6IjM0MSIsIkNvbG9yIjp7IiRpZCI6IjM0MiIsIkEiOjAsIlIiOjI1NSwiRyI6MjU1LCJCIjoyNTV9fSwiSXNWaXNpYmxlIjpmYWxzZSwiV2lkdGgiOjAuMCwiSGVpZ2h0IjowLjAsIkJvcmRlclN0eWxlIjpudWxsLCJQYXJlbnRTdHlsZSI6bnVsbH0sIkRhdGVGb3JtYXQiOnsiJGlkIjoiMzQ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0NCIsIkZvcm1hdCI6MCwiSXNWaXNpYmxlIjpmYWxzZSwiTGFzdEtub3duVmlzaWJpbGl0eVN0YXRlIjpmYWxzZX0sIklzVmlzaWJsZSI6ZmFsc2UsIlBhcmVudFN0eWxlIjpudWxsfSwiSHlwZXJsaW5rIjpudWxsLCJJbXBvcnRJZCI6IjEifSx7IiRpZCI6IjM0NSIsIklkIjoiNDY5M2Q4MTktZGVmZi00OTYxLTk1YjgtZjU3OGJjOGQ3MDU5IiwiSW5kZXgiOjYsIkdyb3VwSWQiOiI5OTcwMDkwOS01MDljLTRkNDItOTc2Yi03YzlkNDUyNTJjM2MiLCJUaXRsZSI6IkFEUyBEb3dubGluZSBFbmNvdXJhZ2VtZW50IiwiRGF0ZVRpbWUiOiIyMDIxLTExLTE1VDIzOjU5OjAwIiwiUGVyY2VudGFnZUNvbXBsZXRlIjpudWxsLCJOb3RlIjpudWxsLCJTdHlsZSI6eyIkaWQiOiIzNDYiLCJUaXRsZVBvc2l0aW9uIjoiUmlnaHQiLCJEYXRlUG9zaXRpb24iOiJMZWZ0IiwiU2hhcGVUeXBlIjoxNCwiU2hhcGVTaXplIjoxLCJTaGFwZVN0eWxlIjp7IiRpZCI6IjM0NyIsIk1hcmdpbiI6eyIkaWQiOiIzNDgiLCJUb3AiOjAsIkxlZnQiOjAsIlJpZ2h0IjowLCJCb3R0b20iOjB9LCJQYWRkaW5nIjp7IiRpZCI6IjM0OSIsIlRvcCI6MCwiTGVmdCI6MCwiUmlnaHQiOjAsIkJvdHRvbSI6MH0sIkJhY2tncm91bmQiOnsiJGlkIjoiMzUwIiwiQ29sb3IiOnsiJGlkIjoiMzUxIiwiQSI6MjU1LCJSIjoyMzcsIkciOjEyNSwiQiI6NDl9fSwiSXNWaXNpYmxlIjp0cnVlLCJXaWR0aCI6MTguMCwiSGVpZ2h0IjoyMC4wLCJCb3JkZXJTdHlsZSI6eyIkaWQiOiIzNTIiLCJMaW5lQ29sb3IiOm51bGwsIkxpbmVXZWlnaHQiOjAuMCwiTGluZVR5cGUiOjAsIlBhcmVudFN0eWxlIjpudWxsfSwiUGFyZW50U3R5bGUiOm51bGx9LCJUaXRsZVN0eWxlIjp7IiRpZCI6IjM1MyIsIkZvbnRTZXR0aW5ncyI6eyIkaWQiOiIzNTQiLCJGb250U2l6ZSI6MTEsIkZvbnROYW1lIjoiQ2FsaWJyaSIsIklzQm9sZCI6dHJ1ZSwiSXNJdGFsaWMiOmZhbHNlLCJJc1VuZGVybGluZWQiOmZhbHNlLCJQYXJlbnRTdHlsZSI6bnVsbH0sIkF1dG9TaXplIjoyLCJGb3JlZ3JvdW5kIjp7IiRpZCI6IjM1NSIsIkNvbG9yIjp7IiRpZCI6IjM1NiIsIkEiOjI1NSwiUiI6MjU1LCJHIjoyNTUsIkIiOjI1NX19LCJNYXhXaWR0aCI6NzQuMzk2NjY2NjY2NjY2Njc1LCJNYXhIZWlnaHQiOiJJbmZpbml0eSIsIlNtYXJ0Rm9yZWdyb3VuZElzQWN0aXZlIjpmYWxzZSwiSG9yaXpvbnRhbEFsaWdubWVudCI6MCwiVmVydGljYWxBbGlnbm1lbnQiOjAsIlNtYXJ0Rm9yZWdyb3VuZCI6bnVsbCwiQmFja2dyb3VuZEZpbGxUeXBlIjowLCJNYXJnaW4iOnsiJGlkIjoiMzU3IiwiVG9wIjowLCJMZWZ0IjowLCJSaWdodCI6MCwiQm90dG9tIjowfSwiUGFkZGluZyI6eyIkaWQiOiIzNTgiLCJUb3AiOjAsIkxlZnQiOjAsIlJpZ2h0IjowLCJCb3R0b20iOjB9LCJCYWNrZ3JvdW5kIjp7IiRpZCI6IjM1OSIsIkNvbG9yIjp7IiRpZCI6IjM2MCIsIkEiOjAsIlIiOjI1NSwiRyI6MjU1LCJCIjoyNTV9fSwiSXNWaXNpYmxlIjp0cnVlLCJXaWR0aCI6MC4wLCJIZWlnaHQiOjAuMCwiQm9yZGVyU3R5bGUiOm51bGwsIlBhcmVudFN0eWxlIjpudWxsfSwiRGF0ZVN0eWxlIjp7IiRpZCI6IjM2MSIsIkZvbnRTZXR0aW5ncyI6eyIkaWQiOiIzNjIiLCJGb250U2l6ZSI6MTAsIkZvbnROYW1lIjoiQ2FsaWJyaSIsIklzQm9sZCI6ZmFsc2UsIklzSXRhbGljIjpmYWxzZSwiSXNVbmRlcmxpbmVkIjpmYWxzZSwiUGFyZW50U3R5bGUiOm51bGx9LCJBdXRvU2l6ZSI6MCwiRm9yZWdyb3VuZCI6eyIkaWQiOiIzNjMiLCJDb2xvciI6eyIkaWQiOiIzNjQ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M2NSIsIlRvcCI6MCwiTGVmdCI6MCwiUmlnaHQiOjAsIkJvdHRvbSI6MH0sIlBhZGRpbmciOnsiJGlkIjoiMzY2IiwiVG9wIjowLCJMZWZ0IjowLCJSaWdodCI6MCwiQm90dG9tIjowfSwiQmFja2dyb3VuZCI6eyIkaWQiOiIzNjciLCJDb2xvciI6eyIkaWQiOiIzNjgiLCJBIjowLCJSIjoyNTUsIkciOjI1NSwiQiI6MjU1fX0sIklzVmlzaWJsZSI6ZmFsc2UsIldpZHRoIjowLjAsIkhlaWdodCI6MC4wLCJCb3JkZXJTdHlsZSI6bnVsbCwiUGFyZW50U3R5bGUiOm51bGx9LCJEYXRlRm9ybWF0Ijp7IiRpZCI6IjM2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zAiLCJGb3JtYXQiOjAsIklzVmlzaWJsZSI6ZmFsc2UsIkxhc3RLbm93blZpc2liaWxpdHlTdGF0ZSI6ZmFsc2V9LCJJc1Zpc2libGUiOmZhbHNlLCJQYXJlbnRTdHlsZSI6bnVsbH0sIkh5cGVybGluayI6bnVsbCwiSW1wb3J0SWQiOiIxIn0seyIkaWQiOiIzNzEiLCJJZCI6IjMwZGEwOWNmLTNjOTMtNDY1Zi05NmRhLTUwN2U1OWQ0NmEyOCIsIkluZGV4Ijo3LCJHcm91cElkIjpudWxsLCJUaXRsZSI6IlVub3BlbmVkIFJlZGVwbG95bWVudCIsIkRhdGVUaW1lIjoiMjAyMS0xMS0xNVQyMzo1OTowMCIsIlBlcmNlbnRhZ2VDb21wbGV0ZSI6bnVsbCwiTm90ZSI6bnVsbCwiU3R5bGUiOnsiJGlkIjoiMzcyIiwiVGl0bGVQb3NpdGlvbiI6IlJpZ2h0IiwiRGF0ZVBvc2l0aW9uIjoiTGVmdCIsIlNoYXBlVHlwZSI6MTQsIlNoYXBlU2l6ZSI6MSwiU2hhcGVTdHlsZSI6eyIkaWQiOiIzNzMiLCJNYXJnaW4iOnsiJGlkIjoiMzc0IiwiVG9wIjowLCJMZWZ0IjowLCJSaWdodCI6MCwiQm90dG9tIjowfSwiUGFkZGluZyI6eyIkaWQiOiIzNzUiLCJUb3AiOjAsIkxlZnQiOjAsIlJpZ2h0IjowLCJCb3R0b20iOjB9LCJCYWNrZ3JvdW5kIjp7IiRpZCI6IjM3NiIsIkNvbG9yIjp7IiRpZCI6IjM3NyIsIkEiOjI1NSwiUiI6MjM3LCJHIjoxMjUsIkIiOjQ5fX0sIklzVmlzaWJsZSI6dHJ1ZSwiV2lkdGgiOjE4LjAsIkhlaWdodCI6MjAuMCwiQm9yZGVyU3R5bGUiOnsiJGlkIjoiMzc4IiwiTGluZUNvbG9yIjpudWxsLCJMaW5lV2VpZ2h0IjowLjAsIkxpbmVUeXBlIjowLCJQYXJlbnRTdHlsZSI6bnVsbH0sIlBhcmVudFN0eWxlIjpudWxsfSwiVGl0bGVTdHlsZSI6eyIkaWQiOiIzNzkiLCJGb250U2V0dGluZ3MiOnsiJGlkIjoiMzgwIiwiRm9udFNpemUiOjExLCJGb250TmFtZSI6IkNhbGlicmkiLCJJc0JvbGQiOnRydWUsIklzSXRhbGljIjpmYWxzZSwiSXNVbmRlcmxpbmVkIjpmYWxzZSwiUGFyZW50U3R5bGUiOm51bGx9LCJBdXRvU2l6ZSI6MCwiRm9yZWdyb3VuZCI6eyIkaWQiOiIzODEiLCJDb2xvciI6eyIkaWQiOiIzODIiLCJBIjoyNTUsIlIiOjI1NSwiRyI6MjU1LCJCIjoyNTV9fSwiTWF4V2lkdGgiOjIwMC4wLCJNYXhIZWlnaHQiOiJJbmZpbml0eSIsIlNtYXJ0Rm9yZWdyb3VuZElzQWN0aXZlIjpmYWxzZSwiSG9yaXpvbnRhbEFsaWdubWVudCI6MCwiVmVydGljYWxBbGlnbm1lbnQiOjAsIlNtYXJ0Rm9yZWdyb3VuZCI6bnVsbCwiQmFja2dyb3VuZEZpbGxUeXBlIjowLCJNYXJnaW4iOnsiJGlkIjoiMzgzIiwiVG9wIjowLCJMZWZ0IjowLCJSaWdodCI6MCwiQm90dG9tIjowfSwiUGFkZGluZyI6eyIkaWQiOiIzODQiLCJUb3AiOjAsIkxlZnQiOjAsIlJpZ2h0IjowLCJCb3R0b20iOjB9LCJCYWNrZ3JvdW5kIjp7IiRpZCI6IjM4NSIsIkNvbG9yIjp7IiRpZCI6IjM4NiIsIkEiOjAsIlIiOjI1NSwiRyI6MjU1LCJCIjoyNTV9fSwiSXNWaXNpYmxlIjp0cnVlLCJXaWR0aCI6MC4wLCJIZWlnaHQiOjAuMCwiQm9yZGVyU3R5bGUiOm51bGwsIlBhcmVudFN0eWxlIjpudWxsfSwiRGF0ZVN0eWxlIjp7IiRpZCI6IjM4NyIsIkZvbnRTZXR0aW5ncyI6eyIkaWQiOiIzODgiLCJGb250U2l6ZSI6MTAsIkZvbnROYW1lIjoiQ2FsaWJyaSIsIklzQm9sZCI6ZmFsc2UsIklzSXRhbGljIjpmYWxzZSwiSXNVbmRlcmxpbmVkIjpmYWxzZSwiUGFyZW50U3R5bGUiOm51bGx9LCJBdXRvU2l6ZSI6MCwiRm9yZWdyb3VuZCI6eyIkaWQiOiIzODkiLCJDb2xvciI6eyIkaWQiOiIzOTA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M5MSIsIlRvcCI6MCwiTGVmdCI6MCwiUmlnaHQiOjAsIkJvdHRvbSI6MH0sIlBhZGRpbmciOnsiJGlkIjoiMzkyIiwiVG9wIjowLCJMZWZ0IjowLCJSaWdodCI6MCwiQm90dG9tIjowfSwiQmFja2dyb3VuZCI6eyIkaWQiOiIzOTMiLCJDb2xvciI6eyIkaWQiOiIzOTQiLCJBIjowLCJSIjoyNTUsIkciOjI1NSwiQiI6MjU1fX0sIklzVmlzaWJsZSI6ZmFsc2UsIldpZHRoIjowLjAsIkhlaWdodCI6MC4wLCJCb3JkZXJTdHlsZSI6bnVsbCwiUGFyZW50U3R5bGUiOm51bGx9LCJEYXRlRm9ybWF0Ijp7IiRpZCI6IjM5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OTYiLCJGb3JtYXQiOjAsIklzVmlzaWJsZSI6ZmFsc2UsIkxhc3RLbm93blZpc2liaWxpdHlTdGF0ZSI6ZmFsc2V9LCJJc1Zpc2libGUiOmZhbHNlLCJQYXJlbnRTdHlsZSI6bnVsbH0sIkh5cGVybGluayI6bnVsbCwiSW1wb3J0SWQiOiIxIn1dfSx7IiRpZCI6IjM5NyIsIklkIjoiMmRkNTBiNTctYWUyOC00MzY0LWJjZmQtY2RkYzQxOWNkYjgzIiwiSW5kZXgiOjEsIkhlYWRlclRleHQiOiJUYWl3YW4iLCJTdHlsZSI6eyIkaWQiOiIzOTgiLCJIZWFkZXJTdHlsZSI6eyIkaWQiOiIzOTkiLCJUZXh0U3R5bGUiOnsiJGlkIjoiNDAwIiwiRm9udFNldHRpbmdzIjp7IiRpZCI6IjQwMSIsIkZvbnRTaXplIjoxMiwiRm9udE5hbWUiOiJDYWxpYnJpIiwiSXNCb2xkIjp0cnVlLCJJc0l0YWxpYyI6ZmFsc2UsIklzVW5kZXJsaW5lZCI6ZmFsc2UsIlBhcmVudFN0eWxlIjpudWxsfSwiQXV0b1NpemUiOjAsIkZvcmVncm91bmQiOnsiJGlkIjoiNDAyIiwiQ29sb3IiOnsiJGlkIjoiNDAzIiwiQSI6MjU1LCJSIjoyNywiRyI6MTYsIkIiOjE5fX0sIk1heFdpZHRoIjowLjAsIk1heEhlaWdodCI6MC4wLCJTbWFydEZvcmVncm91bmRJc0FjdGl2ZSI6ZmFsc2UsIkhvcml6b250YWxBbGlnbm1lbnQiOjAsIlZlcnRpY2FsQWxpZ25tZW50IjowLCJTbWFydEZvcmVncm91bmQiOm51bGwsIkJhY2tncm91bmRGaWxsVHlwZSI6MCwiTWFyZ2luIjp7IiRpZCI6IjQwNCIsIlRvcCI6MCwiTGVmdCI6MCwiUmlnaHQiOjAsIkJvdHRvbSI6MH0sIlBhZGRpbmciOnsiJGlkIjoiNDA1IiwiVG9wIjowLCJMZWZ0IjowLCJSaWdodCI6MCwiQm90dG9tIjowfSwiQmFja2dyb3VuZCI6bnVsbCwiSXNWaXNpYmxlIjpmYWxzZSwiV2lkdGgiOjAuMCwiSGVpZ2h0IjowLjAsIkJvcmRlclN0eWxlIjpudWxsLCJQYXJlbnRTdHlsZSI6bnVsbH0sIlJlY3RhbmdsZVN0eWxlIjp7IiRpZCI6IjQwNiIsIk1hcmdpbiI6eyIkaWQiOiI0MDciLCJUb3AiOjAsIkxlZnQiOjAsIlJpZ2h0IjowLCJCb3R0b20iOjB9LCJQYWRkaW5nIjp7IiRpZCI6IjQwOCIsIlRvcCI6MCwiTGVmdCI6MCwiUmlnaHQiOjAsIkJvdHRvbSI6MH0sIkJhY2tncm91bmQiOnsiJGlkIjoiNDA5IiwiQ29sb3IiOnsiJGlkIjoiNDEwIiwiQSI6MjU1LCJSIjoyLCJHIjoxNzgsIkIiOjIzOH19LCJJc1Zpc2libGUiOmZhbHNlLCJXaWR0aCI6MC4wLCJIZWlnaHQiOjAuMCwiQm9yZGVyU3R5bGUiOnsiJGlkIjoiNDExIiwiTGluZUNvbG9yIjp7IiRpZCI6IjQxMiIsIiR0eXBlIjoiTkxSRS5Db21tb24uRG9tLlNvbGlkQ29sb3JCcnVzaCwgTkxSRS5Db21tb24iLCJDb2xvciI6eyIkaWQiOiI0MTMiLCJBIjoyNTUsIlIiOjI3LCJHIjoxNiwiQiI6MTl9fSwiTGluZVdlaWdodCI6MC4wLCJMaW5lVHlwZSI6MCwiUGFyZW50U3R5bGUiOm51bGx9LCJQYXJlbnRTdHlsZSI6bnVsbH0sIk1hcmdpbiI6eyIkaWQiOiI0MTQiLCJUb3AiOjAsIkxlZnQiOjAsIlJpZ2h0IjowLCJCb3R0b20iOjB9LCJQYWRkaW5nIjp7IiRpZCI6IjQxNSIsIlRvcCI6MCwiTGVmdCI6MCwiUmlnaHQiOjAsIkJvdHRvbSI6MH0sIkJhY2tncm91bmQiOm51bGwsIklzVmlzaWJsZSI6dHJ1ZSwiV2lkdGgiOjAuMCwiSGVpZ2h0IjowLjAsIkJvcmRlclN0eWxlIjpudWxsLCJQYXJlbnRTdHlsZSI6bnVsbH0sIkJhY2tncm91bmRTdHlsZSI6eyIkaWQiOiI0MTYiLCJNYXJnaW4iOnsiJGlkIjoiNDE3IiwiVG9wIjowLCJMZWZ0IjowLCJSaWdodCI6MCwiQm90dG9tIjowfSwiUGFkZGluZyI6eyIkaWQiOiI0MTgiLCJUb3AiOjAsIkxlZnQiOjAsIlJpZ2h0IjowLCJCb3R0b20iOjB9LCJCYWNrZ3JvdW5kIjp7IiRpZCI6IjQxOSIsIkNvbG9yIjp7IiRpZCI6IjQyMCIsIkEiOjM4LCJSIjoyLCJHIjoxNzgsIkIiOjIzOH19LCJJc1Zpc2libGUiOnRydWUsIldpZHRoIjowLjAsIkhlaWdodCI6MC4wLCJCb3JkZXJTdHlsZSI6eyIkaWQiOiI0MjEiLCJMaW5lQ29sb3IiOnsiJGlkIjoiNDIyIiwiJHR5cGUiOiJOTFJFLkNvbW1vbi5Eb20uU29saWRDb2xvckJydXNoLCBOTFJFLkNvbW1vbiIsIkNvbG9yIjp7IiRpZCI6IjQyMyIsIkEiOjI1NSwiUiI6MjA4LCJHIjoyMDYsIkIiOjIwNn19LCJMaW5lV2VpZ2h0IjowLjAsIkxpbmVUeXBlIjowLCJQYXJlbnRTdHlsZSI6bnVsbH0sIlBhcmVudFN0eWxlIjpudWxsfSwiSXNBYm92ZVRpbWViYW5kIjpmYWxzZSwiTWFyZ2luIjp7IiRpZCI6IjQyNCIsIlRvcCI6MCwiTGVmdCI6MCwiUmlnaHQiOjAsIkJvdHRvbSI6MH0sIlBhZGRpbmciOnsiJGlkIjoiNDI1IiwiVG9wIjowLCJMZWZ0IjowLCJSaWdodCI6MCwiQm90dG9tIjowfSwiSXNWaXNpYmxlIjp0cnVlLCJXaWR0aCI6MC4wLCJIZWlnaHQiOjAuMCwiQm9yZGVyU3R5bGUiOm51bGwsIlBhcmVudFN0eWxlIjpudWxsfSwiVGFza3MiOltdLCJNaWxlc3RvbmVzIjpbeyIkaWQiOiI0MjYiLCJJZCI6IjMyYTJjNTc5LTVlNjctNGY4Mi05MzUxLTRmY2RlOTBiMGU3NCIsIkluZGV4IjowLCJHcm91cElkIjoiNGY5ODNkOGQtYWI0Ni00OTc4LTg4OWUtZjVjNjgzYWMxMzg0IiwiVGl0bGUiOiJJbXByb3ZlIEFjdGl2YXRpb24gUmF0ZSIsIkRhdGVUaW1lIjoiMjAyMS0xMS0xNVQyMzo1OTowMCIsIlBlcmNlbnRhZ2VDb21wbGV0ZSI6bnVsbCwiTm90ZSI6bnVsbCwiU3R5bGUiOnsiJGlkIjoiNDI3IiwiVGl0bGVQb3NpdGlvbiI6IlJpZ2h0IiwiRGF0ZVBvc2l0aW9uIjoiTGVmdCIsIlNoYXBlVHlwZSI6MSwiU2hhcGVTaXplIjoxLCJTaGFwZVN0eWxlIjp7IiRpZCI6IjQyOCIsIk1hcmdpbiI6eyIkaWQiOiI0MjkiLCJUb3AiOjAsIkxlZnQiOjAsIlJpZ2h0IjowLCJCb3R0b20iOjB9LCJQYWRkaW5nIjp7IiRpZCI6IjQzMCIsIlRvcCI6MCwiTGVmdCI6MCwiUmlnaHQiOjAsIkJvdHRvbSI6MH0sIkJhY2tncm91bmQiOnsiJGlkIjoiNDMxIiwiQ29sb3IiOnsiJGlkIjoiNDMyIiwiQSI6MjU1LCJSIjoyLCJHIjoxNzgsIkIiOjIzOH19LCJJc1Zpc2libGUiOnRydWUsIldpZHRoIjoxOC4wLCJIZWlnaHQiOjIwLjAsIkJvcmRlclN0eWxlIjp7IiRpZCI6IjQzMyIsIkxpbmVDb2xvciI6bnVsbCwiTGluZVdlaWdodCI6MC4wLCJMaW5lVHlwZSI6MCwiUGFyZW50U3R5bGUiOm51bGx9LCJQYXJlbnRTdHlsZSI6bnVsbH0sIlRpdGxlU3R5bGUiOnsiJGlkIjoiNDM0IiwiRm9udFNldHRpbmdzIjp7IiRpZCI6IjQzNSIsIkZvbnRTaXplIjoxMSwiRm9udE5hbWUiOiJDYWxpYnJpIiwiSXNCb2xkIjp0cnVlLCJJc0l0YWxpYyI6ZmFsc2UsIklzVW5kZXJsaW5lZCI6ZmFsc2UsIlBhcmVudFN0eWxlIjpudWxsfSwiQXV0b1NpemUiOjAsIkZvcmVncm91bmQiOnsiJGlkIjoiNDM2IiwiQ29sb3IiOnsiJGlkIjoiNDM3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QzOCIsIlRvcCI6MCwiTGVmdCI6MCwiUmlnaHQiOjAsIkJvdHRvbSI6MH0sIlBhZGRpbmciOnsiJGlkIjoiNDM5IiwiVG9wIjowLCJMZWZ0IjowLCJSaWdodCI6MCwiQm90dG9tIjowfSwiQmFja2dyb3VuZCI6eyIkaWQiOiI0NDAiLCJDb2xvciI6eyIkaWQiOiI0NDEiLCJBIjowLCJSIjoyNTUsIkciOjI1NSwiQiI6MjU1fX0sIklzVmlzaWJsZSI6dHJ1ZSwiV2lkdGgiOjAuMCwiSGVpZ2h0IjowLjAsIkJvcmRlclN0eWxlIjpudWxsLCJQYXJlbnRTdHlsZSI6bnVsbH0sIkRhdGVTdHlsZSI6eyIkaWQiOiI0NDIiLCJGb250U2V0dGluZ3MiOnsiJGlkIjoiNDQzIiwiRm9udFNpemUiOjEwLCJGb250TmFtZSI6IkNhbGlicmkiLCJJc0JvbGQiOmZhbHNlLCJJc0l0YWxpYyI6ZmFsc2UsIklzVW5kZXJsaW5lZCI6ZmFsc2UsIlBhcmVudFN0eWxlIjpudWxsfSwiQXV0b1NpemUiOjAsIkZvcmVncm91bmQiOnsiJGlkIjoiNDQ0IiwiQ29sb3IiOnsiJGlkIjoiNDQ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0NDYiLCJUb3AiOjAsIkxlZnQiOjAsIlJpZ2h0IjowLCJCb3R0b20iOjB9LCJQYWRkaW5nIjp7IiRpZCI6IjQ0NyIsIlRvcCI6MCwiTGVmdCI6MCwiUmlnaHQiOjAsIkJvdHRvbSI6MH0sIkJhY2tncm91bmQiOnsiJGlkIjoiNDQ4IiwiQ29sb3IiOnsiJGlkIjoiNDQ5IiwiQSI6MCwiUiI6MjU1LCJHIjoyNTUsIkIiOjI1NX19LCJJc1Zpc2libGUiOmZhbHNlLCJXaWR0aCI6MC4wLCJIZWlnaHQiOjAuMCwiQm9yZGVyU3R5bGUiOm51bGwsIlBhcmVudFN0eWxlIjpudWxsfSwiRGF0ZUZvcm1hdCI6eyIkaWQiOiI0NT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UxIiwiRm9ybWF0IjowLCJJc1Zpc2libGUiOmZhbHNlLCJMYXN0S25vd25WaXNpYmlsaXR5U3RhdGUiOmZhbHNlfSwiSXNWaXNpYmxlIjpmYWxzZSwiUGFyZW50U3R5bGUiOm51bGx9LCJIeXBlcmxpbmsiOm51bGwsIkltcG9ydElkIjoiMSJ9LHsiJGlkIjoiNDUyIiwiSWQiOiJjYzUwNjFkZC01YmVlLTQ1ZjQtYWIwZi0zNWE2YzNlZmUyZWYiLCJJbmRleCI6MSwiR3JvdXBJZCI6IjRmOTgzZDhkLWFiNDYtNDk3OC04ODllLWY1YzY4M2FjMTM4NCIsIlRpdGxlIjoiTmV3IFByaXZpbGVnZSBNZW1iZXJzIFJlbmV3YWwgUmF0ZSIsIkRhdGVUaW1lIjoiMjAyMi0wMi0xNVQyMzo1OTowMCIsIlBlcmNlbnRhZ2VDb21wbGV0ZSI6bnVsbCwiTm90ZSI6bnVsbCwiU3R5bGUiOnsiJGlkIjoiNDUzIiwiVGl0bGVQb3NpdGlvbiI6IlJpZ2h0IiwiRGF0ZVBvc2l0aW9uIjoiTGVmdCIsIlNoYXBlVHlwZSI6MSwiU2hhcGVTaXplIjoxLCJTaGFwZVN0eWxlIjp7IiRpZCI6IjQ1NCIsIk1hcmdpbiI6eyIkaWQiOiI0NTUiLCJUb3AiOjAsIkxlZnQiOjAsIlJpZ2h0IjowLCJCb3R0b20iOjB9LCJQYWRkaW5nIjp7IiRpZCI6IjQ1NiIsIlRvcCI6MCwiTGVmdCI6MCwiUmlnaHQiOjAsIkJvdHRvbSI6MH0sIkJhY2tncm91bmQiOnsiJGlkIjoiNDU3IiwiQ29sb3IiOnsiJGlkIjoiNDU4IiwiQSI6MjU1LCJSIjoyLCJHIjoxNzgsIkIiOjIzOH19LCJJc1Zpc2libGUiOnRydWUsIldpZHRoIjoxOC4wLCJIZWlnaHQiOjIwLjAsIkJvcmRlclN0eWxlIjp7IiRpZCI6IjQ1OSIsIkxpbmVDb2xvciI6bnVsbCwiTGluZVdlaWdodCI6MC4wLCJMaW5lVHlwZSI6MCwiUGFyZW50U3R5bGUiOm51bGx9LCJQYXJlbnRTdHlsZSI6bnVsbH0sIlRpdGxlU3R5bGUiOnsiJGlkIjoiNDYwIiwiRm9udFNldHRpbmdzIjp7IiRpZCI6IjQ2MSIsIkZvbnRTaXplIjoxMSwiRm9udE5hbWUiOiJDYWxpYnJpIiwiSXNCb2xkIjp0cnVlLCJJc0l0YWxpYyI6ZmFsc2UsIklzVW5kZXJsaW5lZCI6ZmFsc2UsIlBhcmVudFN0eWxlIjpudWxsfSwiQXV0b1NpemUiOjAsIkZvcmVncm91bmQiOnsiJGlkIjoiNDYyIiwiQ29sb3IiOnsiJGlkIjoiNDYz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Q2NCIsIlRvcCI6MCwiTGVmdCI6MCwiUmlnaHQiOjAsIkJvdHRvbSI6MH0sIlBhZGRpbmciOnsiJGlkIjoiNDY1IiwiVG9wIjowLCJMZWZ0IjowLCJSaWdodCI6MCwiQm90dG9tIjowfSwiQmFja2dyb3VuZCI6eyIkaWQiOiI0NjYiLCJDb2xvciI6eyIkaWQiOiI0NjciLCJBIjowLCJSIjoyNTUsIkciOjI1NSwiQiI6MjU1fX0sIklzVmlzaWJsZSI6dHJ1ZSwiV2lkdGgiOjAuMCwiSGVpZ2h0IjowLjAsIkJvcmRlclN0eWxlIjpudWxsLCJQYXJlbnRTdHlsZSI6bnVsbH0sIkRhdGVTdHlsZSI6eyIkaWQiOiI0NjgiLCJGb250U2V0dGluZ3MiOnsiJGlkIjoiNDY5IiwiRm9udFNpemUiOjEwLCJGb250TmFtZSI6IkNhbGlicmkiLCJJc0JvbGQiOmZhbHNlLCJJc0l0YWxpYyI6ZmFsc2UsIklzVW5kZXJsaW5lZCI6ZmFsc2UsIlBhcmVudFN0eWxlIjpudWxsfSwiQXV0b1NpemUiOjAsIkZvcmVncm91bmQiOnsiJGlkIjoiNDcwIiwiQ29sb3IiOnsiJGlkIjoiNDcx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0NzIiLCJUb3AiOjAsIkxlZnQiOjAsIlJpZ2h0IjowLCJCb3R0b20iOjB9LCJQYWRkaW5nIjp7IiRpZCI6IjQ3MyIsIlRvcCI6MCwiTGVmdCI6MCwiUmlnaHQiOjAsIkJvdHRvbSI6MH0sIkJhY2tncm91bmQiOnsiJGlkIjoiNDc0IiwiQ29sb3IiOnsiJGlkIjoiNDc1IiwiQSI6MCwiUiI6MjU1LCJHIjoyNTUsIkIiOjI1NX19LCJJc1Zpc2libGUiOmZhbHNlLCJXaWR0aCI6MC4wLCJIZWlnaHQiOjAuMCwiQm9yZGVyU3R5bGUiOm51bGwsIlBhcmVudFN0eWxlIjpudWxsfSwiRGF0ZUZvcm1hdCI6eyIkaWQiOiI0Nz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c3IiwiRm9ybWF0IjowLCJJc1Zpc2libGUiOmZhbHNlLCJMYXN0S25vd25WaXNpYmlsaXR5U3RhdGUiOmZhbHNlfSwiSXNWaXNpYmxlIjpmYWxzZSwiUGFyZW50U3R5bGUiOm51bGx9LCJIeXBlcmxpbmsiOm51bGwsIkltcG9ydElkIjoiMSJ9LHsiJGlkIjoiNDc4IiwiSWQiOiI2ZWFjOGJhZi1hY2E5LTRjNjMtYjllYi00ZWRlMjI0NTFiZmMiLCJJbmRleCI6MiwiR3JvdXBJZCI6ImJkMDc4NjY4LTFhZDEtNDlkMy1hM2U5LTg1NWYzZTE1NDVhYSIsIlRpdGxlIjoiSW1wcm92ZSBDdXN0b21lciBMb3lhbHR5IiwiRGF0ZVRpbWUiOiIyMDIxLTExLTE1VDIzOjU5OjAwIiwiUGVyY2VudGFnZUNvbXBsZXRlIjpudWxsLCJOb3RlIjpudWxsLCJTdHlsZSI6eyIkaWQiOiI0NzkiLCJUaXRsZVBvc2l0aW9uIjoiUmlnaHQiLCJEYXRlUG9zaXRpb24iOiJMZWZ0IiwiU2hhcGVUeXBlIjoxLCJTaGFwZVNpemUiOjEsIlNoYXBlU3R5bGUiOnsiJGlkIjoiNDgwIiwiTWFyZ2luIjp7IiRpZCI6IjQ4MSIsIlRvcCI6MCwiTGVmdCI6MCwiUmlnaHQiOjAsIkJvdHRvbSI6MH0sIlBhZGRpbmciOnsiJGlkIjoiNDgyIiwiVG9wIjowLCJMZWZ0IjowLCJSaWdodCI6MCwiQm90dG9tIjowfSwiQmFja2dyb3VuZCI6eyIkaWQiOiI0ODMiLCJDb2xvciI6eyIkaWQiOiI0ODQiLCJBIjoyNTUsIlIiOjIsIkciOjE3OCwiQiI6MjM4fX0sIklzVmlzaWJsZSI6dHJ1ZSwiV2lkdGgiOjE4LjAsIkhlaWdodCI6MjAuMCwiQm9yZGVyU3R5bGUiOnsiJGlkIjoiNDg1IiwiTGluZUNvbG9yIjpudWxsLCJMaW5lV2VpZ2h0IjowLjAsIkxpbmVUeXBlIjowLCJQYXJlbnRTdHlsZSI6bnVsbH0sIlBhcmVudFN0eWxlIjpudWxsfSwiVGl0bGVTdHlsZSI6eyIkaWQiOiI0ODYiLCJGb250U2V0dGluZ3MiOnsiJGlkIjoiNDg3IiwiRm9udFNpemUiOjExLCJGb250TmFtZSI6IkNhbGlicmkiLCJJc0JvbGQiOnRydWUsIklzSXRhbGljIjpmYWxzZSwiSXNVbmRlcmxpbmVkIjpmYWxzZSwiUGFyZW50U3R5bGUiOm51bGx9LCJBdXRvU2l6ZSI6MCwiRm9yZWdyb3VuZCI6eyIkaWQiOiI0ODgiLCJDb2xvciI6eyIkaWQiOiI0ODkiLCJBIjoyNTUsIlIiOjI1NSwiRyI6MjU1LCJCIjoyNTV9fSwiTWF4V2lkdGgiOjIwMC4wLCJNYXhIZWlnaHQiOiJJbmZpbml0eSIsIlNtYXJ0Rm9yZWdyb3VuZElzQWN0aXZlIjpmYWxzZSwiSG9yaXpvbnRhbEFsaWdubWVudCI6MCwiVmVydGljYWxBbGlnbm1lbnQiOjAsIlNtYXJ0Rm9yZWdyb3VuZCI6bnVsbCwiQmFja2dyb3VuZEZpbGxUeXBlIjowLCJNYXJnaW4iOnsiJGlkIjoiNDkwIiwiVG9wIjowLCJMZWZ0IjowLCJSaWdodCI6MCwiQm90dG9tIjowfSwiUGFkZGluZyI6eyIkaWQiOiI0OTEiLCJUb3AiOjAsIkxlZnQiOjAsIlJpZ2h0IjowLCJCb3R0b20iOjB9LCJCYWNrZ3JvdW5kIjp7IiRpZCI6IjQ5MiIsIkNvbG9yIjp7IiRpZCI6IjQ5MyIsIkEiOjAsIlIiOjI1NSwiRyI6MjU1LCJCIjoyNTV9fSwiSXNWaXNpYmxlIjp0cnVlLCJXaWR0aCI6MC4wLCJIZWlnaHQiOjAuMCwiQm9yZGVyU3R5bGUiOm51bGwsIlBhcmVudFN0eWxlIjpudWxsfSwiRGF0ZVN0eWxlIjp7IiRpZCI6IjQ5NCIsIkZvbnRTZXR0aW5ncyI6eyIkaWQiOiI0OTUiLCJGb250U2l6ZSI6MTAsIkZvbnROYW1lIjoiQ2FsaWJyaSIsIklzQm9sZCI6ZmFsc2UsIklzSXRhbGljIjpmYWxzZSwiSXNVbmRlcmxpbmVkIjpmYWxzZSwiUGFyZW50U3R5bGUiOm51bGx9LCJBdXRvU2l6ZSI6MCwiRm9yZWdyb3VuZCI6eyIkaWQiOiI0OTYiLCJDb2xvciI6eyIkaWQiOiI0OTc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Q5OCIsIlRvcCI6MCwiTGVmdCI6MCwiUmlnaHQiOjAsIkJvdHRvbSI6MH0sIlBhZGRpbmciOnsiJGlkIjoiNDk5IiwiVG9wIjowLCJMZWZ0IjowLCJSaWdodCI6MCwiQm90dG9tIjowfSwiQmFja2dyb3VuZCI6eyIkaWQiOiI1MDAiLCJDb2xvciI6eyIkaWQiOiI1MDEiLCJBIjowLCJSIjoyNTUsIkciOjI1NSwiQiI6MjU1fX0sIklzVmlzaWJsZSI6ZmFsc2UsIldpZHRoIjowLjAsIkhlaWdodCI6MC4wLCJCb3JkZXJTdHlsZSI6bnVsbCwiUGFyZW50U3R5bGUiOm51bGx9LCJEYXRlRm9ybWF0Ijp7IiRpZCI6IjUw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DMiLCJGb3JtYXQiOjAsIklzVmlzaWJsZSI6ZmFsc2UsIkxhc3RLbm93blZpc2liaWxpdHlTdGF0ZSI6ZmFsc2V9LCJJc1Zpc2libGUiOmZhbHNlLCJQYXJlbnRTdHlsZSI6bnVsbH0sIkh5cGVybGluayI6bnVsbCwiSW1wb3J0SWQiOiIxIn0seyIkaWQiOiI1MDQiLCJJZCI6IjJkODQ0YjQ3LWExNjgtNGNmYi04NmRlLWQ1MGRkNGYzMDA0ZSIsIkluZGV4IjozLCJHcm91cElkIjoiYmQwNzg2NjgtMWFkMS00OWQzLWEzZTktODU1ZjNlMTU0NWFhIiwiVGl0bGUiOiJMSU5FIChQcm9tb3RlIE51dHJpbGl0ZSBTYWxlcykiLCJEYXRlVGltZSI6IjIwMjItMDItMTVUMjM6NTk6MDAiLCJQZXJjZW50YWdlQ29tcGxldGUiOm51bGwsIk5vdGUiOm51bGwsIlN0eWxlIjp7IiRpZCI6IjUwNSIsIlRpdGxlUG9zaXRpb24iOiJSaWdodCIsIkRhdGVQb3NpdGlvbiI6IkxlZnQiLCJTaGFwZVR5cGUiOjEsIlNoYXBlU2l6ZSI6MSwiU2hhcGVTdHlsZSI6eyIkaWQiOiI1MDYiLCJNYXJnaW4iOnsiJGlkIjoiNTA3IiwiVG9wIjowLCJMZWZ0IjowLCJSaWdodCI6MCwiQm90dG9tIjowfSwiUGFkZGluZyI6eyIkaWQiOiI1MDgiLCJUb3AiOjAsIkxlZnQiOjAsIlJpZ2h0IjowLCJCb3R0b20iOjB9LCJCYWNrZ3JvdW5kIjp7IiRpZCI6IjUwOSIsIkNvbG9yIjp7IiRpZCI6IjUxMCIsIkEiOjI1NSwiUiI6MiwiRyI6MTc4LCJCIjoyMzh9fSwiSXNWaXNpYmxlIjp0cnVlLCJXaWR0aCI6MTguMCwiSGVpZ2h0IjoyMC4wLCJCb3JkZXJTdHlsZSI6eyIkaWQiOiI1MTEiLCJMaW5lQ29sb3IiOm51bGwsIkxpbmVXZWlnaHQiOjAuMCwiTGluZVR5cGUiOjAsIlBhcmVudFN0eWxlIjpudWxsfSwiUGFyZW50U3R5bGUiOm51bGx9LCJUaXRsZVN0eWxlIjp7IiRpZCI6IjUxMiIsIkZvbnRTZXR0aW5ncyI6eyIkaWQiOiI1MTMiLCJGb250U2l6ZSI6MTEsIkZvbnROYW1lIjoiQ2FsaWJyaSIsIklzQm9sZCI6dHJ1ZSwiSXNJdGFsaWMiOmZhbHNlLCJJc1VuZGVybGluZWQiOmZhbHNlLCJQYXJlbnRTdHlsZSI6bnVsbH0sIkF1dG9TaXplIjowLCJGb3JlZ3JvdW5kIjp7IiRpZCI6IjUxNCIsIkNvbG9yIjp7IiRpZCI6IjUxNSIsIkEiOjI1NSwiUiI6MjU1LCJHIjoyNTUsIkIiOjI1NX19LCJNYXhXaWR0aCI6MjAwLjAsIk1heEhlaWdodCI6IkluZmluaXR5IiwiU21hcnRGb3JlZ3JvdW5kSXNBY3RpdmUiOmZhbHNlLCJIb3Jpem9udGFsQWxpZ25tZW50IjowLCJWZXJ0aWNhbEFsaWdubWVudCI6MCwiU21hcnRGb3JlZ3JvdW5kIjpudWxsLCJCYWNrZ3JvdW5kRmlsbFR5cGUiOjAsIk1hcmdpbiI6eyIkaWQiOiI1MTYiLCJUb3AiOjAsIkxlZnQiOjAsIlJpZ2h0IjowLCJCb3R0b20iOjB9LCJQYWRkaW5nIjp7IiRpZCI6IjUxNyIsIlRvcCI6MCwiTGVmdCI6MCwiUmlnaHQiOjAsIkJvdHRvbSI6MH0sIkJhY2tncm91bmQiOnsiJGlkIjoiNTE4IiwiQ29sb3IiOnsiJGlkIjoiNTE5IiwiQSI6MCwiUiI6MjU1LCJHIjoyNTUsIkIiOjI1NX19LCJJc1Zpc2libGUiOnRydWUsIldpZHRoIjowLjAsIkhlaWdodCI6MC4wLCJCb3JkZXJTdHlsZSI6bnVsbCwiUGFyZW50U3R5bGUiOm51bGx9LCJEYXRlU3R5bGUiOnsiJGlkIjoiNTIwIiwiRm9udFNldHRpbmdzIjp7IiRpZCI6IjUyMSIsIkZvbnRTaXplIjoxMCwiRm9udE5hbWUiOiJDYWxpYnJpIiwiSXNCb2xkIjpmYWxzZSwiSXNJdGFsaWMiOmZhbHNlLCJJc1VuZGVybGluZWQiOmZhbHNlLCJQYXJlbnRTdHlsZSI6bnVsbH0sIkF1dG9TaXplIjowLCJGb3JlZ3JvdW5kIjp7IiRpZCI6IjUyMiIsIkNvbG9yIjp7IiRpZCI6IjUyMyIsIkEiOjI1NSwiUiI6MTgsIkciOjE5LCJCIjoyMn19LCJNYXhXaWR0aCI6MjAwLjAsIk1heEhlaWdodCI6IkluZmluaXR5IiwiU21hcnRGb3JlZ3JvdW5kSXNBY3RpdmUiOmZhbHNlLCJIb3Jpem9udGFsQWxpZ25tZW50IjoyLCJWZXJ0aWNhbEFsaWdubWVudCI6MCwiU21hcnRGb3JlZ3JvdW5kIjpudWxsLCJCYWNrZ3JvdW5kRmlsbFR5cGUiOjAsIk1hcmdpbiI6eyIkaWQiOiI1MjQiLCJUb3AiOjAsIkxlZnQiOjAsIlJpZ2h0IjowLCJCb3R0b20iOjB9LCJQYWRkaW5nIjp7IiRpZCI6IjUyNSIsIlRvcCI6MCwiTGVmdCI6MCwiUmlnaHQiOjAsIkJvdHRvbSI6MH0sIkJhY2tncm91bmQiOnsiJGlkIjoiNTI2IiwiQ29sb3IiOnsiJGlkIjoiNTI3IiwiQSI6MCwiUiI6MjU1LCJHIjoyNTUsIkIiOjI1NX19LCJJc1Zpc2libGUiOmZhbHNlLCJXaWR0aCI6MC4wLCJIZWlnaHQiOjAuMCwiQm9yZGVyU3R5bGUiOm51bGwsIlBhcmVudFN0eWxlIjpudWxsfSwiRGF0ZUZvcm1hdCI6eyIkaWQiOiI1Mj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I5IiwiRm9ybWF0IjowLCJJc1Zpc2libGUiOmZhbHNlLCJMYXN0S25vd25WaXNpYmlsaXR5U3RhdGUiOmZhbHNlfSwiSXNWaXNpYmxlIjpmYWxzZSwiUGFyZW50U3R5bGUiOm51bGx9LCJIeXBlcmxpbmsiOm51bGwsIkltcG9ydElkIjoiMSJ9XX0seyIkaWQiOiI1MzAiLCJJZCI6IjQwOWI4MTY4LWIyNmEtNGZiZC05NWIyLTg5MDEzNTk3ZDY4NyIsIkluZGV4IjoyLCJIZWFkZXJUZXh0IjoiSmFwYW4iLCJTdHlsZSI6eyIkaWQiOiI1MzEiLCJIZWFkZXJTdHlsZSI6eyIkaWQiOiI1MzIiLCJUZXh0U3R5bGUiOnsiJGlkIjoiNTMzIiwiRm9udFNldHRpbmdzIjp7IiRpZCI6IjUzNCIsIkZvbnRTaXplIjoxMiwiRm9udE5hbWUiOiJDYWxpYnJpIiwiSXNCb2xkIjp0cnVlLCJJc0l0YWxpYyI6ZmFsc2UsIklzVW5kZXJsaW5lZCI6ZmFsc2UsIlBhcmVudFN0eWxlIjpudWxsfSwiQXV0b1NpemUiOjAsIkZvcmVncm91bmQiOnsiJGlkIjoiNTM1IiwiQ29sb3IiOnsiJGlkIjoiNTM2IiwiQSI6MjU1LCJSIjowLCJHIjowLCJCIjowfX0sIk1heFdpZHRoIjowLjAsIk1heEhlaWdodCI6MC4wLCJTbWFydEZvcmVncm91bmRJc0FjdGl2ZSI6ZmFsc2UsIkhvcml6b250YWxBbGlnbm1lbnQiOjAsIlZlcnRpY2FsQWxpZ25tZW50IjowLCJTbWFydEZvcmVncm91bmQiOm51bGwsIkJhY2tncm91bmRGaWxsVHlwZSI6MCwiTWFyZ2luIjp7IiRpZCI6IjUzNyIsIlRvcCI6MCwiTGVmdCI6MCwiUmlnaHQiOjAsIkJvdHRvbSI6MH0sIlBhZGRpbmciOnsiJGlkIjoiNTM4IiwiVG9wIjowLCJMZWZ0IjowLCJSaWdodCI6MCwiQm90dG9tIjowfSwiQmFja2dyb3VuZCI6bnVsbCwiSXNWaXNpYmxlIjpmYWxzZSwiV2lkdGgiOjAuMCwiSGVpZ2h0IjowLjAsIkJvcmRlclN0eWxlIjpudWxsLCJQYXJlbnRTdHlsZSI6bnVsbH0sIlJlY3RhbmdsZVN0eWxlIjp7IiRpZCI6IjUzOSIsIk1hcmdpbiI6eyIkaWQiOiI1NDAiLCJUb3AiOjAsIkxlZnQiOjAsIlJpZ2h0IjowLCJCb3R0b20iOjB9LCJQYWRkaW5nIjp7IiRpZCI6IjU0MSIsIlRvcCI6MCwiTGVmdCI6MCwiUmlnaHQiOjAsIkJvdHRvbSI6MH0sIkJhY2tncm91bmQiOnsiJGlkIjoiNTQyIiwiQ29sb3IiOnsiJGlkIjoiNTQzIiwiQSI6MjU1LCJSIjoxNTAsIkciOjIxNCwiQiI6NjZ9fSwiSXNWaXNpYmxlIjpmYWxzZSwiV2lkdGgiOjAuMCwiSGVpZ2h0IjowLjAsIkJvcmRlclN0eWxlIjp7IiRpZCI6IjU0NCIsIkxpbmVDb2xvciI6eyIkaWQiOiI1NDUiLCIkdHlwZSI6Ik5MUkUuQ29tbW9uLkRvbS5Tb2xpZENvbG9yQnJ1c2gsIE5MUkUuQ29tbW9uIiwiQ29sb3IiOnsiJGlkIjoiNTQ2IiwiQSI6MjU1LCJSIjo2LCJHIjo0LCJCIjo1fX0sIkxpbmVXZWlnaHQiOjAuMCwiTGluZVR5cGUiOjAsIlBhcmVudFN0eWxlIjpudWxsfSwiUGFyZW50U3R5bGUiOm51bGx9LCJNYXJnaW4iOnsiJGlkIjoiNTQ3IiwiVG9wIjowLCJMZWZ0IjowLCJSaWdodCI6MCwiQm90dG9tIjowfSwiUGFkZGluZyI6eyIkaWQiOiI1NDgiLCJUb3AiOjAsIkxlZnQiOjAsIlJpZ2h0IjowLCJCb3R0b20iOjB9LCJCYWNrZ3JvdW5kIjpudWxsLCJJc1Zpc2libGUiOnRydWUsIldpZHRoIjowLjAsIkhlaWdodCI6MC4wLCJCb3JkZXJTdHlsZSI6bnVsbCwiUGFyZW50U3R5bGUiOm51bGx9LCJCYWNrZ3JvdW5kU3R5bGUiOnsiJGlkIjoiNTQ5IiwiTWFyZ2luIjp7IiRpZCI6IjU1MCIsIlRvcCI6MCwiTGVmdCI6MCwiUmlnaHQiOjAsIkJvdHRvbSI6MH0sIlBhZGRpbmciOnsiJGlkIjoiNTUxIiwiVG9wIjowLCJMZWZ0IjowLCJSaWdodCI6MCwiQm90dG9tIjowfSwiQmFja2dyb3VuZCI6eyIkaWQiOiI1NTIiLCJDb2xvciI6eyIkaWQiOiI1NTMiLCJBIjozOCwiUiI6MTUwLCJHIjoyMTQsIkIiOjY2fX0sIklzVmlzaWJsZSI6dHJ1ZSwiV2lkdGgiOjAuMCwiSGVpZ2h0IjowLjAsIkJvcmRlclN0eWxlIjp7IiRpZCI6IjU1NCIsIkxpbmVDb2xvciI6eyIkaWQiOiI1NTUiLCIkdHlwZSI6Ik5MUkUuQ29tbW9uLkRvbS5Tb2xpZENvbG9yQnJ1c2gsIE5MUkUuQ29tbW9uIiwiQ29sb3IiOnsiJGlkIjoiNTU2IiwiQSI6MjU1LCJSIjoyMDgsIkciOjIwNiwiQiI6MjA2fX0sIkxpbmVXZWlnaHQiOjAuMCwiTGluZVR5cGUiOjAsIlBhcmVudFN0eWxlIjpudWxsfSwiUGFyZW50U3R5bGUiOm51bGx9LCJJc0Fib3ZlVGltZWJhbmQiOmZhbHNlLCJNYXJnaW4iOnsiJGlkIjoiNTU3IiwiVG9wIjowLCJMZWZ0IjowLCJSaWdodCI6MCwiQm90dG9tIjowfSwiUGFkZGluZyI6eyIkaWQiOiI1NTgiLCJUb3AiOjAsIkxlZnQiOjAsIlJpZ2h0IjowLCJCb3R0b20iOjB9LCJJc1Zpc2libGUiOnRydWUsIldpZHRoIjowLjAsIkhlaWdodCI6MC4wLCJCb3JkZXJTdHlsZSI6bnVsbCwiUGFyZW50U3R5bGUiOm51bGx9LCJUYXNrcyI6W10sIk1pbGVzdG9uZXMiOlt7IiRpZCI6IjU1OSIsIklkIjoiNzk4Njk5NjUtYWI5OS00YmJiLTljMjEtZWFhNWJjMWYyYzIwIiwiSW5kZXgiOjAsIkdyb3VwSWQiOm51bGwsIlRpdGxlIjoiVXNlIENhc2VzIHRiZCIsIkRhdGVUaW1lIjoiMjAyMi0wMi0xNVQyMzo1OTowMCIsIlBlcmNlbnRhZ2VDb21wbGV0ZSI6bnVsbCwiTm90ZSI6bnVsbCwiU3R5bGUiOnsiJGlkIjoiNTYwIiwiVGl0bGVQb3NpdGlvbiI6IkxlZnQiLCJEYXRlUG9zaXRpb24iOiJMZWZ0IiwiU2hhcGVUeXBlIjo5LCJTaGFwZVNpemUiOjEsIlNoYXBlU3R5bGUiOnsiJGlkIjoiNTYxIiwiTWFyZ2luIjp7IiRyZWYiOiI2MCJ9LCJQYWRkaW5nIjp7IiRyZWYiOiI2MSJ9LCJCYWNrZ3JvdW5kIjp7IiRpZCI6IjU2MiIsIkNvbG9yIjp7IiRpZCI6IjU2MyIsIkEiOjI1NSwiUiI6MTUwLCJHIjoyMTQsIkIiOjY2fX0sIklzVmlzaWJsZSI6dHJ1ZSwiV2lkdGgiOjE4LjAsIkhlaWdodCI6MjAuMCwiQm9yZGVyU3R5bGUiOnsiJGlkIjoiNTY0IiwiTGluZUNvbG9yIjp7IiRyZWYiOiI2NSJ9LCJMaW5lV2VpZ2h0IjowLjAsIkxpbmVUeXBlIjowLCJQYXJlbnRTdHlsZSI6bnVsbH0sIlBhcmVudFN0eWxlIjpudWxsfSwiVGl0bGVTdHlsZSI6eyIkaWQiOiI1NjUiLCJGb250U2V0dGluZ3MiOnsiJGlkIjoiNTY2IiwiRm9udFNpemUiOjExLCJGb250TmFtZSI6IkNhbGlicmkiLCJJc0JvbGQiOnRydWUsIklzSXRhbGljIjpmYWxzZSwiSXNVbmRlcmxpbmVkIjpmYWxzZSwiUGFyZW50U3R5bGUiOm51bGx9LCJBdXRvU2l6ZSI6MCwiRm9yZWdyb3VuZCI6eyIkaWQiOiI1NjciLCJDb2xvciI6eyIkaWQiOiI1NjgiLCJBIjoyNTUsIlIiOjI1NSwiRyI6MjU1LCJCIjoyNTV9fSwiTWF4V2lkdGgiOjIwMC4wLCJNYXhIZWlnaHQiOiJJbmZpbml0eSIsIlNtYXJ0Rm9yZWdyb3VuZElzQWN0aXZlIjpmYWxzZSwiSG9yaXpvbnRhbEFsaWdubWVudCI6MiwiVmVydGljYWxBbGlnbm1lbnQiOjAsIlNtYXJ0Rm9yZWdyb3VuZCI6bnVsbCwiQmFja2dyb3VuZEZpbGxUeXBlIjowLCJNYXJnaW4iOnsiJHJlZiI6IjcxIn0sIlBhZGRpbmciOnsiJHJlZiI6IjcyIn0sIkJhY2tncm91bmQiOnsiJGlkIjoiNTY5IiwiQ29sb3IiOnsiJGlkIjoiNTcwIiwiQSI6MCwiUiI6MjU1LCJHIjoyNTUsIkIiOjI1NX19LCJJc1Zpc2libGUiOnRydWUsIldpZHRoIjowLjAsIkhlaWdodCI6MC4wLCJCb3JkZXJTdHlsZSI6bnVsbCwiUGFyZW50U3R5bGUiOm51bGx9LCJEYXRlU3R5bGUiOnsiJGlkIjoiNTcxIiwiRm9udFNldHRpbmdzIjp7IiRpZCI6IjU3MiIsIkZvbnRTaXplIjoxMCwiRm9udE5hbWUiOiJDYWxpYnJpIiwiSXNCb2xkIjpmYWxzZSwiSXNJdGFsaWMiOmZhbHNlLCJJc1VuZGVybGluZWQiOmZhbHNlLCJQYXJlbnRTdHlsZSI6bnVsbH0sIkF1dG9TaXplIjowLCJGb3JlZ3JvdW5kIjp7IiRpZCI6IjU3MyIsIkNvbG9yIjp7IiRpZCI6IjU3N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c4In0sIlBhZGRpbmciOnsiJHJlZiI6Ijc5In0sIkJhY2tncm91bmQiOnsiJGlkIjoiNTc1IiwiQ29sb3IiOnsiJGlkIjoiNTc2IiwiQSI6MCwiUiI6MjU1LCJHIjoyNTUsIkIiOjI1NX19LCJJc1Zpc2libGUiOmZhbHNlLCJXaWR0aCI6MC4wLCJIZWlnaHQiOjAuMCwiQm9yZGVyU3R5bGUiOm51bGwsIlBhcmVudFN0eWxlIjpudWxsfSwiRGF0ZUZvcm1hdCI6eyIkcmVmIjoiMjY1In0sIldlZWtOdW1iZXJpbmciOnsiJGlkIjoiNTc3IiwiRm9ybWF0IjowLCJJc1Zpc2libGUiOmZhbHNlLCJMYXN0S25vd25WaXNpYmlsaXR5U3RhdGUiOmZhbHNlfSwiSXNWaXNpYmxlIjpmYWxzZSwiUGFyZW50U3R5bGUiOm51bGx9LCJIeXBlcmxpbmsiOm51bGwsIkltcG9ydElkIjoiMSJ9XX0seyIkaWQiOiI1NzgiLCJJZCI6IjI0MWRjZDFlLTMyNjQtNDJhZC1hODA0LTRkYTI2OTczMGEzZSIsIkluZGV4IjozLCJIZWFkZXJUZXh0IjoiVGhhaWxhbmQiLCJTdHlsZSI6eyIkaWQiOiI1NzkiLCJIZWFkZXJTdHlsZSI6eyIkaWQiOiI1ODAiLCJUZXh0U3R5bGUiOnsiJGlkIjoiNTgxIiwiRm9udFNldHRpbmdzIjp7IiRpZCI6IjU4MiIsIkZvbnRTaXplIjoxMiwiRm9udE5hbWUiOiJDYWxpYnJpIiwiSXNCb2xkIjp0cnVlLCJJc0l0YWxpYyI6ZmFsc2UsIklzVW5kZXJsaW5lZCI6ZmFsc2UsIlBhcmVudFN0eWxlIjpudWxsfSwiQXV0b1NpemUiOjAsIkZvcmVncm91bmQiOnsiJGlkIjoiNTgzIiwiQ29sb3IiOnsiJGlkIjoiNTg0IiwiQSI6MjU1LCJSIjoyMywiRyI6MzAsIkIiOjM2fX0sIk1heFdpZHRoIjowLjAsIk1heEhlaWdodCI6MC4wLCJTbWFydEZvcmVncm91bmRJc0FjdGl2ZSI6ZmFsc2UsIkhvcml6b250YWxBbGlnbm1lbnQiOjAsIlZlcnRpY2FsQWxpZ25tZW50IjowLCJTbWFydEZvcmVncm91bmQiOm51bGwsIkJhY2tncm91bmRGaWxsVHlwZSI6MCwiTWFyZ2luIjp7IiRpZCI6IjU4NSIsIlRvcCI6MCwiTGVmdCI6MCwiUmlnaHQiOjAsIkJvdHRvbSI6MH0sIlBhZGRpbmciOnsiJGlkIjoiNTg2IiwiVG9wIjowLCJMZWZ0IjowLCJSaWdodCI6MCwiQm90dG9tIjowfSwiQmFja2dyb3VuZCI6bnVsbCwiSXNWaXNpYmxlIjpmYWxzZSwiV2lkdGgiOjAuMCwiSGVpZ2h0IjowLjAsIkJvcmRlclN0eWxlIjpudWxsLCJQYXJlbnRTdHlsZSI6bnVsbH0sIlJlY3RhbmdsZVN0eWxlIjp7IiRpZCI6IjU4NyIsIk1hcmdpbiI6eyIkaWQiOiI1ODgiLCJUb3AiOjAsIkxlZnQiOjAsIlJpZ2h0IjowLCJCb3R0b20iOjB9LCJQYWRkaW5nIjp7IiRpZCI6IjU4OSIsIlRvcCI6MCwiTGVmdCI6MCwiUmlnaHQiOjAsIkJvdHRvbSI6MH0sIkJhY2tncm91bmQiOnsiJGlkIjoiNTkwIiwiQ29sb3IiOnsiJGlkIjoiNTkxIiwiQSI6MjU1LCJSIjo2OCwiRyI6MTE0LCJCIjoxOTZ9fSwiSXNWaXNpYmxlIjpmYWxzZSwiV2lkdGgiOjAuMCwiSGVpZ2h0IjowLjAsIkJvcmRlclN0eWxlIjp7IiRpZCI6IjU5MiIsIkxpbmVDb2xvciI6eyIkaWQiOiI1OTMiLCIkdHlwZSI6Ik5MUkUuQ29tbW9uLkRvbS5Tb2xpZENvbG9yQnJ1c2gsIE5MUkUuQ29tbW9uIiwiQ29sb3IiOnsiJGlkIjoiNTk0IiwiQSI6MjU1LCJSIjoyMywiRyI6MzAsIkIiOjM2fX0sIkxpbmVXZWlnaHQiOjAuMCwiTGluZVR5cGUiOjAsIlBhcmVudFN0eWxlIjpudWxsfSwiUGFyZW50U3R5bGUiOm51bGx9LCJNYXJnaW4iOnsiJGlkIjoiNTk1IiwiVG9wIjowLCJMZWZ0IjowLCJSaWdodCI6MCwiQm90dG9tIjowfSwiUGFkZGluZyI6eyIkaWQiOiI1OTYiLCJUb3AiOjAsIkxlZnQiOjAsIlJpZ2h0IjowLCJCb3R0b20iOjB9LCJCYWNrZ3JvdW5kIjpudWxsLCJJc1Zpc2libGUiOnRydWUsIldpZHRoIjowLjAsIkhlaWdodCI6MC4wLCJCb3JkZXJTdHlsZSI6bnVsbCwiUGFyZW50U3R5bGUiOm51bGx9LCJCYWNrZ3JvdW5kU3R5bGUiOnsiJGlkIjoiNTk3IiwiTWFyZ2luIjp7IiRpZCI6IjU5OCIsIlRvcCI6MCwiTGVmdCI6MCwiUmlnaHQiOjAsIkJvdHRvbSI6MH0sIlBhZGRpbmciOnsiJGlkIjoiNTk5IiwiVG9wIjowLCJMZWZ0IjowLCJSaWdodCI6MCwiQm90dG9tIjowfSwiQmFja2dyb3VuZCI6eyIkaWQiOiI2MDAiLCJDb2xvciI6eyIkaWQiOiI2MDEiLCJBIjozOCwiUiI6MCwiRyI6MTE0LCJCIjoxODh9fSwiSXNWaXNpYmxlIjp0cnVlLCJXaWR0aCI6MC4wLCJIZWlnaHQiOjAuMCwiQm9yZGVyU3R5bGUiOnsiJGlkIjoiNjAyIiwiTGluZUNvbG9yIjp7IiRpZCI6IjYwMyIsIiR0eXBlIjoiTkxSRS5Db21tb24uRG9tLlNvbGlkQ29sb3JCcnVzaCwgTkxSRS5Db21tb24iLCJDb2xvciI6eyIkaWQiOiI2MDQiLCJBIjoyNTUsIlIiOjIwOCwiRyI6MjA2LCJCIjoyMDZ9fSwiTGluZVdlaWdodCI6MC4wLCJMaW5lVHlwZSI6MCwiUGFyZW50U3R5bGUiOm51bGx9LCJQYXJlbnRTdHlsZSI6bnVsbH0sIklzQWJvdmVUaW1lYmFuZCI6ZmFsc2UsIk1hcmdpbiI6eyIkaWQiOiI2MDUiLCJUb3AiOjAsIkxlZnQiOjAsIlJpZ2h0IjowLCJCb3R0b20iOjB9LCJQYWRkaW5nIjp7IiRpZCI6IjYwNiIsIlRvcCI6MCwiTGVmdCI6MCwiUmlnaHQiOjAsIkJvdHRvbSI6MH0sIklzVmlzaWJsZSI6dHJ1ZSwiV2lkdGgiOjAuMCwiSGVpZ2h0IjowLjAsIkJvcmRlclN0eWxlIjpudWxsLCJQYXJlbnRTdHlsZSI6bnVsbH0sIlRhc2tzIjpbXSwiTWlsZXN0b25lcyI6W3siJGlkIjoiNjA3IiwiSWQiOiI3NmIzMzBjNS1lMDMwLTQ0ZTAtYWJmYS0wMDRlNWYyOTNlMWUiLCJJbmRleCI6MCwiR3JvdXBJZCI6bnVsbCwiVGl0bGUiOiJVc2UgQ2FzZXMgdGJkIiwiRGF0ZVRpbWUiOiIyMDIyLTA1LTE1VDIzOjU5OjAwIiwiUGVyY2VudGFnZUNvbXBsZXRlIjpudWxsLCJOb3RlIjpudWxsLCJTdHlsZSI6eyIkaWQiOiI2MDgiLCJUaXRsZVBvc2l0aW9uIjoiTGVmdCIsIkRhdGVQb3NpdGlvbiI6IkxlZnQiLCJTaGFwZVR5cGUiOjEzLCJTaGFwZVNpemUiOjEsIlNoYXBlU3R5bGUiOnsiJGlkIjoiNjA5IiwiTWFyZ2luIjp7IiRyZWYiOiI2MCJ9LCJQYWRkaW5nIjp7IiRyZWYiOiI2MSJ9LCJCYWNrZ3JvdW5kIjp7IiRpZCI6IjYxMCIsIkNvbG9yIjp7IiRpZCI6IjYxMSIsIkEiOjI1NSwiUiI6NjgsIkciOjExNCwiQiI6MTk2fX0sIklzVmlzaWJsZSI6dHJ1ZSwiV2lkdGgiOjE4LjAsIkhlaWdodCI6MjAuMCwiQm9yZGVyU3R5bGUiOnsiJGlkIjoiNjEyIiwiTGluZUNvbG9yIjp7IiRyZWYiOiI2NSJ9LCJMaW5lV2VpZ2h0IjowLjAsIkxpbmVUeXBlIjowLCJQYXJlbnRTdHlsZSI6bnVsbH0sIlBhcmVudFN0eWxlIjpudWxsfSwiVGl0bGVTdHlsZSI6eyIkaWQiOiI2MTMiLCJGb250U2V0dGluZ3MiOnsiJGlkIjoiNjE0IiwiRm9udFNpemUiOjExLCJGb250TmFtZSI6IkNhbGlicmkiLCJJc0JvbGQiOnRydWUsIklzSXRhbGljIjpmYWxzZSwiSXNVbmRlcmxpbmVkIjpmYWxzZSwiUGFyZW50U3R5bGUiOm51bGx9LCJBdXRvU2l6ZSI6MCwiRm9yZWdyb3VuZCI6eyIkaWQiOiI2MTUiLCJDb2xvciI6eyIkaWQiOiI2MTYiLCJBIjoyNTUsIlIiOjI1NSwiRyI6MjU1LCJCIjoyNTV9fSwiTWF4V2lkdGgiOjIwMC4wLCJNYXhIZWlnaHQiOiJJbmZpbml0eSIsIlNtYXJ0Rm9yZWdyb3VuZElzQWN0aXZlIjpmYWxzZSwiSG9yaXpvbnRhbEFsaWdubWVudCI6MiwiVmVydGljYWxBbGlnbm1lbnQiOjAsIlNtYXJ0Rm9yZWdyb3VuZCI6bnVsbCwiQmFja2dyb3VuZEZpbGxUeXBlIjowLCJNYXJnaW4iOnsiJHJlZiI6IjcxIn0sIlBhZGRpbmciOnsiJHJlZiI6IjcyIn0sIkJhY2tncm91bmQiOnsiJGlkIjoiNjE3IiwiQ29sb3IiOnsiJGlkIjoiNjE4IiwiQSI6MCwiUiI6MjU1LCJHIjoyNTUsIkIiOjI1NX19LCJJc1Zpc2libGUiOnRydWUsIldpZHRoIjowLjAsIkhlaWdodCI6MC4wLCJCb3JkZXJTdHlsZSI6bnVsbCwiUGFyZW50U3R5bGUiOm51bGx9LCJEYXRlU3R5bGUiOnsiJGlkIjoiNjE5IiwiRm9udFNldHRpbmdzIjp7IiRpZCI6IjYyMCIsIkZvbnRTaXplIjoxMCwiRm9udE5hbWUiOiJDYWxpYnJpIiwiSXNCb2xkIjpmYWxzZSwiSXNJdGFsaWMiOmZhbHNlLCJJc1VuZGVybGluZWQiOmZhbHNlLCJQYXJlbnRTdHlsZSI6bnVsbH0sIkF1dG9TaXplIjowLCJGb3JlZ3JvdW5kIjp7IiRpZCI6IjYyMSIsIkNvbG9yIjp7IiRpZCI6IjYyM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c4In0sIlBhZGRpbmciOnsiJHJlZiI6Ijc5In0sIkJhY2tncm91bmQiOnsiJGlkIjoiNjIzIiwiQ29sb3IiOnsiJGlkIjoiNjI0IiwiQSI6MCwiUiI6MjU1LCJHIjoyNTUsIkIiOjI1NX19LCJJc1Zpc2libGUiOmZhbHNlLCJXaWR0aCI6MC4wLCJIZWlnaHQiOjAuMCwiQm9yZGVyU3R5bGUiOm51bGwsIlBhcmVudFN0eWxlIjpudWxsfSwiRGF0ZUZvcm1hdCI6eyIkcmVmIjoiMjY1In0sIldlZWtOdW1iZXJpbmciOnsiJGlkIjoiNjI1IiwiRm9ybWF0IjowLCJJc1Zpc2libGUiOmZhbHNlLCJMYXN0S25vd25WaXNpYmlsaXR5U3RhdGUiOmZhbHNlfSwiSXNWaXNpYmxlIjpmYWxzZSwiUGFyZW50U3R5bGUiOm51bGx9LCJIeXBlcmxpbmsiOm51bGwsIkltcG9ydElkIjoiMSJ9XX0seyIkaWQiOiI2MjYiLCJJZCI6ImRmMTg5ZDEyLWY4M2UtNDY4ZC1hMTFiLTE3NDg1NzYwYTYyNSIsIkluZGV4Ijo0LCJIZWFkZXJUZXh0IjoiQU5BIiwiU3R5bGUiOnsiJGlkIjoiNjI3IiwiSGVhZGVyU3R5bGUiOnsiJGlkIjoiNjI4IiwiVGV4dFN0eWxlIjp7IiRpZCI6IjYyOSIsIkZvbnRTZXR0aW5ncyI6eyIkaWQiOiI2MzAiLCJGb250U2l6ZSI6MTIsIkZvbnROYW1lIjoiQ2FsaWJyaSIsIklzQm9sZCI6dHJ1ZSwiSXNJdGFsaWMiOmZhbHNlLCJJc1VuZGVybGluZWQiOmZhbHNlLCJQYXJlbnRTdHlsZSI6bnVsbH0sIkF1dG9TaXplIjowLCJGb3JlZ3JvdW5kIjp7IiRpZCI6IjYzMSIsIkNvbG9yIjp7IiRpZCI6IjYzMiIsIkEiOjI1NSwiUiI6NTEsIkciOjMwLCJCIjoyOH19LCJNYXhXaWR0aCI6MC4wLCJNYXhIZWlnaHQiOjAuMCwiU21hcnRGb3JlZ3JvdW5kSXNBY3RpdmUiOmZhbHNlLCJIb3Jpem9udGFsQWxpZ25tZW50IjowLCJWZXJ0aWNhbEFsaWdubWVudCI6MCwiU21hcnRGb3JlZ3JvdW5kIjpudWxsLCJCYWNrZ3JvdW5kRmlsbFR5cGUiOjAsIk1hcmdpbiI6eyIkaWQiOiI2MzMiLCJUb3AiOjAsIkxlZnQiOjAsIlJpZ2h0IjowLCJCb3R0b20iOjB9LCJQYWRkaW5nIjp7IiRpZCI6IjYzNCIsIlRvcCI6MCwiTGVmdCI6MCwiUmlnaHQiOjAsIkJvdHRvbSI6MH0sIkJhY2tncm91bmQiOm51bGwsIklzVmlzaWJsZSI6ZmFsc2UsIldpZHRoIjowLjAsIkhlaWdodCI6MC4wLCJCb3JkZXJTdHlsZSI6bnVsbCwiUGFyZW50U3R5bGUiOm51bGx9LCJSZWN0YW5nbGVTdHlsZSI6eyIkaWQiOiI2MzUiLCJNYXJnaW4iOnsiJGlkIjoiNjM2IiwiVG9wIjowLCJMZWZ0IjowLCJSaWdodCI6MCwiQm90dG9tIjowfSwiUGFkZGluZyI6eyIkaWQiOiI2MzciLCJUb3AiOjAsIkxlZnQiOjAsIlJpZ2h0IjowLCJCb3R0b20iOjB9LCJCYWNrZ3JvdW5kIjp7IiRpZCI6IjYzOCIsIkNvbG9yIjp7IiRpZCI6IjYzOSIsIkEiOjI1NSwiUiI6MTY1LCJHIjoxNjUsIkIiOjE2NX19LCJJc1Zpc2libGUiOmZhbHNlLCJXaWR0aCI6MC4wLCJIZWlnaHQiOjAuMCwiQm9yZGVyU3R5bGUiOnsiJGlkIjoiNjQwIiwiTGluZUNvbG9yIjp7IiRpZCI6IjY0MSIsIiR0eXBlIjoiTkxSRS5Db21tb24uRG9tLlNvbGlkQ29sb3JCcnVzaCwgTkxSRS5Db21tb24iLCJDb2xvciI6eyIkaWQiOiI2NDIiLCJBIjoyNTUsIlIiOjUxLCJHIjozMCwiQiI6Mjh9fSwiTGluZVdlaWdodCI6MC4wLCJMaW5lVHlwZSI6MCwiUGFyZW50U3R5bGUiOm51bGx9LCJQYXJlbnRTdHlsZSI6bnVsbH0sIk1hcmdpbiI6eyIkaWQiOiI2NDMiLCJUb3AiOjAsIkxlZnQiOjAsIlJpZ2h0IjowLCJCb3R0b20iOjB9LCJQYWRkaW5nIjp7IiRpZCI6IjY0NCIsIlRvcCI6MCwiTGVmdCI6MCwiUmlnaHQiOjAsIkJvdHRvbSI6MH0sIkJhY2tncm91bmQiOm51bGwsIklzVmlzaWJsZSI6dHJ1ZSwiV2lkdGgiOjAuMCwiSGVpZ2h0IjowLjAsIkJvcmRlclN0eWxlIjpudWxsLCJQYXJlbnRTdHlsZSI6bnVsbH0sIkJhY2tncm91bmRTdHlsZSI6eyIkaWQiOiI2NDUiLCJNYXJnaW4iOnsiJGlkIjoiNjQ2IiwiVG9wIjowLCJMZWZ0IjowLCJSaWdodCI6MCwiQm90dG9tIjowfSwiUGFkZGluZyI6eyIkaWQiOiI2NDciLCJUb3AiOjAsIkxlZnQiOjAsIlJpZ2h0IjowLCJCb3R0b20iOjB9LCJCYWNrZ3JvdW5kIjp7IiRpZCI6IjY0OCIsIkNvbG9yIjp7IiRpZCI6IjY0OSIsIkEiOjM4LCJSIjoxNjUsIkciOjE2NSwiQiI6MTY1fX0sIklzVmlzaWJsZSI6dHJ1ZSwiV2lkdGgiOjAuMCwiSGVpZ2h0IjowLjAsIkJvcmRlclN0eWxlIjp7IiRpZCI6IjY1MCIsIkxpbmVDb2xvciI6eyIkaWQiOiI2NTEiLCIkdHlwZSI6Ik5MUkUuQ29tbW9uLkRvbS5Tb2xpZENvbG9yQnJ1c2gsIE5MUkUuQ29tbW9uIiwiQ29sb3IiOnsiJGlkIjoiNjUyIiwiQSI6MjU1LCJSIjoyMDgsIkciOjIwNiwiQiI6MjA2fX0sIkxpbmVXZWlnaHQiOjAuMCwiTGluZVR5cGUiOjAsIlBhcmVudFN0eWxlIjpudWxsfSwiUGFyZW50U3R5bGUiOm51bGx9LCJJc0Fib3ZlVGltZWJhbmQiOmZhbHNlLCJNYXJnaW4iOnsiJGlkIjoiNjUzIiwiVG9wIjowLCJMZWZ0IjowLCJSaWdodCI6MCwiQm90dG9tIjowfSwiUGFkZGluZyI6eyIkaWQiOiI2NTQiLCJUb3AiOjAsIkxlZnQiOjAsIlJpZ2h0IjowLCJCb3R0b20iOjB9LCJJc1Zpc2libGUiOnRydWUsIldpZHRoIjowLjAsIkhlaWdodCI6MC4wLCJCb3JkZXJTdHlsZSI6bnVsbCwiUGFyZW50U3R5bGUiOm51bGx9LCJUYXNrcyI6W10sIk1pbGVzdG9uZXMiOlt7IiRpZCI6IjY1NSIsIklkIjoiNThmYWMxNDYtNmJhNS00ZmJmLWJhMzMtYWM1ZmU2OTA2NmE4IiwiSW5kZXgiOjAsIkdyb3VwSWQiOm51bGwsIlRpdGxlIjoiVXNlIENhc2VzIHRiZCIsIkRhdGVUaW1lIjoiMjAyMS0xMS0xNVQyMzo1OTowMCIsIlBlcmNlbnRhZ2VDb21wbGV0ZSI6bnVsbCwiTm90ZSI6bnVsbCwiU3R5bGUiOnsiJGlkIjoiNjU2IiwiVGl0bGVQb3NpdGlvbiI6IkxlZnQiLCJEYXRlUG9zaXRpb24iOiJMZWZ0IiwiU2hhcGVUeXBlIjo1LCJTaGFwZVNpemUiOjEsIlNoYXBlU3R5bGUiOnsiJGlkIjoiNjU3IiwiTWFyZ2luIjp7IiRyZWYiOiI2MCJ9LCJQYWRkaW5nIjp7IiRyZWYiOiI2MSJ9LCJCYWNrZ3JvdW5kIjp7IiRpZCI6IjY1OCIsIkNvbG9yIjp7IiRpZCI6IjY1OSIsIkEiOjI1NSwiUiI6MTY1LCJHIjoxNjUsIkIiOjE2NX19LCJJc1Zpc2libGUiOnRydWUsIldpZHRoIjoxOC4wLCJIZWlnaHQiOjIwLjAsIkJvcmRlclN0eWxlIjp7IiRpZCI6IjY2MCIsIkxpbmVDb2xvciI6eyIkcmVmIjoiNjUifSwiTGluZVdlaWdodCI6MC4wLCJMaW5lVHlwZSI6MCwiUGFyZW50U3R5bGUiOm51bGx9LCJQYXJlbnRTdHlsZSI6bnVsbH0sIlRpdGxlU3R5bGUiOnsiJGlkIjoiNjYxIiwiRm9udFNldHRpbmdzIjp7IiRpZCI6IjY2MiIsIkZvbnRTaXplIjoxMSwiRm9udE5hbWUiOiJDYWxpYnJpIiwiSXNCb2xkIjp0cnVlLCJJc0l0YWxpYyI6ZmFsc2UsIklzVW5kZXJsaW5lZCI6ZmFsc2UsIlBhcmVudFN0eWxlIjpudWxsfSwiQXV0b1NpemUiOjAsIkZvcmVncm91bmQiOnsiJGlkIjoiNjYzIiwiQ29sb3IiOnsiJGlkIjoiNjY0IiwiQSI6MjU1LCJSIjoyNTUsIkciOjI1NSwiQiI6MjU1fX0sIk1heFdpZHRoIjoyMDAuMCwiTWF4SGVpZ2h0IjoiSW5maW5pdHkiLCJTbWFydEZvcmVncm91bmRJc0FjdGl2ZSI6ZmFsc2UsIkhvcml6b250YWxBbGlnbm1lbnQiOjIsIlZlcnRpY2FsQWxpZ25tZW50IjowLCJTbWFydEZvcmVncm91bmQiOm51bGwsIkJhY2tncm91bmRGaWxsVHlwZSI6MCwiTWFyZ2luIjp7IiRyZWYiOiI3MSJ9LCJQYWRkaW5nIjp7IiRyZWYiOiI3MiJ9LCJCYWNrZ3JvdW5kIjp7IiRpZCI6IjY2NSIsIkNvbG9yIjp7IiRpZCI6IjY2NiIsIkEiOjAsIlIiOjI1NSwiRyI6MjU1LCJCIjoyNTV9fSwiSXNWaXNpYmxlIjp0cnVlLCJXaWR0aCI6MC4wLCJIZWlnaHQiOjAuMCwiQm9yZGVyU3R5bGUiOm51bGwsIlBhcmVudFN0eWxlIjpudWxsfSwiRGF0ZVN0eWxlIjp7IiRpZCI6IjY2NyIsIkZvbnRTZXR0aW5ncyI6eyIkaWQiOiI2NjgiLCJGb250U2l6ZSI6MTAsIkZvbnROYW1lIjoiQ2FsaWJyaSIsIklzQm9sZCI6ZmFsc2UsIklzSXRhbGljIjpmYWxzZSwiSXNVbmRlcmxpbmVkIjpmYWxzZSwiUGFyZW50U3R5bGUiOm51bGx9LCJBdXRvU2l6ZSI6MCwiRm9yZWdyb3VuZCI6eyIkaWQiOiI2NjkiLCJDb2xvciI6eyIkaWQiOiI2NzA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yZWYiOiI3OCJ9LCJQYWRkaW5nIjp7IiRyZWYiOiI3OSJ9LCJCYWNrZ3JvdW5kIjp7IiRpZCI6IjY3MSIsIkNvbG9yIjp7IiRpZCI6IjY3MiIsIkEiOjAsIlIiOjI1NSwiRyI6MjU1LCJCIjoyNTV9fSwiSXNWaXNpYmxlIjpmYWxzZSwiV2lkdGgiOjAuMCwiSGVpZ2h0IjowLjAsIkJvcmRlclN0eWxlIjpudWxsLCJQYXJlbnRTdHlsZSI6bnVsbH0sIkRhdGVGb3JtYXQiOnsiJHJlZiI6IjI2NSJ9LCJXZWVrTnVtYmVyaW5nIjp7IiRpZCI6IjY3MyIsIkZvcm1hdCI6MCwiSXNWaXNpYmxlIjpmYWxzZSwiTGFzdEtub3duVmlzaWJpbGl0eVN0YXRlIjpmYWxzZX0sIklzVmlzaWJsZSI6ZmFsc2UsIlBhcmVudFN0eWxlIjpudWxsfSwiSHlwZXJsaW5rIjpudWxsLCJJbXBvcnRJZCI6IjEifV19XSwiTXNQcm9qZWN0SXRlbXNUcmVlIjp7IiRpZCI6IjY3NCIsIlJvb3QiOnsiSW1wb3J0SWQiOm51bGwsIklzSW1wb3J0ZWQiOmZhbHNlLCJDaGlsZHJlbiI6W119fSwiTWV0YWRhdGEiOnsiJGlkIjoiNjc1IiwiRXhjZWxTaGVldE5hbWUiOiJtaWxlc3RvbmVzIiwiSXRlbXNUaXRsZXMiOiJbXCJXZWxjb21lIE1lc3NhZ2VcIixcIkFEUiBSZXF1aXJlbWVudHMgUmVtaW5kZXJcIixcIkFEUiBSZXF1aXJlbWVudHMgUmVpbmZvcmNlbWVudFwiLFwiUEMgUHVyY2hhc2UgRW5jb3VyYWdlbWVudFwiLFwiUEMgQ2FydCBSZW1pbmRlclwiLFwiQURTIERvd25saW5lIEVuY291cmFnZW1lbnRcIixcIlVub3BlbmVkIFJlZGVwbG95bWVudFwiLFwiVXNlIENhc2VzIHRiZFwiLFwiSW1wcm92ZSBBY3RpdmF0aW9uIFJhdGVcIixcIkltcHJvdmUgQ3VzdG9tZXIgTG95YWx0eVwiLFwiTmV3IFByaXZpbGVnZSBNZW1iZXJzIFJlbmV3YWwgUmF0ZVwiLFwiTElORSAoUHJvbW90ZSBOdXRyaWxpdGUgU2FsZXMpXCIsXCJVc2UgQ2FzZXMgdGJkXCIsXCJVc2UgQ2FzZXMgdGJkXCIsXCJVc2UgQ2FzZXMgdGJkXCJdIiwiSXRlbXNTd2ltbGFuZXMiOiJbXCJTd2ltbGFuZVwiLFwiSW5kaWFcIixcIkluZGlhXCIsXCJJbmRpYVwiLFwiSW5kaWFcIixcIkluZGlhXCIsXCJJbmRpYVwiLFwiSW5kaWFcIixcIlRhaXdhblwiLFwiVGFpd2FuXCIsXCJUYWl3YW5cIixcIlRhaXdhblwiLFwiSmFwYW5cIixcIlRoYWlsYW5kXCIsXCJBTkFcIl0iLCJDb2x1bW5zTWFwcGluZyI6IntcIiRpZFwiOlwiMVwiLFwiU3dpbWxhbmVUaXRsZUNvbHVtbk5hbWVcIjpcIkNvbHVtbjBcIixcIlN3aW1sYW5lVGl0bGVGcmllbmRseUNvbHVtbk5hbWVcIjpcIlN3aW1sYW5lXCIsXCJUaXRsZUNvbHVtbk5hbWVcIjpcIkNvbHVtbjFcIixcIlRpdGxlRnJpZW5kbHlDb2x1bW5OYW1lXCI6XCJNaWxlc3RvbmUvVGFzayBUaXRsZVwiLFwiU3RhcnREYXRlQ29sdW1uTmFtZVwiOlwiQ29sdW1uMlwiLFwiU3RhcnREYXRlRnJpZW5kbHlDb2x1bW5OYW1lXCI6XCJTdGFydCBkYXRlXCIsXCJFbmREYXRlQ29sdW1uTmFtZVwiOlwiQ29sdW1uM1wiLFwiRW5kRGF0ZUZyaWVuZGx5Q29sdW1uTmFtZVwiOlwiRW5kIGRhdGVcIixcIlBlcmNlbnRhZ2VDb2x1bW5OYW1lXCI6XCJDb2x1bW40XCIsXCJQZXJjZW50YWdlRnJpZW5kbHlDb2x1bW5OYW1lXCI6XCIlIENvbXBsZXRlXCIsXCJOb3RlQ29sdW1uTmFtZVwiOm51bGwsXCJOb3RlRnJpZW5kbHlDb2x1bW5OYW1lXCI6bnVsbCxcIkhlYWRlclJvd0luZGV4XCI6MH0iLCJIZWFkZXJSb3ciOiJbXCJTd2ltbGFuZVwiLFwiTWlsZXN0b25lL1Rhc2sgVGl0bGVcIixcIlN0YXJ0IGRhdGVcIixcIkVuZCBkYXRlXCIsXCIlIENvbXBsZXRlXCJdIiwiVXBkYXRlU2NhbGVGb3JJbXBvcnRlZFRpbWVsaW5lIjoiRmFsc2UifSwiU2V0dGluZ3MiOnsiJGlkIjoiNjc2IiwiSW1wYU9wdGlvbnMiOnsiJGlkIjoiNjc3IiwiTGVmdFRvUmlnaHQiOmZhbHNlLCJQYXlsb2FkT3B0aW9ucyI6Mn0sIlVzZUNvbXByZXNzaW9uIjpmYWxzZSwiQ29tcHJlc2lvblBlcmNlbnRhZ2UiOjUwLjAsIkluYWN0aXZlSW50ZXJ2YWxXaWR0aFRocmVzaG9sZCI6MzAuMCwiSW5hY3RpdmVJbnRlcnZhbFdpZHRoIjoxLjAsIlNwbGl0VGFza3MiOmZhbHNlLCJVc2VDbHVzdGVyIjpmYWxzZSwiRXBzaWxvbiI6NS4wLCJNaW5Qb2ludHNUb0Zvcm1BQ2x1c3RlciI6MiwiR2VuZXJhdGVJbnZpc2libGVTaGFwZXMiOmZhbHNlLCJTbWFydFRpbWVsaW5lVGFza1BlcmNlbnRhZ2VGaXQiOmZhbHNlfSwiSXNOZXciOmZhbHNlLCJJbXBvcnRUeXBlIjo0LCJGaWxlUGF0aCI6Ilc6XFxVc2UgQ2FzZXNcXFVzZSBDYXNlIFRyYWNrZXIueGxzeCIsIlRpbWVDb25maWd1cmF0aW9uIjp7IiRpZCI6IjY3OCIsIlVzZVRpbWUiOmZhbHNlLCJXb3JrRGF5U3RhcnQiOiIwMDowMDowMCIsIldvcmtEYXlFbmQiOiIyMzo1OTowMCJ9LCJMYXN0VXNlZFRlbXBsYXRlSWQiOiI5NjUzZWY3Ni00YmE3LTQ2MDYtYTk5Ni1lY2Q4YTMxZjc2NzIiLCJGaXJzdFdlZWtPZlllYXIiOjB9"/>
  <p:tag name="__MASTER" val="__part_0"/>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ELAPSEDSTYLE" val="Hide"/>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TODAYPOSITION" val="Hide"/>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__PART_0" val="eyIkaWQiOiIxIiwiQ3VsdHVyZUluZm9OYW1lIjoiZW4tVVMiLCJTdHlsZU5hbWUiOm51bGwsIlZlcnNpb24iOnsiJGlkIjoiMiIsIlZlcnNpb24iOiIzLjMuMiIsIk9yaWdpbmFsQXNzZW1ibHlWZXJzaW9uIjpudWxsLCJFZGl0aW9uIjoiUHJvIiwiSXNQbHVzRWRpdGlvbiI6dHJ1ZSwiSXNQcm9FZGl0aW9uIjp0cnVlfSwiRWZmZWN0IjoxLCJTdHlsZSI6eyIkaWQiOiIzIiwiVGltZWJhbmRTdHlsZSI6eyIkaWQiOiI0IiwiU2NhbGVNYXJraW5nIjoxLCJTaGFwZSI6MTAsIlNoYXBlU3R5bGUiOnsiJGlkIjoiNSIsIk1hcmdpbiI6eyIkaWQiOiI2IiwiVG9wIjowLCJMZWZ0IjoxMCwiUmlnaHQiOjEwLCJCb3R0b20iOjB9LCJQYWRkaW5nIjp7IiRpZCI6IjciLCJUb3AiOjMsIkxlZnQiOjAsIlJpZ2h0IjowLCJCb3R0b20iOjN9LCJCYWNrZ3JvdW5kIjp7IiRpZCI6IjgiLCJDb2xvciI6eyIkaWQiOiI5IiwiQSI6MjU1LCJSIjo2OCwiRyI6ODQsIkIiOjEwNn19LCJJc1Zpc2libGUiOnRydWUsIldpZHRoIjo4NTguMCwiSGVpZ2h0IjoyMC4wLCJCb3JkZXJTdHlsZSI6eyIkaWQiOiIxMCIsIkxpbmVDb2xvciI6eyIkaWQiOiIxMSIsIiR0eXBlIjoiTkxSRS5Db21tb24uRG9tLlNvbGlkQ29sb3JCcnVzaCwgTkxSRS5Db21tb24iLCJDb2xvciI6eyIkaWQiOiIxMiIsIkEiOjI1NSwiUiI6MjU1LCJHIjowLCJCIjowfX0sIkxpbmVXZWlnaHQiOjAuMCwiTGluZVR5cGUiOjAsIlBhcmVudFN0eWxlIjpudWxsfSwiUGFyZW50U3R5bGUiOm51bGx9LCJSaWdodEVuZENhcHNTdHlsZSI6eyIkaWQiOiIxMyIsIkZvbnRTZXR0aW5ncyI6eyIkaWQiOiIxNCIsIkZvbnRTaXplIjoxOCwiRm9udE5hbWUiOiJDYWxpYnJpIiwiSXNCb2xkIjp0cnVlLCJJc0l0YWxpYyI6ZmFsc2UsIklzVW5kZXJsaW5lZCI6ZmFsc2UsIlBhcmVudFN0eWxlIjpudWxsfSwiQXV0b1NpemUiOjAsIkZvcmVncm91bmQiOnsiJGlkIjoiMTUiLCJDb2xvciI6eyIkaWQiOiIxNiIsIkEiOjI1NSwiUiI6MjU0LCJHIjoxODYsIkIiOjEwfX0sIk1heFdpZHRoIjoiSW5maW5pdHkiLCJNYXhIZWlnaHQiOiJJbmZpbml0eSIsIlNtYXJ0Rm9yZWdyb3VuZElzQWN0aXZlIjpmYWxzZSwiSG9yaXpvbnRhbEFsaWdubWVudCI6MCwiVmVydGljYWxBbGlnbm1lbnQiOjAsIlNtYXJ0Rm9yZWdyb3VuZCI6bnVsbCwiQmFja2dyb3VuZEZpbGxUeXBlIjowLCJNYXJnaW4iOnsiJGlkIjoiMTciLCJUb3AiOjAsIkxlZnQiOjAsIlJpZ2h0IjoyMCwiQm90dG9tIjowfSwiUGFkZGluZyI6eyIkaWQiOiIxOCIsIlRvcCI6MCwiTGVmdCI6MCwiUmlnaHQiOjAsIkJvdHRvbSI6MH0sIkJhY2tncm91bmQiOnsiJGlkIjoiMTkiLCJDb2xvciI6eyIkaWQiOiIyMCIsIkEiOjg5LCJSIjowLCJHIjowLCJCIjowfX0sIklzVmlzaWJsZSI6ZmFsc2UsIldpZHRoIjowLjAsIkhlaWdodCI6MC4wLCJCb3JkZXJTdHlsZSI6bnVsbCwiUGFyZW50U3R5bGUiOm51bGx9LCJMZWZ0RW5kQ2Fwc1N0eWxlIjp7IiRpZCI6IjIxIiwiRm9udFNldHRpbmdzIjp7IiRpZCI6IjIyIiwiRm9udFNpemUiOjE4LCJGb250TmFtZSI6IkNhbGlicmkiLCJJc0JvbGQiOnRydWUsIklzSXRhbGljIjpmYWxzZSwiSXNVbmRlcmxpbmVkIjpmYWxzZSwiUGFyZW50U3R5bGUiOm51bGx9LCJBdXRvU2l6ZSI6MCwiRm9yZWdyb3VuZCI6eyIkaWQiOiIyMyIsIkNvbG9yIjp7IiRpZCI6IjI0IiwiQSI6MjU1LCJSIjoyNTQsIkciOjE4NiwiQiI6MTB9fSwiTWF4V2lkdGgiOiJJbmZpbml0eSIsIk1heEhlaWdodCI6IkluZmluaXR5IiwiU21hcnRGb3JlZ3JvdW5kSXNBY3RpdmUiOmZhbHNlLCJIb3Jpem9udGFsQWxpZ25tZW50IjowLCJWZXJ0aWNhbEFsaWdubWVudCI6MCwiU21hcnRGb3JlZ3JvdW5kIjpudWxsLCJCYWNrZ3JvdW5kRmlsbFR5cGUiOjAsIk1hcmdpbiI6eyIkaWQiOiIyNSIsIlRvcCI6MCwiTGVmdCI6MjcsIlJpZ2h0IjowLCJCb3R0b20iOjB9LCJQYWRkaW5nIjp7IiRpZCI6IjI2IiwiVG9wIjowLCJMZWZ0IjowLCJSaWdodCI6MCwiQm90dG9tIjowfSwiQmFja2dyb3VuZCI6eyIkaWQiOiIyNyIsIkNvbG9yIjp7IiRyZWYiOiIyMCJ9fSwiSXNWaXNpYmxlIjpmYWxzZSwiV2lkdGgiOjAuMCwiSGVpZ2h0IjowLjAsIkJvcmRlclN0eWxlIjpudWxsLCJQYXJlbnRTdHlsZSI6bnVsbH0sIlRvZGF5VGV4dFN0eWxlIjp7IiRpZCI6IjI4IiwiRm9udFNldHRpbmdzIjp7IiRpZCI6IjI5IiwiRm9udFNpemUiOjEyLCJGb250TmFtZSI6IkNhbGlicmkiLCJJc0JvbGQiOmZhbHNlLCJJc0l0YWxpYyI6ZmFsc2UsIklzVW5kZXJsaW5lZCI6ZmFsc2UsIlBhcmVudFN0eWxlIjpudWxsfSwiQXV0b1NpemUiOjAsIkZvcmVncm91bmQiOnsiJGlkIjoiMzAiLCJDb2xvciI6eyIkaWQiOiIzM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zMiIsIlRvcCI6MCwiTGVmdCI6MCwiUmlnaHQiOjAsIkJvdHRvbSI6MH0sIlBhZGRpbmciOnsiJGlkIjoiMzMiLCJUb3AiOjAsIkxlZnQiOjAsIlJpZ2h0IjowLCJCb3R0b20iOjB9LCJCYWNrZ3JvdW5kIjp7IiRpZCI6IjM0IiwiQ29sb3IiOnsiJHJlZiI6IjIwIn19LCJJc1Zpc2libGUiOmZhbHNlLCJXaWR0aCI6MC4wLCJIZWlnaHQiOjAuMCwiQm9yZGVyU3R5bGUiOm51bGwsIlBhcmVudFN0eWxlIjpudWxsfSwiVG9kYXlNYXJrZXJTdHlsZSI6eyIkaWQiOiIzNSIsIk1hcmdpbiI6eyIkaWQiOiIzNiIsIlRvcCI6MCwiTGVmdCI6MCwiUmlnaHQiOjAsIkJvdHRvbSI6MH0sIlBhZGRpbmciOnsiJGlkIjoiMzciLCJUb3AiOjAsIkxlZnQiOjAsIlJpZ2h0IjowLCJCb3R0b20iOjB9LCJCYWNrZ3JvdW5kIjp7IiRpZCI6IjM4IiwiQ29sb3IiOnsiJGlkIjoiMzkiLCJBIjoyNTUsIlIiOjI1NSwiRyI6MCwiQiI6MH19LCJJc1Zpc2libGUiOnRydWUsIldpZHRoIjowLjAsIkhlaWdodCI6MC4wLCJCb3JkZXJTdHlsZSI6bnVsbCwiUGFyZW50U3R5bGUiOm51bGx9LCJTY2FsZVN0eWxlIjp7IiRpZCI6IjQwIiwiU2hvd1NlZ21lbnRTZXBhcmF0b3JzIjpmYWxzZSwiU2VnbWVudFNlcGFyYXRvck9wYWNpdHkiOjMwLCJGb250U2V0dGluZ3MiOnsiJGlkIjoiNDEiLCJGb250U2l6ZSI6MTIsIkZvbnROYW1lIjoiQ2FsaWJyaSIsIklzQm9sZCI6ZmFsc2UsIklzSXRhbGljIjpmYWxzZSwiSXNVbmRlcmxpbmVkIjpmYWxzZSwiUGFyZW50U3R5bGUiOm51bGx9LCJBdXRvU2l6ZSI6MCwiRm9yZWdyb3VuZCI6eyIkaWQiOiI0MiIsIkNvbG9yIjp7IiRpZCI6IjQz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Q0IiwiVG9wIjowLCJMZWZ0Ijo1LCJSaWdodCI6MCwiQm90dG9tIjowfSwiUGFkZGluZyI6eyIkaWQiOiI0NSIsIlRvcCI6MCwiTGVmdCI6MCwiUmlnaHQiOjAsIkJvdHRvbSI6MH0sIkJhY2tncm91bmQiOnsiJGlkIjoiNDYiLCJDb2xvciI6eyIkcmVmIjoiMjAifX0sIklzVmlzaWJsZSI6dHJ1ZSwiV2lkdGgiOjAuMCwiSGVpZ2h0IjowLjAsIkJvcmRlclN0eWxlIjpudWxsLCJQYXJlbnRTdHlsZSI6bnVsbH0sIkVsYXBzZWRUaW1lQmFja2dyb3VuZCI6eyIkaWQiOiI0NyIsIkNvbG9yIjp7IiRpZCI6IjQ4IiwiQSI6NzcsIlIiOjI1NSwiRyI6MCwiQiI6MH19LCJBcHBlbmRZZWFyT25ZZWFyQ2hhbmdlIjpmYWxzZSwiRWxhcHNlZFRpbWVGb3JtYXQiOjAsIlRvZGF5TWFya2VyUG9zaXRpb24iOjAsIlF1aWNrUG9zaXRpb24iOjMsIkFic29sdXRlUG9zaXRpb24iOjEyNC4wMDIzNjUsIk1hcmdpbiI6eyIkaWQiOiI0OSIsIlRvcCI6MCwiTGVmdCI6MTAsIlJpZ2h0IjoxMCwiQm90dG9tIjowfSwiUGFkZGluZyI6eyIkaWQiOiI1MCIsIlRvcCI6MCwiTGVmdCI6MCwiUmlnaHQiOjAsIkJvdHRvbSI6MH0sIkJhY2tncm91bmQiOnsiJGlkIjoiNTEiLCJDb2xvciI6eyIkaWQiOiI1MiIsIkEiOjI1NSwiUiI6NDcsIkciOjU0LCJCIjoxNTN9fSwiSXNWaXNpYmxlIjp0cnVlLCJXaWR0aCI6MC4wLCJIZWlnaHQiOjAuMCwiQm9yZGVyU3R5bGUiOm51bGwsIlBhcmVudFN0eWxlIjpudWxsfSwiRGVmYXVsdE1pbGVzdG9uZVN0eWxlIjp7IiRpZCI6IjUzIiwiU2hhcGUiOjEzLCJDb25uZWN0b3JNYXJnaW4iOnsiJGlkIjoiNTQiLCJUb3AiOjAsIkxlZnQiOjIsIlJpZ2h0IjoyLCJCb3R0b20iOjB9LCJDb25uZWN0b3JTdHlsZSI6eyIkaWQiOiI1NSIsIkxpbmVDb2xvciI6eyIkaWQiOiI1NiIsIiR0eXBlIjoiTkxSRS5Db21tb24uRG9tLlNvbGlkQ29sb3JCcnVzaCwgTkxSRS5Db21tb24iLCJDb2xvciI6eyIkaWQiOiI1NyIsIkEiOjEyNywiUiI6NzksIkciOjEyOSwiQiI6MTg5fX0sIkxpbmVXZWlnaHQiOjEuMCwiTGluZVR5cGUiOjAsIlBhcmVudFN0eWxlIjpudWxsfSwiSXNCZWxvd1RpbWViYW5kIjpmYWxzZSwiUG9zaXRpb25PblRhc2siOjAsIkhpZGVEYXRlIjpmYWxzZSwiU2hhcGVTaXplIjoyLCJTcGFjaW5nIjoyLjAsIlBhZGRpbmciOnsiJGlkIjoiNTgiLCJUb3AiOjcsIkxlZnQiOjMsIlJpZ2h0IjowLCJCb3R0b20iOjJ9LCJTaGFwZVN0eWxlIjp7IiRpZCI6IjU5IiwiTWFyZ2luIjp7IiRpZCI6IjYwIiwiVG9wIjowLCJMZWZ0IjowLCJSaWdodCI6MCwiQm90dG9tIjowfSwiUGFkZGluZyI6eyIkaWQiOiI2MSIsIlRvcCI6MCwiTGVmdCI6MCwiUmlnaHQiOjAsIkJvdHRvbSI6MH0sIkJhY2tncm91bmQiOnsiJGlkIjoiNjIiLCJDb2xvciI6eyIkaWQiOiI2MyIsIkEiOjI1NSwiUiI6MjU0LCJHIjoxODYsIkIiOjEwfX0sIklzVmlzaWJsZSI6dHJ1ZSwiV2lkdGgiOjI0LjAsIkhlaWdodCI6MjYuMCwiQm9yZGVyU3R5bGUiOnsiJGlkIjoiNjQiLCJMaW5lQ29sb3IiOnsiJGlkIjoiNjUiLCIkdHlwZSI6Ik5MUkUuQ29tbW9uLkRvbS5Tb2xpZENvbG9yQnJ1c2gsIE5MUkUuQ29tbW9uIiwiQ29sb3IiOnsiJGlkIjoiNjYiLCJBIjoyNTUsIlIiOjI1NSwiRyI6MCwiQiI6MH19LCJMaW5lV2VpZ2h0IjowLjAsIkxpbmVUeXBlIjowLCJQYXJlbnRTdHlsZSI6bnVsbH0sIlBhcmVudFN0eWxlIjpudWxsfSwiVGl0bGVTdHlsZSI6eyIkaWQiOiI2NyIsIkZvbnRTZXR0aW5ncyI6eyIkaWQiOiI2OCIsIkZvbnRTaXplIjoxMSwiRm9udE5hbWUiOiJDYWxpYnJpIiwiSXNCb2xkIjp0cnVlLCJJc0l0YWxpYyI6ZmFsc2UsIklzVW5kZXJsaW5lZCI6ZmFsc2UsIlBhcmVudFN0eWxlIjpudWxsfSwiQXV0b1NpemUiOjAsIkZvcmVncm91bmQiOnsiJGlkIjoiNjkiLCJDb2xvciI6eyIkaWQiOiI3MCIsIkEiOjI1NSwiUiI6MjU1LCJHIjoyNTUsIkIiOjI1NX19LCJNYXhXaWR0aCI6MjAwLjAsIk1heEhlaWdodCI6IkluZmluaXR5IiwiU21hcnRGb3JlZ3JvdW5kSXNBY3RpdmUiOmZhbHNlLCJIb3Jpem9udGFsQWxpZ25tZW50IjowLCJWZXJ0aWNhbEFsaWdubWVudCI6MCwiU21hcnRGb3JlZ3JvdW5kIjpudWxsLCJCYWNrZ3JvdW5kRmlsbFR5cGUiOjAsIk1hcmdpbiI6eyIkaWQiOiI3MSIsIlRvcCI6MCwiTGVmdCI6MCwiUmlnaHQiOjAsIkJvdHRvbSI6MH0sIlBhZGRpbmciOnsiJGlkIjoiNzIiLCJUb3AiOjAsIkxlZnQiOjAsIlJpZ2h0IjowLCJCb3R0b20iOjB9LCJCYWNrZ3JvdW5kIjp7IiRpZCI6IjczIiwiQ29sb3IiOnsiJHJlZiI6IjIwIn19LCJJc1Zpc2libGUiOnRydWUsIldpZHRoIjowLjAsIkhlaWdodCI6MC4wLCJCb3JkZXJTdHlsZSI6bnVsbCwiUGFyZW50U3R5bGUiOm51bGx9LCJEYXRlU3R5bGUiOnsiJGlkIjoiNzQiLCJGb250U2V0dGluZ3MiOnsiJGlkIjoiNzUiLCJGb250U2l6ZSI6MTAsIkZvbnROYW1lIjoiQ2FsaWJyaSIsIklzQm9sZCI6ZmFsc2UsIklzSXRhbGljIjpmYWxzZSwiSXNVbmRlcmxpbmVkIjpmYWxzZSwiUGFyZW50U3R5bGUiOm51bGx9LCJBdXRvU2l6ZSI6MCwiRm9yZWdyb3VuZCI6eyIkaWQiOiI3NiIsIkNvbG9yIjp7IiRpZCI6Ijc3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c4IiwiVG9wIjowLCJMZWZ0IjowLCJSaWdodCI6MCwiQm90dG9tIjowfSwiUGFkZGluZyI6eyIkaWQiOiI3OSIsIlRvcCI6MCwiTGVmdCI6MCwiUmlnaHQiOjAsIkJvdHRvbSI6MH0sIkJhY2tncm91bmQiOnsiJGlkIjoiODAiLCJDb2xvciI6eyIkcmVmIjoiMjAifX0sIklzVmlzaWJsZSI6dHJ1ZSwiV2lkdGgiOjAuMCwiSGVpZ2h0IjowLjAsIkJvcmRlclN0eWxlIjpudWxsLCJQYXJlbnRTdHlsZSI6bnVsbH0sIkRhdGVGb3JtYXQiOnsiJGlkIjoiO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IiLCJGb3JtYXQiOjAsIklzVmlzaWJsZSI6ZmFsc2UsIkxhc3RLbm93blZpc2liaWxpdHlTdGF0ZSI6ZmFsc2V9LCJJc1Zpc2libGUiOnRydWUsIlBhcmVudFN0eWxlIjpudWxsfSwiRGVmYXVsdFRhc2tTdHlsZSI6eyIkaWQiOiI4MyIsIlNoYXBlIjoxLCJTaGFwZVRoaWNrbmVzcyI6MCwiRHVyYXRpb25Gb3JtYXQiOjAsIkluY2x1ZGVOb25Xb3JraW5nRGF5c0luRHVyYXRpb24iOmZhbHNlLCJQZXJjZW50YWdlQ29tcGxldGVTdHlsZSI6eyIkaWQiOiI4NCIsIkZvbnRTZXR0aW5ncyI6eyIkaWQiOiI4NSIsIkZvbnRTaXplIjoxMCwiRm9udE5hbWUiOiJDYWxpYnJpIiwiSXNCb2xkIjpmYWxzZSwiSXNJdGFsaWMiOmZhbHNlLCJJc1VuZGVybGluZWQiOmZhbHNlLCJQYXJlbnRTdHlsZSI6bnVsbH0sIkF1dG9TaXplIjowLCJGb3JlZ3JvdW5kIjp7IiRpZCI6Ijg2IiwiQ29sb3IiOnsiJGlkIjoiODciLCJBIjoyNTUsIlIiOjIzOCwiRyI6MjM2LCJCIjoyMjV9fSwiTWF4V2lkdGgiOjIwMC4wLCJNYXhIZWlnaHQiOiJJbmZpbml0eSIsIlNtYXJ0Rm9yZWdyb3VuZElzQWN0aXZlIjpmYWxzZSwiSG9yaXpvbnRhbEFsaWdubWVudCI6MSwiVmVydGljYWxBbGlnbm1lbnQiOjAsIlNtYXJ0Rm9yZWdyb3VuZCI6bnVsbCwiQmFja2dyb3VuZEZpbGxUeXBlIjowLCJNYXJnaW4iOnsiJGlkIjoiODgiLCJUb3AiOjAsIkxlZnQiOjAsIlJpZ2h0IjowLCJCb3R0b20iOjB9LCJQYWRkaW5nIjp7IiRpZCI6Ijg5IiwiVG9wIjowLCJMZWZ0IjowLCJSaWdodCI6MCwiQm90dG9tIjowfSwiQmFja2dyb3VuZCI6eyIkaWQiOiI5MCIsIkNvbG9yIjp7IiRyZWYiOiIyMCJ9fSwiSXNWaXNpYmxlIjp0cnVlLCJXaWR0aCI6MC4wLCJIZWlnaHQiOjAuMCwiQm9yZGVyU3R5bGUiOm51bGwsIlBhcmVudFN0eWxlIjpudWxsfSwiRHVyYXRpb25TdHlsZSI6eyIkaWQiOiI5MSIsIkZvbnRTZXR0aW5ncyI6eyIkaWQiOiI5MiIsIkZvbnRTaXplIjoxMCwiRm9udE5hbWUiOiJDYWxpYnJpIiwiSXNCb2xkIjpmYWxzZSwiSXNJdGFsaWMiOmZhbHNlLCJJc1VuZGVybGluZWQiOmZhbHNlLCJQYXJlbnRTdHlsZSI6bnVsbH0sIkF1dG9TaXplIjowLCJGb3JlZ3JvdW5kIjp7IiRpZCI6IjkzIiwiQ29sb3IiOnsiJGlkIjoiOTQ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5NSIsIlRvcCI6MCwiTGVmdCI6MCwiUmlnaHQiOjAsIkJvdHRvbSI6MH0sIlBhZGRpbmciOnsiJGlkIjoiOTYiLCJUb3AiOjAsIkxlZnQiOjAsIlJpZ2h0IjowLCJCb3R0b20iOjB9LCJCYWNrZ3JvdW5kIjp7IiRpZCI6Ijk3IiwiQ29sb3IiOnsiJHJlZiI6IjIwIn19LCJJc1Zpc2libGUiOnRydWUsIldpZHRoIjowLjAsIkhlaWdodCI6MC4wLCJCb3JkZXJTdHlsZSI6bnVsbCwiUGFyZW50U3R5bGUiOm51bGx9LCJIb3Jpem9udGFsQ29ubmVjdG9yU3R5bGUiOnsiJGlkIjoiOTgiLCJMaW5lQ29sb3IiOnsiJGlkIjoiOTkiLCIkdHlwZSI6Ik5MUkUuQ29tbW9uLkRvbS5Tb2xpZENvbG9yQnJ1c2gsIE5MUkUuQ29tbW9uIiwiQ29sb3IiOnsiJGlkIjoiMTAwIiwiQSI6MjU1LCJSIjoyMDQsIkciOjIwNCwiQiI6MjA0fX0sIkxpbmVXZWlnaHQiOjEuMCwiTGluZVR5cGUiOjAsIlBhcmVudFN0eWxlIjpudWxsfSwiVmVydGljYWxDb25uZWN0b3JTdHlsZSI6eyIkaWQiOiIxMDEiLCJMaW5lQ29sb3IiOnsiJGlkIjoiMTAyIiwiJHR5cGUiOiJOTFJFLkNvbW1vbi5Eb20uU29saWRDb2xvckJydXNoLCBOTFJFLkNvbW1vbiIsIkNvbG9yIjp7IiRpZCI6IjEwMyIsIkEiOjI1NSwiUiI6MjA0LCJHIjoyMDQsIkIiOjIwNH19LCJMaW5lV2VpZ2h0IjowLjAsIkxpbmVUeXBlIjowLCJQYXJlbnRTdHlsZSI6bnVsbH0sIk1hcmdpbiI6bnVsbCwiU3RhcnREYXRlUG9zaXRpb24iOjMsIkVuZERhdGVQb3NpdGlvbiI6MywiRGF0ZUlzVmlzaWJsZSI6dHJ1ZSwiVGl0bGVQb3NpdGlvbiI6MiwiRHVyYXRpb25Qb3NpdGlvbiI6NiwiUGVyY2VudGFnZUNvbXBsZXRlZFBvc2l0aW9uIjoyLCJTcGFjaW5nIjo1LCJJc0JlbG93VGltZWJhbmQiOmZhbHNlLCJQZXJjZW50YWdlQ29tcGxldGVTaGFwZU9wYWNpdHkiOjM1LCJTaGFwZVN0eWxlIjp7IiRpZCI6IjEwNCIsIk1hcmdpbiI6eyIkaWQiOiIxMDUiLCJUb3AiOjAsIkxlZnQiOjQsIlJpZ2h0Ijo0LCJCb3R0b20iOjB9LCJQYWRkaW5nIjp7IiRpZCI6IjEwNiIsIlRvcCI6MCwiTGVmdCI6MCwiUmlnaHQiOjAsIkJvdHRvbSI6MH0sIkJhY2tncm91bmQiOnsiJGlkIjoiMTA3IiwiQ29sb3IiOnsiJGlkIjoiMTA4IiwiQSI6MjU1LCJSIjowLCJHIjoxMTQsIkIiOjE4OH19LCJJc1Zpc2libGUiOnRydWUsIldpZHRoIjowLjAsIkhlaWdodCI6MTAuMCwiQm9yZGVyU3R5bGUiOnsiJGlkIjoiMTA5IiwiTGluZUNvbG9yIjp7IiRpZCI6IjExMCIsIiR0eXBlIjoiTkxSRS5Db21tb24uRG9tLlNvbGlkQ29sb3JCcnVzaCwgTkxSRS5Db21tb24iLCJDb2xvciI6eyIkaWQiOiIxMTEiLCJBIjoyNTUsIlIiOjI1NSwiRyI6MCwiQiI6MH19LCJMaW5lV2VpZ2h0IjowLjAsIkxpbmVUeXBlIjowLCJQYXJlbnRTdHlsZSI6bnVsbH0sIlBhcmVudFN0eWxlIjpudWxsfSwiVGl0bGVTdHlsZSI6eyIkaWQiOiIxMTIiLCJGb250U2V0dGluZ3MiOnsiJGlkIjoiMTEzIiwiRm9udFNpemUiOjExLCJGb250TmFtZSI6IkNhbGlicmkiLCJJc0JvbGQiOmZhbHNlLCJJc0l0YWxpYyI6ZmFsc2UsIklzVW5kZXJsaW5lZCI6ZmFsc2UsIlBhcmVudFN0eWxlIjpudWxsfSwiQXV0b1NpemUiOjAsIkZvcmVncm91bmQiOnsiJGlkIjoiMTE0IiwiQ29sb3IiOnsiJGlkIjoiMTE1IiwiQSI6MjU1LCJSIjoyNTUsIkciOjI1NSwiQiI6MjU1fX0sIk1heFdpZHRoIjo5NjAuMCwiTWF4SGVpZ2h0IjoiSW5maW5pdHkiLCJTbWFydEZvcmVncm91bmRJc0FjdGl2ZSI6ZmFsc2UsIkhvcml6b250YWxBbGlnbm1lbnQiOjEsIlZlcnRpY2FsQWxpZ25tZW50IjowLCJTbWFydEZvcmVncm91bmQiOm51bGwsIkJhY2tncm91bmRGaWxsVHlwZSI6MCwiTWFyZ2luIjp7IiRpZCI6IjExNiIsIlRvcCI6MCwiTGVmdCI6MCwiUmlnaHQiOjAsIkJvdHRvbSI6MH0sIlBhZGRpbmciOnsiJGlkIjoiMTE3IiwiVG9wIjowLCJMZWZ0IjowLCJSaWdodCI6MCwiQm90dG9tIjowfSwiQmFja2dyb3VuZCI6eyIkaWQiOiIxMTgiLCJDb2xvciI6eyIkcmVmIjoiMjAifX0sIklzVmlzaWJsZSI6dHJ1ZSwiV2lkdGgiOjAuMCwiSGVpZ2h0IjowLjAsIkJvcmRlclN0eWxlIjpudWxsLCJQYXJlbnRTdHlsZSI6bnVsbH0sIkRhdGVTdHlsZSI6eyIkaWQiOiIxMTkiLCJGb250U2V0dGluZ3MiOnsiJGlkIjoiMTIwIiwiRm9udFNpemUiOjEwLCJGb250TmFtZSI6IkNhbGlicmkiLCJJc0JvbGQiOmZhbHNlLCJJc0l0YWxpYyI6ZmFsc2UsIklzVW5kZXJsaW5lZCI6ZmFsc2UsIlBhcmVudFN0eWxlIjpudWxsfSwiQXV0b1NpemUiOjAsIkZvcmVncm91bmQiOnsiJGlkIjoiMTIxIiwiQ29sb3IiOnsiJGlkIjoiMTI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MjMiLCJUb3AiOjAsIkxlZnQiOjAsIlJpZ2h0IjowLCJCb3R0b20iOjB9LCJQYWRkaW5nIjp7IiRpZCI6IjEyNCIsIlRvcCI6MCwiTGVmdCI6MCwiUmlnaHQiOjAsIkJvdHRvbSI6MH0sIkJhY2tncm91bmQiOnsiJGlkIjoiMTI1IiwiQ29sb3IiOnsiJHJlZiI6IjIwIn19LCJJc1Zpc2libGUiOnRydWUsIldpZHRoIjowLjAsIkhlaWdodCI6MC4wLCJCb3JkZXJTdHlsZSI6bnVsbCwiUGFyZW50U3R5bGUiOm51bGx9LCJEYXRlRm9ybWF0Ijp7IiRpZCI6IjEy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jciLCJGb3JtYXQiOjAsIklzVmlzaWJsZSI6ZmFsc2UsIkxhc3RLbm93blZpc2liaWxpdHlTdGF0ZSI6ZmFsc2V9LCJJc1Zpc2libGUiOnRydWUsIlBhcmVudFN0eWxlIjpudWxsLCJfZXhwbGljaXRseVNldCI6eyIkaWQiOiIxMjg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3JpZGxpbmVQYW5lbFN0eWxlIjp7IiRpZCI6IjEyOSIsIkdyaWRsaW5lU3R5bGUiOnsiJGlkIjoiMTMwIiwiTGluZUNvbG9yIjp7IiRpZCI6IjEzMSIsIiR0eXBlIjoiTkxSRS5Db21tb24uRG9tLlNvbGlkQ29sb3JCcnVzaCwgTkxSRS5Db21tb24iLCJDb2xvciI6eyIkaWQiOiIxMzIiLCJBIjozOCwiUiI6OTEsIkciOjE1NSwiQiI6MjEzfX0sIkxpbmVXZWlnaHQiOjAuMCwiTGluZVR5cGUiOjAsIlBhcmVudFN0eWxlIjpudWxsfSwiTWFyZ2luIjp7IiRpZCI6IjEzMyIsIlRvcCI6MCwiTGVmdCI6MCwiUmlnaHQiOjAsIkJvdHRvbSI6MH0sIlBhZGRpbmciOnsiJGlkIjoiMTM0IiwiVG9wIjowLCJMZWZ0IjowLCJSaWdodCI6MCwiQm90dG9tIjowfSwiQmFja2dyb3VuZCI6bnVsbCwiSXNWaXNpYmxlIjpmYWxzZSwiV2lkdGgiOjAuMCwiSGVpZ2h0IjowLjAsIkJvcmRlclN0eWxlIjp7IiRpZCI6IjEzNSIsIkxpbmVDb2xvciI6bnVsbCwiTGluZVdlaWdodCI6MC4wLCJMaW5lVHlwZSI6MCwiUGFyZW50U3R5bGUiOm51bGx9LCJQYXJlbnRTdHlsZSI6bnVsbH0sIlNob3dFbGFwc2VkVGltZUdyYWRpZW50U3R5bGUiOmZhbHNlLCJEZWZhdWx0U3dpbWxhbmVTdHlsZSI6eyIkaWQiOiIxMzYiLCJIZWFkZXJTdHlsZSI6eyIkaWQiOiIxMzciLCJUZXh0U3R5bGUiOnsiJGlkIjoiMTM4IiwiRm9udFNldHRpbmdzIjp7IiRpZCI6IjEzOSIsIkZvbnRTaXplIjoxMiwiRm9udE5hbWUiOiJDYWxpYnJpIiwiSXNCb2xkIjpmYWxzZSwiSXNJdGFsaWMiOmZhbHNlLCJJc1VuZGVybGluZWQiOmZhbHNlLCJQYXJlbnRTdHlsZSI6bnVsbH0sIkF1dG9TaXplIjowLCJGb3JlZ3JvdW5kIjp7IiRpZCI6IjE0MCIsIkNvbG9yIjp7IiRpZCI6IjE0MSIsIkEiOjI1NSwiUiI6MzIsIkciOjU2LCJCIjoxMDB9fSwiTWF4V2lkdGgiOjAuMCwiTWF4SGVpZ2h0IjowLjAsIlNtYXJ0Rm9yZWdyb3VuZElzQWN0aXZlIjpmYWxzZSwiSG9yaXpvbnRhbEFsaWdubWVudCI6MCwiVmVydGljYWxBbGlnbm1lbnQiOjAsIlNtYXJ0Rm9yZWdyb3VuZCI6bnVsbCwiQmFja2dyb3VuZEZpbGxUeXBlIjowLCJNYXJnaW4iOnsiJGlkIjoiMTQyIiwiVG9wIjowLCJMZWZ0IjowLCJSaWdodCI6MCwiQm90dG9tIjowfSwiUGFkZGluZyI6eyIkaWQiOiIxNDMiLCJUb3AiOjAsIkxlZnQiOjAsIlJpZ2h0IjowLCJCb3R0b20iOjB9LCJCYWNrZ3JvdW5kIjpudWxsLCJJc1Zpc2libGUiOmZhbHNlLCJXaWR0aCI6MC4wLCJIZWlnaHQiOjAuMCwiQm9yZGVyU3R5bGUiOm51bGwsIlBhcmVudFN0eWxlIjpudWxsfSwiUmVjdGFuZ2xlU3R5bGUiOnsiJGlkIjoiMTQ0IiwiTWFyZ2luIjp7IiRpZCI6IjE0NSIsIlRvcCI6MCwiTGVmdCI6MCwiUmlnaHQiOjAsIkJvdHRvbSI6MH0sIlBhZGRpbmciOnsiJGlkIjoiMTQ2IiwiVG9wIjowLCJMZWZ0IjowLCJSaWdodCI6MCwiQm90dG9tIjowfSwiQmFja2dyb3VuZCI6eyIkaWQiOiIxNDciLCJDb2xvciI6eyIkaWQiOiIxNDgiLCJBIjoxMjcsIlIiOjkxLCJHIjoxNTUsIkIiOjIxM319LCJJc1Zpc2libGUiOmZhbHNlLCJXaWR0aCI6MC4wLCJIZWlnaHQiOjAuMCwiQm9yZGVyU3R5bGUiOnsiJGlkIjoiMTQ5IiwiTGluZUNvbG9yIjp7IiRpZCI6IjE1MCIsIiR0eXBlIjoiTkxSRS5Db21tb24uRG9tLlNvbGlkQ29sb3JCcnVzaCwgTkxSRS5Db21tb24iLCJDb2xvciI6eyIkaWQiOiIxNTEiLCJBIjoyNTUsIlIiOjI1NSwiRyI6MCwiQiI6MH19LCJMaW5lV2VpZ2h0IjowLjAsIkxpbmVUeXBlIjowLCJQYXJlbnRTdHlsZSI6bnVsbH0sIlBhcmVudFN0eWxlIjpudWxsfSwiTWFyZ2luIjp7IiRpZCI6IjE1MiIsIlRvcCI6MCwiTGVmdCI6MCwiUmlnaHQiOjAsIkJvdHRvbSI6MH0sIlBhZGRpbmciOnsiJGlkIjoiMTUzIiwiVG9wIjowLCJMZWZ0IjowLCJSaWdodCI6MCwiQm90dG9tIjowfSwiQmFja2dyb3VuZCI6bnVsbCwiSXNWaXNpYmxlIjp0cnVlLCJXaWR0aCI6MC4wLCJIZWlnaHQiOjAuMCwiQm9yZGVyU3R5bGUiOm51bGwsIlBhcmVudFN0eWxlIjpudWxsfSwiQmFja2dyb3VuZFN0eWxlIjp7IiRpZCI6IjE1NCIsIk1hcmdpbiI6eyIkaWQiOiIxNTUiLCJUb3AiOjAsIkxlZnQiOjAsIlJpZ2h0IjowLCJCb3R0b20iOjB9LCJQYWRkaW5nIjp7IiRpZCI6IjE1NiIsIlRvcCI6MCwiTGVmdCI6MCwiUmlnaHQiOjAsIkJvdHRvbSI6MH0sIkJhY2tncm91bmQiOnsiJGlkIjoiMTU3IiwiQ29sb3IiOnsiJGlkIjoiMTU4IiwiQSI6MzgsIlIiOjkxLCJHIjoxNTUsIkIiOjIxM319LCJJc1Zpc2libGUiOnRydWUsIldpZHRoIjowLjAsIkhlaWdodCI6MC4wLCJCb3JkZXJTdHlsZSI6eyIkaWQiOiIxNTkiLCJMaW5lQ29sb3IiOnsiJGlkIjoiMTYwIiwiJHR5cGUiOiJOTFJFLkNvbW1vbi5Eb20uU29saWRDb2xvckJydXNoLCBOTFJFLkNvbW1vbiIsIkNvbG9yIjp7IiRpZCI6IjE2MSIsIkEiOjI1NSwiUiI6MjU1LCJHIjowLCJCIjowfX0sIkxpbmVXZWlnaHQiOjAuMCwiTGluZVR5cGUiOjAsIlBhcmVudFN0eWxlIjpudWxsfSwiUGFyZW50U3R5bGUiOm51bGx9LCJJc0Fib3ZlVGltZWJhbmQiOmZhbHNlLCJNYXJnaW4iOnsiJGlkIjoiMTYyIiwiVG9wIjowLCJMZWZ0IjowLCJSaWdodCI6MCwiQm90dG9tIjowfSwiUGFkZGluZyI6eyIkaWQiOiIxNjMiLCJUb3AiOjAsIkxlZnQiOjAsIlJpZ2h0IjowLCJCb3R0b20iOjB9LCJJc1Zpc2libGUiOnRydWUsIldpZHRoIjowLjAsIkhlaWdodCI6MC4wLCJCb3JkZXJTdHlsZSI6bnVsbCwiUGFyZW50U3R5bGUiOm51bGx9fSwiU2NhbGUiOnsiJGlkIjoiMTY0IiwiU3RhcnREYXRlIjoiMDAwMS0wMS0wMVQwMDowMDowMCIsIkVuZERhdGUiOiIyMDIyLTEwLTI4VDE3OjAwOjAwIiwiRm9ybWF0IjoiTU1NIiwiVHlwZSI6MiwiQXV0b0RhdGVSYW5nZSI6dHJ1ZSwiV29ya2luZ0RheXMiOjMxLCJGaXNjYWxZZWFyIjp7IiRpZCI6IjE2NSIsIlN0YXJ0TW9udGgiOjEsIlVzZVN0YXJ0aW5nWWVhckZvck51bWJlcmluZyI6dHJ1ZSwiU2hvd0Zpc2NhbFllYXJMYWJlbCI6dHJ1ZX0sIlRvZGF5TWFya2VyVGV4dCI6IlRvZGF5IiwiQXV0b1NjYWxlVHlwZSI6dHJ1ZX0sIk1pbGVzdG9uZXMiOlt7IiRpZCI6IjE2NiIsIkRhdGUiOiIyMDIxLTAzLTMxVDE3OjAwOjAwIiwiU3R5bGUiOnsiJGlkIjoiMTY3IiwiU2hhcGUiOjEzLCJDb25uZWN0b3JNYXJnaW4iOnsiJHJlZiI6IjU0In0sIkNvbm5lY3RvclN0eWxlIjp7IiRpZCI6IjE2OCIsIkxpbmVDb2xvciI6eyIkcmVmIjoiNTYifSwiTGluZVdlaWdodCI6MS4wLCJMaW5lVHlwZSI6MCwiUGFyZW50U3R5bGUiOm51bGx9LCJJc0JlbG93VGltZWJhbmQiOmZhbHNlLCJQb3NpdGlvbk9uVGFzayI6MCwiSGlkZURhdGUiOmZhbHNlLCJTaGFwZVNpemUiOjIsIlNwYWNpbmciOjIuMCwiUGFkZGluZyI6eyIkcmVmIjoiNTgifSwiU2hhcGVTdHlsZSI6eyIkaWQiOiIxNjkiLCJNYXJnaW4iOnsiJHJlZiI6IjYwIn0sIlBhZGRpbmciOnsiJHJlZiI6IjYxIn0sIkJhY2tncm91bmQiOnsiJGlkIjoiMTcwIiwiQ29sb3IiOnsiJGlkIjoiMTcxIiwiQSI6MjU1LCJSIjowLCJHIjowLCJCIjowfX0sIklzVmlzaWJsZSI6dHJ1ZSwiV2lkdGgiOjI0LjAsIkhlaWdodCI6MjYuMCwiQm9yZGVyU3R5bGUiOnsiJGlkIjoiMTcyIiwiTGluZUNvbG9yIjp7IiRyZWYiOiI2NSJ9LCJMaW5lV2VpZ2h0IjowLjAsIkxpbmVUeXBlIjowLCJQYXJlbnRTdHlsZSI6bnVsbH0sIlBhcmVudFN0eWxlIjpudWxsfSwiVGl0bGVTdHlsZSI6eyIkaWQiOiIxNzMiLCJGb250U2V0dGluZ3MiOnsiJGlkIjoiMTc0IiwiRm9udFNpemUiOjExLCJGb250TmFtZSI6IkNhbGlicmkiLCJJc0JvbGQiOnRydWUsIklzSXRhbGljIjpmYWxzZSwiSXNVbmRlcmxpbmVkIjpmYWxzZSwiUGFyZW50U3R5bGUiOm51bGx9LCJBdXRvU2l6ZSI6MCwiRm9yZWdyb3VuZCI6eyIkaWQiOiIxNzUiLCJDb2xvciI6eyIkaWQiOiIxNzYiLCJBIjoyNTUsIlIiOjI1NSwiRyI6MjU1LCJCIjoyNTV9fSwiTWF4V2lkdGgiOjIwMC4wLCJNYXhIZWlnaHQiOiJJbmZpbml0eSIsIlNtYXJ0Rm9yZWdyb3VuZElzQWN0aXZlIjpmYWxzZSwiSG9yaXpvbnRhbEFsaWdubWVudCI6MSwiVmVydGljYWxBbGlnbm1lbnQiOjAsIlNtYXJ0Rm9yZWdyb3VuZCI6bnVsbCwiQmFja2dyb3VuZEZpbGxUeXBlIjowLCJNYXJnaW4iOnsiJHJlZiI6IjcxIn0sIlBhZGRpbmciOnsiJHJlZiI6IjcyIn0sIkJhY2tncm91bmQiOnsiJGlkIjoiMTc3IiwiQ29sb3IiOnsiJGlkIjoiMTc4IiwiQSI6MCwiUiI6MjU1LCJHIjoyNTUsIkIiOjI1NX19LCJJc1Zpc2libGUiOnRydWUsIldpZHRoIjowLjAsIkhlaWdodCI6MC4wLCJCb3JkZXJTdHlsZSI6eyIkaWQiOiIxNzkiLCJMaW5lQ29sb3IiOm51bGwsIkxpbmVXZWlnaHQiOjAuMCwiTGluZVR5cGUiOjAsIlBhcmVudFN0eWxlIjpudWxsfSwiUGFyZW50U3R5bGUiOm51bGx9LCJEYXRlU3R5bGUiOnsiJGlkIjoiMTgwIiwiRm9udFNldHRpbmdzIjp7IiRpZCI6IjE4MSIsIkZvbnRTaXplIjoxMCwiRm9udE5hbWUiOiJDYWxpYnJpIiwiSXNCb2xkIjpmYWxzZSwiSXNJdGFsaWMiOmZhbHNlLCJJc1VuZGVybGluZWQiOmZhbHNlLCJQYXJlbnRTdHlsZSI6bnVsbH0sIkF1dG9TaXplIjowLCJGb3JlZ3JvdW5kIjp7IiRpZCI6IjE4MiIsIkNvbG9yIjp7IiRpZCI6IjE4MyIsIkEiOjI1NSwiUiI6MjU1LCJHIjoyNTUsIkIiOjI1NX19LCJNYXhXaWR0aCI6MjAwLjAsIk1heEhlaWdodCI6IkluZmluaXR5IiwiU21hcnRGb3JlZ3JvdW5kSXNBY3RpdmUiOmZhbHNlLCJIb3Jpem9udGFsQWxpZ25tZW50IjoxLCJWZXJ0aWNhbEFsaWdubWVudCI6MCwiU21hcnRGb3JlZ3JvdW5kIjpudWxsLCJCYWNrZ3JvdW5kRmlsbFR5cGUiOjAsIk1hcmdpbiI6eyIkcmVmIjoiNzgifSwiUGFkZGluZyI6eyIkcmVmIjoiNzkifSwiQmFja2dyb3VuZCI6eyIkaWQiOiIxODQiLCJDb2xvciI6eyIkaWQiOiIxODUiLCJBIjowLCJSIjoyNTUsIkciOjI1NSwiQiI6MjU1fX0sIklzVmlzaWJsZSI6dHJ1ZSwiV2lkdGgiOjAuMCwiSGVpZ2h0IjowLjAsIkJvcmRlclN0eWxlIjp7IiRpZCI6IjE4NiIsIkxpbmVDb2xvciI6bnVsbCwiTGluZVdlaWdodCI6MC4wLCJMaW5lVHlwZSI6MCwiUGFyZW50U3R5bGUiOm51bGx9LCJQYXJlbnRTdHlsZSI6bnVsbH0sIkRhdGVGb3JtYXQiOnsiJGlkIjoiMTg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OCIsIkZvcm1hdCI6MCwiSXNWaXNpYmxlIjpmYWxzZSwiTGFzdEtub3duVmlzaWJpbGl0eVN0YXRlIjpmYWxzZX0sIklzVmlzaWJsZSI6ZmFsc2UsIlBhcmVudFN0eWxlIjpudWxsfSwiSW5kZXgiOjAsIlBlcmNlbnRhZ2VDb21wbGV0ZSI6MTAwLjAsIlBvc2l0aW9uIjp7IlJhdGlvIjowLjAsIklzQ3VzdG9tIjpmYWxzZX0sIkRhdGVGb3JtYXQiOnsiJHJlZiI6IjE4NyJ9LCJXZWVrTnVtYmVyaW5nIjp7IiRpZCI6IjE4OSIsIkZvcm1hdCI6MCwiSXNWaXNpYmxlIjpmYWxzZSwiTGFzdEtub3duVmlzaWJpbGl0eVN0YXRlIjpmYWxzZX0sIlJlbGF0ZWRUYXNrSWQiOiIwMDAwMDAwMC0wMDAwLTAwMDAtMDAwMC0wMDAwMDAwMDAwMDAiLCJJZCI6IjY2MTU5YmViLWU5MDctNGIxOS04MGU2LThjMTc5ZDBhNmQxYiIsIkltcG9ydElkIjpudWxsLCJUaXRsZSI6IktpY2tvZmYiLCJOb3RlIjpudWxsLCJIeXBlcmxpbmsiOnsiJGlkIjoiMTkwIiwiQWRkcmVzcyI6bnVsbCwiU3ViQWRkcmVzcyI6bnVsbH0sIklzQ2hhbmdlZCI6ZmFsc2UsIklzTmV3IjpmYWxzZX0seyIkaWQiOiIxOTEiLCJEYXRlIjoiMjAyMi0wMi0yNVQxNzowMDowMCIsIlN0eWxlIjp7IiRpZCI6IjE5MiIsIlNoYXBlIjoxMywiQ29ubmVjdG9yTWFyZ2luIjp7IiRpZCI6IjE5MyIsIlRvcCI6MCwiTGVmdCI6MiwiUmlnaHQiOjIsIkJvdHRvbSI6MH0sIkNvbm5lY3RvclN0eWxlIjp7IiRpZCI6IjE5NCIsIkxpbmVDb2xvciI6eyIkaWQiOiIxOTUiLCIkdHlwZSI6Ik5MUkUuQ29tbW9uLkRvbS5Tb2xpZENvbG9yQnJ1c2gsIE5MUkUuQ29tbW9uIiwiQ29sb3IiOnsiJGlkIjoiMTk2IiwiQSI6MTI3LCJSIjo3OSwiRyI6MTI5LCJCIjoxODl9fSwiTGluZVdlaWdodCI6MS4wLCJMaW5lVHlwZSI6MCwiUGFyZW50U3R5bGUiOm51bGx9LCJJc0JlbG93VGltZWJhbmQiOmZhbHNlLCJQb3NpdGlvbk9uVGFzayI6MCwiSGlkZURhdGUiOmZhbHNlLCJTaGFwZVNpemUiOjIsIlNwYWNpbmciOjIuMCwiUGFkZGluZyI6eyIkaWQiOiIxOTciLCJUb3AiOjcsIkxlZnQiOjMsIlJpZ2h0IjowLCJCb3R0b20iOjJ9LCJTaGFwZVN0eWxlIjp7IiRpZCI6IjE5OCIsIk1hcmdpbiI6eyIkaWQiOiIxOTkiLCJUb3AiOjAsIkxlZnQiOjAsIlJpZ2h0IjowLCJCb3R0b20iOjB9LCJQYWRkaW5nIjp7IiRpZCI6IjIwMCIsIlRvcCI6MCwiTGVmdCI6MCwiUmlnaHQiOjAsIkJvdHRvbSI6MH0sIkJhY2tncm91bmQiOnsiJGlkIjoiMjAxIiwiQ29sb3IiOnsiJGlkIjoiMjAyIiwiQSI6MjU1LCJSIjoyNTQsIkciOjE4NiwiQiI6MTB9fSwiSXNWaXNpYmxlIjp0cnVlLCJXaWR0aCI6MjQuMCwiSGVpZ2h0IjoyNi4wLCJCb3JkZXJTdHlsZSI6eyIkaWQiOiIyMDMiLCJMaW5lQ29sb3IiOnsiJGlkIjoiMjA0IiwiJHR5cGUiOiJOTFJFLkNvbW1vbi5Eb20uU29saWRDb2xvckJydXNoLCBOTFJFLkNvbW1vbiIsIkNvbG9yIjp7IiRpZCI6IjIwNSIsIkEiOjI1NSwiUiI6MjU1LCJHIjowLCJCIjowfX0sIkxpbmVXZWlnaHQiOjAuMCwiTGluZVR5cGUiOjAsIlBhcmVudFN0eWxlIjpudWxsfSwiUGFyZW50U3R5bGUiOm51bGx9LCJUaXRsZVN0eWxlIjp7IiRpZCI6IjIwNiIsIkZvbnRTZXR0aW5ncyI6eyIkaWQiOiIyMDciLCJGb250U2l6ZSI6MTEsIkZvbnROYW1lIjoiQ2FsaWJyaSIsIklzQm9sZCI6dHJ1ZSwiSXNJdGFsaWMiOmZhbHNlLCJJc1VuZGVybGluZWQiOmZhbHNlLCJQYXJlbnRTdHlsZSI6bnVsbH0sIkF1dG9TaXplIjowLCJGb3JlZ3JvdW5kIjp7IiRpZCI6IjIwOCIsIkNvbG9yIjp7IiRpZCI6IjIwOSIsIkEiOjI1NSwiUiI6MjU1LCJHIjoyNTUsIkIiOjI1NX19LCJNYXhXaWR0aCI6MjAwLjAsIk1heEhlaWdodCI6IkluZmluaXR5IiwiU21hcnRGb3JlZ3JvdW5kSXNBY3RpdmUiOmZhbHNlLCJIb3Jpem9udGFsQWxpZ25tZW50IjoxLCJWZXJ0aWNhbEFsaWdubWVudCI6MCwiU21hcnRGb3JlZ3JvdW5kIjpudWxsLCJCYWNrZ3JvdW5kRmlsbFR5cGUiOjAsIk1hcmdpbiI6eyIkaWQiOiIyMTAiLCJUb3AiOjAsIkxlZnQiOjAsIlJpZ2h0IjowLCJCb3R0b20iOjB9LCJQYWRkaW5nIjp7IiRpZCI6IjIxMSIsIlRvcCI6MCwiTGVmdCI6MCwiUmlnaHQiOjAsIkJvdHRvbSI6MH0sIkJhY2tncm91bmQiOnsiJGlkIjoiMjEyIiwiQ29sb3IiOnsiJGlkIjoiMjEzIiwiQSI6MCwiUiI6MjU1LCJHIjoyNTUsIkIiOjI1NX19LCJJc1Zpc2libGUiOnRydWUsIldpZHRoIjowLjAsIkhlaWdodCI6MC4wLCJCb3JkZXJTdHlsZSI6eyIkaWQiOiIyMTQiLCJMaW5lQ29sb3IiOm51bGwsIkxpbmVXZWlnaHQiOjAuMCwiTGluZVR5cGUiOjAsIlBhcmVudFN0eWxlIjpudWxsfSwiUGFyZW50U3R5bGUiOm51bGx9LCJEYXRlU3R5bGUiOnsiJGlkIjoiMjE1IiwiRm9udFNldHRpbmdzIjp7IiRpZCI6IjIxNiIsIkZvbnRTaXplIjoxMCwiRm9udE5hbWUiOiJDYWxpYnJpIiwiSXNCb2xkIjpmYWxzZSwiSXNJdGFsaWMiOmZhbHNlLCJJc1VuZGVybGluZWQiOmZhbHNlLCJQYXJlbnRTdHlsZSI6bnVsbH0sIkF1dG9TaXplIjowLCJGb3JlZ3JvdW5kIjp7IiRpZCI6IjIxNyIsIkNvbG9yIjp7IiRpZCI6IjIxOCIsIkEiOjI1NSwiUiI6MjU1LCJHIjoyNTUsIkIiOjI1NX19LCJNYXhXaWR0aCI6MjAwLjAsIk1heEhlaWdodCI6IkluZmluaXR5IiwiU21hcnRGb3JlZ3JvdW5kSXNBY3RpdmUiOmZhbHNlLCJIb3Jpem9udGFsQWxpZ25tZW50IjoxLCJWZXJ0aWNhbEFsaWdubWVudCI6MCwiU21hcnRGb3JlZ3JvdW5kIjpudWxsLCJCYWNrZ3JvdW5kRmlsbFR5cGUiOjAsIk1hcmdpbiI6eyIkaWQiOiIyMTkiLCJUb3AiOjAsIkxlZnQiOjAsIlJpZ2h0IjowLCJCb3R0b20iOjB9LCJQYWRkaW5nIjp7IiRpZCI6IjIyMCIsIlRvcCI6MCwiTGVmdCI6MCwiUmlnaHQiOjAsIkJvdHRvbSI6MH0sIkJhY2tncm91bmQiOnsiJGlkIjoiMjIxIiwiQ29sb3IiOnsiJGlkIjoiMjIyIiwiQSI6MCwiUiI6MjU1LCJHIjoyNTUsIkIiOjI1NX19LCJJc1Zpc2libGUiOnRydWUsIldpZHRoIjowLjAsIkhlaWdodCI6MC4wLCJCb3JkZXJTdHlsZSI6eyIkaWQiOiIyMjMiLCJMaW5lQ29sb3IiOm51bGwsIkxpbmVXZWlnaHQiOjAuMCwiTGluZVR5cGUiOjAsIlBhcmVudFN0eWxlIjpudWxsfSwiUGFyZW50U3R5bGUiOm51bGx9LCJEYXRlRm9ybWF0Ijp7IiRpZCI6IjIy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jUiLCJGb3JtYXQiOjAsIklzVmlzaWJsZSI6ZmFsc2UsIkxhc3RLbm93blZpc2liaWxpdHlTdGF0ZSI6ZmFsc2V9LCJJc1Zpc2libGUiOmZhbHNlLCJQYXJlbnRTdHlsZSI6bnVsbH0sIkluZGV4IjoxLCJQZXJjZW50YWdlQ29tcGxldGUiOm51bGwsIlBvc2l0aW9uIjp7IlJhdGlvIjowLjAsIklzQ3VzdG9tIjpmYWxzZX0sIkRhdGVGb3JtYXQiOnsiJHJlZiI6IjIyNCJ9LCJXZWVrTnVtYmVyaW5nIjp7IiRpZCI6IjIyNiIsIkZvcm1hdCI6MCwiSXNWaXNpYmxlIjpmYWxzZSwiTGFzdEtub3duVmlzaWJpbGl0eVN0YXRlIjpmYWxzZX0sIlJlbGF0ZWRUYXNrSWQiOiIwMDAwMDAwMC0wMDAwLTAwMDAtMDAwMC0wMDAwMDAwMDAwMDAiLCJJZCI6IjAxZGZkOTM5LTk0ZTUtNDFiMy1iNGFlLWI5ZTc2NzI0NmQ0NyIsIkltcG9ydElkIjoiNTciLCJUaXRsZSI6IkluZGlhIiwiTm90ZSI6bnVsbCwiSHlwZXJsaW5rIjp7IiRpZCI6IjIyNyIsIkFkZHJlc3MiOm51bGwsIlN1YkFkZHJlc3MiOm51bGx9LCJJc0NoYW5nZWQiOmZhbHNlLCJJc05ldyI6ZmFsc2V9LHsiJGlkIjoiMjI4IiwiRGF0ZSI6IjIwMjEtMTItMzFUMTc6MDA6MDAiLCJTdHlsZSI6eyIkaWQiOiIyMjkiLCJTaGFwZSI6MTMsIkNvbm5lY3Rvck1hcmdpbiI6eyIkaWQiOiIyMzAiLCJUb3AiOjAsIkxlZnQiOjIsIlJpZ2h0IjoyLCJCb3R0b20iOjB9LCJDb25uZWN0b3JTdHlsZSI6eyIkaWQiOiIyMzEiLCJMaW5lQ29sb3IiOnsiJGlkIjoiMjMyIiwiJHR5cGUiOiJOTFJFLkNvbW1vbi5Eb20uU29saWRDb2xvckJydXNoLCBOTFJFLkNvbW1vbiIsIkNvbG9yIjp7IiRpZCI6IjIzMyIsIkEiOjEyNywiUiI6NzksIkciOjEyOSwiQiI6MTg5fX0sIkxpbmVXZWlnaHQiOjEuMCwiTGluZVR5cGUiOjAsIlBhcmVudFN0eWxlIjpudWxsfSwiSXNCZWxvd1RpbWViYW5kIjpmYWxzZSwiUG9zaXRpb25PblRhc2siOjAsIkhpZGVEYXRlIjpmYWxzZSwiU2hhcGVTaXplIjoyLCJTcGFjaW5nIjoyLjAsIlBhZGRpbmciOnsiJGlkIjoiMjM0IiwiVG9wIjo3LCJMZWZ0IjozLCJSaWdodCI6MCwiQm90dG9tIjoyfSwiU2hhcGVTdHlsZSI6eyIkaWQiOiIyMzUiLCJNYXJnaW4iOnsiJGlkIjoiMjM2IiwiVG9wIjowLCJMZWZ0IjowLCJSaWdodCI6MCwiQm90dG9tIjowfSwiUGFkZGluZyI6eyIkaWQiOiIyMzciLCJUb3AiOjAsIkxlZnQiOjAsIlJpZ2h0IjowLCJCb3R0b20iOjB9LCJCYWNrZ3JvdW5kIjp7IiRpZCI6IjIzOCIsIkNvbG9yIjp7IiRpZCI6IjIzOSIsIkEiOjI1NSwiUiI6MjU0LCJHIjoxODYsIkIiOjEwfX0sIklzVmlzaWJsZSI6dHJ1ZSwiV2lkdGgiOjI0LjAsIkhlaWdodCI6MjYuMCwiQm9yZGVyU3R5bGUiOnsiJGlkIjoiMjQwIiwiTGluZUNvbG9yIjp7IiRpZCI6IjI0MSIsIiR0eXBlIjoiTkxSRS5Db21tb24uRG9tLlNvbGlkQ29sb3JCcnVzaCwgTkxSRS5Db21tb24iLCJDb2xvciI6eyIkaWQiOiIyNDIiLCJBIjoyNTUsIlIiOjI1NSwiRyI6MCwiQiI6MH19LCJMaW5lV2VpZ2h0IjowLjAsIkxpbmVUeXBlIjowLCJQYXJlbnRTdHlsZSI6bnVsbH0sIlBhcmVudFN0eWxlIjpudWxsfSwiVGl0bGVTdHlsZSI6eyIkaWQiOiIyNDMiLCJGb250U2V0dGluZ3MiOnsiJGlkIjoiMjQ0IiwiRm9udFNpemUiOjExLCJGb250TmFtZSI6IkNhbGlicmkiLCJJc0JvbGQiOnRydWUsIklzSXRhbGljIjpmYWxzZSwiSXNVbmRlcmxpbmVkIjpmYWxzZSwiUGFyZW50U3R5bGUiOm51bGx9LCJBdXRvU2l6ZSI6MCwiRm9yZWdyb3VuZCI6eyIkaWQiOiIyNDUiLCJDb2xvciI6eyIkaWQiOiIyNDYiLCJBIjoyNTUsIlIiOjI1NSwiRyI6MjU1LCJCIjoyNTV9fSwiTWF4V2lkdGgiOjIwMC4wLCJNYXhIZWlnaHQiOiJJbmZpbml0eSIsIlNtYXJ0Rm9yZWdyb3VuZElzQWN0aXZlIjpmYWxzZSwiSG9yaXpvbnRhbEFsaWdubWVudCI6MSwiVmVydGljYWxBbGlnbm1lbnQiOjAsIlNtYXJ0Rm9yZWdyb3VuZCI6bnVsbCwiQmFja2dyb3VuZEZpbGxUeXBlIjowLCJNYXJnaW4iOnsiJGlkIjoiMjQ3IiwiVG9wIjowLCJMZWZ0IjowLCJSaWdodCI6MCwiQm90dG9tIjowfSwiUGFkZGluZyI6eyIkaWQiOiIyNDgiLCJUb3AiOjAsIkxlZnQiOjAsIlJpZ2h0IjowLCJCb3R0b20iOjB9LCJCYWNrZ3JvdW5kIjp7IiRpZCI6IjI0OSIsIkNvbG9yIjp7IiRpZCI6IjI1MCIsIkEiOjAsIlIiOjI1NSwiRyI6MjU1LCJCIjoyNTV9fSwiSXNWaXNpYmxlIjp0cnVlLCJXaWR0aCI6MC4wLCJIZWlnaHQiOjAuMCwiQm9yZGVyU3R5bGUiOnsiJGlkIjoiMjUxIiwiTGluZUNvbG9yIjpudWxsLCJMaW5lV2VpZ2h0IjowLjAsIkxpbmVUeXBlIjowLCJQYXJlbnRTdHlsZSI6bnVsbH0sIlBhcmVudFN0eWxlIjpudWxsfSwiRGF0ZVN0eWxlIjp7IiRpZCI6IjI1MiIsIkZvbnRTZXR0aW5ncyI6eyIkaWQiOiIyNTMiLCJGb250U2l6ZSI6MTAsIkZvbnROYW1lIjoiQ2FsaWJyaSIsIklzQm9sZCI6ZmFsc2UsIklzSXRhbGljIjpmYWxzZSwiSXNVbmRlcmxpbmVkIjpmYWxzZSwiUGFyZW50U3R5bGUiOm51bGx9LCJBdXRvU2l6ZSI6MCwiRm9yZWdyb3VuZCI6eyIkaWQiOiIyNTQiLCJDb2xvciI6eyIkaWQiOiIyNTUiLCJBIjoyNTUsIlIiOjI1NSwiRyI6MjU1LCJCIjoyNTV9fSwiTWF4V2lkdGgiOjIwMC4wLCJNYXhIZWlnaHQiOiJJbmZpbml0eSIsIlNtYXJ0Rm9yZWdyb3VuZElzQWN0aXZlIjpmYWxzZSwiSG9yaXpvbnRhbEFsaWdubWVudCI6MSwiVmVydGljYWxBbGlnbm1lbnQiOjAsIlNtYXJ0Rm9yZWdyb3VuZCI6bnVsbCwiQmFja2dyb3VuZEZpbGxUeXBlIjowLCJNYXJnaW4iOnsiJGlkIjoiMjU2IiwiVG9wIjowLCJMZWZ0IjowLCJSaWdodCI6MCwiQm90dG9tIjowfSwiUGFkZGluZyI6eyIkaWQiOiIyNTciLCJUb3AiOjAsIkxlZnQiOjAsIlJpZ2h0IjowLCJCb3R0b20iOjB9LCJCYWNrZ3JvdW5kIjp7IiRpZCI6IjI1OCIsIkNvbG9yIjp7IiRpZCI6IjI1OSIsIkEiOjAsIlIiOjI1NSwiRyI6MjU1LCJCIjoyNTV9fSwiSXNWaXNpYmxlIjp0cnVlLCJXaWR0aCI6MC4wLCJIZWlnaHQiOjAuMCwiQm9yZGVyU3R5bGUiOnsiJGlkIjoiMjYwIiwiTGluZUNvbG9yIjpudWxsLCJMaW5lV2VpZ2h0IjowLjAsIkxpbmVUeXBlIjowLCJQYXJlbnRTdHlsZSI6bnVsbH0sIlBhcmVudFN0eWxlIjpudWxsfSwiRGF0ZUZvcm1hdCI6eyIkaWQiOiIyNj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YyIiwiRm9ybWF0IjowLCJJc1Zpc2libGUiOmZhbHNlLCJMYXN0S25vd25WaXNpYmlsaXR5U3RhdGUiOmZhbHNlfSwiSXNWaXNpYmxlIjpmYWxzZSwiUGFyZW50U3R5bGUiOm51bGx9LCJJbmRleCI6MiwiUGVyY2VudGFnZUNvbXBsZXRlIjpudWxsLCJQb3NpdGlvbiI6eyJSYXRpbyI6MC4wLCJJc0N1c3RvbSI6ZmFsc2V9LCJEYXRlRm9ybWF0Ijp7IiRyZWYiOiIyNjEifSwiV2Vla051bWJlcmluZyI6eyIkaWQiOiIyNjMiLCJGb3JtYXQiOjAsIklzVmlzaWJsZSI6ZmFsc2UsIkxhc3RLbm93blZpc2liaWxpdHlTdGF0ZSI6ZmFsc2V9LCJSZWxhdGVkVGFza0lkIjoiMDAwMDAwMDAtMDAwMC0wMDAwLTAwMDAtMDAwMDAwMDAwMDAwIiwiSWQiOiI5MjE2MTI3Yi0yZWZjLTQ5MGYtYTFmMy1lMzA3MDMxOTVlMTYiLCJJbXBvcnRJZCI6IjU4IiwiVGl0bGUiOiJUYWl3YW4iLCJOb3RlIjpudWxsLCJIeXBlcmxpbmsiOnsiJGlkIjoiMjY0IiwiQWRkcmVzcyI6bnVsbCwiU3ViQWRkcmVzcyI6bnVsbH0sIklzQ2hhbmdlZCI6ZmFsc2UsIklzTmV3IjpmYWxzZX0seyIkaWQiOiIyNjUiLCJEYXRlIjoiMjAyMi0wNC0yOVQxNzowMDowMCIsIlN0eWxlIjp7IiRpZCI6IjI2NiIsIlNoYXBlIjoxMywiQ29ubmVjdG9yTWFyZ2luIjp7IiRpZCI6IjI2NyIsIlRvcCI6MCwiTGVmdCI6MiwiUmlnaHQiOjIsIkJvdHRvbSI6MH0sIkNvbm5lY3RvclN0eWxlIjp7IiRpZCI6IjI2OCIsIkxpbmVDb2xvciI6eyIkaWQiOiIyNjkiLCIkdHlwZSI6Ik5MUkUuQ29tbW9uLkRvbS5Tb2xpZENvbG9yQnJ1c2gsIE5MUkUuQ29tbW9uIiwiQ29sb3IiOnsiJGlkIjoiMjcwIiwiQSI6MTI3LCJSIjo3OSwiRyI6MTI5LCJCIjoxODl9fSwiTGluZVdlaWdodCI6MS4wLCJMaW5lVHlwZSI6MCwiUGFyZW50U3R5bGUiOm51bGx9LCJJc0JlbG93VGltZWJhbmQiOmZhbHNlLCJQb3NpdGlvbk9uVGFzayI6MCwiSGlkZURhdGUiOmZhbHNlLCJTaGFwZVNpemUiOjIsIlNwYWNpbmciOjIuMCwiUGFkZGluZyI6eyIkaWQiOiIyNzEiLCJUb3AiOjcsIkxlZnQiOjMsIlJpZ2h0IjowLCJCb3R0b20iOjJ9LCJTaGFwZVN0eWxlIjp7IiRpZCI6IjI3MiIsIk1hcmdpbiI6eyIkaWQiOiIyNzMiLCJUb3AiOjAsIkxlZnQiOjAsIlJpZ2h0IjowLCJCb3R0b20iOjB9LCJQYWRkaW5nIjp7IiRpZCI6IjI3NCIsIlRvcCI6MCwiTGVmdCI6MCwiUmlnaHQiOjAsIkJvdHRvbSI6MH0sIkJhY2tncm91bmQiOnsiJGlkIjoiMjc1IiwiQ29sb3IiOnsiJGlkIjoiMjc2IiwiQSI6MjU1LCJSIjoyNTQsIkciOjE4NiwiQiI6MTB9fSwiSXNWaXNpYmxlIjp0cnVlLCJXaWR0aCI6MjQuMCwiSGVpZ2h0IjoyNi4wLCJCb3JkZXJTdHlsZSI6eyIkaWQiOiIyNzciLCJMaW5lQ29sb3IiOnsiJGlkIjoiMjc4IiwiJHR5cGUiOiJOTFJFLkNvbW1vbi5Eb20uU29saWRDb2xvckJydXNoLCBOTFJFLkNvbW1vbiIsIkNvbG9yIjp7IiRpZCI6IjI3OSIsIkEiOjI1NSwiUiI6MjU1LCJHIjowLCJCIjowfX0sIkxpbmVXZWlnaHQiOjAuMCwiTGluZVR5cGUiOjAsIlBhcmVudFN0eWxlIjpudWxsfSwiUGFyZW50U3R5bGUiOm51bGx9LCJUaXRsZVN0eWxlIjp7IiRpZCI6IjI4MCIsIkZvbnRTZXR0aW5ncyI6eyIkaWQiOiIyODEiLCJGb250U2l6ZSI6MTEsIkZvbnROYW1lIjoiQ2FsaWJyaSIsIklzQm9sZCI6dHJ1ZSwiSXNJdGFsaWMiOmZhbHNlLCJJc1VuZGVybGluZWQiOmZhbHNlLCJQYXJlbnRTdHlsZSI6bnVsbH0sIkF1dG9TaXplIjowLCJGb3JlZ3JvdW5kIjp7IiRpZCI6IjI4MiIsIkNvbG9yIjp7IiRpZCI6IjI4MyIsIkEiOjI1NSwiUiI6MjU1LCJHIjoyNTUsIkIiOjI1NX19LCJNYXhXaWR0aCI6MjAwLjAsIk1heEhlaWdodCI6IkluZmluaXR5IiwiU21hcnRGb3JlZ3JvdW5kSXNBY3RpdmUiOmZhbHNlLCJIb3Jpem9udGFsQWxpZ25tZW50IjoxLCJWZXJ0aWNhbEFsaWdubWVudCI6MCwiU21hcnRGb3JlZ3JvdW5kIjpudWxsLCJCYWNrZ3JvdW5kRmlsbFR5cGUiOjAsIk1hcmdpbiI6eyIkaWQiOiIyODQiLCJUb3AiOjAsIkxlZnQiOjAsIlJpZ2h0IjowLCJCb3R0b20iOjB9LCJQYWRkaW5nIjp7IiRpZCI6IjI4NSIsIlRvcCI6MCwiTGVmdCI6MCwiUmlnaHQiOjAsIkJvdHRvbSI6MH0sIkJhY2tncm91bmQiOnsiJGlkIjoiMjg2IiwiQ29sb3IiOnsiJGlkIjoiMjg3IiwiQSI6MCwiUiI6MjU1LCJHIjoyNTUsIkIiOjI1NX19LCJJc1Zpc2libGUiOnRydWUsIldpZHRoIjowLjAsIkhlaWdodCI6MC4wLCJCb3JkZXJTdHlsZSI6eyIkaWQiOiIyODgiLCJMaW5lQ29sb3IiOm51bGwsIkxpbmVXZWlnaHQiOjAuMCwiTGluZVR5cGUiOjAsIlBhcmVudFN0eWxlIjpudWxsfSwiUGFyZW50U3R5bGUiOm51bGx9LCJEYXRlU3R5bGUiOnsiJGlkIjoiMjg5IiwiRm9udFNldHRpbmdzIjp7IiRpZCI6IjI5MCIsIkZvbnRTaXplIjoxMCwiRm9udE5hbWUiOiJDYWxpYnJpIiwiSXNCb2xkIjpmYWxzZSwiSXNJdGFsaWMiOmZhbHNlLCJJc1VuZGVybGluZWQiOmZhbHNlLCJQYXJlbnRTdHlsZSI6bnVsbH0sIkF1dG9TaXplIjowLCJGb3JlZ3JvdW5kIjp7IiRpZCI6IjI5MSIsIkNvbG9yIjp7IiRpZCI6IjI5MiIsIkEiOjI1NSwiUiI6MjU1LCJHIjoyNTUsIkIiOjI1NX19LCJNYXhXaWR0aCI6MjAwLjAsIk1heEhlaWdodCI6IkluZmluaXR5IiwiU21hcnRGb3JlZ3JvdW5kSXNBY3RpdmUiOmZhbHNlLCJIb3Jpem9udGFsQWxpZ25tZW50IjoxLCJWZXJ0aWNhbEFsaWdubWVudCI6MCwiU21hcnRGb3JlZ3JvdW5kIjpudWxsLCJCYWNrZ3JvdW5kRmlsbFR5cGUiOjAsIk1hcmdpbiI6eyIkaWQiOiIyOTMiLCJUb3AiOjAsIkxlZnQiOjAsIlJpZ2h0IjowLCJCb3R0b20iOjB9LCJQYWRkaW5nIjp7IiRpZCI6IjI5NCIsIlRvcCI6MCwiTGVmdCI6MCwiUmlnaHQiOjAsIkJvdHRvbSI6MH0sIkJhY2tncm91bmQiOnsiJGlkIjoiMjk1IiwiQ29sb3IiOnsiJGlkIjoiMjk2IiwiQSI6MCwiUiI6MjU1LCJHIjoyNTUsIkIiOjI1NX19LCJJc1Zpc2libGUiOnRydWUsIldpZHRoIjowLjAsIkhlaWdodCI6MC4wLCJCb3JkZXJTdHlsZSI6eyIkaWQiOiIyOTciLCJMaW5lQ29sb3IiOm51bGwsIkxpbmVXZWlnaHQiOjAuMCwiTGluZVR5cGUiOjAsIlBhcmVudFN0eWxlIjpudWxsfSwiUGFyZW50U3R5bGUiOm51bGx9LCJEYXRlRm9ybWF0Ijp7IiRpZCI6IjI5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TkiLCJGb3JtYXQiOjAsIklzVmlzaWJsZSI6ZmFsc2UsIkxhc3RLbm93blZpc2liaWxpdHlTdGF0ZSI6ZmFsc2V9LCJJc1Zpc2libGUiOmZhbHNlLCJQYXJlbnRTdHlsZSI6bnVsbH0sIkluZGV4IjozLCJQZXJjZW50YWdlQ29tcGxldGUiOm51bGwsIlBvc2l0aW9uIjp7IlJhdGlvIjowLjAsIklzQ3VzdG9tIjpmYWxzZX0sIkRhdGVGb3JtYXQiOnsiJHJlZiI6IjI5OCJ9LCJXZWVrTnVtYmVyaW5nIjp7IiRpZCI6IjMwMCIsIkZvcm1hdCI6MCwiSXNWaXNpYmxlIjpmYWxzZSwiTGFzdEtub3duVmlzaWJpbGl0eVN0YXRlIjpmYWxzZX0sIlJlbGF0ZWRUYXNrSWQiOiIwMDAwMDAwMC0wMDAwLTAwMDAtMDAwMC0wMDAwMDAwMDAwMDAiLCJJZCI6IjU3ZDAyN2E4LTFiMDQtNDUxNy1hNDJjLWYzNTU4YzZkM2IzMCIsIkltcG9ydElkIjoiNTkiLCJUaXRsZSI6IkphcGFuIiwiTm90ZSI6bnVsbCwiSHlwZXJsaW5rIjp7IiRpZCI6IjMwMSIsIkFkZHJlc3MiOm51bGwsIlN1YkFkZHJlc3MiOm51bGx9LCJJc0NoYW5nZWQiOmZhbHNlLCJJc05ldyI6ZmFsc2V9LHsiJGlkIjoiMzAyIiwiRGF0ZSI6IjIwMjItMTAtMjhUMTc6MDA6MDAiLCJTdHlsZSI6eyIkaWQiOiIzMDMiLCJTaGFwZSI6MTMsIkNvbm5lY3Rvck1hcmdpbiI6eyIkaWQiOiIzMDQiLCJUb3AiOjAsIkxlZnQiOjIsIlJpZ2h0IjoyLCJCb3R0b20iOjB9LCJDb25uZWN0b3JTdHlsZSI6eyIkaWQiOiIzMDUiLCJMaW5lQ29sb3IiOnsiJGlkIjoiMzA2IiwiJHR5cGUiOiJOTFJFLkNvbW1vbi5Eb20uU29saWRDb2xvckJydXNoLCBOTFJFLkNvbW1vbiIsIkNvbG9yIjp7IiRpZCI6IjMwNyIsIkEiOjEyNywiUiI6NzksIkciOjEyOSwiQiI6MTg5fX0sIkxpbmVXZWlnaHQiOjEuMCwiTGluZVR5cGUiOjAsIlBhcmVudFN0eWxlIjpudWxsfSwiSXNCZWxvd1RpbWViYW5kIjpmYWxzZSwiUG9zaXRpb25PblRhc2siOjAsIkhpZGVEYXRlIjpmYWxzZSwiU2hhcGVTaXplIjoyLCJTcGFjaW5nIjoyLjAsIlBhZGRpbmciOnsiJGlkIjoiMzA4IiwiVG9wIjo3LCJMZWZ0IjozLCJSaWdodCI6MCwiQm90dG9tIjoyfSwiU2hhcGVTdHlsZSI6eyIkaWQiOiIzMDkiLCJNYXJnaW4iOnsiJGlkIjoiMzEwIiwiVG9wIjowLCJMZWZ0IjowLCJSaWdodCI6MCwiQm90dG9tIjowfSwiUGFkZGluZyI6eyIkaWQiOiIzMTEiLCJUb3AiOjAsIkxlZnQiOjAsIlJpZ2h0IjowLCJCb3R0b20iOjB9LCJCYWNrZ3JvdW5kIjp7IiRpZCI6IjMxMiIsIkNvbG9yIjp7IiRpZCI6IjMxMyIsIkEiOjI1NSwiUiI6MjU0LCJHIjoxODYsIkIiOjEwfX0sIklzVmlzaWJsZSI6dHJ1ZSwiV2lkdGgiOjI0LjAsIkhlaWdodCI6MjYuMCwiQm9yZGVyU3R5bGUiOnsiJGlkIjoiMzE0IiwiTGluZUNvbG9yIjp7IiRpZCI6IjMxNSIsIiR0eXBlIjoiTkxSRS5Db21tb24uRG9tLlNvbGlkQ29sb3JCcnVzaCwgTkxSRS5Db21tb24iLCJDb2xvciI6eyIkaWQiOiIzMTYiLCJBIjoyNTUsIlIiOjI1NSwiRyI6MCwiQiI6MH19LCJMaW5lV2VpZ2h0IjowLjAsIkxpbmVUeXBlIjowLCJQYXJlbnRTdHlsZSI6bnVsbH0sIlBhcmVudFN0eWxlIjpudWxsfSwiVGl0bGVTdHlsZSI6eyIkaWQiOiIzMTciLCJGb250U2V0dGluZ3MiOnsiJGlkIjoiMzE4IiwiRm9udFNpemUiOjExLCJGb250TmFtZSI6IkNhbGlicmkiLCJJc0JvbGQiOnRydWUsIklzSXRhbGljIjpmYWxzZSwiSXNVbmRlcmxpbmVkIjpmYWxzZSwiUGFyZW50U3R5bGUiOm51bGx9LCJBdXRvU2l6ZSI6MCwiRm9yZWdyb3VuZCI6eyIkaWQiOiIzMTkiLCJDb2xvciI6eyIkaWQiOiIzMjAiLCJBIjoyNTUsIlIiOjI1NSwiRyI6MjU1LCJCIjoyNTV9fSwiTWF4V2lkdGgiOjIwMC4wLCJNYXhIZWlnaHQiOiJJbmZpbml0eSIsIlNtYXJ0Rm9yZWdyb3VuZElzQWN0aXZlIjpmYWxzZSwiSG9yaXpvbnRhbEFsaWdubWVudCI6MSwiVmVydGljYWxBbGlnbm1lbnQiOjAsIlNtYXJ0Rm9yZWdyb3VuZCI6bnVsbCwiQmFja2dyb3VuZEZpbGxUeXBlIjowLCJNYXJnaW4iOnsiJGlkIjoiMzIxIiwiVG9wIjowLCJMZWZ0IjowLCJSaWdodCI6MCwiQm90dG9tIjowfSwiUGFkZGluZyI6eyIkaWQiOiIzMjIiLCJUb3AiOjAsIkxlZnQiOjAsIlJpZ2h0IjowLCJCb3R0b20iOjB9LCJCYWNrZ3JvdW5kIjp7IiRpZCI6IjMyMyIsIkNvbG9yIjp7IiRpZCI6IjMyNCIsIkEiOjAsIlIiOjI1NSwiRyI6MjU1LCJCIjoyNTV9fSwiSXNWaXNpYmxlIjp0cnVlLCJXaWR0aCI6MC4wLCJIZWlnaHQiOjAuMCwiQm9yZGVyU3R5bGUiOnsiJGlkIjoiMzI1IiwiTGluZUNvbG9yIjpudWxsLCJMaW5lV2VpZ2h0IjowLjAsIkxpbmVUeXBlIjowLCJQYXJlbnRTdHlsZSI6bnVsbH0sIlBhcmVudFN0eWxlIjpudWxsfSwiRGF0ZVN0eWxlIjp7IiRpZCI6IjMyNiIsIkZvbnRTZXR0aW5ncyI6eyIkaWQiOiIzMjciLCJGb250U2l6ZSI6MTAsIkZvbnROYW1lIjoiQ2FsaWJyaSIsIklzQm9sZCI6ZmFsc2UsIklzSXRhbGljIjpmYWxzZSwiSXNVbmRlcmxpbmVkIjpmYWxzZSwiUGFyZW50U3R5bGUiOm51bGx9LCJBdXRvU2l6ZSI6MCwiRm9yZWdyb3VuZCI6eyIkaWQiOiIzMjgiLCJDb2xvciI6eyIkaWQiOiIzMjkiLCJBIjoyNTUsIlIiOjI1NSwiRyI6MjU1LCJCIjoyNTV9fSwiTWF4V2lkdGgiOjIwMC4wLCJNYXhIZWlnaHQiOiJJbmZpbml0eSIsIlNtYXJ0Rm9yZWdyb3VuZElzQWN0aXZlIjpmYWxzZSwiSG9yaXpvbnRhbEFsaWdubWVudCI6MSwiVmVydGljYWxBbGlnbm1lbnQiOjAsIlNtYXJ0Rm9yZWdyb3VuZCI6bnVsbCwiQmFja2dyb3VuZEZpbGxUeXBlIjowLCJNYXJnaW4iOnsiJGlkIjoiMzMwIiwiVG9wIjowLCJMZWZ0IjowLCJSaWdodCI6MCwiQm90dG9tIjowfSwiUGFkZGluZyI6eyIkaWQiOiIzMzEiLCJUb3AiOjAsIkxlZnQiOjAsIlJpZ2h0IjowLCJCb3R0b20iOjB9LCJCYWNrZ3JvdW5kIjp7IiRpZCI6IjMzMiIsIkNvbG9yIjp7IiRpZCI6IjMzMyIsIkEiOjAsIlIiOjI1NSwiRyI6MjU1LCJCIjoyNTV9fSwiSXNWaXNpYmxlIjp0cnVlLCJXaWR0aCI6MC4wLCJIZWlnaHQiOjAuMCwiQm9yZGVyU3R5bGUiOnsiJGlkIjoiMzM0IiwiTGluZUNvbG9yIjpudWxsLCJMaW5lV2VpZ2h0IjowLjAsIkxpbmVUeXBlIjowLCJQYXJlbnRTdHlsZSI6bnVsbH0sIlBhcmVudFN0eWxlIjpudWxsfSwiRGF0ZUZvcm1hdCI6eyIkaWQiOiIzMz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M2IiwiRm9ybWF0IjowLCJJc1Zpc2libGUiOmZhbHNlLCJMYXN0S25vd25WaXNpYmlsaXR5U3RhdGUiOmZhbHNlfSwiSXNWaXNpYmxlIjpmYWxzZSwiUGFyZW50U3R5bGUiOm51bGx9LCJJbmRleCI6NCwiUGVyY2VudGFnZUNvbXBsZXRlIjpudWxsLCJQb3NpdGlvbiI6eyJSYXRpbyI6MC4wLCJJc0N1c3RvbSI6ZmFsc2V9LCJEYXRlRm9ybWF0Ijp7IiRyZWYiOiIzMzUifSwiV2Vla051bWJlcmluZyI6eyIkaWQiOiIzMzciLCJGb3JtYXQiOjAsIklzVmlzaWJsZSI6ZmFsc2UsIkxhc3RLbm93blZpc2liaWxpdHlTdGF0ZSI6ZmFsc2V9LCJSZWxhdGVkVGFza0lkIjoiMDAwMDAwMDAtMDAwMC0wMDAwLTAwMDAtMDAwMDAwMDAwMDAwIiwiSWQiOiI0ZmU0NjEwMS0xYzE1LTRlYmEtOWQ5Ny1kYjVlZTJlY2Q5NWIiLCJJbXBvcnRJZCI6IjYwIiwiVGl0bGUiOiJUaGFpbGFuZCIsIk5vdGUiOm51bGwsIkh5cGVybGluayI6eyIkaWQiOiIzMzgiLCJBZGRyZXNzIjpudWxsLCJTdWJBZGRyZXNzIjpudWxsfSwiSXNDaGFuZ2VkIjpmYWxzZSwiSXNOZXciOmZhbHNlfV0sIlRhc2tzIjpbeyIkaWQiOiIzMzkiLCJHcm91cE5hbWUiOm51bGwsIlN0YXJ0RGF0ZSI6IjIwMjEtMDItMDFUMDg6MDA6MDAiLCJFbmREYXRlIjoiMjAyMS0wMy0zMVQxNzowMDowMCIsIlBlcmNlbnRhZ2VDb21wbGV0ZSI6MTAwLjAsIlN0eWxlIjp7IiRpZCI6IjM0MCIsIlNoYXBlIjoxLCJTaGFwZVRoaWNrbmVzcyI6MCwiRHVyYXRpb25Gb3JtYXQiOjAsIkluY2x1ZGVOb25Xb3JraW5nRGF5c0luRHVyYXRpb24iOmZhbHNlLCJQZXJjZW50YWdlQ29tcGxldGVTdHlsZSI6eyIkaWQiOiIzNDEiLCJGb250U2V0dGluZ3MiOnsiJGlkIjoiMzQyIiwiRm9udFNpemUiOjEwLCJGb250TmFtZSI6IkNhbGlicmkiLCJJc0JvbGQiOmZhbHNlLCJJc0l0YWxpYyI6ZmFsc2UsIklzVW5kZXJsaW5lZCI6ZmFsc2UsIlBhcmVudFN0eWxlIjpudWxsfSwiQXV0b1NpemUiOjAsIkZvcmVncm91bmQiOnsiJGlkIjoiMzQzIiwiQ29sb3IiOnsiJGlkIjoiMzQ0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Q1IiwiVG9wIjowLCJMZWZ0IjowLCJSaWdodCI6MCwiQm90dG9tIjowfSwiUGFkZGluZyI6eyIkaWQiOiIzNDYiLCJUb3AiOjAsIkxlZnQiOjAsIlJpZ2h0IjowLCJCb3R0b20iOjB9LCJCYWNrZ3JvdW5kIjp7IiRpZCI6IjM0NyIsIkNvbG9yIjp7IiRpZCI6IjM0OCIsIkEiOjg5LCJSIjowLCJHIjowLCJCIjowfX0sIklzVmlzaWJsZSI6dHJ1ZSwiV2lkdGgiOjAuMCwiSGVpZ2h0IjowLjAsIkJvcmRlclN0eWxlIjp7IiRpZCI6IjM0OSIsIkxpbmVDb2xvciI6bnVsbCwiTGluZVdlaWdodCI6MC4wLCJMaW5lVHlwZSI6MCwiUGFyZW50U3R5bGUiOm51bGx9LCJQYXJlbnRTdHlsZSI6bnVsbH0sIkR1cmF0aW9uU3R5bGUiOnsiJGlkIjoiMzUwIiwiRm9udFNldHRpbmdzIjp7IiRpZCI6IjM1MSIsIkZvbnRTaXplIjoxMCwiRm9udE5hbWUiOiJDYWxpYnJpIiwiSXNCb2xkIjpmYWxzZSwiSXNJdGFsaWMiOmZhbHNlLCJJc1VuZGVybGluZWQiOmZhbHNlLCJQYXJlbnRTdHlsZSI6bnVsbH0sIkF1dG9TaXplIjowLCJGb3JlZ3JvdW5kIjp7IiRpZCI6IjM1MiIsIkNvbG9yIjp7IiRpZCI6IjM1M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M1NCIsIlRvcCI6MCwiTGVmdCI6MCwiUmlnaHQiOjAsIkJvdHRvbSI6MH0sIlBhZGRpbmciOnsiJGlkIjoiMzU1IiwiVG9wIjowLCJMZWZ0IjowLCJSaWdodCI6MCwiQm90dG9tIjowfSwiQmFja2dyb3VuZCI6eyIkaWQiOiIzNTYiLCJDb2xvciI6eyIkcmVmIjoiMzQ4In19LCJJc1Zpc2libGUiOnRydWUsIldpZHRoIjowLjAsIkhlaWdodCI6MC4wLCJCb3JkZXJTdHlsZSI6eyIkaWQiOiIzNTciLCJMaW5lQ29sb3IiOm51bGwsIkxpbmVXZWlnaHQiOjAuMCwiTGluZVR5cGUiOjAsIlBhcmVudFN0eWxlIjpudWxsfSwiUGFyZW50U3R5bGUiOm51bGx9LCJIb3Jpem9udGFsQ29ubmVjdG9yU3R5bGUiOnsiJGlkIjoiMzU4IiwiTGluZUNvbG9yIjp7IiRpZCI6IjM1OSIsIiR0eXBlIjoiTkxSRS5Db21tb24uRG9tLlNvbGlkQ29sb3JCcnVzaCwgTkxSRS5Db21tb24iLCJDb2xvciI6eyIkaWQiOiIzNjAiLCJBIjoyNTUsIlIiOjIwNCwiRyI6MjA0LCJCIjoyMDR9fSwiTGluZVdlaWdodCI6MS4wLCJMaW5lVHlwZSI6MCwiUGFyZW50U3R5bGUiOm51bGx9LCJWZXJ0aWNhbENvbm5lY3RvclN0eWxlIjp7IiRpZCI6IjM2MSIsIkxpbmVDb2xvciI6eyIkaWQiOiIzNjIiLCIkdHlwZSI6Ik5MUkUuQ29tbW9uLkRvbS5Tb2xpZENvbG9yQnJ1c2gsIE5MUkUuQ29tbW9uIiwiQ29sb3IiOnsiJGlkIjoiMzYz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MzY0IiwiTWFyZ2luIjp7IiRpZCI6IjM2NSIsIlRvcCI6MCwiTGVmdCI6NCwiUmlnaHQiOjQsIkJvdHRvbSI6MH0sIlBhZGRpbmciOnsiJGlkIjoiMzY2IiwiVG9wIjowLCJMZWZ0IjowLCJSaWdodCI6MCwiQm90dG9tIjowfSwiQmFja2dyb3VuZCI6eyIkaWQiOiIzNjciLCJDb2xvciI6eyIkaWQiOiIzNjgiLCJBIjoyNTUsIlIiOjAsIkciOjAsIkIiOjB9fSwiSXNWaXNpYmxlIjp0cnVlLCJXaWR0aCI6MC4wLCJIZWlnaHQiOjEwLjAsIkJvcmRlclN0eWxlIjp7IiRpZCI6IjM2OSIsIkxpbmVDb2xvciI6eyIkaWQiOiIzNzAiLCIkdHlwZSI6Ik5MUkUuQ29tbW9uLkRvbS5Tb2xpZENvbG9yQnJ1c2gsIE5MUkUuQ29tbW9uIiwiQ29sb3IiOnsiJGlkIjoiMzcxIiwiQSI6MjU1LCJSIjoyNTUsIkciOjAsIkIiOjB9fSwiTGluZVdlaWdodCI6MC4wLCJMaW5lVHlwZSI6MCwiUGFyZW50U3R5bGUiOm51bGx9LCJQYXJlbnRTdHlsZSI6bnVsbH0sIlRpdGxlU3R5bGUiOnsiJGlkIjoiMzcyIiwiRm9udFNldHRpbmdzIjp7IiRpZCI6IjM3MyIsIkZvbnRTaXplIjoxMSwiRm9udE5hbWUiOiJDYWxpYnJpIiwiSXNCb2xkIjpmYWxzZSwiSXNJdGFsaWMiOmZhbHNlLCJJc1VuZGVybGluZWQiOmZhbHNlLCJQYXJlbnRTdHlsZSI6bnVsbH0sIkF1dG9TaXplIjowLCJGb3JlZ3JvdW5kIjp7IiRyZWYiOiIxMTQifSwiTWF4V2lkdGgiOjk2MC4wLCJNYXhIZWlnaHQiOiJJbmZpbml0eSIsIlNtYXJ0Rm9yZWdyb3VuZElzQWN0aXZlIjpmYWxzZSwiSG9yaXpvbnRhbEFsaWdubWVudCI6MSwiVmVydGljYWxBbGlnbm1lbnQiOjAsIlNtYXJ0Rm9yZWdyb3VuZCI6bnVsbCwiQmFja2dyb3VuZEZpbGxUeXBlIjowLCJNYXJnaW4iOnsiJGlkIjoiMzc0IiwiVG9wIjowLCJMZWZ0IjowLCJSaWdodCI6MCwiQm90dG9tIjowfSwiUGFkZGluZyI6eyIkaWQiOiIzNzUiLCJUb3AiOjAsIkxlZnQiOjAsIlJpZ2h0IjowLCJCb3R0b20iOjB9LCJCYWNrZ3JvdW5kIjp7IiRpZCI6IjM3NiIsIkNvbG9yIjp7IiRyZWYiOiIzNDgifX0sIklzVmlzaWJsZSI6dHJ1ZSwiV2lkdGgiOjAuMCwiSGVpZ2h0IjowLjAsIkJvcmRlclN0eWxlIjp7IiRpZCI6IjM3NyIsIkxpbmVDb2xvciI6bnVsbCwiTGluZVdlaWdodCI6MC4wLCJMaW5lVHlwZSI6MCwiUGFyZW50U3R5bGUiOm51bGx9LCJQYXJlbnRTdHlsZSI6bnVsbH0sIkRhdGVTdHlsZSI6eyIkaWQiOiIzNzgiLCJGb250U2V0dGluZ3MiOnsiJGlkIjoiMzc5IiwiRm9udFNpemUiOjEwLCJGb250TmFtZSI6IkNhbGlicmkiLCJJc0JvbGQiOmZhbHNlLCJJc0l0YWxpYyI6ZmFsc2UsIklzVW5kZXJsaW5lZCI6ZmFsc2UsIlBhcmVudFN0eWxlIjpudWxsfSwiQXV0b1NpemUiOjAsIkZvcmVncm91bmQiOnsiJGlkIjoiMzgwIiwiQ29sb3IiOnsiJGlkIjoiMzg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ODIiLCJUb3AiOjAsIkxlZnQiOjAsIlJpZ2h0IjowLCJCb3R0b20iOjB9LCJQYWRkaW5nIjp7IiRpZCI6IjM4MyIsIlRvcCI6MCwiTGVmdCI6MCwiUmlnaHQiOjAsIkJvdHRvbSI6MH0sIkJhY2tncm91bmQiOnsiJGlkIjoiMzg0IiwiQ29sb3IiOnsiJHJlZiI6IjM0OCJ9fSwiSXNWaXNpYmxlIjp0cnVlLCJXaWR0aCI6MC4wLCJIZWlnaHQiOjAuMCwiQm9yZGVyU3R5bGUiOnsiJGlkIjoiMzg1IiwiTGluZUNvbG9yIjpudWxsLCJMaW5lV2VpZ2h0IjowLjAsIkxpbmVUeXBlIjowLCJQYXJlbnRTdHlsZSI6bnVsbH0sIlBhcmVudFN0eWxlIjpudWxsfSwiRGF0ZUZvcm1hdCI6eyIkaWQiOiIzOD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g3IiwiRm9ybWF0IjowLCJJc1Zpc2libGUiOmZhbHNlLCJMYXN0S25vd25WaXNpYmlsaXR5U3RhdGUiOmZhbHNlfSwiSXNWaXNpYmxlIjpmYWxzZSwiUGFyZW50U3R5bGUiOm51bGx9LCJJbmRleCI6NCwiU21hcnREdXJhdGlvbkFjdGl2YXRlZCI6ZmFsc2UsIkRhdGVGb3JtYXQiOnsiJHJlZiI6IjM4NiJ9LCJXZWVrTnVtYmVyaW5nIjp7IiRpZCI6IjM4OCIsIkZvcm1hdCI6MCwiSXNWaXNpYmxlIjpmYWxzZSwiTGFzdEtub3duVmlzaWJpbGl0eVN0YXRlIjpmYWxzZX0sIklkIjoiMzViNjlmOGYtZDIxZi00NjBjLWE5MGEtZDBkNWYzNTg5YjkxIiwiSW1wb3J0SWQiOiI0NiIsIlRpdGxlIjoiUGxhbiBhbmQgT3JpZW50IiwiTm90ZSI6bnVsbCwiSHlwZXJsaW5rIjp7IiRpZCI6IjM4OSIsIkFkZHJlc3MiOm51bGwsIlN1YkFkZHJlc3MiOm51bGx9LCJJc0NoYW5nZWQiOmZhbHNlLCJJc05ldyI6ZmFsc2V9XSwiU3dpbWxhbmVzIjpbeyIkaWQiOiIzOTAiLCJJZCI6IjJmODlhZWM0LWMwODYtNGM0NC04OGYwLTBlYjdlZGJmMjlmMiIsIkluZGV4IjowLCJIZWFkZXJUZXh0IjoiSW5kaWEiLCJTdHlsZSI6eyIkaWQiOiIzOTEiLCJIZWFkZXJTdHlsZSI6eyIkaWQiOiIzOTIiLCJUZXh0U3R5bGUiOnsiJGlkIjoiMzkzIiwiRm9udFNldHRpbmdzIjp7IiRpZCI6IjM5NCIsIkZvbnRTaXplIjoxMiwiRm9udE5hbWUiOiJDYWxpYnJpIiwiSXNCb2xkIjpmYWxzZSwiSXNJdGFsaWMiOmZhbHNlLCJJc1VuZGVybGluZWQiOmZhbHNlLCJQYXJlbnRTdHlsZSI6bnVsbH0sIkF1dG9TaXplIjowLCJGb3JlZ3JvdW5kIjp7IiRpZCI6IjM5NSIsIkNvbG9yIjp7IiRpZCI6IjM5NiIsIkEiOjI1NSwiUiI6MjU1LCJHIjoyNTUsIkIiOjI1NX19LCJNYXhXaWR0aCI6MC4wLCJNYXhIZWlnaHQiOjAuMCwiU21hcnRGb3JlZ3JvdW5kSXNBY3RpdmUiOmZhbHNlLCJIb3Jpem9udGFsQWxpZ25tZW50IjowLCJWZXJ0aWNhbEFsaWdubWVudCI6MCwiU21hcnRGb3JlZ3JvdW5kIjpudWxsLCJCYWNrZ3JvdW5kRmlsbFR5cGUiOjAsIk1hcmdpbiI6eyIkaWQiOiIzOTciLCJUb3AiOjAsIkxlZnQiOjAsIlJpZ2h0IjowLCJCb3R0b20iOjB9LCJQYWRkaW5nIjp7IiRpZCI6IjM5OCIsIlRvcCI6MCwiTGVmdCI6MCwiUmlnaHQiOjAsIkJvdHRvbSI6MH0sIkJhY2tncm91bmQiOm51bGwsIklzVmlzaWJsZSI6ZmFsc2UsIldpZHRoIjowLjAsIkhlaWdodCI6MC4wLCJCb3JkZXJTdHlsZSI6bnVsbCwiUGFyZW50U3R5bGUiOm51bGx9LCJSZWN0YW5nbGVTdHlsZSI6eyIkaWQiOiIzOTkiLCJNYXJnaW4iOnsiJGlkIjoiNDAwIiwiVG9wIjowLCJMZWZ0IjowLCJSaWdodCI6MCwiQm90dG9tIjowfSwiUGFkZGluZyI6eyIkaWQiOiI0MDEiLCJUb3AiOjAsIkxlZnQiOjAsIlJpZ2h0IjowLCJCb3R0b20iOjB9LCJCYWNrZ3JvdW5kIjp7IiRpZCI6IjQwMiIsIkNvbG9yIjp7IiRpZCI6IjQwMyIsIkEiOjI1NSwiUiI6MjM3LCJHIjoxMjUsIkIiOjQ5fX0sIklzVmlzaWJsZSI6ZmFsc2UsIldpZHRoIjowLjAsIkhlaWdodCI6MC4wLCJCb3JkZXJTdHlsZSI6eyIkaWQiOiI0MDQiLCJMaW5lQ29sb3IiOnsiJGlkIjoiNDA1IiwiJHR5cGUiOiJOTFJFLkNvbW1vbi5Eb20uU29saWRDb2xvckJydXNoLCBOTFJFLkNvbW1vbiIsIkNvbG9yIjp7IiRpZCI6IjQwNiIsIkEiOjI1NSwiUiI6MjU1LCJHIjoyNTUsIkIiOjI1NX19LCJMaW5lV2VpZ2h0IjowLjAsIkxpbmVUeXBlIjowLCJQYXJlbnRTdHlsZSI6bnVsbH0sIlBhcmVudFN0eWxlIjpudWxsfSwiTWFyZ2luIjp7IiRpZCI6IjQwNyIsIlRvcCI6MCwiTGVmdCI6MCwiUmlnaHQiOjAsIkJvdHRvbSI6MH0sIlBhZGRpbmciOnsiJGlkIjoiNDA4IiwiVG9wIjowLCJMZWZ0IjowLCJSaWdodCI6MCwiQm90dG9tIjowfSwiQmFja2dyb3VuZCI6bnVsbCwiSXNWaXNpYmxlIjp0cnVlLCJXaWR0aCI6MC4wLCJIZWlnaHQiOjAuMCwiQm9yZGVyU3R5bGUiOm51bGwsIlBhcmVudFN0eWxlIjpudWxsfSwiQmFja2dyb3VuZFN0eWxlIjp7IiRpZCI6IjQwOSIsIk1hcmdpbiI6eyIkaWQiOiI0MTAiLCJUb3AiOjAsIkxlZnQiOjAsIlJpZ2h0IjowLCJCb3R0b20iOjB9LCJQYWRkaW5nIjp7IiRpZCI6IjQxMSIsIlRvcCI6MCwiTGVmdCI6MCwiUmlnaHQiOjAsIkJvdHRvbSI6MH0sIkJhY2tncm91bmQiOnsiJGlkIjoiNDEyIiwiQ29sb3IiOnsiJGlkIjoiNDEzIiwiQSI6MzgsIlIiOjIzNywiRyI6MTI1LCJCIjo0OX19LCJJc1Zpc2libGUiOnRydWUsIldpZHRoIjowLjAsIkhlaWdodCI6MC4wLCJCb3JkZXJTdHlsZSI6eyIkaWQiOiI0MTQiLCJMaW5lQ29sb3IiOnsiJGlkIjoiNDE1IiwiJHR5cGUiOiJOTFJFLkNvbW1vbi5Eb20uU29saWRDb2xvckJydXNoLCBOTFJFLkNvbW1vbiIsIkNvbG9yIjp7IiRpZCI6IjQxNiIsIkEiOjI1NSwiUiI6MjIsIkciOjI4LCJCIjozNX19LCJMaW5lV2VpZ2h0IjowLjAsIkxpbmVUeXBlIjowLCJQYXJlbnRTdHlsZSI6bnVsbH0sIlBhcmVudFN0eWxlIjpudWxsfSwiSXNBYm92ZVRpbWViYW5kIjpmYWxzZSwiTWFyZ2luIjp7IiRpZCI6IjQxNyIsIlRvcCI6MCwiTGVmdCI6MCwiUmlnaHQiOjAsIkJvdHRvbSI6MH0sIlBhZGRpbmciOnsiJGlkIjoiNDE4IiwiVG9wIjowLCJMZWZ0IjowLCJSaWdodCI6MCwiQm90dG9tIjowfSwiSXNWaXNpYmxlIjp0cnVlLCJXaWR0aCI6MC4wLCJIZWlnaHQiOjAuMCwiQm9yZGVyU3R5bGUiOm51bGwsIlBhcmVudFN0eWxlIjpudWxsfSwiVGFza3MiOlt7IiRpZCI6IjQxOSIsIl9hdHRhY2hlZE1pbGVzdG9uZXMiOltdLCJUYXNrRGVmaW5pdGlvbiI6eyIkaWQiOiI0MjAiLCJHcm91cE5hbWUiOm51bGwsIlN0YXJ0RGF0ZSI6IjIwMjEtMDQtMTJUMDg6MDA6MDAiLCJFbmREYXRlIjoiMjAyMS0wNS0wN1QxNzowMDowMCIsIlBlcmNlbnRhZ2VDb21wbGV0ZSI6MTAwLjAsIlN0eWxlIjp7IiRpZCI6IjQyMSIsIlNoYXBlIjoxLCJTaGFwZVRoaWNrbmVzcyI6MCwiRHVyYXRpb25Gb3JtYXQiOjAsIkluY2x1ZGVOb25Xb3JraW5nRGF5c0luRHVyYXRpb24iOmZhbHNlLCJQZXJjZW50YWdlQ29tcGxldGVTdHlsZSI6eyIkaWQiOiI0MjIiLCJGb250U2V0dGluZ3MiOnsiJGlkIjoiNDIzIiwiRm9udFNpemUiOjEwLCJGb250TmFtZSI6IkNhbGlicmkiLCJJc0JvbGQiOmZhbHNlLCJJc0l0YWxpYyI6ZmFsc2UsIklzVW5kZXJsaW5lZCI6ZmFsc2UsIlBhcmVudFN0eWxlIjpudWxsfSwiQXV0b1NpemUiOjAsIkZvcmVncm91bmQiOnsiJGlkIjoiNDI0IiwiQ29sb3IiOnsiJGlkIjoiNDI1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0MjYiLCJUb3AiOjAsIkxlZnQiOjAsIlJpZ2h0IjowLCJCb3R0b20iOjB9LCJQYWRkaW5nIjp7IiRpZCI6IjQyNyIsIlRvcCI6MCwiTGVmdCI6MCwiUmlnaHQiOjAsIkJvdHRvbSI6MH0sIkJhY2tncm91bmQiOnsiJGlkIjoiNDI4IiwiQ29sb3IiOnsiJGlkIjoiNDI5IiwiQSI6ODksIlIiOjAsIkciOjAsIkIiOjB9fSwiSXNWaXNpYmxlIjp0cnVlLCJXaWR0aCI6MC4wLCJIZWlnaHQiOjAuMCwiQm9yZGVyU3R5bGUiOnsiJGlkIjoiNDMwIiwiTGluZUNvbG9yIjpudWxsLCJMaW5lV2VpZ2h0IjowLjAsIkxpbmVUeXBlIjowLCJQYXJlbnRTdHlsZSI6bnVsbH0sIlBhcmVudFN0eWxlIjpudWxsfSwiRHVyYXRpb25TdHlsZSI6eyIkaWQiOiI0MzEiLCJGb250U2V0dGluZ3MiOnsiJGlkIjoiNDMyIiwiRm9udFNpemUiOjEwLCJGb250TmFtZSI6IkNhbGlicmkiLCJJc0JvbGQiOmZhbHNlLCJJc0l0YWxpYyI6ZmFsc2UsIklzVW5kZXJsaW5lZCI6ZmFsc2UsIlBhcmVudFN0eWxlIjpudWxsfSwiQXV0b1NpemUiOjAsIkZvcmVncm91bmQiOnsiJGlkIjoiNDMzIiwiQ29sb3IiOnsiJGlkIjoiNDM0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DM1IiwiVG9wIjowLCJMZWZ0IjowLCJSaWdodCI6MCwiQm90dG9tIjowfSwiUGFkZGluZyI6eyIkaWQiOiI0MzYiLCJUb3AiOjAsIkxlZnQiOjAsIlJpZ2h0IjowLCJCb3R0b20iOjB9LCJCYWNrZ3JvdW5kIjp7IiRpZCI6IjQzNyIsIkNvbG9yIjp7IiRyZWYiOiI0MjkifX0sIklzVmlzaWJsZSI6dHJ1ZSwiV2lkdGgiOjAuMCwiSGVpZ2h0IjowLjAsIkJvcmRlclN0eWxlIjp7IiRpZCI6IjQzOCIsIkxpbmVDb2xvciI6bnVsbCwiTGluZVdlaWdodCI6MC4wLCJMaW5lVHlwZSI6MCwiUGFyZW50U3R5bGUiOm51bGx9LCJQYXJlbnRTdHlsZSI6bnVsbH0sIkhvcml6b250YWxDb25uZWN0b3JTdHlsZSI6eyIkaWQiOiI0MzkiLCJMaW5lQ29sb3IiOnsiJGlkIjoiNDQwIiwiJHR5cGUiOiJOTFJFLkNvbW1vbi5Eb20uU29saWRDb2xvckJydXNoLCBOTFJFLkNvbW1vbiIsIkNvbG9yIjp7IiRpZCI6IjQ0MSIsIkEiOjI1NSwiUiI6MjA0LCJHIjoyMDQsIkIiOjIwNH19LCJMaW5lV2VpZ2h0IjoxLjAsIkxpbmVUeXBlIjowLCJQYXJlbnRTdHlsZSI6bnVsbH0sIlZlcnRpY2FsQ29ubmVjdG9yU3R5bGUiOnsiJGlkIjoiNDQyIiwiTGluZUNvbG9yIjp7IiRpZCI6IjQ0MyIsIiR0eXBlIjoiTkxSRS5Db21tb24uRG9tLlNvbGlkQ29sb3JCcnVzaCwgTkxSRS5Db21tb24iLCJDb2xvciI6eyIkaWQiOiI0NDQiLCJBIjoyNTUsIlIiOjIwNCwiRyI6MjA0LCJCIjoyMDR9fSwiTGluZVdlaWdodCI6MC4wLCJMaW5lVHlwZSI6MCwiUGFyZW50U3R5bGUiOm51bGx9LCJNYXJnaW4iOm51bGwsIlN0YXJ0RGF0ZVBvc2l0aW9uIjo2LCJFbmREYXRlUG9zaXRpb24iOjYsIkRhdGVJc1Zpc2libGUiOmZhbHNlLCJUaXRsZVBvc2l0aW9uIjo0LCJEdXJhdGlvblBvc2l0aW9uIjo2LCJQZXJjZW50YWdlQ29tcGxldGVkUG9zaXRpb24iOjYsIlNwYWNpbmciOjUsIklzQmVsb3dUaW1lYmFuZCI6dHJ1ZSwiUGVyY2VudGFnZUNvbXBsZXRlU2hhcGVPcGFjaXR5IjozNSwiU2hhcGVTdHlsZSI6eyIkaWQiOiI0NDUiLCJNYXJnaW4iOnsiJGlkIjoiNDQ2IiwiVG9wIjowLCJMZWZ0Ijo0LCJSaWdodCI6NCwiQm90dG9tIjowfSwiUGFkZGluZyI6eyIkaWQiOiI0NDciLCJUb3AiOjAsIkxlZnQiOjAsIlJpZ2h0IjowLCJCb3R0b20iOjB9LCJCYWNrZ3JvdW5kIjp7IiRpZCI6IjQ0OCIsIkNvbG9yIjp7IiRpZCI6IjQ0OSIsIkEiOjI1NSwiUiI6MjM3LCJHIjoxMjUsIkIiOjQ5fX0sIklzVmlzaWJsZSI6dHJ1ZSwiV2lkdGgiOjAuMCwiSGVpZ2h0IjoxMC4wLCJCb3JkZXJTdHlsZSI6eyIkaWQiOiI0NTAiLCJMaW5lQ29sb3IiOnsiJGlkIjoiNDUxIiwiJHR5cGUiOiJOTFJFLkNvbW1vbi5Eb20uU29saWRDb2xvckJydXNoLCBOTFJFLkNvbW1vbiIsIkNvbG9yIjp7IiRpZCI6IjQ1MiIsIkEiOjI1NSwiUiI6MjU1LCJHIjowLCJCIjowfX0sIkxpbmVXZWlnaHQiOjAuMCwiTGluZVR5cGUiOjAsIlBhcmVudFN0eWxlIjpudWxsfSwiUGFyZW50U3R5bGUiOm51bGx9LCJUaXRsZVN0eWxlIjp7IiRpZCI6IjQ1MyIsIkZvbnRTZXR0aW5ncyI6eyIkaWQiOiI0NTQiLCJGb250U2l6ZSI6MTEsIkZvbnROYW1lIjoiQ2FsaWJyaSIsIklzQm9sZCI6ZmFsc2UsIklzSXRhbGljIjpmYWxzZSwiSXNVbmRlcmxpbmVkIjpmYWxzZSwiUGFyZW50U3R5bGUiOm51bGx9LCJBdXRvU2l6ZSI6MCwiRm9yZWdyb3VuZCI6eyIkaWQiOiI0NTUiLCJDb2xvciI6eyIkaWQiOiI0NTYiLCJBIjoyNTUsIlIiOjI1NSwiRyI6MjU1LCJCIjoyNTV9fSwiTWF4V2lkdGgiOjcyMC4wLCJNYXhIZWlnaHQiOiJJbmZpbml0eSIsIlNtYXJ0Rm9yZWdyb3VuZElzQWN0aXZlIjpmYWxzZSwiSG9yaXpvbnRhbEFsaWdubWVudCI6MCwiVmVydGljYWxBbGlnbm1lbnQiOjAsIlNtYXJ0Rm9yZWdyb3VuZCI6bnVsbCwiQmFja2dyb3VuZEZpbGxUeXBlIjowLCJNYXJnaW4iOnsiJGlkIjoiNDU3IiwiVG9wIjowLCJMZWZ0IjowLCJSaWdodCI6MCwiQm90dG9tIjowfSwiUGFkZGluZyI6eyIkaWQiOiI0NTgiLCJUb3AiOjAsIkxlZnQiOjAsIlJpZ2h0IjowLCJCb3R0b20iOjB9LCJCYWNrZ3JvdW5kIjp7IiRpZCI6IjQ1OSIsIkNvbG9yIjp7IiRpZCI6IjQ2MCIsIkEiOjAsIlIiOjI1NSwiRyI6MjU1LCJCIjoyNTV9fSwiSXNWaXNpYmxlIjp0cnVlLCJXaWR0aCI6MC4wLCJIZWlnaHQiOjAuMCwiQm9yZGVyU3R5bGUiOnsiJGlkIjoiNDYxIiwiTGluZUNvbG9yIjpudWxsLCJMaW5lV2VpZ2h0IjowLjAsIkxpbmVUeXBlIjowLCJQYXJlbnRTdHlsZSI6bnVsbH0sIlBhcmVudFN0eWxlIjpudWxsfSwiRGF0ZVN0eWxlIjp7IiRpZCI6IjQ2MiIsIkZvbnRTZXR0aW5ncyI6eyIkaWQiOiI0NjMiLCJGb250U2l6ZSI6MTAsIkZvbnROYW1lIjoiQ2FsaWJyaSIsIklzQm9sZCI6ZmFsc2UsIklzSXRhbGljIjpmYWxzZSwiSXNVbmRlcmxpbmVkIjpmYWxzZSwiUGFyZW50U3R5bGUiOm51bGx9LCJBdXRvU2l6ZSI6MCwiRm9yZWdyb3VuZCI6eyIkaWQiOiI0NjQiLCJDb2xvciI6eyIkaWQiOiI0Nj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Q2NiIsIlRvcCI6MCwiTGVmdCI6MCwiUmlnaHQiOjAsIkJvdHRvbSI6MH0sIlBhZGRpbmciOnsiJGlkIjoiNDY3IiwiVG9wIjowLCJMZWZ0IjowLCJSaWdodCI6MCwiQm90dG9tIjowfSwiQmFja2dyb3VuZCI6eyIkaWQiOiI0NjgiLCJDb2xvciI6eyIkcmVmIjoiNDI5In19LCJJc1Zpc2libGUiOnRydWUsIldpZHRoIjowLjAsIkhlaWdodCI6MC4wLCJCb3JkZXJTdHlsZSI6eyIkaWQiOiI0NjkiLCJMaW5lQ29sb3IiOm51bGwsIkxpbmVXZWlnaHQiOjAuMCwiTGluZVR5cGUiOjAsIlBhcmVudFN0eWxlIjpudWxsfSwiUGFyZW50U3R5bGUiOm51bGx9LCJEYXRlRm9ybWF0Ijp7IiRpZCI6IjQ3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zEiLCJGb3JtYXQiOjAsIklzVmlzaWJsZSI6ZmFsc2UsIkxhc3RLbm93blZpc2liaWxpdHlTdGF0ZSI6ZmFsc2V9LCJJc1Zpc2libGUiOmZhbHNlLCJQYXJlbnRTdHlsZSI6bnVsbH0sIkluZGV4IjowLCJTbWFydER1cmF0aW9uQWN0aXZhdGVkIjpmYWxzZSwiRGF0ZUZvcm1hdCI6eyIkcmVmIjoiNDcwIn0sIldlZWtOdW1iZXJpbmciOnsiJGlkIjoiNDcyIiwiRm9ybWF0IjowLCJJc1Zpc2libGUiOmZhbHNlLCJMYXN0S25vd25WaXNpYmlsaXR5U3RhdGUiOmZhbHNlfSwiSWQiOiIwNTBkZjRkMC0xNDcwLTRkMzAtOTY1Zi1jZDUyMmJhZTFmYjUiLCJJbXBvcnRJZCI6IjQ0IiwiVGl0bGUiOiJXb3Jrc2hvcHMgUHJlcGFyZSAmIFJ1biIsIk5vdGUiOm51bGwsIkh5cGVybGluayI6eyIkaWQiOiI0NzMiLCJBZGRyZXNzIjpudWxsLCJTdWJBZGRyZXNzIjpudWxsfSwiSXNDaGFuZ2VkIjpmYWxzZSwiSXNOZXciOmZhbHNlfX0seyIkaWQiOiI0NzQiLCJfYXR0YWNoZWRNaWxlc3RvbmVzIjpbXSwiVGFza0RlZmluaXRpb24iOnsiJGlkIjoiNDc1IiwiR3JvdXBOYW1lIjpudWxsLCJTdGFydERhdGUiOiIyMDIxLTA1LTEwVDA4OjAwOjAwIiwiRW5kRGF0ZSI6IjIwMjEtMDYtMDRUMTc6MDA6MDAiLCJQZXJjZW50YWdlQ29tcGxldGUiOjEwMC4wLCJTdHlsZSI6eyIkaWQiOiI0NzYiLCJTaGFwZSI6MSwiU2hhcGVUaGlja25lc3MiOjAsIkR1cmF0aW9uRm9ybWF0IjowLCJJbmNsdWRlTm9uV29ya2luZ0RheXNJbkR1cmF0aW9uIjpmYWxzZSwiUGVyY2VudGFnZUNvbXBsZXRlU3R5bGUiOnsiJGlkIjoiNDc3IiwiRm9udFNldHRpbmdzIjp7IiRpZCI6IjQ3OCIsIkZvbnRTaXplIjoxMCwiRm9udE5hbWUiOiJDYWxpYnJpIiwiSXNCb2xkIjpmYWxzZSwiSXNJdGFsaWMiOmZhbHNlLCJJc1VuZGVybGluZWQiOmZhbHNlLCJQYXJlbnRTdHlsZSI6bnVsbH0sIkF1dG9TaXplIjowLCJGb3JlZ3JvdW5kIjp7IiRpZCI6IjQ3OSIsIkNvbG9yIjp7IiRpZCI6IjQ4MC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NDgxIiwiVG9wIjowLCJMZWZ0IjowLCJSaWdodCI6MCwiQm90dG9tIjowfSwiUGFkZGluZyI6eyIkaWQiOiI0ODIiLCJUb3AiOjAsIkxlZnQiOjAsIlJpZ2h0IjowLCJCb3R0b20iOjB9LCJCYWNrZ3JvdW5kIjp7IiRpZCI6IjQ4MyIsIkNvbG9yIjp7IiRpZCI6IjQ4NCIsIkEiOjg5LCJSIjowLCJHIjowLCJCIjowfX0sIklzVmlzaWJsZSI6dHJ1ZSwiV2lkdGgiOjAuMCwiSGVpZ2h0IjowLjAsIkJvcmRlclN0eWxlIjp7IiRpZCI6IjQ4NSIsIkxpbmVDb2xvciI6bnVsbCwiTGluZVdlaWdodCI6MC4wLCJMaW5lVHlwZSI6MCwiUGFyZW50U3R5bGUiOm51bGx9LCJQYXJlbnRTdHlsZSI6bnVsbH0sIkR1cmF0aW9uU3R5bGUiOnsiJGlkIjoiNDg2IiwiRm9udFNldHRpbmdzIjp7IiRpZCI6IjQ4NyIsIkZvbnRTaXplIjoxMCwiRm9udE5hbWUiOiJDYWxpYnJpIiwiSXNCb2xkIjpmYWxzZSwiSXNJdGFsaWMiOmZhbHNlLCJJc1VuZGVybGluZWQiOmZhbHNlLCJQYXJlbnRTdHlsZSI6bnVsbH0sIkF1dG9TaXplIjowLCJGb3JlZ3JvdW5kIjp7IiRpZCI6IjQ4OCIsIkNvbG9yIjp7IiRpZCI6IjQ4O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Q5MCIsIlRvcCI6MCwiTGVmdCI6MCwiUmlnaHQiOjAsIkJvdHRvbSI6MH0sIlBhZGRpbmciOnsiJGlkIjoiNDkxIiwiVG9wIjowLCJMZWZ0IjowLCJSaWdodCI6MCwiQm90dG9tIjowfSwiQmFja2dyb3VuZCI6eyIkaWQiOiI0OTIiLCJDb2xvciI6eyIkcmVmIjoiNDg0In19LCJJc1Zpc2libGUiOnRydWUsIldpZHRoIjowLjAsIkhlaWdodCI6MC4wLCJCb3JkZXJTdHlsZSI6eyIkaWQiOiI0OTMiLCJMaW5lQ29sb3IiOm51bGwsIkxpbmVXZWlnaHQiOjAuMCwiTGluZVR5cGUiOjAsIlBhcmVudFN0eWxlIjpudWxsfSwiUGFyZW50U3R5bGUiOm51bGx9LCJIb3Jpem9udGFsQ29ubmVjdG9yU3R5bGUiOnsiJGlkIjoiNDk0IiwiTGluZUNvbG9yIjp7IiRpZCI6IjQ5NSIsIiR0eXBlIjoiTkxSRS5Db21tb24uRG9tLlNvbGlkQ29sb3JCcnVzaCwgTkxSRS5Db21tb24iLCJDb2xvciI6eyIkaWQiOiI0OTYiLCJBIjoyNTUsIlIiOjIwNCwiRyI6MjA0LCJCIjoyMDR9fSwiTGluZVdlaWdodCI6MS4wLCJMaW5lVHlwZSI6MCwiUGFyZW50U3R5bGUiOm51bGx9LCJWZXJ0aWNhbENvbm5lY3RvclN0eWxlIjp7IiRpZCI6IjQ5NyIsIkxpbmVDb2xvciI6eyIkaWQiOiI0OTgiLCIkdHlwZSI6Ik5MUkUuQ29tbW9uLkRvbS5Tb2xpZENvbG9yQnJ1c2gsIE5MUkUuQ29tbW9uIiwiQ29sb3IiOnsiJGlkIjoiNDk5IiwiQSI6MjU1LCJSIjoyMDQsIkciOjIwNCwiQiI6MjA0fX0sIkxpbmVXZWlnaHQiOjAuMCwiTGluZVR5cGUiOjAsIlBhcmVudFN0eWxlIjpudWxsfSwiTWFyZ2luIjpudWxsLCJTdGFydERhdGVQb3NpdGlvbiI6NiwiRW5kRGF0ZVBvc2l0aW9uIjo2LCJEYXRlSXNWaXNpYmxlIjpmYWxzZSwiVGl0bGVQb3NpdGlvbiI6NCwiRHVyYXRpb25Qb3NpdGlvbiI6NiwiUGVyY2VudGFnZUNvbXBsZXRlZFBvc2l0aW9uIjo2LCJTcGFjaW5nIjo1LCJJc0JlbG93VGltZWJhbmQiOnRydWUsIlBlcmNlbnRhZ2VDb21wbGV0ZVNoYXBlT3BhY2l0eSI6MzUsIlNoYXBlU3R5bGUiOnsiJGlkIjoiNTAwIiwiTWFyZ2luIjp7IiRpZCI6IjUwMSIsIlRvcCI6MCwiTGVmdCI6NCwiUmlnaHQiOjQsIkJvdHRvbSI6MH0sIlBhZGRpbmciOnsiJGlkIjoiNTAyIiwiVG9wIjowLCJMZWZ0IjowLCJSaWdodCI6MCwiQm90dG9tIjowfSwiQmFja2dyb3VuZCI6eyIkaWQiOiI1MDMiLCJDb2xvciI6eyIkaWQiOiI1MDQiLCJBIjoyNTUsIlIiOjIzNywiRyI6MTI1LCJCIjo0OX19LCJJc1Zpc2libGUiOnRydWUsIldpZHRoIjowLjAsIkhlaWdodCI6MTAuMCwiQm9yZGVyU3R5bGUiOnsiJGlkIjoiNTA1IiwiTGluZUNvbG9yIjp7IiRpZCI6IjUwNiIsIiR0eXBlIjoiTkxSRS5Db21tb24uRG9tLlNvbGlkQ29sb3JCcnVzaCwgTkxSRS5Db21tb24iLCJDb2xvciI6eyIkaWQiOiI1MDciLCJBIjoyNTUsIlIiOjI1NSwiRyI6MCwiQiI6MH19LCJMaW5lV2VpZ2h0IjowLjAsIkxpbmVUeXBlIjowLCJQYXJlbnRTdHlsZSI6bnVsbH0sIlBhcmVudFN0eWxlIjpudWxsfSwiVGl0bGVTdHlsZSI6eyIkaWQiOiI1MDgiLCJGb250U2V0dGluZ3MiOnsiJGlkIjoiNTA5IiwiRm9udFNpemUiOjExLCJGb250TmFtZSI6IkNhbGlicmkiLCJJc0JvbGQiOmZhbHNlLCJJc0l0YWxpYyI6ZmFsc2UsIklzVW5kZXJsaW5lZCI6ZmFsc2UsIlBhcmVudFN0eWxlIjpudWxsfSwiQXV0b1NpemUiOjAsIkZvcmVncm91bmQiOnsiJGlkIjoiNTEwIiwiQ29sb3IiOnsiJGlkIjoiNTExIiwiQSI6MjU1LCJSIjoyNTUsIkciOjI1NSwiQiI6MjU1fX0sIk1heFdpZHRoIjo3MjAuMCwiTWF4SGVpZ2h0IjoiSW5maW5pdHkiLCJTbWFydEZvcmVncm91bmRJc0FjdGl2ZSI6ZmFsc2UsIkhvcml6b250YWxBbGlnbm1lbnQiOjAsIlZlcnRpY2FsQWxpZ25tZW50IjowLCJTbWFydEZvcmVncm91bmQiOm51bGwsIkJhY2tncm91bmRGaWxsVHlwZSI6MCwiTWFyZ2luIjp7IiRpZCI6IjUxMiIsIlRvcCI6MCwiTGVmdCI6MCwiUmlnaHQiOjAsIkJvdHRvbSI6MH0sIlBhZGRpbmciOnsiJGlkIjoiNTEzIiwiVG9wIjowLCJMZWZ0IjowLCJSaWdodCI6MCwiQm90dG9tIjowfSwiQmFja2dyb3VuZCI6eyIkaWQiOiI1MTQiLCJDb2xvciI6eyIkaWQiOiI1MTUiLCJBIjowLCJSIjoyNTUsIkciOjI1NSwiQiI6MjU1fX0sIklzVmlzaWJsZSI6dHJ1ZSwiV2lkdGgiOjAuMCwiSGVpZ2h0IjowLjAsIkJvcmRlclN0eWxlIjp7IiRpZCI6IjUxNiIsIkxpbmVDb2xvciI6bnVsbCwiTGluZVdlaWdodCI6MC4wLCJMaW5lVHlwZSI6MCwiUGFyZW50U3R5bGUiOm51bGx9LCJQYXJlbnRTdHlsZSI6bnVsbH0sIkRhdGVTdHlsZSI6eyIkaWQiOiI1MTciLCJGb250U2V0dGluZ3MiOnsiJGlkIjoiNTE4IiwiRm9udFNpemUiOjEwLCJGb250TmFtZSI6IkNhbGlicmkiLCJJc0JvbGQiOmZhbHNlLCJJc0l0YWxpYyI6ZmFsc2UsIklzVW5kZXJsaW5lZCI6ZmFsc2UsIlBhcmVudFN0eWxlIjpudWxsfSwiQXV0b1NpemUiOjAsIkZvcmVncm91bmQiOnsiJGlkIjoiNTE5IiwiQ29sb3IiOnsiJGlkIjoiNTI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1MjEiLCJUb3AiOjAsIkxlZnQiOjAsIlJpZ2h0IjowLCJCb3R0b20iOjB9LCJQYWRkaW5nIjp7IiRpZCI6IjUyMiIsIlRvcCI6MCwiTGVmdCI6MCwiUmlnaHQiOjAsIkJvdHRvbSI6MH0sIkJhY2tncm91bmQiOnsiJGlkIjoiNTIzIiwiQ29sb3IiOnsiJHJlZiI6IjQ4NCJ9fSwiSXNWaXNpYmxlIjp0cnVlLCJXaWR0aCI6MC4wLCJIZWlnaHQiOjAuMCwiQm9yZGVyU3R5bGUiOnsiJGlkIjoiNTI0IiwiTGluZUNvbG9yIjpudWxsLCJMaW5lV2VpZ2h0IjowLjAsIkxpbmVUeXBlIjowLCJQYXJlbnRTdHlsZSI6bnVsbH0sIlBhcmVudFN0eWxlIjpudWxsfSwiRGF0ZUZvcm1hdCI6eyIkaWQiOiI1Mj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I2IiwiRm9ybWF0IjowLCJJc1Zpc2libGUiOmZhbHNlLCJMYXN0S25vd25WaXNpYmlsaXR5U3RhdGUiOmZhbHNlfSwiSXNWaXNpYmxlIjpmYWxzZSwiUGFyZW50U3R5bGUiOm51bGx9LCJJbmRleCI6MSwiU21hcnREdXJhdGlvbkFjdGl2YXRlZCI6ZmFsc2UsIkRhdGVGb3JtYXQiOnsiJHJlZiI6IjUyNSJ9LCJXZWVrTnVtYmVyaW5nIjp7IiRpZCI6IjUyNyIsIkZvcm1hdCI6MCwiSXNWaXNpYmxlIjpmYWxzZSwiTGFzdEtub3duVmlzaWJpbGl0eVN0YXRlIjpmYWxzZX0sIklkIjoiMWExYzk5ODQtOTNkZS00YjlmLWJlZjUtMTg1YjI4MTI3ZmM5IiwiSW1wb3J0SWQiOiI4IiwiVGl0bGUiOiJBbGlnbiAmIFByaW9yaXRpemUgdXNlIGNhc2VzIiwiTm90ZSI6bnVsbCwiSHlwZXJsaW5rIjp7IiRpZCI6IjUyOCIsIkFkZHJlc3MiOm51bGwsIlN1YkFkZHJlc3MiOm51bGx9LCJJc0NoYW5nZWQiOmZhbHNlLCJJc05ldyI6ZmFsc2V9fSx7IiRpZCI6IjUyOSIsIl9hdHRhY2hlZE1pbGVzdG9uZXMiOltdLCJUYXNrRGVmaW5pdGlvbiI6eyIkaWQiOiI1MzAiLCJHcm91cE5hbWUiOm51bGwsIlN0YXJ0RGF0ZSI6IjIwMjEtMDYtMDdUMDg6MDA6MDAiLCJFbmREYXRlIjoiMjAyMS0xMC0yMlQxNzowMDowMCIsIlBlcmNlbnRhZ2VDb21wbGV0ZSI6MC4wLCJTdHlsZSI6eyIkaWQiOiI1MzEiLCJTaGFwZSI6MSwiU2hhcGVUaGlja25lc3MiOjAsIkR1cmF0aW9uRm9ybWF0IjowLCJJbmNsdWRlTm9uV29ya2luZ0RheXNJbkR1cmF0aW9uIjpmYWxzZSwiUGVyY2VudGFnZUNvbXBsZXRlU3R5bGUiOnsiJGlkIjoiNTMyIiwiRm9udFNldHRpbmdzIjp7IiRpZCI6IjUzMyIsIkZvbnRTaXplIjoxMCwiRm9udE5hbWUiOiJDYWxpYnJpIiwiSXNCb2xkIjpmYWxzZSwiSXNJdGFsaWMiOmZhbHNlLCJJc1VuZGVybGluZWQiOmZhbHNlLCJQYXJlbnRTdHlsZSI6bnVsbH0sIkF1dG9TaXplIjowLCJGb3JlZ3JvdW5kIjp7IiRpZCI6IjUzNCIsIkNvbG9yIjp7IiRpZCI6IjUzNSIsIkEiOjI1NSwiUiI6MjM4LCJHIjoyMzYsIkIiOjIyNX19LCJNYXhXaWR0aCI6MjAwLjAsIk1heEhlaWdodCI6IkluZmluaXR5IiwiU21hcnRGb3JlZ3JvdW5kSXNBY3RpdmUiOmZhbHNlLCJIb3Jpem9udGFsQWxpZ25tZW50IjowLCJWZXJ0aWNhbEFsaWdubWVudCI6MCwiU21hcnRGb3JlZ3JvdW5kIjpudWxsLCJCYWNrZ3JvdW5kRmlsbFR5cGUiOjAsIk1hcmdpbiI6eyIkcmVmIjoiODgifSwiUGFkZGluZyI6eyIkcmVmIjoiODkifSwiQmFja2dyb3VuZCI6eyIkaWQiOiI1MzYiLCJDb2xvciI6eyIkaWQiOiI1MzciLCJBIjo4OSwiUiI6MCwiRyI6MCwiQiI6MH19LCJJc1Zpc2libGUiOnRydWUsIldpZHRoIjowLjAsIkhlaWdodCI6MC4wLCJCb3JkZXJTdHlsZSI6eyIkaWQiOiI1MzgiLCJMaW5lQ29sb3IiOm51bGwsIkxpbmVXZWlnaHQiOjAuMCwiTGluZVR5cGUiOjAsIlBhcmVudFN0eWxlIjpudWxsfSwiUGFyZW50U3R5bGUiOm51bGx9LCJEdXJhdGlvblN0eWxlIjp7IiRpZCI6IjUzOSIsIkZvbnRTZXR0aW5ncyI6eyIkaWQiOiI1NDAiLCJGb250U2l6ZSI6MTAsIkZvbnROYW1lIjoiQ2FsaWJyaSIsIklzQm9sZCI6ZmFsc2UsIklzSXRhbGljIjpmYWxzZSwiSXNVbmRlcmxpbmVkIjpmYWxzZSwiUGFyZW50U3R5bGUiOm51bGx9LCJBdXRvU2l6ZSI6MCwiRm9yZWdyb3VuZCI6eyIkcmVmIjoiOTMifSwiTWF4V2lkdGgiOjIwMC4wLCJNYXhIZWlnaHQiOiJJbmZpbml0eSIsIlNtYXJ0Rm9yZWdyb3VuZElzQWN0aXZlIjpmYWxzZSwiSG9yaXpvbnRhbEFsaWdubWVudCI6MCwiVmVydGljYWxBbGlnbm1lbnQiOjAsIlNtYXJ0Rm9yZWdyb3VuZCI6bnVsbCwiQmFja2dyb3VuZEZpbGxUeXBlIjowLCJNYXJnaW4iOnsiJHJlZiI6Ijk1In0sIlBhZGRpbmciOnsiJHJlZiI6Ijk2In0sIkJhY2tncm91bmQiOnsiJHJlZiI6Ijk3In0sIklzVmlzaWJsZSI6dHJ1ZSwiV2lkdGgiOjAuMCwiSGVpZ2h0IjowLjAsIkJvcmRlclN0eWxlIjp7IiRpZCI6IjU0MSIsIkxpbmVDb2xvciI6bnVsbCwiTGluZVdlaWdodCI6MC4wLCJMaW5lVHlwZSI6MCwiUGFyZW50U3R5bGUiOm51bGx9LCJQYXJlbnRTdHlsZSI6bnVsbH0sIkhvcml6b250YWxDb25uZWN0b3JTdHlsZSI6eyIkaWQiOiI1NDIiLCJMaW5lQ29sb3IiOnsiJHJlZiI6Ijk5In0sIkxpbmVXZWlnaHQiOjEuMCwiTGluZVR5cGUiOjAsIlBhcmVudFN0eWxlIjpudWxsfSwiVmVydGljYWxDb25uZWN0b3JTdHlsZSI6eyIkaWQiOiI1NDMiLCJMaW5lQ29sb3IiOnsiJHJlZiI6IjEwMiJ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NSwiSXNCZWxvd1RpbWViYW5kIjp0cnVlLCJQZXJjZW50YWdlQ29tcGxldGVTaGFwZU9wYWNpdHkiOjM1LCJTaGFwZVN0eWxlIjp7IiRpZCI6IjU0NCIsIk1hcmdpbiI6eyIkcmVmIjoiMTA1In0sIlBhZGRpbmciOnsiJHJlZiI6IjEwNiJ9LCJCYWNrZ3JvdW5kIjp7IiRpZCI6IjU0NSIsIkNvbG9yIjp7IiRpZCI6IjU0NiIsIkEiOjI1NSwiUiI6MjM3LCJHIjoxMjUsIkIiOjQ5fX0sIklzVmlzaWJsZSI6dHJ1ZSwiV2lkdGgiOjAuMCwiSGVpZ2h0IjoxMC4wLCJCb3JkZXJTdHlsZSI6eyIkaWQiOiI1NDciLCJMaW5lQ29sb3IiOnsiJGlkIjoiNTQ4IiwiJHR5cGUiOiJOTFJFLkNvbW1vbi5Eb20uU29saWRDb2xvckJydXNoLCBOTFJFLkNvbW1vbiIsIkNvbG9yIjp7IiRpZCI6IjU0OSIsIkEiOjI1NSwiUiI6MjU1LCJHIjowLCJCIjowfX0sIkxpbmVXZWlnaHQiOjAuMCwiTGluZVR5cGUiOjAsIlBhcmVudFN0eWxlIjpudWxsfSwiUGFyZW50U3R5bGUiOm51bGx9LCJUaXRsZVN0eWxlIjp7IiRpZCI6IjU1MCIsIkZvbnRTZXR0aW5ncyI6eyIkaWQiOiI1NTEiLCJGb250U2l6ZSI6MTEsIkZvbnROYW1lIjoiQ2FsaWJyaSIsIklzQm9sZCI6ZmFsc2UsIklzSXRhbGljIjpmYWxzZSwiSXNVbmRlcmxpbmVkIjpmYWxzZSwiUGFyZW50U3R5bGUiOm51bGx9LCJBdXRvU2l6ZSI6MCwiRm9yZWdyb3VuZCI6eyIkaWQiOiI1NTIiLCJDb2xvciI6eyIkaWQiOiI1NTMiLCJBIjoyNTUsIlIiOjI1NSwiRyI6MjU1LCJCIjoyNTV9fSwiTWF4V2lkdGgiOjk2MC4wLCJNYXhIZWlnaHQiOiJJbmZpbml0eSIsIlNtYXJ0Rm9yZWdyb3VuZElzQWN0aXZlIjpmYWxzZSwiSG9yaXpvbnRhbEFsaWdubWVudCI6MCwiVmVydGljYWxBbGlnbm1lbnQiOjAsIlNtYXJ0Rm9yZWdyb3VuZCI6bnVsbCwiQmFja2dyb3VuZEZpbGxUeXBlIjowLCJNYXJnaW4iOnsiJHJlZiI6IjExNiJ9LCJQYWRkaW5nIjp7IiRyZWYiOiIxMTcifSwiQmFja2dyb3VuZCI6eyIkaWQiOiI1NTQiLCJDb2xvciI6eyIkaWQiOiI1NTUiLCJBIjowLCJSIjoyNTUsIkciOjI1NSwiQiI6MjU1fX0sIklzVmlzaWJsZSI6dHJ1ZSwiV2lkdGgiOjAuMCwiSGVpZ2h0IjowLjAsIkJvcmRlclN0eWxlIjp7IiRpZCI6IjU1NiIsIkxpbmVDb2xvciI6bnVsbCwiTGluZVdlaWdodCI6MC4wLCJMaW5lVHlwZSI6MCwiUGFyZW50U3R5bGUiOm51bGx9LCJQYXJlbnRTdHlsZSI6bnVsbH0sIkRhdGVTdHlsZSI6eyIkaWQiOiI1NTciLCJGb250U2V0dGluZ3MiOnsiJGlkIjoiNTU4IiwiRm9udFNpemUiOjEwLCJGb250TmFtZSI6IkNhbGlicmkiLCJJc0JvbGQiOmZhbHNlLCJJc0l0YWxpYyI6ZmFsc2UsIklzVW5kZXJsaW5lZCI6ZmFsc2UsIlBhcmVudFN0eWxlIjpudWxsfSwiQXV0b1NpemUiOjAsIkZvcmVncm91bmQiOnsiJGlkIjoiNTU5IiwiQ29sb3IiOnsiJGlkIjoiNTY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IzIn0sIlBhZGRpbmciOnsiJHJlZiI6IjEyNCJ9LCJCYWNrZ3JvdW5kIjp7IiRpZCI6IjU2MSIsIkNvbG9yIjp7IiRpZCI6IjU2MiIsIkEiOjAsIlIiOjI1NSwiRyI6MjU1LCJCIjoyNTV9fSwiSXNWaXNpYmxlIjp0cnVlLCJXaWR0aCI6MC4wLCJIZWlnaHQiOjAuMCwiQm9yZGVyU3R5bGUiOnsiJGlkIjoiNTYzIiwiTGluZUNvbG9yIjpudWxsLCJMaW5lV2VpZ2h0IjowLjAsIkxpbmVUeXBlIjowLCJQYXJlbnRTdHlsZSI6bnVsbH0sIlBhcmVudFN0eWxlIjpudWxsfSwiRGF0ZUZvcm1hdCI6eyIkaWQiOiI1Nj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Y1IiwiRm9ybWF0IjowLCJJc1Zpc2libGUiOmZhbHNlLCJMYXN0S25vd25WaXNpYmlsaXR5U3RhdGUiOmZhbHNlfSwiSXNWaXNpYmxlIjpmYWxzZSwiUGFyZW50U3R5bGUiOm51bGx9LCJJbmRleCI6MiwiU21hcnREdXJhdGlvbkFjdGl2YXRlZCI6ZmFsc2UsIkRhdGVGb3JtYXQiOnsiJHJlZiI6IjU2NCJ9LCJXZWVrTnVtYmVyaW5nIjp7IiRpZCI6IjU2NiIsIkZvcm1hdCI6MCwiSXNWaXNpYmxlIjpmYWxzZSwiTGFzdEtub3duVmlzaWJpbGl0eVN0YXRlIjpmYWxzZX0sIklkIjoiN2I3YzAxMWItMTEzZS00NzFjLThjMTktNzM5NDQxZGI4MDY5IiwiSW1wb3J0SWQiOiI2MSIsIlRpdGxlIjoiQ3JlYXRlIHRlY2ggYmx1ZXByaW50IGZvciBlYWNoIHVzZSBjYXNlIiwiTm90ZSI6bnVsbCwiSHlwZXJsaW5rIjp7IiRpZCI6IjU2NyIsIkFkZHJlc3MiOm51bGwsIlN1YkFkZHJlc3MiOm51bGx9LCJJc0NoYW5nZWQiOmZhbHNlLCJJc05ldyI6ZmFsc2V9fSx7IiRpZCI6IjU2OCIsIl9hdHRhY2hlZE1pbGVzdG9uZXMiOltdLCJUYXNrRGVmaW5pdGlvbiI6eyIkaWQiOiI1NjkiLCJHcm91cE5hbWUiOm51bGwsIlN0YXJ0RGF0ZSI6IjIwMjEtMDYtMTRUMDg6MDA6MDAiLCJFbmREYXRlIjoiMjAyMi0wMi0yNVQxNzowMDowMCIsIlBlcmNlbnRhZ2VDb21wbGV0ZSI6MC4wLCJTdHlsZSI6eyIkaWQiOiI1NzAiLCJTaGFwZSI6MSwiU2hhcGVUaGlja25lc3MiOjAsIkR1cmF0aW9uRm9ybWF0IjowLCJJbmNsdWRlTm9uV29ya2luZ0RheXNJbkR1cmF0aW9uIjpmYWxzZSwiUGVyY2VudGFnZUNvbXBsZXRlU3R5bGUiOnsiJGlkIjoiNTcxIiwiRm9udFNldHRpbmdzIjp7IiRpZCI6IjU3MiIsIkZvbnRTaXplIjoxMCwiRm9udE5hbWUiOiJDYWxpYnJpIiwiSXNCb2xkIjpmYWxzZSwiSXNJdGFsaWMiOmZhbHNlLCJJc1VuZGVybGluZWQiOmZhbHNlLCJQYXJlbnRTdHlsZSI6bnVsbH0sIkF1dG9TaXplIjowLCJGb3JlZ3JvdW5kIjp7IiRpZCI6IjU3MyIsIkNvbG9yIjp7IiRpZCI6IjU3NC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NTc1IiwiVG9wIjowLCJMZWZ0IjowLCJSaWdodCI6MCwiQm90dG9tIjowfSwiUGFkZGluZyI6eyIkaWQiOiI1NzYiLCJUb3AiOjAsIkxlZnQiOjAsIlJpZ2h0IjowLCJCb3R0b20iOjB9LCJCYWNrZ3JvdW5kIjp7IiRpZCI6IjU3NyIsIkNvbG9yIjp7IiRpZCI6IjU3OCIsIkEiOjg5LCJSIjowLCJHIjowLCJCIjowfX0sIklzVmlzaWJsZSI6dHJ1ZSwiV2lkdGgiOjAuMCwiSGVpZ2h0IjowLjAsIkJvcmRlclN0eWxlIjp7IiRpZCI6IjU3OSIsIkxpbmVDb2xvciI6bnVsbCwiTGluZVdlaWdodCI6MC4wLCJMaW5lVHlwZSI6MCwiUGFyZW50U3R5bGUiOm51bGx9LCJQYXJlbnRTdHlsZSI6bnVsbH0sIkR1cmF0aW9uU3R5bGUiOnsiJGlkIjoiNTgwIiwiRm9udFNldHRpbmdzIjp7IiRpZCI6IjU4MSIsIkZvbnRTaXplIjoxMCwiRm9udE5hbWUiOiJDYWxpYnJpIiwiSXNCb2xkIjpmYWxzZSwiSXNJdGFsaWMiOmZhbHNlLCJJc1VuZGVybGluZWQiOmZhbHNlLCJQYXJlbnRTdHlsZSI6bnVsbH0sIkF1dG9TaXplIjowLCJGb3JlZ3JvdW5kIjp7IiRpZCI6IjU4MiIsIkNvbG9yIjp7IiRpZCI6IjU4M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U4NCIsIlRvcCI6MCwiTGVmdCI6MCwiUmlnaHQiOjAsIkJvdHRvbSI6MH0sIlBhZGRpbmciOnsiJGlkIjoiNTg1IiwiVG9wIjowLCJMZWZ0IjowLCJSaWdodCI6MCwiQm90dG9tIjowfSwiQmFja2dyb3VuZCI6eyIkaWQiOiI1ODYiLCJDb2xvciI6eyIkcmVmIjoiNTc4In19LCJJc1Zpc2libGUiOnRydWUsIldpZHRoIjowLjAsIkhlaWdodCI6MC4wLCJCb3JkZXJTdHlsZSI6eyIkaWQiOiI1ODciLCJMaW5lQ29sb3IiOm51bGwsIkxpbmVXZWlnaHQiOjAuMCwiTGluZVR5cGUiOjAsIlBhcmVudFN0eWxlIjpudWxsfSwiUGFyZW50U3R5bGUiOm51bGx9LCJIb3Jpem9udGFsQ29ubmVjdG9yU3R5bGUiOnsiJGlkIjoiNTg4IiwiTGluZUNvbG9yIjp7IiRpZCI6IjU4OSIsIiR0eXBlIjoiTkxSRS5Db21tb24uRG9tLlNvbGlkQ29sb3JCcnVzaCwgTkxSRS5Db21tb24iLCJDb2xvciI6eyIkaWQiOiI1OTAiLCJBIjoyNTUsIlIiOjIwNCwiRyI6MjA0LCJCIjoyMDR9fSwiTGluZVdlaWdodCI6MS4wLCJMaW5lVHlwZSI6MCwiUGFyZW50U3R5bGUiOm51bGx9LCJWZXJ0aWNhbENvbm5lY3RvclN0eWxlIjp7IiRpZCI6IjU5MSIsIkxpbmVDb2xvciI6eyIkaWQiOiI1OTIiLCIkdHlwZSI6Ik5MUkUuQ29tbW9uLkRvbS5Tb2xpZENvbG9yQnJ1c2gsIE5MUkUuQ29tbW9uIiwiQ29sb3IiOnsiJGlkIjoiNTkz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Tk0IiwiTWFyZ2luIjp7IiRpZCI6IjU5NSIsIlRvcCI6MCwiTGVmdCI6NCwiUmlnaHQiOjQsIkJvdHRvbSI6MH0sIlBhZGRpbmciOnsiJGlkIjoiNTk2IiwiVG9wIjowLCJMZWZ0IjowLCJSaWdodCI6MCwiQm90dG9tIjowfSwiQmFja2dyb3VuZCI6eyIkaWQiOiI1OTciLCJDb2xvciI6eyIkaWQiOiI1OTgiLCJBIjoyNTUsIlIiOjIzNywiRyI6MTI1LCJCIjo0OX19LCJJc1Zpc2libGUiOnRydWUsIldpZHRoIjowLjAsIkhlaWdodCI6MTAuMCwiQm9yZGVyU3R5bGUiOnsiJGlkIjoiNTk5IiwiTGluZUNvbG9yIjp7IiRpZCI6IjYwMCIsIiR0eXBlIjoiTkxSRS5Db21tb24uRG9tLlNvbGlkQ29sb3JCcnVzaCwgTkxSRS5Db21tb24iLCJDb2xvciI6eyIkaWQiOiI2MDEiLCJBIjoyNTUsIlIiOjI1NSwiRyI6MCwiQiI6MH19LCJMaW5lV2VpZ2h0IjowLjAsIkxpbmVUeXBlIjowLCJQYXJlbnRTdHlsZSI6bnVsbH0sIlBhcmVudFN0eWxlIjpudWxsfSwiVGl0bGVTdHlsZSI6eyIkaWQiOiI2MDIiLCJGb250U2V0dGluZ3MiOnsiJGlkIjoiNjAzIiwiRm9udFNpemUiOjExLCJGb250TmFtZSI6IkNhbGlicmkiLCJJc0JvbGQiOmZhbHNlLCJJc0l0YWxpYyI6ZmFsc2UsIklzVW5kZXJsaW5lZCI6ZmFsc2UsIlBhcmVudFN0eWxlIjpudWxsfSwiQXV0b1NpemUiOjAsIkZvcmVncm91bmQiOnsiJGlkIjoiNjA0IiwiQ29sb3IiOnsiJGlkIjoiNjA1IiwiQSI6MjU1LCJSIjoyNTUsIkciOjI1NSwiQiI6MjU1fX0sIk1heFdpZHRoIjo5NjAuMCwiTWF4SGVpZ2h0IjoiSW5maW5pdHkiLCJTbWFydEZvcmVncm91bmRJc0FjdGl2ZSI6ZmFsc2UsIkhvcml6b250YWxBbGlnbm1lbnQiOjEsIlZlcnRpY2FsQWxpZ25tZW50IjowLCJTbWFydEZvcmVncm91bmQiOm51bGwsIkJhY2tncm91bmRGaWxsVHlwZSI6MCwiTWFyZ2luIjp7IiRpZCI6IjYwNiIsIlRvcCI6MCwiTGVmdCI6MCwiUmlnaHQiOjAsIkJvdHRvbSI6MH0sIlBhZGRpbmciOnsiJGlkIjoiNjA3IiwiVG9wIjowLCJMZWZ0IjowLCJSaWdodCI6MCwiQm90dG9tIjowfSwiQmFja2dyb3VuZCI6eyIkaWQiOiI2MDgiLCJDb2xvciI6eyIkaWQiOiI2MDkiLCJBIjowLCJSIjoyNTUsIkciOjI1NSwiQiI6MjU1fX0sIklzVmlzaWJsZSI6dHJ1ZSwiV2lkdGgiOjAuMCwiSGVpZ2h0IjowLjAsIkJvcmRlclN0eWxlIjp7IiRpZCI6IjYxMCIsIkxpbmVDb2xvciI6bnVsbCwiTGluZVdlaWdodCI6MC4wLCJMaW5lVHlwZSI6MCwiUGFyZW50U3R5bGUiOm51bGx9LCJQYXJlbnRTdHlsZSI6bnVsbH0sIkRhdGVTdHlsZSI6eyIkaWQiOiI2MTEiLCJGb250U2V0dGluZ3MiOnsiJGlkIjoiNjEyIiwiRm9udFNpemUiOjEwLCJGb250TmFtZSI6IkNhbGlicmkiLCJJc0JvbGQiOmZhbHNlLCJJc0l0YWxpYyI6ZmFsc2UsIklzVW5kZXJsaW5lZCI6ZmFsc2UsIlBhcmVudFN0eWxlIjpudWxsfSwiQXV0b1NpemUiOjAsIkZvcmVncm91bmQiOnsiJGlkIjoiNjEzIiwiQ29sb3IiOnsiJGlkIjoiNjE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2MTUiLCJUb3AiOjAsIkxlZnQiOjAsIlJpZ2h0IjowLCJCb3R0b20iOjB9LCJQYWRkaW5nIjp7IiRpZCI6IjYxNiIsIlRvcCI6MCwiTGVmdCI6MCwiUmlnaHQiOjAsIkJvdHRvbSI6MH0sIkJhY2tncm91bmQiOnsiJGlkIjoiNjE3IiwiQ29sb3IiOnsiJHJlZiI6IjU3OCJ9fSwiSXNWaXNpYmxlIjp0cnVlLCJXaWR0aCI6MC4wLCJIZWlnaHQiOjAuMCwiQm9yZGVyU3R5bGUiOnsiJGlkIjoiNjE4IiwiTGluZUNvbG9yIjpudWxsLCJMaW5lV2VpZ2h0IjowLjAsIkxpbmVUeXBlIjowLCJQYXJlbnRTdHlsZSI6bnVsbH0sIlBhcmVudFN0eWxlIjpudWxsfSwiRGF0ZUZvcm1hdCI6eyIkaWQiOiI2MT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IwIiwiRm9ybWF0IjowLCJJc1Zpc2libGUiOmZhbHNlLCJMYXN0S25vd25WaXNpYmlsaXR5U3RhdGUiOmZhbHNlfSwiSXNWaXNpYmxlIjpmYWxzZSwiUGFyZW50U3R5bGUiOm51bGx9LCJJbmRleCI6MywiU21hcnREdXJhdGlvbkFjdGl2YXRlZCI6ZmFsc2UsIkRhdGVGb3JtYXQiOnsiJHJlZiI6IjYxOSJ9LCJXZWVrTnVtYmVyaW5nIjp7IiRpZCI6IjYyMSIsIkZvcm1hdCI6MCwiSXNWaXNpYmxlIjpmYWxzZSwiTGFzdEtub3duVmlzaWJpbGl0eVN0YXRlIjpmYWxzZX0sIklkIjoiZWQ4NzNiYWItNzgwZS00YTU2LTlhOGUtNTM2YTFiZWVmYjdmIiwiSW1wb3J0SWQiOiIxMCIsIlRpdGxlIjoiSXRlcmF0aXZlIHJvbGxvdXQgb2YgdXNlIGNhc2VzIiwiTm90ZSI6bnVsbCwiSHlwZXJsaW5rIjp7IiRpZCI6IjYyMiIsIkFkZHJlc3MiOm51bGwsIlN1YkFkZHJlc3MiOm51bGx9LCJJc0NoYW5nZWQiOmZhbHNlLCJJc05ldyI6ZmFsc2V9fSx7IiRpZCI6IjYyMyIsIl9hdHRhY2hlZE1pbGVzdG9uZXMiOltdLCJUYXNrRGVmaW5pdGlvbiI6eyIkaWQiOiI2MjQiLCJHcm91cE5hbWUiOm51bGwsIlN0YXJ0RGF0ZSI6IjIwMjEtMDQtMTJUMDg6MDA6MDAiLCJFbmREYXRlIjoiMjAyMi0wMi0yNVQxNzowMDowMCIsIlBlcmNlbnRhZ2VDb21wbGV0ZSI6MTIuMCwiU3R5bGUiOnsiJGlkIjoiNjI1IiwiU2hhcGUiOjEsIlNoYXBlVGhpY2tuZXNzIjowLCJEdXJhdGlvbkZvcm1hdCI6MCwiSW5jbHVkZU5vbldvcmtpbmdEYXlzSW5EdXJhdGlvbiI6ZmFsc2UsIlBlcmNlbnRhZ2VDb21wbGV0ZVN0eWxlIjp7IiRpZCI6IjYyNiIsIkZvbnRTZXR0aW5ncyI6eyIkaWQiOiI2MjciLCJGb250U2l6ZSI6MTAsIkZvbnROYW1lIjoiQ2FsaWJyaSIsIklzQm9sZCI6ZmFsc2UsIklzSXRhbGljIjpmYWxzZSwiSXNVbmRlcmxpbmVkIjpmYWxzZSwiUGFyZW50U3R5bGUiOm51bGx9LCJBdXRvU2l6ZSI6MCwiRm9yZWdyb3VuZCI6eyIkaWQiOiI2MjgiLCJDb2xvciI6eyIkaWQiOiI2Mjk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pZCI6IjYzMCIsIlRvcCI6MCwiTGVmdCI6MCwiUmlnaHQiOjAsIkJvdHRvbSI6MH0sIlBhZGRpbmciOnsiJGlkIjoiNjMxIiwiVG9wIjowLCJMZWZ0IjowLCJSaWdodCI6MCwiQm90dG9tIjowfSwiQmFja2dyb3VuZCI6eyIkaWQiOiI2MzIiLCJDb2xvciI6eyIkaWQiOiI2MzMiLCJBIjo4OSwiUiI6MCwiRyI6MCwiQiI6MH19LCJJc1Zpc2libGUiOnRydWUsIldpZHRoIjowLjAsIkhlaWdodCI6MC4wLCJCb3JkZXJTdHlsZSI6eyIkaWQiOiI2MzQiLCJMaW5lQ29sb3IiOm51bGwsIkxpbmVXZWlnaHQiOjAuMCwiTGluZVR5cGUiOjAsIlBhcmVudFN0eWxlIjpudWxsfSwiUGFyZW50U3R5bGUiOm51bGx9LCJEdXJhdGlvblN0eWxlIjp7IiRpZCI6IjYzNSIsIkZvbnRTZXR0aW5ncyI6eyIkaWQiOiI2MzYiLCJGb250U2l6ZSI6MTAsIkZvbnROYW1lIjoiQ2FsaWJyaSIsIklzQm9sZCI6ZmFsc2UsIklzSXRhbGljIjpmYWxzZSwiSXNVbmRlcmxpbmVkIjpmYWxzZSwiUGFyZW50U3R5bGUiOm51bGx9LCJBdXRvU2l6ZSI6MCwiRm9yZWdyb3VuZCI6eyIkaWQiOiI2MzciLCJDb2xvciI6eyIkaWQiOiI2Mzg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2MzkiLCJUb3AiOjAsIkxlZnQiOjAsIlJpZ2h0IjowLCJCb3R0b20iOjB9LCJQYWRkaW5nIjp7IiRpZCI6IjY0MCIsIlRvcCI6MCwiTGVmdCI6MCwiUmlnaHQiOjAsIkJvdHRvbSI6MH0sIkJhY2tncm91bmQiOnsiJGlkIjoiNjQxIiwiQ29sb3IiOnsiJHJlZiI6IjYzMyJ9fSwiSXNWaXNpYmxlIjp0cnVlLCJXaWR0aCI6MC4wLCJIZWlnaHQiOjAuMCwiQm9yZGVyU3R5bGUiOnsiJGlkIjoiNjQyIiwiTGluZUNvbG9yIjpudWxsLCJMaW5lV2VpZ2h0IjowLjAsIkxpbmVUeXBlIjowLCJQYXJlbnRTdHlsZSI6bnVsbH0sIlBhcmVudFN0eWxlIjpudWxsfSwiSG9yaXpvbnRhbENvbm5lY3RvclN0eWxlIjp7IiRpZCI6IjY0MyIsIkxpbmVDb2xvciI6eyIkaWQiOiI2NDQiLCIkdHlwZSI6Ik5MUkUuQ29tbW9uLkRvbS5Tb2xpZENvbG9yQnJ1c2gsIE5MUkUuQ29tbW9uIiwiQ29sb3IiOnsiJGlkIjoiNjQ1IiwiQSI6MjU1LCJSIjoyMDQsIkciOjIwNCwiQiI6MjA0fX0sIkxpbmVXZWlnaHQiOjEuMCwiTGluZVR5cGUiOjAsIlBhcmVudFN0eWxlIjpudWxsfSwiVmVydGljYWxDb25uZWN0b3JTdHlsZSI6eyIkaWQiOiI2NDYiLCJMaW5lQ29sb3IiOnsiJGlkIjoiNjQ3IiwiJHR5cGUiOiJOTFJFLkNvbW1vbi5Eb20uU29saWRDb2xvckJydXNoLCBOTFJFLkNvbW1vbiIsIkNvbG9yIjp7IiRpZCI6IjY0OCIsIkEiOjI1NSwiUiI6MjA0LCJHIjoyMDQsIkIiOjIwNH1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NSwiSXNCZWxvd1RpbWViYW5kIjp0cnVlLCJQZXJjZW50YWdlQ29tcGxldGVTaGFwZU9wYWNpdHkiOjM1LCJTaGFwZVN0eWxlIjp7IiRpZCI6IjY0OSIsIk1hcmdpbiI6eyIkaWQiOiI2NTAiLCJUb3AiOjAsIkxlZnQiOjQsIlJpZ2h0Ijo0LCJCb3R0b20iOjB9LCJQYWRkaW5nIjp7IiRpZCI6IjY1MSIsIlRvcCI6MCwiTGVmdCI6MCwiUmlnaHQiOjAsIkJvdHRvbSI6MH0sIkJhY2tncm91bmQiOnsiJGlkIjoiNjUyIiwiQ29sb3IiOnsiJGlkIjoiNjUzIiwiQSI6MjU1LCJSIjoyMzcsIkciOjEyNSwiQiI6NDl9fSwiSXNWaXNpYmxlIjp0cnVlLCJXaWR0aCI6MC4wLCJIZWlnaHQiOjEwLjAsIkJvcmRlclN0eWxlIjp7IiRpZCI6IjY1NCIsIkxpbmVDb2xvciI6eyIkaWQiOiI2NTUiLCIkdHlwZSI6Ik5MUkUuQ29tbW9uLkRvbS5Tb2xpZENvbG9yQnJ1c2gsIE5MUkUuQ29tbW9uIiwiQ29sb3IiOnsiJGlkIjoiNjU2IiwiQSI6MjU1LCJSIjoyNTUsIkciOjAsIkIiOjB9fSwiTGluZVdlaWdodCI6MC4wLCJMaW5lVHlwZSI6MCwiUGFyZW50U3R5bGUiOm51bGx9LCJQYXJlbnRTdHlsZSI6bnVsbH0sIlRpdGxlU3R5bGUiOnsiJGlkIjoiNjU3IiwiRm9udFNldHRpbmdzIjp7IiRpZCI6IjY1OCIsIkZvbnRTaXplIjoxMSwiRm9udE5hbWUiOiJDYWxpYnJpIiwiSXNCb2xkIjpmYWxzZSwiSXNJdGFsaWMiOmZhbHNlLCJJc1VuZGVybGluZWQiOmZhbHNlLCJQYXJlbnRTdHlsZSI6bnVsbH0sIkF1dG9TaXplIjowLCJGb3JlZ3JvdW5kIjp7IiRyZWYiOiIxMTQifSwiTWF4V2lkdGgiOjk2MC4wLCJNYXhIZWlnaHQiOiJJbmZpbml0eSIsIlNtYXJ0Rm9yZWdyb3VuZElzQWN0aXZlIjpmYWxzZSwiSG9yaXpvbnRhbEFsaWdubWVudCI6MCwiVmVydGljYWxBbGlnbm1lbnQiOjAsIlNtYXJ0Rm9yZWdyb3VuZCI6bnVsbCwiQmFja2dyb3VuZEZpbGxUeXBlIjowLCJNYXJnaW4iOnsiJGlkIjoiNjU5IiwiVG9wIjowLCJMZWZ0IjowLCJSaWdodCI6MCwiQm90dG9tIjowfSwiUGFkZGluZyI6eyIkaWQiOiI2NjAiLCJUb3AiOjAsIkxlZnQiOjAsIlJpZ2h0IjowLCJCb3R0b20iOjB9LCJCYWNrZ3JvdW5kIjp7IiRpZCI6IjY2MSIsIkNvbG9yIjp7IiRyZWYiOiI2MzMifX0sIklzVmlzaWJsZSI6dHJ1ZSwiV2lkdGgiOjAuMCwiSGVpZ2h0IjowLjAsIkJvcmRlclN0eWxlIjp7IiRpZCI6IjY2MiIsIkxpbmVDb2xvciI6bnVsbCwiTGluZVdlaWdodCI6MC4wLCJMaW5lVHlwZSI6MCwiUGFyZW50U3R5bGUiOm51bGx9LCJQYXJlbnRTdHlsZSI6bnVsbH0sIkRhdGVTdHlsZSI6eyIkaWQiOiI2NjMiLCJGb250U2V0dGluZ3MiOnsiJGlkIjoiNjY0IiwiRm9udFNpemUiOjEwLCJGb250TmFtZSI6IkNhbGlicmkiLCJJc0JvbGQiOmZhbHNlLCJJc0l0YWxpYyI6ZmFsc2UsIklzVW5kZXJsaW5lZCI6ZmFsc2UsIlBhcmVudFN0eWxlIjpudWxsfSwiQXV0b1NpemUiOjAsIkZvcmVncm91bmQiOnsiJGlkIjoiNjY1IiwiQ29sb3IiOnsiJGlkIjoiNjY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2NjciLCJUb3AiOjAsIkxlZnQiOjAsIlJpZ2h0IjowLCJCb3R0b20iOjB9LCJQYWRkaW5nIjp7IiRpZCI6IjY2OCIsIlRvcCI6MCwiTGVmdCI6MCwiUmlnaHQiOjAsIkJvdHRvbSI6MH0sIkJhY2tncm91bmQiOnsiJGlkIjoiNjY5IiwiQ29sb3IiOnsiJHJlZiI6IjYzMyJ9fSwiSXNWaXNpYmxlIjp0cnVlLCJXaWR0aCI6MC4wLCJIZWlnaHQiOjAuMCwiQm9yZGVyU3R5bGUiOnsiJGlkIjoiNjcwIiwiTGluZUNvbG9yIjpudWxsLCJMaW5lV2VpZ2h0IjowLjAsIkxpbmVUeXBlIjowLCJQYXJlbnRTdHlsZSI6bnVsbH0sIlBhcmVudFN0eWxlIjpudWxsfSwiRGF0ZUZvcm1hdCI6eyIkaWQiOiI2Nz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cyIiwiRm9ybWF0IjowLCJJc1Zpc2libGUiOmZhbHNlLCJMYXN0S25vd25WaXNpYmlsaXR5U3RhdGUiOmZhbHNlfSwiSXNWaXNpYmxlIjpmYWxzZSwiUGFyZW50U3R5bGUiOm51bGx9LCJJbmRleCI6MTIsIlNtYXJ0RHVyYXRpb25BY3RpdmF0ZWQiOmZhbHNlLCJEYXRlRm9ybWF0Ijp7IiRyZWYiOiI2NzEifSwiV2Vla051bWJlcmluZyI6eyIkaWQiOiI2NzMiLCJGb3JtYXQiOjAsIklzVmlzaWJsZSI6ZmFsc2UsIkxhc3RLbm93blZpc2liaWxpdHlTdGF0ZSI6ZmFsc2V9LCJJZCI6ImYxNDU0NzA5LWQzYTAtNDE1NS05M2VmLTkxNzBhYWViZTZiMSIsIkltcG9ydElkIjoiMSIsIlRpdGxlIjoiSW5kaWEiLCJOb3RlIjpudWxsLCJIeXBlcmxpbmsiOnsiJGlkIjoiNjc0IiwiQWRkcmVzcyI6IiIsIlN1YkFkZHJlc3MiOiIifSwiSXNDaGFuZ2VkIjpmYWxzZSwiSXNOZXciOmZhbHNlfX1dLCJNaWxlc3RvbmVzIjpbXX0seyIkaWQiOiI2NzUiLCJJZCI6IjdiYTVkMWQxLWE5YzgtNGM4MS1iMDc5LTY4MTRlOGYxMmE4MiIsIkluZGV4IjoxLCJIZWFkZXJUZXh0IjoiVGFpd2FuIiwiU3R5bGUiOnsiJGlkIjoiNjc2IiwiSGVhZGVyU3R5bGUiOnsiJGlkIjoiNjc3IiwiVGV4dFN0eWxlIjp7IiRpZCI6IjY3OCIsIkZvbnRTZXR0aW5ncyI6eyIkaWQiOiI2NzkiLCJGb250U2l6ZSI6MTIsIkZvbnROYW1lIjoiQ2FsaWJyaSIsIklzQm9sZCI6ZmFsc2UsIklzSXRhbGljIjpmYWxzZSwiSXNVbmRlcmxpbmVkIjpmYWxzZSwiUGFyZW50U3R5bGUiOm51bGx9LCJBdXRvU2l6ZSI6MCwiRm9yZWdyb3VuZCI6eyIkaWQiOiI2ODAiLCJDb2xvciI6eyIkaWQiOiI2ODEiLCJBIjoyNTUsIlIiOjI1NSwiRyI6MjU1LCJCIjoyNTV9fSwiTWF4V2lkdGgiOjAuMCwiTWF4SGVpZ2h0IjowLjAsIlNtYXJ0Rm9yZWdyb3VuZElzQWN0aXZlIjpmYWxzZSwiSG9yaXpvbnRhbEFsaWdubWVudCI6MCwiVmVydGljYWxBbGlnbm1lbnQiOjAsIlNtYXJ0Rm9yZWdyb3VuZCI6bnVsbCwiQmFja2dyb3VuZEZpbGxUeXBlIjowLCJNYXJnaW4iOnsiJGlkIjoiNjgyIiwiVG9wIjowLCJMZWZ0IjowLCJSaWdodCI6MCwiQm90dG9tIjowfSwiUGFkZGluZyI6eyIkaWQiOiI2ODMiLCJUb3AiOjAsIkxlZnQiOjAsIlJpZ2h0IjowLCJCb3R0b20iOjB9LCJCYWNrZ3JvdW5kIjpudWxsLCJJc1Zpc2libGUiOmZhbHNlLCJXaWR0aCI6MC4wLCJIZWlnaHQiOjAuMCwiQm9yZGVyU3R5bGUiOm51bGwsIlBhcmVudFN0eWxlIjpudWxsfSwiUmVjdGFuZ2xlU3R5bGUiOnsiJGlkIjoiNjg0IiwiTWFyZ2luIjp7IiRpZCI6IjY4NSIsIlRvcCI6MCwiTGVmdCI6MCwiUmlnaHQiOjAsIkJvdHRvbSI6MH0sIlBhZGRpbmciOnsiJGlkIjoiNjg2IiwiVG9wIjowLCJMZWZ0IjowLCJSaWdodCI6MCwiQm90dG9tIjowfSwiQmFja2dyb3VuZCI6eyIkaWQiOiI2ODciLCJDb2xvciI6eyIkaWQiOiI2ODgiLCJBIjoyNTUsIlIiOjIsIkciOjE3OCwiQiI6MjM4fX0sIklzVmlzaWJsZSI6ZmFsc2UsIldpZHRoIjowLjAsIkhlaWdodCI6MC4wLCJCb3JkZXJTdHlsZSI6eyIkaWQiOiI2ODkiLCJMaW5lQ29sb3IiOnsiJGlkIjoiNjkwIiwiJHR5cGUiOiJOTFJFLkNvbW1vbi5Eb20uU29saWRDb2xvckJydXNoLCBOTFJFLkNvbW1vbiIsIkNvbG9yIjp7IiRpZCI6IjY5MSIsIkEiOjI1NSwiUiI6MjU1LCJHIjoyNTUsIkIiOjI1NX19LCJMaW5lV2VpZ2h0IjowLjAsIkxpbmVUeXBlIjowLCJQYXJlbnRTdHlsZSI6bnVsbH0sIlBhcmVudFN0eWxlIjpudWxsfSwiTWFyZ2luIjp7IiRpZCI6IjY5MiIsIlRvcCI6MCwiTGVmdCI6MCwiUmlnaHQiOjAsIkJvdHRvbSI6MH0sIlBhZGRpbmciOnsiJGlkIjoiNjkzIiwiVG9wIjowLCJMZWZ0IjowLCJSaWdodCI6MCwiQm90dG9tIjowfSwiQmFja2dyb3VuZCI6bnVsbCwiSXNWaXNpYmxlIjp0cnVlLCJXaWR0aCI6MC4wLCJIZWlnaHQiOjAuMCwiQm9yZGVyU3R5bGUiOm51bGwsIlBhcmVudFN0eWxlIjpudWxsfSwiQmFja2dyb3VuZFN0eWxlIjp7IiRpZCI6IjY5NCIsIk1hcmdpbiI6eyIkaWQiOiI2OTUiLCJUb3AiOjAsIkxlZnQiOjAsIlJpZ2h0IjowLCJCb3R0b20iOjB9LCJQYWRkaW5nIjp7IiRpZCI6IjY5NiIsIlRvcCI6MCwiTGVmdCI6MCwiUmlnaHQiOjAsIkJvdHRvbSI6MH0sIkJhY2tncm91bmQiOnsiJGlkIjoiNjk3IiwiQ29sb3IiOnsiJGlkIjoiNjk4IiwiQSI6MzgsIlIiOjIsIkciOjE3OCwiQiI6MjM4fX0sIklzVmlzaWJsZSI6dHJ1ZSwiV2lkdGgiOjAuMCwiSGVpZ2h0IjowLjAsIkJvcmRlclN0eWxlIjp7IiRpZCI6IjY5OSIsIkxpbmVDb2xvciI6eyIkaWQiOiI3MDAiLCIkdHlwZSI6Ik5MUkUuQ29tbW9uLkRvbS5Tb2xpZENvbG9yQnJ1c2gsIE5MUkUuQ29tbW9uIiwiQ29sb3IiOnsiJGlkIjoiNzAxIiwiQSI6MjU1LCJSIjoyMSwiRyI6MzcsIkIiOjY2fX0sIkxpbmVXZWlnaHQiOjAuMCwiTGluZVR5cGUiOjAsIlBhcmVudFN0eWxlIjpudWxsfSwiUGFyZW50U3R5bGUiOm51bGx9LCJJc0Fib3ZlVGltZWJhbmQiOmZhbHNlLCJNYXJnaW4iOnsiJGlkIjoiNzAyIiwiVG9wIjowLCJMZWZ0IjowLCJSaWdodCI6MCwiQm90dG9tIjowfSwiUGFkZGluZyI6eyIkaWQiOiI3MDMiLCJUb3AiOjAsIkxlZnQiOjAsIlJpZ2h0IjowLCJCb3R0b20iOjB9LCJJc1Zpc2libGUiOnRydWUsIldpZHRoIjowLjAsIkhlaWdodCI6MC4wLCJCb3JkZXJTdHlsZSI6bnVsbCwiUGFyZW50U3R5bGUiOm51bGx9LCJUYXNrcyI6W3siJGlkIjoiNzA0IiwiX2F0dGFjaGVkTWlsZXN0b25lcyI6W10sIlRhc2tEZWZpbml0aW9uIjp7IiRpZCI6IjcwNSIsIkdyb3VwTmFtZSI6bnVsbCwiU3RhcnREYXRlIjoiMjAyMS0wNS0xMFQwODowMDowMCIsIkVuZERhdGUiOiIyMDIxLTA2LTA0VDE3OjAwOjAwIiwiUGVyY2VudGFnZUNvbXBsZXRlIjowLjAsIlN0eWxlIjp7IiRpZCI6IjcwNiIsIlNoYXBlIjoxLCJTaGFwZVRoaWNrbmVzcyI6MCwiRHVyYXRpb25Gb3JtYXQiOjAsIkluY2x1ZGVOb25Xb3JraW5nRGF5c0luRHVyYXRpb24iOmZhbHNlLCJQZXJjZW50YWdlQ29tcGxldGVTdHlsZSI6eyIkaWQiOiI3MDciLCJGb250U2V0dGluZ3MiOnsiJGlkIjoiNzA4IiwiRm9udFNpemUiOjEwLCJGb250TmFtZSI6IkNhbGlicmkiLCJJc0JvbGQiOmZhbHNlLCJJc0l0YWxpYyI6ZmFsc2UsIklzVW5kZXJsaW5lZCI6ZmFsc2UsIlBhcmVudFN0eWxlIjpudWxsfSwiQXV0b1NpemUiOjAsIkZvcmVncm91bmQiOnsiJGlkIjoiNzA5IiwiQ29sb3IiOnsiJGlkIjoiNzEw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3MTEiLCJUb3AiOjAsIkxlZnQiOjAsIlJpZ2h0IjowLCJCb3R0b20iOjB9LCJQYWRkaW5nIjp7IiRpZCI6IjcxMiIsIlRvcCI6MCwiTGVmdCI6MCwiUmlnaHQiOjAsIkJvdHRvbSI6MH0sIkJhY2tncm91bmQiOnsiJGlkIjoiNzEzIiwiQ29sb3IiOnsiJGlkIjoiNzE0IiwiQSI6ODksIlIiOjAsIkciOjAsIkIiOjB9fSwiSXNWaXNpYmxlIjp0cnVlLCJXaWR0aCI6MC4wLCJIZWlnaHQiOjAuMCwiQm9yZGVyU3R5bGUiOnsiJGlkIjoiNzE1IiwiTGluZUNvbG9yIjpudWxsLCJMaW5lV2VpZ2h0IjowLjAsIkxpbmVUeXBlIjowLCJQYXJlbnRTdHlsZSI6bnVsbH0sIlBhcmVudFN0eWxlIjpudWxsfSwiRHVyYXRpb25TdHlsZSI6eyIkaWQiOiI3MTYiLCJGb250U2V0dGluZ3MiOnsiJGlkIjoiNzE3IiwiRm9udFNpemUiOjEwLCJGb250TmFtZSI6IkNhbGlicmkiLCJJc0JvbGQiOmZhbHNlLCJJc0l0YWxpYyI6ZmFsc2UsIklzVW5kZXJsaW5lZCI6ZmFsc2UsIlBhcmVudFN0eWxlIjpudWxsfSwiQXV0b1NpemUiOjAsIkZvcmVncm91bmQiOnsiJGlkIjoiNzE4IiwiQ29sb3IiOnsiJGlkIjoiNzE5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zIwIiwiVG9wIjowLCJMZWZ0IjowLCJSaWdodCI6MCwiQm90dG9tIjowfSwiUGFkZGluZyI6eyIkaWQiOiI3MjEiLCJUb3AiOjAsIkxlZnQiOjAsIlJpZ2h0IjowLCJCb3R0b20iOjB9LCJCYWNrZ3JvdW5kIjp7IiRpZCI6IjcyMiIsIkNvbG9yIjp7IiRyZWYiOiI3MTQifX0sIklzVmlzaWJsZSI6dHJ1ZSwiV2lkdGgiOjAuMCwiSGVpZ2h0IjowLjAsIkJvcmRlclN0eWxlIjp7IiRpZCI6IjcyMyIsIkxpbmVDb2xvciI6bnVsbCwiTGluZVdlaWdodCI6MC4wLCJMaW5lVHlwZSI6MCwiUGFyZW50U3R5bGUiOm51bGx9LCJQYXJlbnRTdHlsZSI6bnVsbH0sIkhvcml6b250YWxDb25uZWN0b3JTdHlsZSI6eyIkaWQiOiI3MjQiLCJMaW5lQ29sb3IiOnsiJGlkIjoiNzI1IiwiJHR5cGUiOiJOTFJFLkNvbW1vbi5Eb20uU29saWRDb2xvckJydXNoLCBOTFJFLkNvbW1vbiIsIkNvbG9yIjp7IiRpZCI6IjcyNiIsIkEiOjI1NSwiUiI6MjA0LCJHIjoyMDQsIkIiOjIwNH19LCJMaW5lV2VpZ2h0IjoxLjAsIkxpbmVUeXBlIjowLCJQYXJlbnRTdHlsZSI6bnVsbH0sIlZlcnRpY2FsQ29ubmVjdG9yU3R5bGUiOnsiJGlkIjoiNzI3IiwiTGluZUNvbG9yIjp7IiRpZCI6IjcyOCIsIiR0eXBlIjoiTkxSRS5Db21tb24uRG9tLlNvbGlkQ29sb3JCcnVzaCwgTkxSRS5Db21tb24iLCJDb2xvciI6eyIkaWQiOiI3MjkiLCJBIjoyNTUsIlIiOjIwNCwiRyI6MjA0LCJCIjoyMDR9fSwiTGluZVdlaWdodCI6MC4wLCJMaW5lVHlwZSI6MCwiUGFyZW50U3R5bGUiOm51bGx9LCJNYXJnaW4iOm51bGwsIlN0YXJ0RGF0ZVBvc2l0aW9uIjo2LCJFbmREYXRlUG9zaXRpb24iOjYsIkRhdGVJc1Zpc2libGUiOmZhbHNlLCJUaXRsZVBvc2l0aW9uIjo0LCJEdXJhdGlvblBvc2l0aW9uIjo2LCJQZXJjZW50YWdlQ29tcGxldGVkUG9zaXRpb24iOjYsIlNwYWNpbmciOjUsIklzQmVsb3dUaW1lYmFuZCI6dHJ1ZSwiUGVyY2VudGFnZUNvbXBsZXRlU2hhcGVPcGFjaXR5IjozNSwiU2hhcGVTdHlsZSI6eyIkaWQiOiI3MzAiLCJNYXJnaW4iOnsiJGlkIjoiNzMxIiwiVG9wIjowLCJMZWZ0Ijo0LCJSaWdodCI6NCwiQm90dG9tIjowfSwiUGFkZGluZyI6eyIkaWQiOiI3MzIiLCJUb3AiOjAsIkxlZnQiOjAsIlJpZ2h0IjowLCJCb3R0b20iOjB9LCJCYWNrZ3JvdW5kIjp7IiRpZCI6IjczMyIsIkNvbG9yIjp7IiRpZCI6IjczNCIsIkEiOjI1NSwiUiI6MiwiRyI6MTc4LCJCIjoyMzh9fSwiSXNWaXNpYmxlIjp0cnVlLCJXaWR0aCI6MC4wLCJIZWlnaHQiOjEwLjAsIkJvcmRlclN0eWxlIjp7IiRpZCI6IjczNSIsIkxpbmVDb2xvciI6eyIkaWQiOiI3MzYiLCIkdHlwZSI6Ik5MUkUuQ29tbW9uLkRvbS5Tb2xpZENvbG9yQnJ1c2gsIE5MUkUuQ29tbW9uIiwiQ29sb3IiOnsiJGlkIjoiNzM3IiwiQSI6MjU1LCJSIjoyNTUsIkciOjAsIkIiOjB9fSwiTGluZVdlaWdodCI6MC4wLCJMaW5lVHlwZSI6MCwiUGFyZW50U3R5bGUiOm51bGx9LCJQYXJlbnRTdHlsZSI6bnVsbH0sIlRpdGxlU3R5bGUiOnsiJGlkIjoiNzM4IiwiRm9udFNldHRpbmdzIjp7IiRpZCI6IjczOSIsIkZvbnRTaXplIjoxMSwiRm9udE5hbWUiOiJDYWxpYnJpIiwiSXNCb2xkIjpmYWxzZSwiSXNJdGFsaWMiOmZhbHNlLCJJc1VuZGVybGluZWQiOmZhbHNlLCJQYXJlbnRTdHlsZSI6bnVsbH0sIkF1dG9TaXplIjowLCJGb3JlZ3JvdW5kIjp7IiRpZCI6Ijc0MCIsIkNvbG9yIjp7IiRpZCI6Ijc0MSIsIkEiOjI1NSwiUiI6MjU1LCJHIjoyNTUsIkIiOjI1NX19LCJNYXhXaWR0aCI6NzIwLjAsIk1heEhlaWdodCI6IkluZmluaXR5IiwiU21hcnRGb3JlZ3JvdW5kSXNBY3RpdmUiOmZhbHNlLCJIb3Jpem9udGFsQWxpZ25tZW50IjowLCJWZXJ0aWNhbEFsaWdubWVudCI6MCwiU21hcnRGb3JlZ3JvdW5kIjpudWxsLCJCYWNrZ3JvdW5kRmlsbFR5cGUiOjAsIk1hcmdpbiI6eyIkaWQiOiI3NDIiLCJUb3AiOjAsIkxlZnQiOjAsIlJpZ2h0IjowLCJCb3R0b20iOjB9LCJQYWRkaW5nIjp7IiRpZCI6Ijc0MyIsIlRvcCI6MCwiTGVmdCI6MCwiUmlnaHQiOjAsIkJvdHRvbSI6MH0sIkJhY2tncm91bmQiOnsiJGlkIjoiNzQ0IiwiQ29sb3IiOnsiJGlkIjoiNzQ1IiwiQSI6MCwiUiI6MjU1LCJHIjoyNTUsIkIiOjI1NX19LCJJc1Zpc2libGUiOnRydWUsIldpZHRoIjowLjAsIkhlaWdodCI6MC4wLCJCb3JkZXJTdHlsZSI6eyIkaWQiOiI3NDYiLCJMaW5lQ29sb3IiOm51bGwsIkxpbmVXZWlnaHQiOjAuMCwiTGluZVR5cGUiOjAsIlBhcmVudFN0eWxlIjpudWxsfSwiUGFyZW50U3R5bGUiOm51bGx9LCJEYXRlU3R5bGUiOnsiJGlkIjoiNzQ3IiwiRm9udFNldHRpbmdzIjp7IiRpZCI6Ijc0OCIsIkZvbnRTaXplIjoxMCwiRm9udE5hbWUiOiJDYWxpYnJpIiwiSXNCb2xkIjpmYWxzZSwiSXNJdGFsaWMiOmZhbHNlLCJJc1VuZGVybGluZWQiOmZhbHNlLCJQYXJlbnRTdHlsZSI6bnVsbH0sIkF1dG9TaXplIjowLCJGb3JlZ3JvdW5kIjp7IiRpZCI6Ijc0OSIsIkNvbG9yIjp7IiRpZCI6Ijc1M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zUxIiwiVG9wIjowLCJMZWZ0IjowLCJSaWdodCI6MCwiQm90dG9tIjowfSwiUGFkZGluZyI6eyIkaWQiOiI3NTIiLCJUb3AiOjAsIkxlZnQiOjAsIlJpZ2h0IjowLCJCb3R0b20iOjB9LCJCYWNrZ3JvdW5kIjp7IiRpZCI6Ijc1MyIsIkNvbG9yIjp7IiRyZWYiOiI3MTQifX0sIklzVmlzaWJsZSI6dHJ1ZSwiV2lkdGgiOjAuMCwiSGVpZ2h0IjowLjAsIkJvcmRlclN0eWxlIjp7IiRpZCI6Ijc1NCIsIkxpbmVDb2xvciI6bnVsbCwiTGluZVdlaWdodCI6MC4wLCJMaW5lVHlwZSI6MCwiUGFyZW50U3R5bGUiOm51bGx9LCJQYXJlbnRTdHlsZSI6bnVsbH0sIkRhdGVGb3JtYXQiOnsiJGlkIjoiNzU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c1NiIsIkZvcm1hdCI6MCwiSXNWaXNpYmxlIjpmYWxzZSwiTGFzdEtub3duVmlzaWJpbGl0eVN0YXRlIjpmYWxzZX0sIklzVmlzaWJsZSI6ZmFsc2UsIlBhcmVudFN0eWxlIjpudWxsfSwiSW5kZXgiOjAsIlNtYXJ0RHVyYXRpb25BY3RpdmF0ZWQiOmZhbHNlLCJEYXRlRm9ybWF0Ijp7IiRyZWYiOiI3NTUifSwiV2Vla051bWJlcmluZyI6eyIkaWQiOiI3NTciLCJGb3JtYXQiOjAsIklzVmlzaWJsZSI6ZmFsc2UsIkxhc3RLbm93blZpc2liaWxpdHlTdGF0ZSI6ZmFsc2V9LCJJZCI6IjNmYjA5MjYwLTg4NTItNDU2ZC05NWIxLTdhMTc5YWE1NWI5MSIsIkltcG9ydElkIjoiMTMiLCJUaXRsZSI6IldvcmtzaG9wcyBQcmVwYXJlICYgUnVuIiwiTm90ZSI6bnVsbCwiSHlwZXJsaW5rIjp7IiRpZCI6Ijc1OCIsIkFkZHJlc3MiOm51bGwsIlN1YkFkZHJlc3MiOm51bGx9LCJJc0NoYW5nZWQiOmZhbHNlLCJJc05ldyI6ZmFsc2V9fSx7IiRpZCI6Ijc1OSIsIl9hdHRhY2hlZE1pbGVzdG9uZXMiOltdLCJUYXNrRGVmaW5pdGlvbiI6eyIkaWQiOiI3NjAiLCJHcm91cE5hbWUiOm51bGwsIlN0YXJ0RGF0ZSI6IjIwMjEtMDYtMDdUMDg6MDA6MDAiLCJFbmREYXRlIjoiMjAyMS0wNy0wMlQxNzowMDowMCIsIlBlcmNlbnRhZ2VDb21wbGV0ZSI6MC4wLCJTdHlsZSI6eyIkaWQiOiI3NjEiLCJTaGFwZSI6MSwiU2hhcGVUaGlja25lc3MiOjAsIkR1cmF0aW9uRm9ybWF0IjowLCJJbmNsdWRlTm9uV29ya2luZ0RheXNJbkR1cmF0aW9uIjpmYWxzZSwiUGVyY2VudGFnZUNvbXBsZXRlU3R5bGUiOnsiJGlkIjoiNzYyIiwiRm9udFNldHRpbmdzIjp7IiRpZCI6Ijc2MyIsIkZvbnRTaXplIjoxMCwiRm9udE5hbWUiOiJDYWxpYnJpIiwiSXNCb2xkIjpmYWxzZSwiSXNJdGFsaWMiOmZhbHNlLCJJc1VuZGVybGluZWQiOmZhbHNlLCJQYXJlbnRTdHlsZSI6bnVsbH0sIkF1dG9TaXplIjowLCJGb3JlZ3JvdW5kIjp7IiRpZCI6Ijc2NCIsIkNvbG9yIjp7IiRpZCI6Ijc2NS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NzY2IiwiVG9wIjowLCJMZWZ0IjowLCJSaWdodCI6MCwiQm90dG9tIjowfSwiUGFkZGluZyI6eyIkaWQiOiI3NjciLCJUb3AiOjAsIkxlZnQiOjAsIlJpZ2h0IjowLCJCb3R0b20iOjB9LCJCYWNrZ3JvdW5kIjp7IiRpZCI6Ijc2OCIsIkNvbG9yIjp7IiRpZCI6Ijc2OSIsIkEiOjg5LCJSIjowLCJHIjowLCJCIjowfX0sIklzVmlzaWJsZSI6dHJ1ZSwiV2lkdGgiOjAuMCwiSGVpZ2h0IjowLjAsIkJvcmRlclN0eWxlIjp7IiRpZCI6Ijc3MCIsIkxpbmVDb2xvciI6bnVsbCwiTGluZVdlaWdodCI6MC4wLCJMaW5lVHlwZSI6MCwiUGFyZW50U3R5bGUiOm51bGx9LCJQYXJlbnRTdHlsZSI6bnVsbH0sIkR1cmF0aW9uU3R5bGUiOnsiJGlkIjoiNzcxIiwiRm9udFNldHRpbmdzIjp7IiRpZCI6Ijc3MiIsIkZvbnRTaXplIjoxMCwiRm9udE5hbWUiOiJDYWxpYnJpIiwiSXNCb2xkIjpmYWxzZSwiSXNJdGFsaWMiOmZhbHNlLCJJc1VuZGVybGluZWQiOmZhbHNlLCJQYXJlbnRTdHlsZSI6bnVsbH0sIkF1dG9TaXplIjowLCJGb3JlZ3JvdW5kIjp7IiRpZCI6Ijc3MyIsIkNvbG9yIjp7IiRpZCI6Ijc3N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c3NSIsIlRvcCI6MCwiTGVmdCI6MCwiUmlnaHQiOjAsIkJvdHRvbSI6MH0sIlBhZGRpbmciOnsiJGlkIjoiNzc2IiwiVG9wIjowLCJMZWZ0IjowLCJSaWdodCI6MCwiQm90dG9tIjowfSwiQmFja2dyb3VuZCI6eyIkaWQiOiI3NzciLCJDb2xvciI6eyIkcmVmIjoiNzY5In19LCJJc1Zpc2libGUiOnRydWUsIldpZHRoIjowLjAsIkhlaWdodCI6MC4wLCJCb3JkZXJTdHlsZSI6eyIkaWQiOiI3NzgiLCJMaW5lQ29sb3IiOm51bGwsIkxpbmVXZWlnaHQiOjAuMCwiTGluZVR5cGUiOjAsIlBhcmVudFN0eWxlIjpudWxsfSwiUGFyZW50U3R5bGUiOm51bGx9LCJIb3Jpem9udGFsQ29ubmVjdG9yU3R5bGUiOnsiJGlkIjoiNzc5IiwiTGluZUNvbG9yIjp7IiRpZCI6Ijc4MCIsIiR0eXBlIjoiTkxSRS5Db21tb24uRG9tLlNvbGlkQ29sb3JCcnVzaCwgTkxSRS5Db21tb24iLCJDb2xvciI6eyIkaWQiOiI3ODEiLCJBIjoyNTUsIlIiOjIwNCwiRyI6MjA0LCJCIjoyMDR9fSwiTGluZVdlaWdodCI6MS4wLCJMaW5lVHlwZSI6MCwiUGFyZW50U3R5bGUiOm51bGx9LCJWZXJ0aWNhbENvbm5lY3RvclN0eWxlIjp7IiRpZCI6Ijc4MiIsIkxpbmVDb2xvciI6eyIkaWQiOiI3ODMiLCIkdHlwZSI6Ik5MUkUuQ29tbW9uLkRvbS5Tb2xpZENvbG9yQnJ1c2gsIE5MUkUuQ29tbW9uIiwiQ29sb3IiOnsiJGlkIjoiNzg0IiwiQSI6MjU1LCJSIjoyMDQsIkciOjIwNCwiQiI6MjA0fX0sIkxpbmVXZWlnaHQiOjAuMCwiTGluZVR5cGUiOjAsIlBhcmVudFN0eWxlIjpudWxsfSwiTWFyZ2luIjpudWxsLCJTdGFydERhdGVQb3NpdGlvbiI6NiwiRW5kRGF0ZVBvc2l0aW9uIjo2LCJEYXRlSXNWaXNpYmxlIjpmYWxzZSwiVGl0bGVQb3NpdGlvbiI6NCwiRHVyYXRpb25Qb3NpdGlvbiI6NiwiUGVyY2VudGFnZUNvbXBsZXRlZFBvc2l0aW9uIjo2LCJTcGFjaW5nIjo1LCJJc0JlbG93VGltZWJhbmQiOnRydWUsIlBlcmNlbnRhZ2VDb21wbGV0ZVNoYXBlT3BhY2l0eSI6MzUsIlNoYXBlU3R5bGUiOnsiJGlkIjoiNzg1IiwiTWFyZ2luIjp7IiRpZCI6Ijc4NiIsIlRvcCI6MCwiTGVmdCI6NCwiUmlnaHQiOjQsIkJvdHRvbSI6MH0sIlBhZGRpbmciOnsiJGlkIjoiNzg3IiwiVG9wIjowLCJMZWZ0IjowLCJSaWdodCI6MCwiQm90dG9tIjowfSwiQmFja2dyb3VuZCI6eyIkaWQiOiI3ODgiLCJDb2xvciI6eyIkaWQiOiI3ODkiLCJBIjoyNTUsIlIiOjIsIkciOjE3OCwiQiI6MjM4fX0sIklzVmlzaWJsZSI6dHJ1ZSwiV2lkdGgiOjAuMCwiSGVpZ2h0IjoxMC4wLCJCb3JkZXJTdHlsZSI6eyIkaWQiOiI3OTAiLCJMaW5lQ29sb3IiOnsiJGlkIjoiNzkxIiwiJHR5cGUiOiJOTFJFLkNvbW1vbi5Eb20uU29saWRDb2xvckJydXNoLCBOTFJFLkNvbW1vbiIsIkNvbG9yIjp7IiRpZCI6Ijc5MiIsIkEiOjI1NSwiUiI6MjU1LCJHIjowLCJCIjowfX0sIkxpbmVXZWlnaHQiOjAuMCwiTGluZVR5cGUiOjAsIlBhcmVudFN0eWxlIjpudWxsfSwiUGFyZW50U3R5bGUiOm51bGx9LCJUaXRsZVN0eWxlIjp7IiRpZCI6Ijc5MyIsIkZvbnRTZXR0aW5ncyI6eyIkaWQiOiI3OTQiLCJGb250U2l6ZSI6MTEsIkZvbnROYW1lIjoiQ2FsaWJyaSIsIklzQm9sZCI6ZmFsc2UsIklzSXRhbGljIjpmYWxzZSwiSXNVbmRlcmxpbmVkIjpmYWxzZSwiUGFyZW50U3R5bGUiOm51bGx9LCJBdXRvU2l6ZSI6MCwiRm9yZWdyb3VuZCI6eyIkaWQiOiI3OTUiLCJDb2xvciI6eyIkaWQiOiI3OTYiLCJBIjoyNTUsIlIiOjI1NSwiRyI6MjU1LCJCIjoyNTV9fSwiTWF4V2lkdGgiOjcyMC4wLCJNYXhIZWlnaHQiOiJJbmZpbml0eSIsIlNtYXJ0Rm9yZWdyb3VuZElzQWN0aXZlIjpmYWxzZSwiSG9yaXpvbnRhbEFsaWdubWVudCI6MCwiVmVydGljYWxBbGlnbm1lbnQiOjAsIlNtYXJ0Rm9yZWdyb3VuZCI6bnVsbCwiQmFja2dyb3VuZEZpbGxUeXBlIjowLCJNYXJnaW4iOnsiJGlkIjoiNzk3IiwiVG9wIjowLCJMZWZ0IjowLCJSaWdodCI6MCwiQm90dG9tIjowfSwiUGFkZGluZyI6eyIkaWQiOiI3OTgiLCJUb3AiOjAsIkxlZnQiOjAsIlJpZ2h0IjowLCJCb3R0b20iOjB9LCJCYWNrZ3JvdW5kIjp7IiRpZCI6Ijc5OSIsIkNvbG9yIjp7IiRpZCI6IjgwMCIsIkEiOjAsIlIiOjI1NSwiRyI6MjU1LCJCIjoyNTV9fSwiSXNWaXNpYmxlIjp0cnVlLCJXaWR0aCI6MC4wLCJIZWlnaHQiOjAuMCwiQm9yZGVyU3R5bGUiOnsiJGlkIjoiODAxIiwiTGluZUNvbG9yIjpudWxsLCJMaW5lV2VpZ2h0IjowLjAsIkxpbmVUeXBlIjowLCJQYXJlbnRTdHlsZSI6bnVsbH0sIlBhcmVudFN0eWxlIjpudWxsfSwiRGF0ZVN0eWxlIjp7IiRpZCI6IjgwMiIsIkZvbnRTZXR0aW5ncyI6eyIkaWQiOiI4MDMiLCJGb250U2l6ZSI6MTAsIkZvbnROYW1lIjoiQ2FsaWJyaSIsIklzQm9sZCI6ZmFsc2UsIklzSXRhbGljIjpmYWxzZSwiSXNVbmRlcmxpbmVkIjpmYWxzZSwiUGFyZW50U3R5bGUiOm51bGx9LCJBdXRvU2l6ZSI6MCwiRm9yZWdyb3VuZCI6eyIkaWQiOiI4MDQiLCJDb2xvciI6eyIkaWQiOiI4MD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gwNiIsIlRvcCI6MCwiTGVmdCI6MCwiUmlnaHQiOjAsIkJvdHRvbSI6MH0sIlBhZGRpbmciOnsiJGlkIjoiODA3IiwiVG9wIjowLCJMZWZ0IjowLCJSaWdodCI6MCwiQm90dG9tIjowfSwiQmFja2dyb3VuZCI6eyIkaWQiOiI4MDgiLCJDb2xvciI6eyIkcmVmIjoiNzY5In19LCJJc1Zpc2libGUiOnRydWUsIldpZHRoIjowLjAsIkhlaWdodCI6MC4wLCJCb3JkZXJTdHlsZSI6eyIkaWQiOiI4MDkiLCJMaW5lQ29sb3IiOm51bGwsIkxpbmVXZWlnaHQiOjAuMCwiTGluZVR5cGUiOjAsIlBhcmVudFN0eWxlIjpudWxsfSwiUGFyZW50U3R5bGUiOm51bGx9LCJEYXRlRm9ybWF0Ijp7IiRpZCI6Ijgx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MTEiLCJGb3JtYXQiOjAsIklzVmlzaWJsZSI6ZmFsc2UsIkxhc3RLbm93blZpc2liaWxpdHlTdGF0ZSI6ZmFsc2V9LCJJc1Zpc2libGUiOmZhbHNlLCJQYXJlbnRTdHlsZSI6bnVsbH0sIkluZGV4IjoxLCJTbWFydER1cmF0aW9uQWN0aXZhdGVkIjpmYWxzZSwiRGF0ZUZvcm1hdCI6eyIkcmVmIjoiODEwIn0sIldlZWtOdW1iZXJpbmciOnsiJGlkIjoiODEyIiwiRm9ybWF0IjowLCJJc1Zpc2libGUiOmZhbHNlLCJMYXN0S25vd25WaXNpYmlsaXR5U3RhdGUiOmZhbHNlfSwiSWQiOiJiYmIwYTVlYS1mNjU2LTRmMjAtYTAyYS0yMzRhYWRhYzI3MjAiLCJJbXBvcnRJZCI6IjE0IiwiVGl0bGUiOiJBbGlnbiAmIFByaW9yaXRpemUgdXNlIGNhc2VzIiwiTm90ZSI6bnVsbCwiSHlwZXJsaW5rIjp7IiRpZCI6IjgxMyIsIkFkZHJlc3MiOm51bGwsIlN1YkFkZHJlc3MiOm51bGx9LCJJc0NoYW5nZWQiOmZhbHNlLCJJc05ldyI6ZmFsc2V9fSx7IiRpZCI6IjgxNCIsIl9hdHRhY2hlZE1pbGVzdG9uZXMiOltdLCJUYXNrRGVmaW5pdGlvbiI6eyIkaWQiOiI4MTUiLCJHcm91cE5hbWUiOm51bGwsIlN0YXJ0RGF0ZSI6IjIwMjEtMDYtMjFUMDg6MDA6MDAiLCJFbmREYXRlIjoiMjAyMS0wOS0xN1QxNzowMDowMCIsIlBlcmNlbnRhZ2VDb21wbGV0ZSI6MC4wLCJTdHlsZSI6eyIkaWQiOiI4MTYiLCJTaGFwZSI6MSwiU2hhcGVUaGlja25lc3MiOjAsIkR1cmF0aW9uRm9ybWF0IjowLCJJbmNsdWRlTm9uV29ya2luZ0RheXNJbkR1cmF0aW9uIjpmYWxzZSwiUGVyY2VudGFnZUNvbXBsZXRlU3R5bGUiOnsiJGlkIjoiODE3IiwiRm9udFNldHRpbmdzIjp7IiRpZCI6IjgxOCIsIkZvbnRTaXplIjoxMCwiRm9udE5hbWUiOiJDYWxpYnJpIiwiSXNCb2xkIjpmYWxzZSwiSXNJdGFsaWMiOmZhbHNlLCJJc1VuZGVybGluZWQiOmZhbHNlLCJQYXJlbnRTdHlsZSI6bnVsbH0sIkF1dG9TaXplIjowLCJGb3JlZ3JvdW5kIjp7IiRpZCI6IjgxOSIsIkNvbG9yIjp7IiRpZCI6IjgyMCIsIkEiOjI1NSwiUiI6MjM4LCJHIjoyMzYsIkIiOjIyNX19LCJNYXhXaWR0aCI6MjAwLjAsIk1heEhlaWdodCI6IkluZmluaXR5IiwiU21hcnRGb3JlZ3JvdW5kSXNBY3RpdmUiOmZhbHNlLCJIb3Jpem9udGFsQWxpZ25tZW50IjowLCJWZXJ0aWNhbEFsaWdubWVudCI6MCwiU21hcnRGb3JlZ3JvdW5kIjpudWxsLCJCYWNrZ3JvdW5kRmlsbFR5cGUiOjAsIk1hcmdpbiI6eyIkcmVmIjoiODgifSwiUGFkZGluZyI6eyIkcmVmIjoiODkifSwiQmFja2dyb3VuZCI6eyIkaWQiOiI4MjEiLCJDb2xvciI6eyIkcmVmIjoiNTM3In19LCJJc1Zpc2libGUiOnRydWUsIldpZHRoIjowLjAsIkhlaWdodCI6MC4wLCJCb3JkZXJTdHlsZSI6eyIkaWQiOiI4MjIiLCJMaW5lQ29sb3IiOm51bGwsIkxpbmVXZWlnaHQiOjAuMCwiTGluZVR5cGUiOjAsIlBhcmVudFN0eWxlIjpudWxsfSwiUGFyZW50U3R5bGUiOm51bGx9LCJEdXJhdGlvblN0eWxlIjp7IiRpZCI6IjgyMyIsIkZvbnRTZXR0aW5ncyI6eyIkaWQiOiI4MjQiLCJGb250U2l6ZSI6MTAsIkZvbnROYW1lIjoiQ2FsaWJyaSIsIklzQm9sZCI6ZmFsc2UsIklzSXRhbGljIjpmYWxzZSwiSXNVbmRlcmxpbmVkIjpmYWxzZSwiUGFyZW50U3R5bGUiOm51bGx9LCJBdXRvU2l6ZSI6MCwiRm9yZWdyb3VuZCI6eyIkcmVmIjoiOTMifSwiTWF4V2lkdGgiOjIwMC4wLCJNYXhIZWlnaHQiOiJJbmZpbml0eSIsIlNtYXJ0Rm9yZWdyb3VuZElzQWN0aXZlIjpmYWxzZSwiSG9yaXpvbnRhbEFsaWdubWVudCI6MCwiVmVydGljYWxBbGlnbm1lbnQiOjAsIlNtYXJ0Rm9yZWdyb3VuZCI6bnVsbCwiQmFja2dyb3VuZEZpbGxUeXBlIjowLCJNYXJnaW4iOnsiJHJlZiI6Ijk1In0sIlBhZGRpbmciOnsiJHJlZiI6Ijk2In0sIkJhY2tncm91bmQiOnsiJHJlZiI6Ijk3In0sIklzVmlzaWJsZSI6dHJ1ZSwiV2lkdGgiOjAuMCwiSGVpZ2h0IjowLjAsIkJvcmRlclN0eWxlIjp7IiRpZCI6IjgyNSIsIkxpbmVDb2xvciI6bnVsbCwiTGluZVdlaWdodCI6MC4wLCJMaW5lVHlwZSI6MCwiUGFyZW50U3R5bGUiOm51bGx9LCJQYXJlbnRTdHlsZSI6bnVsbH0sIkhvcml6b250YWxDb25uZWN0b3JTdHlsZSI6eyIkaWQiOiI4MjYiLCJMaW5lQ29sb3IiOnsiJHJlZiI6Ijk5In0sIkxpbmVXZWlnaHQiOjEuMCwiTGluZVR5cGUiOjAsIlBhcmVudFN0eWxlIjpudWxsfSwiVmVydGljYWxDb25uZWN0b3JTdHlsZSI6eyIkaWQiOiI4MjciLCJMaW5lQ29sb3IiOnsiJHJlZiI6IjEwMiJ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NSwiSXNCZWxvd1RpbWViYW5kIjp0cnVlLCJQZXJjZW50YWdlQ29tcGxldGVTaGFwZU9wYWNpdHkiOjM1LCJTaGFwZVN0eWxlIjp7IiRpZCI6IjgyOCIsIk1hcmdpbiI6eyIkcmVmIjoiMTA1In0sIlBhZGRpbmciOnsiJHJlZiI6IjEwNiJ9LCJCYWNrZ3JvdW5kIjp7IiRpZCI6IjgyOSIsIkNvbG9yIjp7IiRpZCI6IjgzMCIsIkEiOjI1NSwiUiI6MiwiRyI6MTc4LCJCIjoyMzh9fSwiSXNWaXNpYmxlIjp0cnVlLCJXaWR0aCI6MC4wLCJIZWlnaHQiOjEwLjAsIkJvcmRlclN0eWxlIjp7IiRpZCI6IjgzMSIsIkxpbmVDb2xvciI6eyIkcmVmIjoiNTQ4In0sIkxpbmVXZWlnaHQiOjAuMCwiTGluZVR5cGUiOjAsIlBhcmVudFN0eWxlIjpudWxsfSwiUGFyZW50U3R5bGUiOm51bGx9LCJUaXRsZVN0eWxlIjp7IiRpZCI6IjgzMiIsIkZvbnRTZXR0aW5ncyI6eyIkaWQiOiI4MzMiLCJGb250U2l6ZSI6MTEsIkZvbnROYW1lIjoiQ2FsaWJyaSIsIklzQm9sZCI6ZmFsc2UsIklzSXRhbGljIjpmYWxzZSwiSXNVbmRlcmxpbmVkIjpmYWxzZSwiUGFyZW50U3R5bGUiOm51bGx9LCJBdXRvU2l6ZSI6MCwiRm9yZWdyb3VuZCI6eyIkaWQiOiI4MzQiLCJDb2xvciI6eyIkaWQiOiI4MzUiLCJBIjoyNTUsIlIiOjI1NSwiRyI6MjU1LCJCIjoyNTV9fSwiTWF4V2lkdGgiOjk2MC4wLCJNYXhIZWlnaHQiOiJJbmZpbml0eSIsIlNtYXJ0Rm9yZWdyb3VuZElzQWN0aXZlIjpmYWxzZSwiSG9yaXpvbnRhbEFsaWdubWVudCI6MCwiVmVydGljYWxBbGlnbm1lbnQiOjAsIlNtYXJ0Rm9yZWdyb3VuZCI6bnVsbCwiQmFja2dyb3VuZEZpbGxUeXBlIjowLCJNYXJnaW4iOnsiJHJlZiI6IjExNiJ9LCJQYWRkaW5nIjp7IiRyZWYiOiIxMTcifSwiQmFja2dyb3VuZCI6eyIkaWQiOiI4MzYiLCJDb2xvciI6eyIkaWQiOiI4MzciLCJBIjowLCJSIjoyNTUsIkciOjI1NSwiQiI6MjU1fX0sIklzVmlzaWJsZSI6dHJ1ZSwiV2lkdGgiOjAuMCwiSGVpZ2h0IjowLjAsIkJvcmRlclN0eWxlIjp7IiRpZCI6IjgzOCIsIkxpbmVDb2xvciI6bnVsbCwiTGluZVdlaWdodCI6MC4wLCJMaW5lVHlwZSI6MCwiUGFyZW50U3R5bGUiOm51bGx9LCJQYXJlbnRTdHlsZSI6bnVsbH0sIkRhdGVTdHlsZSI6eyIkaWQiOiI4MzkiLCJGb250U2V0dGluZ3MiOnsiJGlkIjoiODQwIiwiRm9udFNpemUiOjEwLCJGb250TmFtZSI6IkNhbGlicmkiLCJJc0JvbGQiOmZhbHNlLCJJc0l0YWxpYyI6ZmFsc2UsIklzVW5kZXJsaW5lZCI6ZmFsc2UsIlBhcmVudFN0eWxlIjpudWxsfSwiQXV0b1NpemUiOjAsIkZvcmVncm91bmQiOnsiJGlkIjoiODQxIiwiQ29sb3IiOnsiJGlkIjoiODQ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IzIn0sIlBhZGRpbmciOnsiJHJlZiI6IjEyNCJ9LCJCYWNrZ3JvdW5kIjp7IiRpZCI6Ijg0MyIsIkNvbG9yIjp7IiRpZCI6Ijg0NCIsIkEiOjAsIlIiOjI1NSwiRyI6MjU1LCJCIjoyNTV9fSwiSXNWaXNpYmxlIjp0cnVlLCJXaWR0aCI6MC4wLCJIZWlnaHQiOjAuMCwiQm9yZGVyU3R5bGUiOnsiJGlkIjoiODQ1IiwiTGluZUNvbG9yIjpudWxsLCJMaW5lV2VpZ2h0IjowLjAsIkxpbmVUeXBlIjowLCJQYXJlbnRTdHlsZSI6bnVsbH0sIlBhcmVudFN0eWxlIjpudWxsfSwiRGF0ZUZvcm1hdCI6eyIkcmVmIjoiNTY0In0sIldlZWtOdW1iZXJpbmciOnsiJGlkIjoiODQ2IiwiRm9ybWF0IjowLCJJc1Zpc2libGUiOmZhbHNlLCJMYXN0S25vd25WaXNpYmlsaXR5U3RhdGUiOmZhbHNlfSwiSXNWaXNpYmxlIjpmYWxzZSwiUGFyZW50U3R5bGUiOm51bGx9LCJJbmRleCI6MiwiU21hcnREdXJhdGlvbkFjdGl2YXRlZCI6ZmFsc2UsIkRhdGVGb3JtYXQiOnsiJHJlZiI6IjU2NCJ9LCJXZWVrTnVtYmVyaW5nIjp7IiRpZCI6Ijg0NyIsIkZvcm1hdCI6MCwiSXNWaXNpYmxlIjpmYWxzZSwiTGFzdEtub3duVmlzaWJpbGl0eVN0YXRlIjpmYWxzZX0sIklkIjoiMDE1OGFmZDgtYWZkOC00MzI0LWI4YzUtZTdmNDc1OTdkNzdjIiwiSW1wb3J0SWQiOiI2MiIsIlRpdGxlIjoiQ3JlYXRlIHRlY2ggYmx1ZXByaW50IGZvciBlYWNoIHVzZSBjYXNlIiwiTm90ZSI6bnVsbCwiSHlwZXJsaW5rIjp7IiRpZCI6Ijg0OCIsIkFkZHJlc3MiOm51bGwsIlN1YkFkZHJlc3MiOm51bGx9LCJJc0NoYW5nZWQiOmZhbHNlLCJJc05ldyI6ZmFsc2V9fSx7IiRpZCI6Ijg0OSIsIl9hdHRhY2hlZE1pbGVzdG9uZXMiOltdLCJUYXNrRGVmaW5pdGlvbiI6eyIkaWQiOiI4NTAiLCJHcm91cE5hbWUiOm51bGwsIlN0YXJ0RGF0ZSI6IjIwMjEtMDctMDVUMDg6MDA6MDAiLCJFbmREYXRlIjoiMjAyMS0xMi0zMVQxNzowMDowMCIsIlBlcmNlbnRhZ2VDb21wbGV0ZSI6MC4wLCJTdHlsZSI6eyIkaWQiOiI4NTEiLCJTaGFwZSI6MSwiU2hhcGVUaGlja25lc3MiOjAsIkR1cmF0aW9uRm9ybWF0IjowLCJJbmNsdWRlTm9uV29ya2luZ0RheXNJbkR1cmF0aW9uIjpmYWxzZSwiUGVyY2VudGFnZUNvbXBsZXRlU3R5bGUiOnsiJGlkIjoiODUyIiwiRm9udFNldHRpbmdzIjp7IiRpZCI6Ijg1MyIsIkZvbnRTaXplIjoxMCwiRm9udE5hbWUiOiJDYWxpYnJpIiwiSXNCb2xkIjpmYWxzZSwiSXNJdGFsaWMiOmZhbHNlLCJJc1VuZGVybGluZWQiOmZhbHNlLCJQYXJlbnRTdHlsZSI6bnVsbH0sIkF1dG9TaXplIjowLCJGb3JlZ3JvdW5kIjp7IiRpZCI6Ijg1NCIsIkNvbG9yIjp7IiRpZCI6Ijg1NS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ODU2IiwiVG9wIjowLCJMZWZ0IjowLCJSaWdodCI6MCwiQm90dG9tIjowfSwiUGFkZGluZyI6eyIkaWQiOiI4NTciLCJUb3AiOjAsIkxlZnQiOjAsIlJpZ2h0IjowLCJCb3R0b20iOjB9LCJCYWNrZ3JvdW5kIjp7IiRpZCI6Ijg1OCIsIkNvbG9yIjp7IiRpZCI6Ijg1OSIsIkEiOjg5LCJSIjowLCJHIjowLCJCIjowfX0sIklzVmlzaWJsZSI6dHJ1ZSwiV2lkdGgiOjAuMCwiSGVpZ2h0IjowLjAsIkJvcmRlclN0eWxlIjp7IiRpZCI6Ijg2MCIsIkxpbmVDb2xvciI6bnVsbCwiTGluZVdlaWdodCI6MC4wLCJMaW5lVHlwZSI6MCwiUGFyZW50U3R5bGUiOm51bGx9LCJQYXJlbnRTdHlsZSI6bnVsbH0sIkR1cmF0aW9uU3R5bGUiOnsiJGlkIjoiODYxIiwiRm9udFNldHRpbmdzIjp7IiRpZCI6Ijg2MiIsIkZvbnRTaXplIjoxMCwiRm9udE5hbWUiOiJDYWxpYnJpIiwiSXNCb2xkIjpmYWxzZSwiSXNJdGFsaWMiOmZhbHNlLCJJc1VuZGVybGluZWQiOmZhbHNlLCJQYXJlbnRTdHlsZSI6bnVsbH0sIkF1dG9TaXplIjowLCJGb3JlZ3JvdW5kIjp7IiRpZCI6Ijg2MyIsIkNvbG9yIjp7IiRpZCI6Ijg2N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g2NSIsIlRvcCI6MCwiTGVmdCI6MCwiUmlnaHQiOjAsIkJvdHRvbSI6MH0sIlBhZGRpbmciOnsiJGlkIjoiODY2IiwiVG9wIjowLCJMZWZ0IjowLCJSaWdodCI6MCwiQm90dG9tIjowfSwiQmFja2dyb3VuZCI6eyIkaWQiOiI4NjciLCJDb2xvciI6eyIkcmVmIjoiODU5In19LCJJc1Zpc2libGUiOnRydWUsIldpZHRoIjowLjAsIkhlaWdodCI6MC4wLCJCb3JkZXJTdHlsZSI6eyIkaWQiOiI4NjgiLCJMaW5lQ29sb3IiOm51bGwsIkxpbmVXZWlnaHQiOjAuMCwiTGluZVR5cGUiOjAsIlBhcmVudFN0eWxlIjpudWxsfSwiUGFyZW50U3R5bGUiOm51bGx9LCJIb3Jpem9udGFsQ29ubmVjdG9yU3R5bGUiOnsiJGlkIjoiODY5IiwiTGluZUNvbG9yIjp7IiRpZCI6Ijg3MCIsIiR0eXBlIjoiTkxSRS5Db21tb24uRG9tLlNvbGlkQ29sb3JCcnVzaCwgTkxSRS5Db21tb24iLCJDb2xvciI6eyIkaWQiOiI4NzEiLCJBIjoyNTUsIlIiOjIwNCwiRyI6MjA0LCJCIjoyMDR9fSwiTGluZVdlaWdodCI6MS4wLCJMaW5lVHlwZSI6MCwiUGFyZW50U3R5bGUiOm51bGx9LCJWZXJ0aWNhbENvbm5lY3RvclN0eWxlIjp7IiRpZCI6Ijg3MiIsIkxpbmVDb2xvciI6eyIkaWQiOiI4NzMiLCIkdHlwZSI6Ik5MUkUuQ29tbW9uLkRvbS5Tb2xpZENvbG9yQnJ1c2gsIE5MUkUuQ29tbW9uIiwiQ29sb3IiOnsiJGlkIjoiODc0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ODc1IiwiTWFyZ2luIjp7IiRpZCI6Ijg3NiIsIlRvcCI6MCwiTGVmdCI6NCwiUmlnaHQiOjQsIkJvdHRvbSI6MH0sIlBhZGRpbmciOnsiJGlkIjoiODc3IiwiVG9wIjowLCJMZWZ0IjowLCJSaWdodCI6MCwiQm90dG9tIjowfSwiQmFja2dyb3VuZCI6eyIkaWQiOiI4NzgiLCJDb2xvciI6eyIkaWQiOiI4NzkiLCJBIjoyNTUsIlIiOjIsIkciOjE3OCwiQiI6MjM4fX0sIklzVmlzaWJsZSI6dHJ1ZSwiV2lkdGgiOjAuMCwiSGVpZ2h0IjoxMC4wLCJCb3JkZXJTdHlsZSI6eyIkaWQiOiI4ODAiLCJMaW5lQ29sb3IiOnsiJGlkIjoiODgxIiwiJHR5cGUiOiJOTFJFLkNvbW1vbi5Eb20uU29saWRDb2xvckJydXNoLCBOTFJFLkNvbW1vbiIsIkNvbG9yIjp7IiRpZCI6Ijg4MiIsIkEiOjI1NSwiUiI6MjU1LCJHIjowLCJCIjowfX0sIkxpbmVXZWlnaHQiOjAuMCwiTGluZVR5cGUiOjAsIlBhcmVudFN0eWxlIjpudWxsfSwiUGFyZW50U3R5bGUiOm51bGx9LCJUaXRsZVN0eWxlIjp7IiRpZCI6Ijg4MyIsIkZvbnRTZXR0aW5ncyI6eyIkaWQiOiI4ODQiLCJGb250U2l6ZSI6MTEsIkZvbnROYW1lIjoiQ2FsaWJyaSIsIklzQm9sZCI6ZmFsc2UsIklzSXRhbGljIjpmYWxzZSwiSXNVbmRlcmxpbmVkIjpmYWxzZSwiUGFyZW50U3R5bGUiOm51bGx9LCJBdXRvU2l6ZSI6MCwiRm9yZWdyb3VuZCI6eyIkaWQiOiI4ODUiLCJDb2xvciI6eyIkaWQiOiI4ODY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GlkIjoiODg3IiwiVG9wIjowLCJMZWZ0IjowLCJSaWdodCI6MCwiQm90dG9tIjowfSwiUGFkZGluZyI6eyIkaWQiOiI4ODgiLCJUb3AiOjAsIkxlZnQiOjAsIlJpZ2h0IjowLCJCb3R0b20iOjB9LCJCYWNrZ3JvdW5kIjp7IiRpZCI6Ijg4OSIsIkNvbG9yIjp7IiRpZCI6Ijg5MCIsIkEiOjAsIlIiOjI1NSwiRyI6MjU1LCJCIjoyNTV9fSwiSXNWaXNpYmxlIjp0cnVlLCJXaWR0aCI6MC4wLCJIZWlnaHQiOjAuMCwiQm9yZGVyU3R5bGUiOnsiJGlkIjoiODkxIiwiTGluZUNvbG9yIjpudWxsLCJMaW5lV2VpZ2h0IjowLjAsIkxpbmVUeXBlIjowLCJQYXJlbnRTdHlsZSI6bnVsbH0sIlBhcmVudFN0eWxlIjpudWxsfSwiRGF0ZVN0eWxlIjp7IiRpZCI6Ijg5MiIsIkZvbnRTZXR0aW5ncyI6eyIkaWQiOiI4OTMiLCJGb250U2l6ZSI6MTAsIkZvbnROYW1lIjoiQ2FsaWJyaSIsIklzQm9sZCI6ZmFsc2UsIklzSXRhbGljIjpmYWxzZSwiSXNVbmRlcmxpbmVkIjpmYWxzZSwiUGFyZW50U3R5bGUiOm51bGx9LCJBdXRvU2l6ZSI6MCwiRm9yZWdyb3VuZCI6eyIkaWQiOiI4OTQiLCJDb2xvciI6eyIkaWQiOiI4OT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g5NiIsIlRvcCI6MCwiTGVmdCI6MCwiUmlnaHQiOjAsIkJvdHRvbSI6MH0sIlBhZGRpbmciOnsiJGlkIjoiODk3IiwiVG9wIjowLCJMZWZ0IjowLCJSaWdodCI6MCwiQm90dG9tIjowfSwiQmFja2dyb3VuZCI6eyIkaWQiOiI4OTgiLCJDb2xvciI6eyIkcmVmIjoiODU5In19LCJJc1Zpc2libGUiOnRydWUsIldpZHRoIjowLjAsIkhlaWdodCI6MC4wLCJCb3JkZXJTdHlsZSI6eyIkaWQiOiI4OTkiLCJMaW5lQ29sb3IiOm51bGwsIkxpbmVXZWlnaHQiOjAuMCwiTGluZVR5cGUiOjAsIlBhcmVudFN0eWxlIjpudWxsfSwiUGFyZW50U3R5bGUiOm51bGx9LCJEYXRlRm9ybWF0Ijp7IiRpZCI6Ijkw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5MDEiLCJGb3JtYXQiOjAsIklzVmlzaWJsZSI6ZmFsc2UsIkxhc3RLbm93blZpc2liaWxpdHlTdGF0ZSI6ZmFsc2V9LCJJc1Zpc2libGUiOmZhbHNlLCJQYXJlbnRTdHlsZSI6bnVsbH0sIkluZGV4IjozLCJTbWFydER1cmF0aW9uQWN0aXZhdGVkIjpmYWxzZSwiRGF0ZUZvcm1hdCI6eyIkcmVmIjoiOTAwIn0sIldlZWtOdW1iZXJpbmciOnsiJGlkIjoiOTAyIiwiRm9ybWF0IjowLCJJc1Zpc2libGUiOmZhbHNlLCJMYXN0S25vd25WaXNpYmlsaXR5U3RhdGUiOmZhbHNlfSwiSWQiOiIyYTJjZDIyNC1iYmMyLTQ3NzctYTQwMi1jNTg1MjQyMzNjZmUiLCJJbXBvcnRJZCI6IjE2IiwiVGl0bGUiOiJJdGVyYXRpdmUgcm9sbG91dCBvZiB1c2UgY2FzZXMiLCJOb3RlIjpudWxsLCJIeXBlcmxpbmsiOnsiJGlkIjoiOTAzIiwiQWRkcmVzcyI6bnVsbCwiU3ViQWRkcmVzcyI6bnVsbH0sIklzQ2hhbmdlZCI6ZmFsc2UsIklzTmV3IjpmYWxzZX19LHsiJGlkIjoiOTA0IiwiX2F0dGFjaGVkTWlsZXN0b25lcyI6W10sIlRhc2tEZWZpbml0aW9uIjp7IiRpZCI6IjkwNSIsIkdyb3VwTmFtZSI6bnVsbCwiU3RhcnREYXRlIjoiMjAyMS0wNS0xMFQwODowMDowMCIsIkVuZERhdGUiOiIyMDIxLTEyLTMxVDE3OjAwOjAwIiwiUGVyY2VudGFnZUNvbXBsZXRlIjowLjAsIlN0eWxlIjp7IiRpZCI6IjkwNiIsIlNoYXBlIjoxLCJTaGFwZVRoaWNrbmVzcyI6MCwiRHVyYXRpb25Gb3JtYXQiOjAsIkluY2x1ZGVOb25Xb3JraW5nRGF5c0luRHVyYXRpb24iOmZhbHNlLCJQZXJjZW50YWdlQ29tcGxldGVTdHlsZSI6eyIkaWQiOiI5MDciLCJGb250U2V0dGluZ3MiOnsiJGlkIjoiOTA4IiwiRm9udFNpemUiOjEwLCJGb250TmFtZSI6IkNhbGlicmkiLCJJc0JvbGQiOmZhbHNlLCJJc0l0YWxpYyI6ZmFsc2UsIklzVW5kZXJsaW5lZCI6ZmFsc2UsIlBhcmVudFN0eWxlIjpudWxsfSwiQXV0b1NpemUiOjAsIkZvcmVncm91bmQiOnsiJGlkIjoiOTA5IiwiQ29sb3IiOnsiJGlkIjoiOTEw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5MTEiLCJUb3AiOjAsIkxlZnQiOjAsIlJpZ2h0IjowLCJCb3R0b20iOjB9LCJQYWRkaW5nIjp7IiRpZCI6IjkxMiIsIlRvcCI6MCwiTGVmdCI6MCwiUmlnaHQiOjAsIkJvdHRvbSI6MH0sIkJhY2tncm91bmQiOnsiJGlkIjoiOTEzIiwiQ29sb3IiOnsiJGlkIjoiOTE0IiwiQSI6ODksIlIiOjAsIkciOjAsIkIiOjB9fSwiSXNWaXNpYmxlIjp0cnVlLCJXaWR0aCI6MC4wLCJIZWlnaHQiOjAuMCwiQm9yZGVyU3R5bGUiOnsiJGlkIjoiOTE1IiwiTGluZUNvbG9yIjpudWxsLCJMaW5lV2VpZ2h0IjowLjAsIkxpbmVUeXBlIjowLCJQYXJlbnRTdHlsZSI6bnVsbH0sIlBhcmVudFN0eWxlIjpudWxsfSwiRHVyYXRpb25TdHlsZSI6eyIkaWQiOiI5MTYiLCJGb250U2V0dGluZ3MiOnsiJGlkIjoiOTE3IiwiRm9udFNpemUiOjEwLCJGb250TmFtZSI6IkNhbGlicmkiLCJJc0JvbGQiOmZhbHNlLCJJc0l0YWxpYyI6ZmFsc2UsIklzVW5kZXJsaW5lZCI6ZmFsc2UsIlBhcmVudFN0eWxlIjpudWxsfSwiQXV0b1NpemUiOjAsIkZvcmVncm91bmQiOnsiJGlkIjoiOTE4IiwiQ29sb3IiOnsiJGlkIjoiOTE5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OTIwIiwiVG9wIjowLCJMZWZ0IjowLCJSaWdodCI6MCwiQm90dG9tIjowfSwiUGFkZGluZyI6eyIkaWQiOiI5MjEiLCJUb3AiOjAsIkxlZnQiOjAsIlJpZ2h0IjowLCJCb3R0b20iOjB9LCJCYWNrZ3JvdW5kIjp7IiRpZCI6IjkyMiIsIkNvbG9yIjp7IiRyZWYiOiI5MTQifX0sIklzVmlzaWJsZSI6dHJ1ZSwiV2lkdGgiOjAuMCwiSGVpZ2h0IjowLjAsIkJvcmRlclN0eWxlIjp7IiRpZCI6IjkyMyIsIkxpbmVDb2xvciI6bnVsbCwiTGluZVdlaWdodCI6MC4wLCJMaW5lVHlwZSI6MCwiUGFyZW50U3R5bGUiOm51bGx9LCJQYXJlbnRTdHlsZSI6bnVsbH0sIkhvcml6b250YWxDb25uZWN0b3JTdHlsZSI6eyIkaWQiOiI5MjQiLCJMaW5lQ29sb3IiOnsiJGlkIjoiOTI1IiwiJHR5cGUiOiJOTFJFLkNvbW1vbi5Eb20uU29saWRDb2xvckJydXNoLCBOTFJFLkNvbW1vbiIsIkNvbG9yIjp7IiRpZCI6IjkyNiIsIkEiOjI1NSwiUiI6MjA0LCJHIjoyMDQsIkIiOjIwNH19LCJMaW5lV2VpZ2h0IjoxLjAsIkxpbmVUeXBlIjowLCJQYXJlbnRTdHlsZSI6bnVsbH0sIlZlcnRpY2FsQ29ubmVjdG9yU3R5bGUiOnsiJGlkIjoiOTI3IiwiTGluZUNvbG9yIjp7IiRpZCI6IjkyOCIsIiR0eXBlIjoiTkxSRS5Db21tb24uRG9tLlNvbGlkQ29sb3JCcnVzaCwgTkxSRS5Db21tb24iLCJDb2xvciI6eyIkaWQiOiI5Mjk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UsIklzQmVsb3dUaW1lYmFuZCI6dHJ1ZSwiUGVyY2VudGFnZUNvbXBsZXRlU2hhcGVPcGFjaXR5IjozNSwiU2hhcGVTdHlsZSI6eyIkaWQiOiI5MzAiLCJNYXJnaW4iOnsiJGlkIjoiOTMxIiwiVG9wIjowLCJMZWZ0Ijo0LCJSaWdodCI6NCwiQm90dG9tIjowfSwiUGFkZGluZyI6eyIkaWQiOiI5MzIiLCJUb3AiOjAsIkxlZnQiOjAsIlJpZ2h0IjowLCJCb3R0b20iOjB9LCJCYWNrZ3JvdW5kIjp7IiRpZCI6IjkzMyIsIkNvbG9yIjp7IiRpZCI6IjkzNCIsIkEiOjI1NSwiUiI6MiwiRyI6MTc4LCJCIjoyMzh9fSwiSXNWaXNpYmxlIjp0cnVlLCJXaWR0aCI6MC4wLCJIZWlnaHQiOjEwLjAsIkJvcmRlclN0eWxlIjp7IiRpZCI6IjkzNSIsIkxpbmVDb2xvciI6eyIkaWQiOiI5MzYiLCIkdHlwZSI6Ik5MUkUuQ29tbW9uLkRvbS5Tb2xpZENvbG9yQnJ1c2gsIE5MUkUuQ29tbW9uIiwiQ29sb3IiOnsiJGlkIjoiOTM3IiwiQSI6MjU1LCJSIjoyNTUsIkciOjAsIkIiOjB9fSwiTGluZVdlaWdodCI6MC4wLCJMaW5lVHlwZSI6MCwiUGFyZW50U3R5bGUiOm51bGx9LCJQYXJlbnRTdHlsZSI6bnVsbH0sIlRpdGxlU3R5bGUiOnsiJGlkIjoiOTM4IiwiRm9udFNldHRpbmdzIjp7IiRpZCI6IjkzOSIsIkZvbnRTaXplIjoxMSwiRm9udE5hbWUiOiJDYWxpYnJpIiwiSXNCb2xkIjpmYWxzZSwiSXNJdGFsaWMiOmZhbHNlLCJJc1VuZGVybGluZWQiOmZhbHNlLCJQYXJlbnRTdHlsZSI6bnVsbH0sIkF1dG9TaXplIjowLCJGb3JlZ3JvdW5kIjp7IiRyZWYiOiIxMTQifSwiTWF4V2lkdGgiOjk2MC4wLCJNYXhIZWlnaHQiOiJJbmZpbml0eSIsIlNtYXJ0Rm9yZWdyb3VuZElzQWN0aXZlIjpmYWxzZSwiSG9yaXpvbnRhbEFsaWdubWVudCI6MSwiVmVydGljYWxBbGlnbm1lbnQiOjAsIlNtYXJ0Rm9yZWdyb3VuZCI6bnVsbCwiQmFja2dyb3VuZEZpbGxUeXBlIjowLCJNYXJnaW4iOnsiJGlkIjoiOTQwIiwiVG9wIjowLCJMZWZ0IjowLCJSaWdodCI6MCwiQm90dG9tIjowfSwiUGFkZGluZyI6eyIkaWQiOiI5NDEiLCJUb3AiOjAsIkxlZnQiOjAsIlJpZ2h0IjowLCJCb3R0b20iOjB9LCJCYWNrZ3JvdW5kIjp7IiRpZCI6Ijk0MiIsIkNvbG9yIjp7IiRyZWYiOiI5MTQifX0sIklzVmlzaWJsZSI6dHJ1ZSwiV2lkdGgiOjAuMCwiSGVpZ2h0IjowLjAsIkJvcmRlclN0eWxlIjp7IiRpZCI6Ijk0MyIsIkxpbmVDb2xvciI6bnVsbCwiTGluZVdlaWdodCI6MC4wLCJMaW5lVHlwZSI6MCwiUGFyZW50U3R5bGUiOm51bGx9LCJQYXJlbnRTdHlsZSI6bnVsbH0sIkRhdGVTdHlsZSI6eyIkaWQiOiI5NDQiLCJGb250U2V0dGluZ3MiOnsiJGlkIjoiOTQ1IiwiRm9udFNpemUiOjEwLCJGb250TmFtZSI6IkNhbGlicmkiLCJJc0JvbGQiOmZhbHNlLCJJc0l0YWxpYyI6ZmFsc2UsIklzVW5kZXJsaW5lZCI6ZmFsc2UsIlBhcmVudFN0eWxlIjpudWxsfSwiQXV0b1NpemUiOjAsIkZvcmVncm91bmQiOnsiJGlkIjoiOTQ2IiwiQ29sb3IiOnsiJGlkIjoiOTQ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5NDgiLCJUb3AiOjAsIkxlZnQiOjAsIlJpZ2h0IjowLCJCb3R0b20iOjB9LCJQYWRkaW5nIjp7IiRpZCI6Ijk0OSIsIlRvcCI6MCwiTGVmdCI6MCwiUmlnaHQiOjAsIkJvdHRvbSI6MH0sIkJhY2tncm91bmQiOnsiJGlkIjoiOTUwIiwiQ29sb3IiOnsiJHJlZiI6IjkxNCJ9fSwiSXNWaXNpYmxlIjp0cnVlLCJXaWR0aCI6MC4wLCJIZWlnaHQiOjAuMCwiQm9yZGVyU3R5bGUiOnsiJGlkIjoiOTUxIiwiTGluZUNvbG9yIjpudWxsLCJMaW5lV2VpZ2h0IjowLjAsIkxpbmVUeXBlIjowLCJQYXJlbnRTdHlsZSI6bnVsbH0sIlBhcmVudFN0eWxlIjpudWxsfSwiRGF0ZUZvcm1hdCI6eyIkaWQiOiI5N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UzIiwiRm9ybWF0IjowLCJJc1Zpc2libGUiOmZhbHNlLCJMYXN0S25vd25WaXNpYmlsaXR5U3RhdGUiOmZhbHNlfSwiSXNWaXNpYmxlIjpmYWxzZSwiUGFyZW50U3R5bGUiOm51bGx9LCJJbmRleCI6MTksIlNtYXJ0RHVyYXRpb25BY3RpdmF0ZWQiOmZhbHNlLCJEYXRlRm9ybWF0Ijp7IiRyZWYiOiI5NTIifSwiV2Vla051bWJlcmluZyI6eyIkaWQiOiI5NTQiLCJGb3JtYXQiOjAsIklzVmlzaWJsZSI6ZmFsc2UsIkxhc3RLbm93blZpc2liaWxpdHlTdGF0ZSI6ZmFsc2V9LCJJZCI6IjZmMWM4ZDQzLTBmY2ItNDJjMy04NWM0LTQzNjk4ZGY1MDA5YyIsIkltcG9ydElkIjoiMyIsIlRpdGxlIjoiVGFpd2FuIiwiTm90ZSI6bnVsbCwiSHlwZXJsaW5rIjp7IiRpZCI6Ijk1NSIsIkFkZHJlc3MiOiIiLCJTdWJBZGRyZXNzIjoiIn0sIklzQ2hhbmdlZCI6ZmFsc2UsIklzTmV3IjpmYWxzZX19XSwiTWlsZXN0b25lcyI6W119LHsiJGlkIjoiOTU2IiwiSWQiOiI3ZTk4NGY4MC01MjBiLTRmNGQtOWFjYi1jMDg5YTU0OGNiM2IiLCJJbmRleCI6MiwiSGVhZGVyVGV4dCI6IkphcGFuIiwiU3R5bGUiOnsiJGlkIjoiOTU3IiwiSGVhZGVyU3R5bGUiOnsiJGlkIjoiOTU4IiwiVGV4dFN0eWxlIjp7IiRpZCI6Ijk1OSIsIkZvbnRTZXR0aW5ncyI6eyIkaWQiOiI5NjAiLCJGb250U2l6ZSI6MTIsIkZvbnROYW1lIjoiQ2FsaWJyaSIsIklzQm9sZCI6ZmFsc2UsIklzSXRhbGljIjpmYWxzZSwiSXNVbmRlcmxpbmVkIjpmYWxzZSwiUGFyZW50U3R5bGUiOm51bGx9LCJBdXRvU2l6ZSI6MCwiRm9yZWdyb3VuZCI6eyIkaWQiOiI5NjEiLCJDb2xvciI6eyIkaWQiOiI5NjIiLCJBIjoyNTUsIlIiOjI1NSwiRyI6MjU1LCJCIjoyNTV9fSwiTWF4V2lkdGgiOjAuMCwiTWF4SGVpZ2h0IjowLjAsIlNtYXJ0Rm9yZWdyb3VuZElzQWN0aXZlIjpmYWxzZSwiSG9yaXpvbnRhbEFsaWdubWVudCI6MCwiVmVydGljYWxBbGlnbm1lbnQiOjAsIlNtYXJ0Rm9yZWdyb3VuZCI6bnVsbCwiQmFja2dyb3VuZEZpbGxUeXBlIjowLCJNYXJnaW4iOnsiJGlkIjoiOTYzIiwiVG9wIjowLCJMZWZ0IjowLCJSaWdodCI6MCwiQm90dG9tIjowfSwiUGFkZGluZyI6eyIkaWQiOiI5NjQiLCJUb3AiOjAsIkxlZnQiOjAsIlJpZ2h0IjowLCJCb3R0b20iOjB9LCJCYWNrZ3JvdW5kIjpudWxsLCJJc1Zpc2libGUiOmZhbHNlLCJXaWR0aCI6MC4wLCJIZWlnaHQiOjAuMCwiQm9yZGVyU3R5bGUiOm51bGwsIlBhcmVudFN0eWxlIjpudWxsfSwiUmVjdGFuZ2xlU3R5bGUiOnsiJGlkIjoiOTY1IiwiTWFyZ2luIjp7IiRpZCI6Ijk2NiIsIlRvcCI6MCwiTGVmdCI6MCwiUmlnaHQiOjAsIkJvdHRvbSI6MH0sIlBhZGRpbmciOnsiJGlkIjoiOTY3IiwiVG9wIjowLCJMZWZ0IjowLCJSaWdodCI6MCwiQm90dG9tIjowfSwiQmFja2dyb3VuZCI6eyIkaWQiOiI5NjgiLCJDb2xvciI6eyIkaWQiOiI5NjkiLCJBIjoyNTUsIlIiOjE1MCwiRyI6MjE0LCJCIjo2Nn19LCJJc1Zpc2libGUiOmZhbHNlLCJXaWR0aCI6MC4wLCJIZWlnaHQiOjAuMCwiQm9yZGVyU3R5bGUiOnsiJGlkIjoiOTcwIiwiTGluZUNvbG9yIjp7IiRpZCI6Ijk3MSIsIiR0eXBlIjoiTkxSRS5Db21tb24uRG9tLlNvbGlkQ29sb3JCcnVzaCwgTkxSRS5Db21tb24iLCJDb2xvciI6eyIkaWQiOiI5NzIiLCJBIjoyNTUsIlIiOjI1NSwiRyI6MjU1LCJCIjoyNTV9fSwiTGluZVdlaWdodCI6MC4wLCJMaW5lVHlwZSI6MCwiUGFyZW50U3R5bGUiOm51bGx9LCJQYXJlbnRTdHlsZSI6bnVsbH0sIk1hcmdpbiI6eyIkaWQiOiI5NzMiLCJUb3AiOjAsIkxlZnQiOjAsIlJpZ2h0IjowLCJCb3R0b20iOjB9LCJQYWRkaW5nIjp7IiRpZCI6Ijk3NCIsIlRvcCI6MCwiTGVmdCI6MCwiUmlnaHQiOjAsIkJvdHRvbSI6MH0sIkJhY2tncm91bmQiOm51bGwsIklzVmlzaWJsZSI6dHJ1ZSwiV2lkdGgiOjAuMCwiSGVpZ2h0IjowLjAsIkJvcmRlclN0eWxlIjpudWxsLCJQYXJlbnRTdHlsZSI6bnVsbH0sIkJhY2tncm91bmRTdHlsZSI6eyIkaWQiOiI5NzUiLCJNYXJnaW4iOnsiJGlkIjoiOTc2IiwiVG9wIjowLCJMZWZ0IjowLCJSaWdodCI6MCwiQm90dG9tIjowfSwiUGFkZGluZyI6eyIkaWQiOiI5NzciLCJUb3AiOjAsIkxlZnQiOjAsIlJpZ2h0IjowLCJCb3R0b20iOjB9LCJCYWNrZ3JvdW5kIjp7IiRpZCI6Ijk3OCIsIkNvbG9yIjp7IiRpZCI6Ijk3OSIsIkEiOjM4LCJSIjoxNTAsIkciOjIxNCwiQiI6NjZ9fSwiSXNWaXNpYmxlIjp0cnVlLCJXaWR0aCI6MC4wLCJIZWlnaHQiOjAuMCwiQm9yZGVyU3R5bGUiOnsiJGlkIjoiOTgwIiwiTGluZUNvbG9yIjp7IiRpZCI6Ijk4MSIsIiR0eXBlIjoiTkxSRS5Db21tb24uRG9tLlNvbGlkQ29sb3JCcnVzaCwgTkxSRS5Db21tb24iLCJDb2xvciI6eyIkaWQiOiI5ODIiLCJBIjoyNTUsIlIiOjg4LCJHIjozOSwiQiI6N319LCJMaW5lV2VpZ2h0IjowLjAsIkxpbmVUeXBlIjowLCJQYXJlbnRTdHlsZSI6bnVsbH0sIlBhcmVudFN0eWxlIjpudWxsfSwiSXNBYm92ZVRpbWViYW5kIjpmYWxzZSwiTWFyZ2luIjp7IiRpZCI6Ijk4MyIsIlRvcCI6MCwiTGVmdCI6MCwiUmlnaHQiOjAsIkJvdHRvbSI6MH0sIlBhZGRpbmciOnsiJGlkIjoiOTg0IiwiVG9wIjowLCJMZWZ0IjowLCJSaWdodCI6MCwiQm90dG9tIjowfSwiSXNWaXNpYmxlIjp0cnVlLCJXaWR0aCI6MC4wLCJIZWlnaHQiOjAuMCwiQm9yZGVyU3R5bGUiOm51bGwsIlBhcmVudFN0eWxlIjpudWxsfSwiVGFza3MiOlt7IiRpZCI6Ijk4NSIsIl9hdHRhY2hlZE1pbGVzdG9uZXMiOltdLCJUYXNrRGVmaW5pdGlvbiI6eyIkaWQiOiI5ODYiLCJHcm91cE5hbWUiOm51bGwsIlN0YXJ0RGF0ZSI6IjIwMjEtMDYtMTRUMDg6MDA6MDAiLCJFbmREYXRlIjoiMjAyMS0wNy0wOVQxNzowMDowMCIsIlBlcmNlbnRhZ2VDb21wbGV0ZSI6MC4wLCJTdHlsZSI6eyIkaWQiOiI5ODciLCJTaGFwZSI6MSwiU2hhcGVUaGlja25lc3MiOjAsIkR1cmF0aW9uRm9ybWF0IjowLCJJbmNsdWRlTm9uV29ya2luZ0RheXNJbkR1cmF0aW9uIjpmYWxzZSwiUGVyY2VudGFnZUNvbXBsZXRlU3R5bGUiOnsiJGlkIjoiOTg4IiwiRm9udFNldHRpbmdzIjp7IiRpZCI6Ijk4OSIsIkZvbnRTaXplIjoxMCwiRm9udE5hbWUiOiJDYWxpYnJpIiwiSXNCb2xkIjpmYWxzZSwiSXNJdGFsaWMiOmZhbHNlLCJJc1VuZGVybGluZWQiOmZhbHNlLCJQYXJlbnRTdHlsZSI6bnVsbH0sIkF1dG9TaXplIjowLCJGb3JlZ3JvdW5kIjp7IiRpZCI6Ijk5MCIsIkNvbG9yIjp7IiRpZCI6Ijk5MS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OTkyIiwiVG9wIjowLCJMZWZ0IjowLCJSaWdodCI6MCwiQm90dG9tIjowfSwiUGFkZGluZyI6eyIkaWQiOiI5OTMiLCJUb3AiOjAsIkxlZnQiOjAsIlJpZ2h0IjowLCJCb3R0b20iOjB9LCJCYWNrZ3JvdW5kIjp7IiRpZCI6Ijk5NCIsIkNvbG9yIjp7IiRpZCI6Ijk5NSIsIkEiOjg5LCJSIjowLCJHIjowLCJCIjowfX0sIklzVmlzaWJsZSI6dHJ1ZSwiV2lkdGgiOjAuMCwiSGVpZ2h0IjowLjAsIkJvcmRlclN0eWxlIjp7IiRpZCI6Ijk5NiIsIkxpbmVDb2xvciI6bnVsbCwiTGluZVdlaWdodCI6MC4wLCJMaW5lVHlwZSI6MCwiUGFyZW50U3R5bGUiOm51bGx9LCJQYXJlbnRTdHlsZSI6bnVsbH0sIkR1cmF0aW9uU3R5bGUiOnsiJGlkIjoiOTk3IiwiRm9udFNldHRpbmdzIjp7IiRpZCI6Ijk5OCIsIkZvbnRTaXplIjoxMCwiRm9udE5hbWUiOiJDYWxpYnJpIiwiSXNCb2xkIjpmYWxzZSwiSXNJdGFsaWMiOmZhbHNlLCJJc1VuZGVybGluZWQiOmZhbHNlLCJQYXJlbnRTdHlsZSI6bnVsbH0sIkF1dG9TaXplIjowLCJGb3JlZ3JvdW5kIjp7IiRpZCI6Ijk5OSIsIkNvbG9yIjp7IiRpZCI6IjEwMDA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DAxIiwiVG9wIjowLCJMZWZ0IjowLCJSaWdodCI6MCwiQm90dG9tIjowfSwiUGFkZGluZyI6eyIkaWQiOiIxMDAyIiwiVG9wIjowLCJMZWZ0IjowLCJSaWdodCI6MCwiQm90dG9tIjowfSwiQmFja2dyb3VuZCI6eyIkaWQiOiIxMDAzIiwiQ29sb3IiOnsiJHJlZiI6Ijk5NSJ9fSwiSXNWaXNpYmxlIjp0cnVlLCJXaWR0aCI6MC4wLCJIZWlnaHQiOjAuMCwiQm9yZGVyU3R5bGUiOnsiJGlkIjoiMTAwNCIsIkxpbmVDb2xvciI6bnVsbCwiTGluZVdlaWdodCI6MC4wLCJMaW5lVHlwZSI6MCwiUGFyZW50U3R5bGUiOm51bGx9LCJQYXJlbnRTdHlsZSI6bnVsbH0sIkhvcml6b250YWxDb25uZWN0b3JTdHlsZSI6eyIkaWQiOiIxMDA1IiwiTGluZUNvbG9yIjp7IiRpZCI6IjEwMDYiLCIkdHlwZSI6Ik5MUkUuQ29tbW9uLkRvbS5Tb2xpZENvbG9yQnJ1c2gsIE5MUkUuQ29tbW9uIiwiQ29sb3IiOnsiJGlkIjoiMTAwNyIsIkEiOjI1NSwiUiI6MjA0LCJHIjoyMDQsIkIiOjIwNH19LCJMaW5lV2VpZ2h0IjoxLjAsIkxpbmVUeXBlIjowLCJQYXJlbnRTdHlsZSI6bnVsbH0sIlZlcnRpY2FsQ29ubmVjdG9yU3R5bGUiOnsiJGlkIjoiMTAwOCIsIkxpbmVDb2xvciI6eyIkaWQiOiIxMDA5IiwiJHR5cGUiOiJOTFJFLkNvbW1vbi5Eb20uU29saWRDb2xvckJydXNoLCBOTFJFLkNvbW1vbiIsIkNvbG9yIjp7IiRpZCI6IjEwMTAiLCJBIjoyNTUsIlIiOjIwNCwiRyI6MjA0LCJCIjoyMDR9fSwiTGluZVdlaWdodCI6MC4wLCJMaW5lVHlwZSI6MCwiUGFyZW50U3R5bGUiOm51bGx9LCJNYXJnaW4iOm51bGwsIlN0YXJ0RGF0ZVBvc2l0aW9uIjo2LCJFbmREYXRlUG9zaXRpb24iOjYsIkRhdGVJc1Zpc2libGUiOmZhbHNlLCJUaXRsZVBvc2l0aW9uIjo0LCJEdXJhdGlvblBvc2l0aW9uIjo2LCJQZXJjZW50YWdlQ29tcGxldGVkUG9zaXRpb24iOjYsIlNwYWNpbmciOjUsIklzQmVsb3dUaW1lYmFuZCI6dHJ1ZSwiUGVyY2VudGFnZUNvbXBsZXRlU2hhcGVPcGFjaXR5IjozNSwiU2hhcGVTdHlsZSI6eyIkaWQiOiIxMDExIiwiTWFyZ2luIjp7IiRpZCI6IjEwMTIiLCJUb3AiOjAsIkxlZnQiOjQsIlJpZ2h0Ijo0LCJCb3R0b20iOjB9LCJQYWRkaW5nIjp7IiRpZCI6IjEwMTMiLCJUb3AiOjAsIkxlZnQiOjAsIlJpZ2h0IjowLCJCb3R0b20iOjB9LCJCYWNrZ3JvdW5kIjp7IiRpZCI6IjEwMTQiLCJDb2xvciI6eyIkaWQiOiIxMDE1IiwiQSI6MjU1LCJSIjoxNTAsIkciOjIxNCwiQiI6NjZ9fSwiSXNWaXNpYmxlIjp0cnVlLCJXaWR0aCI6MC4wLCJIZWlnaHQiOjEwLjAsIkJvcmRlclN0eWxlIjp7IiRpZCI6IjEwMTYiLCJMaW5lQ29sb3IiOnsiJGlkIjoiMTAxNyIsIiR0eXBlIjoiTkxSRS5Db21tb24uRG9tLlNvbGlkQ29sb3JCcnVzaCwgTkxSRS5Db21tb24iLCJDb2xvciI6eyIkaWQiOiIxMDE4IiwiQSI6MjU1LCJSIjoyNTUsIkciOjAsIkIiOjB9fSwiTGluZVdlaWdodCI6MC4wLCJMaW5lVHlwZSI6MCwiUGFyZW50U3R5bGUiOm51bGx9LCJQYXJlbnRTdHlsZSI6bnVsbH0sIlRpdGxlU3R5bGUiOnsiJGlkIjoiMTAxOSIsIkZvbnRTZXR0aW5ncyI6eyIkaWQiOiIxMDIwIiwiRm9udFNpemUiOjExLCJGb250TmFtZSI6IkNhbGlicmkiLCJJc0JvbGQiOmZhbHNlLCJJc0l0YWxpYyI6ZmFsc2UsIklzVW5kZXJsaW5lZCI6ZmFsc2UsIlBhcmVudFN0eWxlIjpudWxsfSwiQXV0b1NpemUiOjAsIkZvcmVncm91bmQiOnsiJGlkIjoiMTAyMSIsIkNvbG9yIjp7IiRpZCI6IjEwMjIiLCJBIjoyNTUsIlIiOjI1NSwiRyI6MjU1LCJCIjoyNTV9fSwiTWF4V2lkdGgiOjcyMC4wLCJNYXhIZWlnaHQiOiJJbmZpbml0eSIsIlNtYXJ0Rm9yZWdyb3VuZElzQWN0aXZlIjpmYWxzZSwiSG9yaXpvbnRhbEFsaWdubWVudCI6MCwiVmVydGljYWxBbGlnbm1lbnQiOjAsIlNtYXJ0Rm9yZWdyb3VuZCI6bnVsbCwiQmFja2dyb3VuZEZpbGxUeXBlIjowLCJNYXJnaW4iOnsiJGlkIjoiMTAyMyIsIlRvcCI6MCwiTGVmdCI6MCwiUmlnaHQiOjAsIkJvdHRvbSI6MH0sIlBhZGRpbmciOnsiJGlkIjoiMTAyNCIsIlRvcCI6MCwiTGVmdCI6MCwiUmlnaHQiOjAsIkJvdHRvbSI6MH0sIkJhY2tncm91bmQiOnsiJGlkIjoiMTAyNSIsIkNvbG9yIjp7IiRpZCI6IjEwMjYiLCJBIjowLCJSIjoyNTUsIkciOjI1NSwiQiI6MjU1fX0sIklzVmlzaWJsZSI6dHJ1ZSwiV2lkdGgiOjAuMCwiSGVpZ2h0IjowLjAsIkJvcmRlclN0eWxlIjp7IiRpZCI6IjEwMjciLCJMaW5lQ29sb3IiOm51bGwsIkxpbmVXZWlnaHQiOjAuMCwiTGluZVR5cGUiOjAsIlBhcmVudFN0eWxlIjpudWxsfSwiUGFyZW50U3R5bGUiOm51bGx9LCJEYXRlU3R5bGUiOnsiJGlkIjoiMTAyOCIsIkZvbnRTZXR0aW5ncyI6eyIkaWQiOiIxMDI5IiwiRm9udFNpemUiOjEwLCJGb250TmFtZSI6IkNhbGlicmkiLCJJc0JvbGQiOmZhbHNlLCJJc0l0YWxpYyI6ZmFsc2UsIklzVW5kZXJsaW5lZCI6ZmFsc2UsIlBhcmVudFN0eWxlIjpudWxsfSwiQXV0b1NpemUiOjAsIkZvcmVncm91bmQiOnsiJGlkIjoiMTAzMCIsIkNvbG9yIjp7IiRpZCI6IjEwMzE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wMzIiLCJUb3AiOjAsIkxlZnQiOjAsIlJpZ2h0IjowLCJCb3R0b20iOjB9LCJQYWRkaW5nIjp7IiRpZCI6IjEwMzMiLCJUb3AiOjAsIkxlZnQiOjAsIlJpZ2h0IjowLCJCb3R0b20iOjB9LCJCYWNrZ3JvdW5kIjp7IiRpZCI6IjEwMzQiLCJDb2xvciI6eyIkcmVmIjoiOTk1In19LCJJc1Zpc2libGUiOnRydWUsIldpZHRoIjowLjAsIkhlaWdodCI6MC4wLCJCb3JkZXJTdHlsZSI6eyIkaWQiOiIxMDM1IiwiTGluZUNvbG9yIjpudWxsLCJMaW5lV2VpZ2h0IjowLjAsIkxpbmVUeXBlIjowLCJQYXJlbnRTdHlsZSI6bnVsbH0sIlBhcmVudFN0eWxlIjpudWxsfSwiRGF0ZUZvcm1hdCI6eyIkaWQiOiIxMDM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MzciLCJGb3JtYXQiOjAsIklzVmlzaWJsZSI6ZmFsc2UsIkxhc3RLbm93blZpc2liaWxpdHlTdGF0ZSI6ZmFsc2V9LCJJc1Zpc2libGUiOmZhbHNlLCJQYXJlbnRTdHlsZSI6bnVsbH0sIkluZGV4IjowLCJTbWFydER1cmF0aW9uQWN0aXZhdGVkIjpmYWxzZSwiRGF0ZUZvcm1hdCI6eyIkcmVmIjoiMTAzNiJ9LCJXZWVrTnVtYmVyaW5nIjp7IiRpZCI6IjEwMzgiLCJGb3JtYXQiOjAsIklzVmlzaWJsZSI6ZmFsc2UsIkxhc3RLbm93blZpc2liaWxpdHlTdGF0ZSI6ZmFsc2V9LCJJZCI6ImU4NmZmY2E1LTU3ZGItNGZjZS04NzMwLTIzN2FlMzYxNTMyMyIsIkltcG9ydElkIjoiMTkiLCJUaXRsZSI6IldvcmtzaG9wcyBQcmVwYXJlICYgUnVuIiwiTm90ZSI6bnVsbCwiSHlwZXJsaW5rIjp7IiRpZCI6IjEwMzkiLCJBZGRyZXNzIjpudWxsLCJTdWJBZGRyZXNzIjpudWxsfSwiSXNDaGFuZ2VkIjpmYWxzZSwiSXNOZXciOmZhbHNlfX0seyIkaWQiOiIxMDQwIiwiX2F0dGFjaGVkTWlsZXN0b25lcyI6W10sIlRhc2tEZWZpbml0aW9uIjp7IiRpZCI6IjEwNDEiLCJHcm91cE5hbWUiOm51bGwsIlN0YXJ0RGF0ZSI6IjIwMjEtMDctMTJUMDg6MDA6MDAiLCJFbmREYXRlIjoiMjAyMS0wOC0wNlQxNzowMDowMCIsIlBlcmNlbnRhZ2VDb21wbGV0ZSI6MC4wLCJTdHlsZSI6eyIkaWQiOiIxMDQyIiwiU2hhcGUiOjEsIlNoYXBlVGhpY2tuZXNzIjowLCJEdXJhdGlvbkZvcm1hdCI6MCwiSW5jbHVkZU5vbldvcmtpbmdEYXlzSW5EdXJhdGlvbiI6ZmFsc2UsIlBlcmNlbnRhZ2VDb21wbGV0ZVN0eWxlIjp7IiRpZCI6IjEwNDMiLCJGb250U2V0dGluZ3MiOnsiJGlkIjoiMTA0NCIsIkZvbnRTaXplIjoxMCwiRm9udE5hbWUiOiJDYWxpYnJpIiwiSXNCb2xkIjpmYWxzZSwiSXNJdGFsaWMiOmZhbHNlLCJJc1VuZGVybGluZWQiOmZhbHNlLCJQYXJlbnRTdHlsZSI6bnVsbH0sIkF1dG9TaXplIjowLCJGb3JlZ3JvdW5kIjp7IiRpZCI6IjEwNDUiLCJDb2xvciI6eyIkaWQiOiIxMDQ2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xMDQ3IiwiVG9wIjowLCJMZWZ0IjowLCJSaWdodCI6MCwiQm90dG9tIjowfSwiUGFkZGluZyI6eyIkaWQiOiIxMDQ4IiwiVG9wIjowLCJMZWZ0IjowLCJSaWdodCI6MCwiQm90dG9tIjowfSwiQmFja2dyb3VuZCI6eyIkaWQiOiIxMDQ5IiwiQ29sb3IiOnsiJGlkIjoiMTA1MCIsIkEiOjg5LCJSIjowLCJHIjowLCJCIjowfX0sIklzVmlzaWJsZSI6dHJ1ZSwiV2lkdGgiOjAuMCwiSGVpZ2h0IjowLjAsIkJvcmRlclN0eWxlIjp7IiRpZCI6IjEwNTEiLCJMaW5lQ29sb3IiOm51bGwsIkxpbmVXZWlnaHQiOjAuMCwiTGluZVR5cGUiOjAsIlBhcmVudFN0eWxlIjpudWxsfSwiUGFyZW50U3R5bGUiOm51bGx9LCJEdXJhdGlvblN0eWxlIjp7IiRpZCI6IjEwNTIiLCJGb250U2V0dGluZ3MiOnsiJGlkIjoiMTA1MyIsIkZvbnRTaXplIjoxMCwiRm9udE5hbWUiOiJDYWxpYnJpIiwiSXNCb2xkIjpmYWxzZSwiSXNJdGFsaWMiOmZhbHNlLCJJc1VuZGVybGluZWQiOmZhbHNlLCJQYXJlbnRTdHlsZSI6bnVsbH0sIkF1dG9TaXplIjowLCJGb3JlZ3JvdW5kIjp7IiRpZCI6IjEwNTQiLCJDb2xvciI6eyIkaWQiOiIxMDU1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A1NiIsIlRvcCI6MCwiTGVmdCI6MCwiUmlnaHQiOjAsIkJvdHRvbSI6MH0sIlBhZGRpbmciOnsiJGlkIjoiMTA1NyIsIlRvcCI6MCwiTGVmdCI6MCwiUmlnaHQiOjAsIkJvdHRvbSI6MH0sIkJhY2tncm91bmQiOnsiJGlkIjoiMTA1OCIsIkNvbG9yIjp7IiRyZWYiOiIxMDUwIn19LCJJc1Zpc2libGUiOnRydWUsIldpZHRoIjowLjAsIkhlaWdodCI6MC4wLCJCb3JkZXJTdHlsZSI6eyIkaWQiOiIxMDU5IiwiTGluZUNvbG9yIjpudWxsLCJMaW5lV2VpZ2h0IjowLjAsIkxpbmVUeXBlIjowLCJQYXJlbnRTdHlsZSI6bnVsbH0sIlBhcmVudFN0eWxlIjpudWxsfSwiSG9yaXpvbnRhbENvbm5lY3RvclN0eWxlIjp7IiRpZCI6IjEwNjAiLCJMaW5lQ29sb3IiOnsiJGlkIjoiMTA2MSIsIiR0eXBlIjoiTkxSRS5Db21tb24uRG9tLlNvbGlkQ29sb3JCcnVzaCwgTkxSRS5Db21tb24iLCJDb2xvciI6eyIkaWQiOiIxMDYyIiwiQSI6MjU1LCJSIjoyMDQsIkciOjIwNCwiQiI6MjA0fX0sIkxpbmVXZWlnaHQiOjEuMCwiTGluZVR5cGUiOjAsIlBhcmVudFN0eWxlIjpudWxsfSwiVmVydGljYWxDb25uZWN0b3JTdHlsZSI6eyIkaWQiOiIxMDYzIiwiTGluZUNvbG9yIjp7IiRpZCI6IjEwNjQiLCIkdHlwZSI6Ik5MUkUuQ29tbW9uLkRvbS5Tb2xpZENvbG9yQnJ1c2gsIE5MUkUuQ29tbW9uIiwiQ29sb3IiOnsiJGlkIjoiMTA2NSIsIkEiOjI1NSwiUiI6MjA0LCJHIjoyMDQsIkIiOjIwNH1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NSwiSXNCZWxvd1RpbWViYW5kIjp0cnVlLCJQZXJjZW50YWdlQ29tcGxldGVTaGFwZU9wYWNpdHkiOjM1LCJTaGFwZVN0eWxlIjp7IiRpZCI6IjEwNjYiLCJNYXJnaW4iOnsiJGlkIjoiMTA2NyIsIlRvcCI6MCwiTGVmdCI6NCwiUmlnaHQiOjQsIkJvdHRvbSI6MH0sIlBhZGRpbmciOnsiJGlkIjoiMTA2OCIsIlRvcCI6MCwiTGVmdCI6MCwiUmlnaHQiOjAsIkJvdHRvbSI6MH0sIkJhY2tncm91bmQiOnsiJGlkIjoiMTA2OSIsIkNvbG9yIjp7IiRpZCI6IjEwNzAiLCJBIjoyNTUsIlIiOjE1MCwiRyI6MjE0LCJCIjo2Nn19LCJJc1Zpc2libGUiOnRydWUsIldpZHRoIjowLjAsIkhlaWdodCI6MTAuMCwiQm9yZGVyU3R5bGUiOnsiJGlkIjoiMTA3MSIsIkxpbmVDb2xvciI6eyIkaWQiOiIxMDcyIiwiJHR5cGUiOiJOTFJFLkNvbW1vbi5Eb20uU29saWRDb2xvckJydXNoLCBOTFJFLkNvbW1vbiIsIkNvbG9yIjp7IiRpZCI6IjEwNzMiLCJBIjoyNTUsIlIiOjI1NSwiRyI6MCwiQiI6MH19LCJMaW5lV2VpZ2h0IjowLjAsIkxpbmVUeXBlIjowLCJQYXJlbnRTdHlsZSI6bnVsbH0sIlBhcmVudFN0eWxlIjpudWxsfSwiVGl0bGVTdHlsZSI6eyIkaWQiOiIxMDc0IiwiRm9udFNldHRpbmdzIjp7IiRpZCI6IjEwNzUiLCJGb250U2l6ZSI6MTEsIkZvbnROYW1lIjoiQ2FsaWJyaSIsIklzQm9sZCI6ZmFsc2UsIklzSXRhbGljIjpmYWxzZSwiSXNVbmRlcmxpbmVkIjpmYWxzZSwiUGFyZW50U3R5bGUiOm51bGx9LCJBdXRvU2l6ZSI6MCwiRm9yZWdyb3VuZCI6eyIkaWQiOiIxMDc2IiwiQ29sb3IiOnsiJGlkIjoiMTA3NyIsIkEiOjI1NSwiUiI6MjU1LCJHIjoyNTUsIkIiOjI1NX19LCJNYXhXaWR0aCI6NzIwLjAsIk1heEhlaWdodCI6IkluZmluaXR5IiwiU21hcnRGb3JlZ3JvdW5kSXNBY3RpdmUiOmZhbHNlLCJIb3Jpem9udGFsQWxpZ25tZW50IjowLCJWZXJ0aWNhbEFsaWdubWVudCI6MCwiU21hcnRGb3JlZ3JvdW5kIjpudWxsLCJCYWNrZ3JvdW5kRmlsbFR5cGUiOjAsIk1hcmdpbiI6eyIkaWQiOiIxMDc4IiwiVG9wIjowLCJMZWZ0IjowLCJSaWdodCI6MCwiQm90dG9tIjowfSwiUGFkZGluZyI6eyIkaWQiOiIxMDc5IiwiVG9wIjowLCJMZWZ0IjowLCJSaWdodCI6MCwiQm90dG9tIjowfSwiQmFja2dyb3VuZCI6eyIkaWQiOiIxMDgwIiwiQ29sb3IiOnsiJGlkIjoiMTA4MSIsIkEiOjAsIlIiOjI1NSwiRyI6MjU1LCJCIjoyNTV9fSwiSXNWaXNpYmxlIjp0cnVlLCJXaWR0aCI6MC4wLCJIZWlnaHQiOjAuMCwiQm9yZGVyU3R5bGUiOnsiJGlkIjoiMTA4MiIsIkxpbmVDb2xvciI6bnVsbCwiTGluZVdlaWdodCI6MC4wLCJMaW5lVHlwZSI6MCwiUGFyZW50U3R5bGUiOm51bGx9LCJQYXJlbnRTdHlsZSI6bnVsbH0sIkRhdGVTdHlsZSI6eyIkaWQiOiIxMDgzIiwiRm9udFNldHRpbmdzIjp7IiRpZCI6IjEwODQiLCJGb250U2l6ZSI6MTAsIkZvbnROYW1lIjoiQ2FsaWJyaSIsIklzQm9sZCI6ZmFsc2UsIklzSXRhbGljIjpmYWxzZSwiSXNVbmRlcmxpbmVkIjpmYWxzZSwiUGFyZW50U3R5bGUiOm51bGx9LCJBdXRvU2l6ZSI6MCwiRm9yZWdyb3VuZCI6eyIkaWQiOiIxMDg1IiwiQ29sb3IiOnsiJGlkIjoiMTA4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A4NyIsIlRvcCI6MCwiTGVmdCI6MCwiUmlnaHQiOjAsIkJvdHRvbSI6MH0sIlBhZGRpbmciOnsiJGlkIjoiMTA4OCIsIlRvcCI6MCwiTGVmdCI6MCwiUmlnaHQiOjAsIkJvdHRvbSI6MH0sIkJhY2tncm91bmQiOnsiJGlkIjoiMTA4OSIsIkNvbG9yIjp7IiRyZWYiOiIxMDUwIn19LCJJc1Zpc2libGUiOnRydWUsIldpZHRoIjowLjAsIkhlaWdodCI6MC4wLCJCb3JkZXJTdHlsZSI6eyIkaWQiOiIxMDkwIiwiTGluZUNvbG9yIjpudWxsLCJMaW5lV2VpZ2h0IjowLjAsIkxpbmVUeXBlIjowLCJQYXJlbnRTdHlsZSI6bnVsbH0sIlBhcmVudFN0eWxlIjpudWxsfSwiRGF0ZUZvcm1hdCI6eyIkaWQiOiIxMDk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OTIiLCJGb3JtYXQiOjAsIklzVmlzaWJsZSI6ZmFsc2UsIkxhc3RLbm93blZpc2liaWxpdHlTdGF0ZSI6ZmFsc2V9LCJJc1Zpc2libGUiOmZhbHNlLCJQYXJlbnRTdHlsZSI6bnVsbH0sIkluZGV4IjoxLCJTbWFydER1cmF0aW9uQWN0aXZhdGVkIjpmYWxzZSwiRGF0ZUZvcm1hdCI6eyIkcmVmIjoiMTA5MSJ9LCJXZWVrTnVtYmVyaW5nIjp7IiRpZCI6IjEwOTMiLCJGb3JtYXQiOjAsIklzVmlzaWJsZSI6ZmFsc2UsIkxhc3RLbm93blZpc2liaWxpdHlTdGF0ZSI6ZmFsc2V9LCJJZCI6ImQxNTVjYjRkLTc0NDItNGQxOS05MmRkLWViM2I0NjZlNGNkZiIsIkltcG9ydElkIjoiMjAiLCJUaXRsZSI6IkFsaWduICYgUHJpb3JpdGl6ZSB1c2UgY2FzZXMiLCJOb3RlIjpudWxsLCJIeXBlcmxpbmsiOnsiJGlkIjoiMTA5NCIsIkFkZHJlc3MiOm51bGwsIlN1YkFkZHJlc3MiOm51bGx9LCJJc0NoYW5nZWQiOmZhbHNlLCJJc05ldyI6ZmFsc2V9fSx7IiRpZCI6IjEwOTUiLCJfYXR0YWNoZWRNaWxlc3RvbmVzIjpbXSwiVGFza0RlZmluaXRpb24iOnsiJGlkIjoiMTA5NiIsIkdyb3VwTmFtZSI6bnVsbCwiU3RhcnREYXRlIjoiMjAyMS0wOC0wMlQwODowMDowMCIsIkVuZERhdGUiOiIyMDIxLTEyLTE3VDE3OjAwOjAwIiwiUGVyY2VudGFnZUNvbXBsZXRlIjowLjAsIlN0eWxlIjp7IiRpZCI6IjEwOTciLCJTaGFwZSI6MSwiU2hhcGVUaGlja25lc3MiOjAsIkR1cmF0aW9uRm9ybWF0IjowLCJJbmNsdWRlTm9uV29ya2luZ0RheXNJbkR1cmF0aW9uIjpmYWxzZSwiUGVyY2VudGFnZUNvbXBsZXRlU3R5bGUiOnsiJGlkIjoiMTA5OCIsIkZvbnRTZXR0aW5ncyI6eyIkaWQiOiIxMDk5IiwiRm9udFNpemUiOjEwLCJGb250TmFtZSI6IkNhbGlicmkiLCJJc0JvbGQiOmZhbHNlLCJJc0l0YWxpYyI6ZmFsc2UsIklzVW5kZXJsaW5lZCI6ZmFsc2UsIlBhcmVudFN0eWxlIjpudWxsfSwiQXV0b1NpemUiOjAsIkZvcmVncm91bmQiOnsiJGlkIjoiMTEwMCIsIkNvbG9yIjp7IiRpZCI6IjExMDE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HJlZiI6Ijg4In0sIlBhZGRpbmciOnsiJHJlZiI6Ijg5In0sIkJhY2tncm91bmQiOnsiJGlkIjoiMTEwMiIsIkNvbG9yIjp7IiRyZWYiOiI1MzcifX0sIklzVmlzaWJsZSI6dHJ1ZSwiV2lkdGgiOjAuMCwiSGVpZ2h0IjowLjAsIkJvcmRlclN0eWxlIjp7IiRpZCI6IjExMDMiLCJMaW5lQ29sb3IiOm51bGwsIkxpbmVXZWlnaHQiOjAuMCwiTGluZVR5cGUiOjAsIlBhcmVudFN0eWxlIjpudWxsfSwiUGFyZW50U3R5bGUiOm51bGx9LCJEdXJhdGlvblN0eWxlIjp7IiRpZCI6IjExMDQiLCJGb250U2V0dGluZ3MiOnsiJGlkIjoiMTEwNSIsIkZvbnRTaXplIjoxMCwiRm9udE5hbWUiOiJDYWxpYnJpIiwiSXNCb2xkIjpmYWxzZSwiSXNJdGFsaWMiOmZhbHNlLCJJc1VuZGVybGluZWQiOmZhbHNlLCJQYXJlbnRTdHlsZSI6bnVsbH0sIkF1dG9TaXplIjowLCJGb3JlZ3JvdW5kIjp7IiRyZWYiOiI5MyJ9LCJNYXhXaWR0aCI6MjAwLjAsIk1heEhlaWdodCI6IkluZmluaXR5IiwiU21hcnRGb3JlZ3JvdW5kSXNBY3RpdmUiOmZhbHNlLCJIb3Jpem9udGFsQWxpZ25tZW50IjowLCJWZXJ0aWNhbEFsaWdubWVudCI6MCwiU21hcnRGb3JlZ3JvdW5kIjpudWxsLCJCYWNrZ3JvdW5kRmlsbFR5cGUiOjAsIk1hcmdpbiI6eyIkcmVmIjoiOTUifSwiUGFkZGluZyI6eyIkcmVmIjoiOTYifSwiQmFja2dyb3VuZCI6eyIkcmVmIjoiOTcifSwiSXNWaXNpYmxlIjp0cnVlLCJXaWR0aCI6MC4wLCJIZWlnaHQiOjAuMCwiQm9yZGVyU3R5bGUiOnsiJGlkIjoiMTEwNiIsIkxpbmVDb2xvciI6bnVsbCwiTGluZVdlaWdodCI6MC4wLCJMaW5lVHlwZSI6MCwiUGFyZW50U3R5bGUiOm51bGx9LCJQYXJlbnRTdHlsZSI6bnVsbH0sIkhvcml6b250YWxDb25uZWN0b3JTdHlsZSI6eyIkaWQiOiIxMTA3IiwiTGluZUNvbG9yIjp7IiRyZWYiOiI5OSJ9LCJMaW5lV2VpZ2h0IjoxLjAsIkxpbmVUeXBlIjowLCJQYXJlbnRTdHlsZSI6bnVsbH0sIlZlcnRpY2FsQ29ubmVjdG9yU3R5bGUiOnsiJGlkIjoiMTEwOCIsIkxpbmVDb2xvciI6eyIkcmVmIjoiMTAy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MTEwOSIsIk1hcmdpbiI6eyIkcmVmIjoiMTA1In0sIlBhZGRpbmciOnsiJHJlZiI6IjEwNiJ9LCJCYWNrZ3JvdW5kIjp7IiRpZCI6IjExMTAiLCJDb2xvciI6eyIkaWQiOiIxMTExIiwiQSI6MjU1LCJSIjoxNTAsIkciOjIxNCwiQiI6NjZ9fSwiSXNWaXNpYmxlIjp0cnVlLCJXaWR0aCI6MC4wLCJIZWlnaHQiOjEwLjAsIkJvcmRlclN0eWxlIjp7IiRpZCI6IjExMTIiLCJMaW5lQ29sb3IiOnsiJHJlZiI6IjU0OCJ9LCJMaW5lV2VpZ2h0IjowLjAsIkxpbmVUeXBlIjowLCJQYXJlbnRTdHlsZSI6bnVsbH0sIlBhcmVudFN0eWxlIjpudWxsfSwiVGl0bGVTdHlsZSI6eyIkaWQiOiIxMTEzIiwiRm9udFNldHRpbmdzIjp7IiRpZCI6IjExMTQiLCJGb250U2l6ZSI6MTEsIkZvbnROYW1lIjoiQ2FsaWJyaSIsIklzQm9sZCI6ZmFsc2UsIklzSXRhbGljIjpmYWxzZSwiSXNVbmRlcmxpbmVkIjpmYWxzZSwiUGFyZW50U3R5bGUiOm51bGx9LCJBdXRvU2l6ZSI6MCwiRm9yZWdyb3VuZCI6eyIkaWQiOiIxMTE1IiwiQ29sb3IiOnsiJGlkIjoiMTExNiIsIkEiOjI1NSwiUiI6MjU1LCJHIjoyNTUsIkIiOjI1NX19LCJNYXhXaWR0aCI6OTYwLjAsIk1heEhlaWdodCI6IkluZmluaXR5IiwiU21hcnRGb3JlZ3JvdW5kSXNBY3RpdmUiOmZhbHNlLCJIb3Jpem9udGFsQWxpZ25tZW50IjoxLCJWZXJ0aWNhbEFsaWdubWVudCI6MCwiU21hcnRGb3JlZ3JvdW5kIjpudWxsLCJCYWNrZ3JvdW5kRmlsbFR5cGUiOjAsIk1hcmdpbiI6eyIkcmVmIjoiMTE2In0sIlBhZGRpbmciOnsiJHJlZiI6IjExNyJ9LCJCYWNrZ3JvdW5kIjp7IiRpZCI6IjExMTciLCJDb2xvciI6eyIkaWQiOiIxMTE4IiwiQSI6MCwiUiI6MjU1LCJHIjoyNTUsIkIiOjI1NX19LCJJc1Zpc2libGUiOnRydWUsIldpZHRoIjowLjAsIkhlaWdodCI6MC4wLCJCb3JkZXJTdHlsZSI6eyIkaWQiOiIxMTE5IiwiTGluZUNvbG9yIjpudWxsLCJMaW5lV2VpZ2h0IjowLjAsIkxpbmVUeXBlIjowLCJQYXJlbnRTdHlsZSI6bnVsbH0sIlBhcmVudFN0eWxlIjpudWxsfSwiRGF0ZVN0eWxlIjp7IiRpZCI6IjExMjAiLCJGb250U2V0dGluZ3MiOnsiJGlkIjoiMTEyMSIsIkZvbnRTaXplIjoxMCwiRm9udE5hbWUiOiJDYWxpYnJpIiwiSXNCb2xkIjpmYWxzZSwiSXNJdGFsaWMiOmZhbHNlLCJJc1VuZGVybGluZWQiOmZhbHNlLCJQYXJlbnRTdHlsZSI6bnVsbH0sIkF1dG9TaXplIjowLCJGb3JlZ3JvdW5kIjp7IiRpZCI6IjExMjIiLCJDb2xvciI6eyIkaWQiOiIxMTIz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IzIn0sIlBhZGRpbmciOnsiJHJlZiI6IjEyNCJ9LCJCYWNrZ3JvdW5kIjp7IiRpZCI6IjExMjQiLCJDb2xvciI6eyIkaWQiOiIxMTI1IiwiQSI6MCwiUiI6MjU1LCJHIjoyNTUsIkIiOjI1NX19LCJJc1Zpc2libGUiOnRydWUsIldpZHRoIjowLjAsIkhlaWdodCI6MC4wLCJCb3JkZXJTdHlsZSI6eyIkaWQiOiIxMTI2IiwiTGluZUNvbG9yIjpudWxsLCJMaW5lV2VpZ2h0IjowLjAsIkxpbmVUeXBlIjowLCJQYXJlbnRTdHlsZSI6bnVsbH0sIlBhcmVudFN0eWxlIjpudWxsfSwiRGF0ZUZvcm1hdCI6eyIkcmVmIjoiNTY0In0sIldlZWtOdW1iZXJpbmciOnsiJGlkIjoiMTEyNyIsIkZvcm1hdCI6MCwiSXNWaXNpYmxlIjpmYWxzZSwiTGFzdEtub3duVmlzaWJpbGl0eVN0YXRlIjpmYWxzZX0sIklzVmlzaWJsZSI6ZmFsc2UsIlBhcmVudFN0eWxlIjpudWxsfSwiSW5kZXgiOjIsIlNtYXJ0RHVyYXRpb25BY3RpdmF0ZWQiOmZhbHNlLCJEYXRlRm9ybWF0Ijp7IiRyZWYiOiI1NjQifSwiV2Vla051bWJlcmluZyI6eyIkaWQiOiIxMTI4IiwiRm9ybWF0IjowLCJJc1Zpc2libGUiOmZhbHNlLCJMYXN0S25vd25WaXNpYmlsaXR5U3RhdGUiOmZhbHNlfSwiSWQiOiIwZDJhZWU2ZS0yNjMxLTQ1YzYtOTYwMi00YTU3MGY1ODJjMDgiLCJJbXBvcnRJZCI6IjYzIiwiVGl0bGUiOiJDcmVhdGUgdGVjaCBibHVlcHJpbnQgZm9yIGVhY2ggdXNlIGNhc2UiLCJOb3RlIjpudWxsLCJIeXBlcmxpbmsiOnsiJGlkIjoiMTEyOSIsIkFkZHJlc3MiOm51bGwsIlN1YkFkZHJlc3MiOm51bGx9LCJJc0NoYW5nZWQiOmZhbHNlLCJJc05ldyI6ZmFsc2V9fSx7IiRpZCI6IjExMzAiLCJfYXR0YWNoZWRNaWxlc3RvbmVzIjpbXSwiVGFza0RlZmluaXRpb24iOnsiJGlkIjoiMTEzMSIsIkdyb3VwTmFtZSI6bnVsbCwiU3RhcnREYXRlIjoiMjAyMS0wOC0wOVQwODowMDowMCIsIkVuZERhdGUiOiIyMDIyLTA0LTI5VDE3OjAwOjAwIiwiUGVyY2VudGFnZUNvbXBsZXRlIjowLjAsIlN0eWxlIjp7IiRpZCI6IjExMzIiLCJTaGFwZSI6MSwiU2hhcGVUaGlja25lc3MiOjAsIkR1cmF0aW9uRm9ybWF0IjowLCJJbmNsdWRlTm9uV29ya2luZ0RheXNJbkR1cmF0aW9uIjpmYWxzZSwiUGVyY2VudGFnZUNvbXBsZXRlU3R5bGUiOnsiJGlkIjoiMTEzMyIsIkZvbnRTZXR0aW5ncyI6eyIkaWQiOiIxMTM0IiwiRm9udFNpemUiOjEwLCJGb250TmFtZSI6IkNhbGlicmkiLCJJc0JvbGQiOmZhbHNlLCJJc0l0YWxpYyI6ZmFsc2UsIklzVW5kZXJsaW5lZCI6ZmFsc2UsIlBhcmVudFN0eWxlIjpudWxsfSwiQXV0b1NpemUiOjAsIkZvcmVncm91bmQiOnsiJGlkIjoiMTEzNSIsIkNvbG9yIjp7IiRpZCI6IjExMzY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pZCI6IjExMzciLCJUb3AiOjAsIkxlZnQiOjAsIlJpZ2h0IjowLCJCb3R0b20iOjB9LCJQYWRkaW5nIjp7IiRpZCI6IjExMzgiLCJUb3AiOjAsIkxlZnQiOjAsIlJpZ2h0IjowLCJCb3R0b20iOjB9LCJCYWNrZ3JvdW5kIjp7IiRpZCI6IjExMzkiLCJDb2xvciI6eyIkaWQiOiIxMTQwIiwiQSI6ODksIlIiOjAsIkciOjAsIkIiOjB9fSwiSXNWaXNpYmxlIjp0cnVlLCJXaWR0aCI6MC4wLCJIZWlnaHQiOjAuMCwiQm9yZGVyU3R5bGUiOnsiJGlkIjoiMTE0MSIsIkxpbmVDb2xvciI6bnVsbCwiTGluZVdlaWdodCI6MC4wLCJMaW5lVHlwZSI6MCwiUGFyZW50U3R5bGUiOm51bGx9LCJQYXJlbnRTdHlsZSI6bnVsbH0sIkR1cmF0aW9uU3R5bGUiOnsiJGlkIjoiMTE0MiIsIkZvbnRTZXR0aW5ncyI6eyIkaWQiOiIxMTQzIiwiRm9udFNpemUiOjEwLCJGb250TmFtZSI6IkNhbGlicmkiLCJJc0JvbGQiOmZhbHNlLCJJc0l0YWxpYyI6ZmFsc2UsIklzVW5kZXJsaW5lZCI6ZmFsc2UsIlBhcmVudFN0eWxlIjpudWxsfSwiQXV0b1NpemUiOjAsIkZvcmVncm91bmQiOnsiJGlkIjoiMTE0NCIsIkNvbG9yIjp7IiRpZCI6IjExND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TQ2IiwiVG9wIjowLCJMZWZ0IjowLCJSaWdodCI6MCwiQm90dG9tIjowfSwiUGFkZGluZyI6eyIkaWQiOiIxMTQ3IiwiVG9wIjowLCJMZWZ0IjowLCJSaWdodCI6MCwiQm90dG9tIjowfSwiQmFja2dyb3VuZCI6eyIkaWQiOiIxMTQ4IiwiQ29sb3IiOnsiJHJlZiI6IjExNDAifX0sIklzVmlzaWJsZSI6dHJ1ZSwiV2lkdGgiOjAuMCwiSGVpZ2h0IjowLjAsIkJvcmRlclN0eWxlIjp7IiRpZCI6IjExNDkiLCJMaW5lQ29sb3IiOm51bGwsIkxpbmVXZWlnaHQiOjAuMCwiTGluZVR5cGUiOjAsIlBhcmVudFN0eWxlIjpudWxsfSwiUGFyZW50U3R5bGUiOm51bGx9LCJIb3Jpem9udGFsQ29ubmVjdG9yU3R5bGUiOnsiJGlkIjoiMTE1MCIsIkxpbmVDb2xvciI6eyIkaWQiOiIxMTUxIiwiJHR5cGUiOiJOTFJFLkNvbW1vbi5Eb20uU29saWRDb2xvckJydXNoLCBOTFJFLkNvbW1vbiIsIkNvbG9yIjp7IiRpZCI6IjExNTIiLCJBIjoyNTUsIlIiOjIwNCwiRyI6MjA0LCJCIjoyMDR9fSwiTGluZVdlaWdodCI6MS4wLCJMaW5lVHlwZSI6MCwiUGFyZW50U3R5bGUiOm51bGx9LCJWZXJ0aWNhbENvbm5lY3RvclN0eWxlIjp7IiRpZCI6IjExNTMiLCJMaW5lQ29sb3IiOnsiJGlkIjoiMTE1NCIsIiR0eXBlIjoiTkxSRS5Db21tb24uRG9tLlNvbGlkQ29sb3JCcnVzaCwgTkxSRS5Db21tb24iLCJDb2xvciI6eyIkaWQiOiIxMTU1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MTE1NiIsIk1hcmdpbiI6eyIkaWQiOiIxMTU3IiwiVG9wIjowLCJMZWZ0Ijo0LCJSaWdodCI6NCwiQm90dG9tIjowfSwiUGFkZGluZyI6eyIkaWQiOiIxMTU4IiwiVG9wIjowLCJMZWZ0IjowLCJSaWdodCI6MCwiQm90dG9tIjowfSwiQmFja2dyb3VuZCI6eyIkaWQiOiIxMTU5IiwiQ29sb3IiOnsiJGlkIjoiMTE2MCIsIkEiOjI1NSwiUiI6MTUwLCJHIjoyMTQsIkIiOjY2fX0sIklzVmlzaWJsZSI6dHJ1ZSwiV2lkdGgiOjAuMCwiSGVpZ2h0IjoxMC4wLCJCb3JkZXJTdHlsZSI6eyIkaWQiOiIxMTYxIiwiTGluZUNvbG9yIjp7IiRpZCI6IjExNjIiLCIkdHlwZSI6Ik5MUkUuQ29tbW9uLkRvbS5Tb2xpZENvbG9yQnJ1c2gsIE5MUkUuQ29tbW9uIiwiQ29sb3IiOnsiJGlkIjoiMTE2MyIsIkEiOjI1NSwiUiI6MjU1LCJHIjowLCJCIjowfX0sIkxpbmVXZWlnaHQiOjAuMCwiTGluZVR5cGUiOjAsIlBhcmVudFN0eWxlIjpudWxsfSwiUGFyZW50U3R5bGUiOm51bGx9LCJUaXRsZVN0eWxlIjp7IiRpZCI6IjExNjQiLCJGb250U2V0dGluZ3MiOnsiJGlkIjoiMTE2NSIsIkZvbnRTaXplIjoxMSwiRm9udE5hbWUiOiJDYWxpYnJpIiwiSXNCb2xkIjpmYWxzZSwiSXNJdGFsaWMiOmZhbHNlLCJJc1VuZGVybGluZWQiOmZhbHNlLCJQYXJlbnRTdHlsZSI6bnVsbH0sIkF1dG9TaXplIjowLCJGb3JlZ3JvdW5kIjp7IiRpZCI6IjExNjYiLCJDb2xvciI6eyIkaWQiOiIxMTY3IiwiQSI6MjU1LCJSIjoyNTUsIkciOjI1NSwiQiI6MjU1fX0sIk1heFdpZHRoIjo5NjAuMCwiTWF4SGVpZ2h0IjoiSW5maW5pdHkiLCJTbWFydEZvcmVncm91bmRJc0FjdGl2ZSI6ZmFsc2UsIkhvcml6b250YWxBbGlnbm1lbnQiOjEsIlZlcnRpY2FsQWxpZ25tZW50IjowLCJTbWFydEZvcmVncm91bmQiOm51bGwsIkJhY2tncm91bmRGaWxsVHlwZSI6MCwiTWFyZ2luIjp7IiRpZCI6IjExNjgiLCJUb3AiOjAsIkxlZnQiOjAsIlJpZ2h0IjowLCJCb3R0b20iOjB9LCJQYWRkaW5nIjp7IiRpZCI6IjExNjkiLCJUb3AiOjAsIkxlZnQiOjAsIlJpZ2h0IjowLCJCb3R0b20iOjB9LCJCYWNrZ3JvdW5kIjp7IiRpZCI6IjExNzAiLCJDb2xvciI6eyIkaWQiOiIxMTcxIiwiQSI6MCwiUiI6MjU1LCJHIjoyNTUsIkIiOjI1NX19LCJJc1Zpc2libGUiOnRydWUsIldpZHRoIjowLjAsIkhlaWdodCI6MC4wLCJCb3JkZXJTdHlsZSI6eyIkaWQiOiIxMTcyIiwiTGluZUNvbG9yIjpudWxsLCJMaW5lV2VpZ2h0IjowLjAsIkxpbmVUeXBlIjowLCJQYXJlbnRTdHlsZSI6bnVsbH0sIlBhcmVudFN0eWxlIjpudWxsfSwiRGF0ZVN0eWxlIjp7IiRpZCI6IjExNzMiLCJGb250U2V0dGluZ3MiOnsiJGlkIjoiMTE3NCIsIkZvbnRTaXplIjoxMCwiRm9udE5hbWUiOiJDYWxpYnJpIiwiSXNCb2xkIjpmYWxzZSwiSXNJdGFsaWMiOmZhbHNlLCJJc1VuZGVybGluZWQiOmZhbHNlLCJQYXJlbnRTdHlsZSI6bnVsbH0sIkF1dG9TaXplIjowLCJGb3JlZ3JvdW5kIjp7IiRpZCI6IjExNzUiLCJDb2xvciI6eyIkaWQiOiIxMTc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Tc3IiwiVG9wIjowLCJMZWZ0IjowLCJSaWdodCI6MCwiQm90dG9tIjowfSwiUGFkZGluZyI6eyIkaWQiOiIxMTc4IiwiVG9wIjowLCJMZWZ0IjowLCJSaWdodCI6MCwiQm90dG9tIjowfSwiQmFja2dyb3VuZCI6eyIkaWQiOiIxMTc5IiwiQ29sb3IiOnsiJHJlZiI6IjExNDAifX0sIklzVmlzaWJsZSI6dHJ1ZSwiV2lkdGgiOjAuMCwiSGVpZ2h0IjowLjAsIkJvcmRlclN0eWxlIjp7IiRpZCI6IjExODAiLCJMaW5lQ29sb3IiOm51bGwsIkxpbmVXZWlnaHQiOjAuMCwiTGluZVR5cGUiOjAsIlBhcmVudFN0eWxlIjpudWxsfSwiUGFyZW50U3R5bGUiOm51bGx9LCJEYXRlRm9ybWF0Ijp7IiRpZCI6IjExO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E4MiIsIkZvcm1hdCI6MCwiSXNWaXNpYmxlIjpmYWxzZSwiTGFzdEtub3duVmlzaWJpbGl0eVN0YXRlIjpmYWxzZX0sIklzVmlzaWJsZSI6ZmFsc2UsIlBhcmVudFN0eWxlIjpudWxsfSwiSW5kZXgiOjMsIlNtYXJ0RHVyYXRpb25BY3RpdmF0ZWQiOmZhbHNlLCJEYXRlRm9ybWF0Ijp7IiRyZWYiOiIxMTgxIn0sIldlZWtOdW1iZXJpbmciOnsiJGlkIjoiMTE4MyIsIkZvcm1hdCI6MCwiSXNWaXNpYmxlIjpmYWxzZSwiTGFzdEtub3duVmlzaWJpbGl0eVN0YXRlIjpmYWxzZX0sIklkIjoiZTViNGQ4NTktMWQ3Mi00MDhiLThiNTYtN2NmYzA5YWUwOWExIiwiSW1wb3J0SWQiOiIyMSIsIlRpdGxlIjoiSXRlcmF0aXZlIHJvbGxvdXQgb2YgdXNlIGNhc2VzIiwiTm90ZSI6bnVsbCwiSHlwZXJsaW5rIjp7IiRpZCI6IjExODQiLCJBZGRyZXNzIjpudWxsLCJTdWJBZGRyZXNzIjpudWxsfSwiSXNDaGFuZ2VkIjpmYWxzZSwiSXNOZXciOmZhbHNlfX0seyIkaWQiOiIxMTg1IiwiX2F0dGFjaGVkTWlsZXN0b25lcyI6W10sIlRhc2tEZWZpbml0aW9uIjp7IiRpZCI6IjExODYiLCJHcm91cE5hbWUiOm51bGwsIlN0YXJ0RGF0ZSI6IjIwMjEtMDYtMTRUMDg6MDA6MDAiLCJFbmREYXRlIjoiMjAyMi0wNC0yOVQxNzowMDowMCIsIlBlcmNlbnRhZ2VDb21wbGV0ZSI6MC4wLCJTdHlsZSI6eyIkaWQiOiIxMTg3IiwiU2hhcGUiOjEsIlNoYXBlVGhpY2tuZXNzIjowLCJEdXJhdGlvbkZvcm1hdCI6MCwiSW5jbHVkZU5vbldvcmtpbmdEYXlzSW5EdXJhdGlvbiI6ZmFsc2UsIlBlcmNlbnRhZ2VDb21wbGV0ZVN0eWxlIjp7IiRpZCI6IjExODgiLCJGb250U2V0dGluZ3MiOnsiJGlkIjoiMTE4OSIsIkZvbnRTaXplIjoxMCwiRm9udE5hbWUiOiJDYWxpYnJpIiwiSXNCb2xkIjpmYWxzZSwiSXNJdGFsaWMiOmZhbHNlLCJJc1VuZGVybGluZWQiOmZhbHNlLCJQYXJlbnRTdHlsZSI6bnVsbH0sIkF1dG9TaXplIjowLCJGb3JlZ3JvdW5kIjp7IiRpZCI6IjExOTAiLCJDb2xvciI6eyIkaWQiOiIxMTkx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xMTkyIiwiVG9wIjowLCJMZWZ0IjowLCJSaWdodCI6MCwiQm90dG9tIjowfSwiUGFkZGluZyI6eyIkaWQiOiIxMTkzIiwiVG9wIjowLCJMZWZ0IjowLCJSaWdodCI6MCwiQm90dG9tIjowfSwiQmFja2dyb3VuZCI6eyIkaWQiOiIxMTk0IiwiQ29sb3IiOnsiJGlkIjoiMTE5NSIsIkEiOjg5LCJSIjowLCJHIjowLCJCIjowfX0sIklzVmlzaWJsZSI6dHJ1ZSwiV2lkdGgiOjAuMCwiSGVpZ2h0IjowLjAsIkJvcmRlclN0eWxlIjp7IiRpZCI6IjExOTYiLCJMaW5lQ29sb3IiOm51bGwsIkxpbmVXZWlnaHQiOjAuMCwiTGluZVR5cGUiOjAsIlBhcmVudFN0eWxlIjpudWxsfSwiUGFyZW50U3R5bGUiOm51bGx9LCJEdXJhdGlvblN0eWxlIjp7IiRpZCI6IjExOTciLCJGb250U2V0dGluZ3MiOnsiJGlkIjoiMTE5OCIsIkZvbnRTaXplIjoxMCwiRm9udE5hbWUiOiJDYWxpYnJpIiwiSXNCb2xkIjpmYWxzZSwiSXNJdGFsaWMiOmZhbHNlLCJJc1VuZGVybGluZWQiOmZhbHNlLCJQYXJlbnRTdHlsZSI6bnVsbH0sIkF1dG9TaXplIjowLCJGb3JlZ3JvdW5kIjp7IiRpZCI6IjExOTkiLCJDb2xvciI6eyIkaWQiOiIxMjAw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IwMSIsIlRvcCI6MCwiTGVmdCI6MCwiUmlnaHQiOjAsIkJvdHRvbSI6MH0sIlBhZGRpbmciOnsiJGlkIjoiMTIwMiIsIlRvcCI6MCwiTGVmdCI6MCwiUmlnaHQiOjAsIkJvdHRvbSI6MH0sIkJhY2tncm91bmQiOnsiJGlkIjoiMTIwMyIsIkNvbG9yIjp7IiRyZWYiOiIxMTk1In19LCJJc1Zpc2libGUiOnRydWUsIldpZHRoIjowLjAsIkhlaWdodCI6MC4wLCJCb3JkZXJTdHlsZSI6eyIkaWQiOiIxMjA0IiwiTGluZUNvbG9yIjpudWxsLCJMaW5lV2VpZ2h0IjowLjAsIkxpbmVUeXBlIjowLCJQYXJlbnRTdHlsZSI6bnVsbH0sIlBhcmVudFN0eWxlIjpudWxsfSwiSG9yaXpvbnRhbENvbm5lY3RvclN0eWxlIjp7IiRpZCI6IjEyMDUiLCJMaW5lQ29sb3IiOnsiJGlkIjoiMTIwNiIsIiR0eXBlIjoiTkxSRS5Db21tb24uRG9tLlNvbGlkQ29sb3JCcnVzaCwgTkxSRS5Db21tb24iLCJDb2xvciI6eyIkaWQiOiIxMjA3IiwiQSI6MjU1LCJSIjoyMDQsIkciOjIwNCwiQiI6MjA0fX0sIkxpbmVXZWlnaHQiOjEuMCwiTGluZVR5cGUiOjAsIlBhcmVudFN0eWxlIjpudWxsfSwiVmVydGljYWxDb25uZWN0b3JTdHlsZSI6eyIkaWQiOiIxMjA4IiwiTGluZUNvbG9yIjp7IiRpZCI6IjEyMDkiLCIkdHlwZSI6Ik5MUkUuQ29tbW9uLkRvbS5Tb2xpZENvbG9yQnJ1c2gsIE5MUkUuQ29tbW9uIiwiQ29sb3IiOnsiJGlkIjoiMTIxMC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EyMTEiLCJNYXJnaW4iOnsiJGlkIjoiMTIxMiIsIlRvcCI6MCwiTGVmdCI6NCwiUmlnaHQiOjQsIkJvdHRvbSI6MH0sIlBhZGRpbmciOnsiJGlkIjoiMTIxMyIsIlRvcCI6MCwiTGVmdCI6MCwiUmlnaHQiOjAsIkJvdHRvbSI6MH0sIkJhY2tncm91bmQiOnsiJGlkIjoiMTIxNCIsIkNvbG9yIjp7IiRpZCI6IjEyMTUiLCJBIjoyNTUsIlIiOjE1MCwiRyI6MjE0LCJCIjo2Nn19LCJJc1Zpc2libGUiOnRydWUsIldpZHRoIjowLjAsIkhlaWdodCI6MTAuMCwiQm9yZGVyU3R5bGUiOnsiJGlkIjoiMTIxNiIsIkxpbmVDb2xvciI6eyIkaWQiOiIxMjE3IiwiJHR5cGUiOiJOTFJFLkNvbW1vbi5Eb20uU29saWRDb2xvckJydXNoLCBOTFJFLkNvbW1vbiIsIkNvbG9yIjp7IiRpZCI6IjEyMTgiLCJBIjoyNTUsIlIiOjI1NSwiRyI6MCwiQiI6MH19LCJMaW5lV2VpZ2h0IjowLjAsIkxpbmVUeXBlIjowLCJQYXJlbnRTdHlsZSI6bnVsbH0sIlBhcmVudFN0eWxlIjpudWxsfSwiVGl0bGVTdHlsZSI6eyIkaWQiOiIxMjE5IiwiRm9udFNldHRpbmdzIjp7IiRpZCI6IjEyMjAiLCJGb250U2l6ZSI6MTEsIkZvbnROYW1lIjoiQ2FsaWJyaSIsIklzQm9sZCI6ZmFsc2UsIklzSXRhbGljIjpmYWxzZSwiSXNVbmRlcmxpbmVkIjpmYWxzZSwiUGFyZW50U3R5bGUiOm51bGx9LCJBdXRvU2l6ZSI6MCwiRm9yZWdyb3VuZCI6eyIkcmVmIjoiMTE0In0sIk1heFdpZHRoIjo5NjAuMCwiTWF4SGVpZ2h0IjoiSW5maW5pdHkiLCJTbWFydEZvcmVncm91bmRJc0FjdGl2ZSI6ZmFsc2UsIkhvcml6b250YWxBbGlnbm1lbnQiOjEsIlZlcnRpY2FsQWxpZ25tZW50IjowLCJTbWFydEZvcmVncm91bmQiOm51bGwsIkJhY2tncm91bmRGaWxsVHlwZSI6MCwiTWFyZ2luIjp7IiRpZCI6IjEyMjEiLCJUb3AiOjAsIkxlZnQiOjAsIlJpZ2h0IjowLCJCb3R0b20iOjB9LCJQYWRkaW5nIjp7IiRpZCI6IjEyMjIiLCJUb3AiOjAsIkxlZnQiOjAsIlJpZ2h0IjowLCJCb3R0b20iOjB9LCJCYWNrZ3JvdW5kIjp7IiRpZCI6IjEyMjMiLCJDb2xvciI6eyIkcmVmIjoiMTE5NSJ9fSwiSXNWaXNpYmxlIjp0cnVlLCJXaWR0aCI6MC4wLCJIZWlnaHQiOjAuMCwiQm9yZGVyU3R5bGUiOnsiJGlkIjoiMTIyNCIsIkxpbmVDb2xvciI6bnVsbCwiTGluZVdlaWdodCI6MC4wLCJMaW5lVHlwZSI6MCwiUGFyZW50U3R5bGUiOm51bGx9LCJQYXJlbnRTdHlsZSI6bnVsbH0sIkRhdGVTdHlsZSI6eyIkaWQiOiIxMjI1IiwiRm9udFNldHRpbmdzIjp7IiRpZCI6IjEyMjYiLCJGb250U2l6ZSI6MTAsIkZvbnROYW1lIjoiQ2FsaWJyaSIsIklzQm9sZCI6ZmFsc2UsIklzSXRhbGljIjpmYWxzZSwiSXNVbmRlcmxpbmVkIjpmYWxzZSwiUGFyZW50U3R5bGUiOm51bGx9LCJBdXRvU2l6ZSI6MCwiRm9yZWdyb3VuZCI6eyIkaWQiOiIxMjI3IiwiQ29sb3IiOnsiJGlkIjoiMTIyO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IyOSIsIlRvcCI6MCwiTGVmdCI6MCwiUmlnaHQiOjAsIkJvdHRvbSI6MH0sIlBhZGRpbmciOnsiJGlkIjoiMTIzMCIsIlRvcCI6MCwiTGVmdCI6MCwiUmlnaHQiOjAsIkJvdHRvbSI6MH0sIkJhY2tncm91bmQiOnsiJGlkIjoiMTIzMSIsIkNvbG9yIjp7IiRyZWYiOiIxMTk1In19LCJJc1Zpc2libGUiOnRydWUsIldpZHRoIjowLjAsIkhlaWdodCI6MC4wLCJCb3JkZXJTdHlsZSI6eyIkaWQiOiIxMjMyIiwiTGluZUNvbG9yIjpudWxsLCJMaW5lV2VpZ2h0IjowLjAsIkxpbmVUeXBlIjowLCJQYXJlbnRTdHlsZSI6bnVsbH0sIlBhcmVudFN0eWxlIjpudWxsfSwiRGF0ZUZvcm1hdCI6eyIkaWQiOiIxMjM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MzQiLCJGb3JtYXQiOjAsIklzVmlzaWJsZSI6ZmFsc2UsIkxhc3RLbm93blZpc2liaWxpdHlTdGF0ZSI6ZmFsc2V9LCJJc1Zpc2libGUiOmZhbHNlLCJQYXJlbnRTdHlsZSI6bnVsbH0sIkluZGV4IjoyNCwiU21hcnREdXJhdGlvbkFjdGl2YXRlZCI6ZmFsc2UsIkRhdGVGb3JtYXQiOnsiJHJlZiI6IjEyMzMifSwiV2Vla051bWJlcmluZyI6eyIkaWQiOiIxMjM1IiwiRm9ybWF0IjowLCJJc1Zpc2libGUiOmZhbHNlLCJMYXN0S25vd25WaXNpYmlsaXR5U3RhdGUiOmZhbHNlfSwiSWQiOiIxOTQwZjExZS0yMThlLTQ2MGItOGVmNS1lNGIxNDIyNjJmNzgiLCJJbXBvcnRJZCI6IjQiLCJUaXRsZSI6IkphcGFuIiwiTm90ZSI6bnVsbCwiSHlwZXJsaW5rIjp7IiRpZCI6IjEyMzYiLCJBZGRyZXNzIjoiIiwiU3ViQWRkcmVzcyI6IiJ9LCJJc0NoYW5nZWQiOmZhbHNlLCJJc05ldyI6ZmFsc2V9fV0sIk1pbGVzdG9uZXMiOltdfSx7IiRpZCI6IjEyMzciLCJJZCI6ImFhNjU1M2FhLWRiM2YtNDBlNi05ZjhiLWQxMDE5YzBlZTAzZCIsIkluZGV4IjozLCJIZWFkZXJUZXh0IjoiVGhhaWxhbmQiLCJTdHlsZSI6eyIkaWQiOiIxMjM4IiwiSGVhZGVyU3R5bGUiOnsiJGlkIjoiMTIzOSIsIlRleHRTdHlsZSI6eyIkaWQiOiIxMjQwIiwiRm9udFNldHRpbmdzIjp7IiRpZCI6IjEyNDEiLCJGb250U2l6ZSI6MTIsIkZvbnROYW1lIjoiQ2FsaWJyaSIsIklzQm9sZCI6ZmFsc2UsIklzSXRhbGljIjpmYWxzZSwiSXNVbmRlcmxpbmVkIjpmYWxzZSwiUGFyZW50U3R5bGUiOm51bGx9LCJBdXRvU2l6ZSI6MCwiRm9yZWdyb3VuZCI6eyIkaWQiOiIxMjQyIiwiQ29sb3IiOnsiJGlkIjoiMTI0MyIsIkEiOjI1NSwiUiI6MjU1LCJHIjoyNTUsIkIiOjI1NX19LCJNYXhXaWR0aCI6MC4wLCJNYXhIZWlnaHQiOjAuMCwiU21hcnRGb3JlZ3JvdW5kSXNBY3RpdmUiOmZhbHNlLCJIb3Jpem9udGFsQWxpZ25tZW50IjowLCJWZXJ0aWNhbEFsaWdubWVudCI6MCwiU21hcnRGb3JlZ3JvdW5kIjpudWxsLCJCYWNrZ3JvdW5kRmlsbFR5cGUiOjAsIk1hcmdpbiI6eyIkaWQiOiIxMjQ0IiwiVG9wIjowLCJMZWZ0IjowLCJSaWdodCI6MCwiQm90dG9tIjowfSwiUGFkZGluZyI6eyIkaWQiOiIxMjQ1IiwiVG9wIjowLCJMZWZ0IjowLCJSaWdodCI6MCwiQm90dG9tIjowfSwiQmFja2dyb3VuZCI6bnVsbCwiSXNWaXNpYmxlIjpmYWxzZSwiV2lkdGgiOjAuMCwiSGVpZ2h0IjowLjAsIkJvcmRlclN0eWxlIjpudWxsLCJQYXJlbnRTdHlsZSI6bnVsbH0sIlJlY3RhbmdsZVN0eWxlIjp7IiRpZCI6IjEyNDYiLCJNYXJnaW4iOnsiJGlkIjoiMTI0NyIsIlRvcCI6MCwiTGVmdCI6MCwiUmlnaHQiOjAsIkJvdHRvbSI6MH0sIlBhZGRpbmciOnsiJGlkIjoiMTI0OCIsIlRvcCI6MCwiTGVmdCI6MCwiUmlnaHQiOjAsIkJvdHRvbSI6MH0sIkJhY2tncm91bmQiOnsiJGlkIjoiMTI0OSIsIkNvbG9yIjp7IiRpZCI6IjEyNTAiLCJBIjoyNTUsIlIiOjY4LCJHIjoxMTQsIkIiOjE5Nn19LCJJc1Zpc2libGUiOmZhbHNlLCJXaWR0aCI6MC4wLCJIZWlnaHQiOjAuMCwiQm9yZGVyU3R5bGUiOnsiJGlkIjoiMTI1MSIsIkxpbmVDb2xvciI6eyIkaWQiOiIxMjUyIiwiJHR5cGUiOiJOTFJFLkNvbW1vbi5Eb20uU29saWRDb2xvckJydXNoLCBOTFJFLkNvbW1vbiIsIkNvbG9yIjp7IiRpZCI6IjEyNTMiLCJBIjoyNTUsIlIiOjI1NSwiRyI6MjU1LCJCIjoyNTV9fSwiTGluZVdlaWdodCI6MC4wLCJMaW5lVHlwZSI6MCwiUGFyZW50U3R5bGUiOm51bGx9LCJQYXJlbnRTdHlsZSI6bnVsbH0sIk1hcmdpbiI6eyIkaWQiOiIxMjU0IiwiVG9wIjowLCJMZWZ0IjowLCJSaWdodCI6MCwiQm90dG9tIjowfSwiUGFkZGluZyI6eyIkaWQiOiIxMjU1IiwiVG9wIjowLCJMZWZ0IjowLCJSaWdodCI6MCwiQm90dG9tIjowfSwiQmFja2dyb3VuZCI6bnVsbCwiSXNWaXNpYmxlIjp0cnVlLCJXaWR0aCI6MC4wLCJIZWlnaHQiOjAuMCwiQm9yZGVyU3R5bGUiOm51bGwsIlBhcmVudFN0eWxlIjpudWxsfSwiQmFja2dyb3VuZFN0eWxlIjp7IiRpZCI6IjEyNTYiLCJNYXJnaW4iOnsiJGlkIjoiMTI1NyIsIlRvcCI6MCwiTGVmdCI6MCwiUmlnaHQiOjAsIkJvdHRvbSI6MH0sIlBhZGRpbmciOnsiJGlkIjoiMTI1OCIsIlRvcCI6MCwiTGVmdCI6MCwiUmlnaHQiOjAsIkJvdHRvbSI6MH0sIkJhY2tncm91bmQiOnsiJGlkIjoiMTI1OSIsIkNvbG9yIjp7IiRpZCI6IjEyNjAiLCJBIjozOCwiUiI6NjgsIkciOjExNCwiQiI6MTk2fX0sIklzVmlzaWJsZSI6dHJ1ZSwiV2lkdGgiOjAuMCwiSGVpZ2h0IjowLjAsIkJvcmRlclN0eWxlIjp7IiRpZCI6IjEyNjEiLCJMaW5lQ29sb3IiOnsiJGlkIjoiMTI2MiIsIiR0eXBlIjoiTkxSRS5Db21tb24uRG9tLlNvbGlkQ29sb3JCcnVzaCwgTkxSRS5Db21tb24iLCJDb2xvciI6eyIkaWQiOiIxMjYzIiwiQSI6MjU1LCJSIjo1NSwiRyI6NTUsIkIiOjU1fX0sIkxpbmVXZWlnaHQiOjAuMCwiTGluZVR5cGUiOjAsIlBhcmVudFN0eWxlIjpudWxsfSwiUGFyZW50U3R5bGUiOm51bGx9LCJJc0Fib3ZlVGltZWJhbmQiOmZhbHNlLCJNYXJnaW4iOnsiJGlkIjoiMTI2NCIsIlRvcCI6MCwiTGVmdCI6MCwiUmlnaHQiOjAsIkJvdHRvbSI6MH0sIlBhZGRpbmciOnsiJGlkIjoiMTI2NSIsIlRvcCI6MCwiTGVmdCI6MCwiUmlnaHQiOjAsIkJvdHRvbSI6MH0sIklzVmlzaWJsZSI6dHJ1ZSwiV2lkdGgiOjAuMCwiSGVpZ2h0IjowLjAsIkJvcmRlclN0eWxlIjpudWxsLCJQYXJlbnRTdHlsZSI6bnVsbH0sIlRhc2tzIjpbeyIkaWQiOiIxMjY2IiwiX2F0dGFjaGVkTWlsZXN0b25lcyI6W10sIlRhc2tEZWZpbml0aW9uIjp7IiRpZCI6IjEyNjciLCJHcm91cE5hbWUiOm51bGwsIlN0YXJ0RGF0ZSI6IjIwMjItMDEtMDNUMDg6MDA6MDAiLCJFbmREYXRlIjoiMjAyMi0wMS0yOFQxNzowMDowMCIsIlBlcmNlbnRhZ2VDb21wbGV0ZSI6MC4wLCJTdHlsZSI6eyIkaWQiOiIxMjY4IiwiU2hhcGUiOjEsIlNoYXBlVGhpY2tuZXNzIjowLCJEdXJhdGlvbkZvcm1hdCI6MCwiSW5jbHVkZU5vbldvcmtpbmdEYXlzSW5EdXJhdGlvbiI6ZmFsc2UsIlBlcmNlbnRhZ2VDb21wbGV0ZVN0eWxlIjp7IiRpZCI6IjEyNjkiLCJGb250U2V0dGluZ3MiOnsiJGlkIjoiMTI3MCIsIkZvbnRTaXplIjoxMCwiRm9udE5hbWUiOiJDYWxpYnJpIiwiSXNCb2xkIjpmYWxzZSwiSXNJdGFsaWMiOmZhbHNlLCJJc1VuZGVybGluZWQiOmZhbHNlLCJQYXJlbnRTdHlsZSI6bnVsbH0sIkF1dG9TaXplIjowLCJGb3JlZ3JvdW5kIjp7IiRpZCI6IjEyNzEiLCJDb2xvciI6eyIkaWQiOiIxMjcy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xMjczIiwiVG9wIjowLCJMZWZ0IjowLCJSaWdodCI6MCwiQm90dG9tIjowfSwiUGFkZGluZyI6eyIkaWQiOiIxMjc0IiwiVG9wIjowLCJMZWZ0IjowLCJSaWdodCI6MCwiQm90dG9tIjowfSwiQmFja2dyb3VuZCI6eyIkaWQiOiIxMjc1IiwiQ29sb3IiOnsiJGlkIjoiMTI3NiIsIkEiOjg5LCJSIjowLCJHIjowLCJCIjowfX0sIklzVmlzaWJsZSI6dHJ1ZSwiV2lkdGgiOjAuMCwiSGVpZ2h0IjowLjAsIkJvcmRlclN0eWxlIjp7IiRpZCI6IjEyNzciLCJMaW5lQ29sb3IiOm51bGwsIkxpbmVXZWlnaHQiOjAuMCwiTGluZVR5cGUiOjAsIlBhcmVudFN0eWxlIjpudWxsfSwiUGFyZW50U3R5bGUiOm51bGx9LCJEdXJhdGlvblN0eWxlIjp7IiRpZCI6IjEyNzgiLCJGb250U2V0dGluZ3MiOnsiJGlkIjoiMTI3OSIsIkZvbnRTaXplIjoxMCwiRm9udE5hbWUiOiJDYWxpYnJpIiwiSXNCb2xkIjpmYWxzZSwiSXNJdGFsaWMiOmZhbHNlLCJJc1VuZGVybGluZWQiOmZhbHNlLCJQYXJlbnRTdHlsZSI6bnVsbH0sIkF1dG9TaXplIjowLCJGb3JlZ3JvdW5kIjp7IiRpZCI6IjEyODAiLCJDb2xvciI6eyIkaWQiOiIxMjg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I4MiIsIlRvcCI6MCwiTGVmdCI6MCwiUmlnaHQiOjAsIkJvdHRvbSI6MH0sIlBhZGRpbmciOnsiJGlkIjoiMTI4MyIsIlRvcCI6MCwiTGVmdCI6MCwiUmlnaHQiOjAsIkJvdHRvbSI6MH0sIkJhY2tncm91bmQiOnsiJGlkIjoiMTI4NCIsIkNvbG9yIjp7IiRyZWYiOiIxMjc2In19LCJJc1Zpc2libGUiOnRydWUsIldpZHRoIjowLjAsIkhlaWdodCI6MC4wLCJCb3JkZXJTdHlsZSI6eyIkaWQiOiIxMjg1IiwiTGluZUNvbG9yIjpudWxsLCJMaW5lV2VpZ2h0IjowLjAsIkxpbmVUeXBlIjowLCJQYXJlbnRTdHlsZSI6bnVsbH0sIlBhcmVudFN0eWxlIjpudWxsfSwiSG9yaXpvbnRhbENvbm5lY3RvclN0eWxlIjp7IiRpZCI6IjEyODYiLCJMaW5lQ29sb3IiOnsiJGlkIjoiMTI4NyIsIiR0eXBlIjoiTkxSRS5Db21tb24uRG9tLlNvbGlkQ29sb3JCcnVzaCwgTkxSRS5Db21tb24iLCJDb2xvciI6eyIkaWQiOiIxMjg4IiwiQSI6MjU1LCJSIjoyMDQsIkciOjIwNCwiQiI6MjA0fX0sIkxpbmVXZWlnaHQiOjEuMCwiTGluZVR5cGUiOjAsIlBhcmVudFN0eWxlIjpudWxsfSwiVmVydGljYWxDb25uZWN0b3JTdHlsZSI6eyIkaWQiOiIxMjg5IiwiTGluZUNvbG9yIjp7IiRpZCI6IjEyOTAiLCIkdHlwZSI6Ik5MUkUuQ29tbW9uLkRvbS5Tb2xpZENvbG9yQnJ1c2gsIE5MUkUuQ29tbW9uIiwiQ29sb3IiOnsiJGlkIjoiMTI5MSIsIkEiOjI1NSwiUiI6MjA0LCJHIjoyMDQsIkIiOjIwNH1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NSwiSXNCZWxvd1RpbWViYW5kIjp0cnVlLCJQZXJjZW50YWdlQ29tcGxldGVTaGFwZU9wYWNpdHkiOjM1LCJTaGFwZVN0eWxlIjp7IiRpZCI6IjEyOTIiLCJNYXJnaW4iOnsiJGlkIjoiMTI5MyIsIlRvcCI6MCwiTGVmdCI6NCwiUmlnaHQiOjQsIkJvdHRvbSI6MH0sIlBhZGRpbmciOnsiJGlkIjoiMTI5NCIsIlRvcCI6MCwiTGVmdCI6MCwiUmlnaHQiOjAsIkJvdHRvbSI6MH0sIkJhY2tncm91bmQiOnsiJGlkIjoiMTI5NSIsIkNvbG9yIjp7IiRpZCI6IjEyOTYiLCJBIjoyNTUsIlIiOjY4LCJHIjoxMTQsIkIiOjE5Nn19LCJJc1Zpc2libGUiOnRydWUsIldpZHRoIjowLjAsIkhlaWdodCI6MTAuMCwiQm9yZGVyU3R5bGUiOnsiJGlkIjoiMTI5NyIsIkxpbmVDb2xvciI6eyIkaWQiOiIxMjk4IiwiJHR5cGUiOiJOTFJFLkNvbW1vbi5Eb20uU29saWRDb2xvckJydXNoLCBOTFJFLkNvbW1vbiIsIkNvbG9yIjp7IiRpZCI6IjEyOTkiLCJBIjoyNTUsIlIiOjI1NSwiRyI6MCwiQiI6MH19LCJMaW5lV2VpZ2h0IjowLjAsIkxpbmVUeXBlIjowLCJQYXJlbnRTdHlsZSI6bnVsbH0sIlBhcmVudFN0eWxlIjpudWxsfSwiVGl0bGVTdHlsZSI6eyIkaWQiOiIxMzAwIiwiRm9udFNldHRpbmdzIjp7IiRpZCI6IjEzMDEiLCJGb250U2l6ZSI6MTEsIkZvbnROYW1lIjoiQ2FsaWJyaSIsIklzQm9sZCI6ZmFsc2UsIklzSXRhbGljIjpmYWxzZSwiSXNVbmRlcmxpbmVkIjpmYWxzZSwiUGFyZW50U3R5bGUiOm51bGx9LCJBdXRvU2l6ZSI6MCwiRm9yZWdyb3VuZCI6eyIkaWQiOiIxMzAyIiwiQ29sb3IiOnsiJGlkIjoiMTMwMyIsIkEiOjI1NSwiUiI6MjU1LCJHIjoyNTUsIkIiOjI1NX19LCJNYXhXaWR0aCI6NzIwLjAsIk1heEhlaWdodCI6IkluZmluaXR5IiwiU21hcnRGb3JlZ3JvdW5kSXNBY3RpdmUiOmZhbHNlLCJIb3Jpem9udGFsQWxpZ25tZW50IjowLCJWZXJ0aWNhbEFsaWdubWVudCI6MCwiU21hcnRGb3JlZ3JvdW5kIjpudWxsLCJCYWNrZ3JvdW5kRmlsbFR5cGUiOjAsIk1hcmdpbiI6eyIkaWQiOiIxMzA0IiwiVG9wIjowLCJMZWZ0IjowLCJSaWdodCI6MCwiQm90dG9tIjowfSwiUGFkZGluZyI6eyIkaWQiOiIxMzA1IiwiVG9wIjowLCJMZWZ0IjowLCJSaWdodCI6MCwiQm90dG9tIjowfSwiQmFja2dyb3VuZCI6eyIkaWQiOiIxMzA2IiwiQ29sb3IiOnsiJGlkIjoiMTMwNyIsIkEiOjAsIlIiOjI1NSwiRyI6MjU1LCJCIjoyNTV9fSwiSXNWaXNpYmxlIjp0cnVlLCJXaWR0aCI6MC4wLCJIZWlnaHQiOjAuMCwiQm9yZGVyU3R5bGUiOnsiJGlkIjoiMTMwOCIsIkxpbmVDb2xvciI6bnVsbCwiTGluZVdlaWdodCI6MC4wLCJMaW5lVHlwZSI6MCwiUGFyZW50U3R5bGUiOm51bGx9LCJQYXJlbnRTdHlsZSI6bnVsbH0sIkRhdGVTdHlsZSI6eyIkaWQiOiIxMzA5IiwiRm9udFNldHRpbmdzIjp7IiRpZCI6IjEzMTAiLCJGb250U2l6ZSI6MTAsIkZvbnROYW1lIjoiQ2FsaWJyaSIsIklzQm9sZCI6ZmFsc2UsIklzSXRhbGljIjpmYWxzZSwiSXNVbmRlcmxpbmVkIjpmYWxzZSwiUGFyZW50U3R5bGUiOm51bGx9LCJBdXRvU2l6ZSI6MCwiRm9yZWdyb3VuZCI6eyIkaWQiOiIxMzExIiwiQ29sb3IiOnsiJGlkIjoiMTMx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MxMyIsIlRvcCI6MCwiTGVmdCI6MCwiUmlnaHQiOjAsIkJvdHRvbSI6MH0sIlBhZGRpbmciOnsiJGlkIjoiMTMxNCIsIlRvcCI6MCwiTGVmdCI6MCwiUmlnaHQiOjAsIkJvdHRvbSI6MH0sIkJhY2tncm91bmQiOnsiJGlkIjoiMTMxNSIsIkNvbG9yIjp7IiRyZWYiOiIxMjc2In19LCJJc1Zpc2libGUiOnRydWUsIldpZHRoIjowLjAsIkhlaWdodCI6MC4wLCJCb3JkZXJTdHlsZSI6eyIkaWQiOiIxMzE2IiwiTGluZUNvbG9yIjpudWxsLCJMaW5lV2VpZ2h0IjowLjAsIkxpbmVUeXBlIjowLCJQYXJlbnRTdHlsZSI6bnVsbH0sIlBhcmVudFN0eWxlIjpudWxsfSwiRGF0ZUZvcm1hdCI6eyIkaWQiOiIxMzE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MTgiLCJGb3JtYXQiOjAsIklzVmlzaWJsZSI6ZmFsc2UsIkxhc3RLbm93blZpc2liaWxpdHlTdGF0ZSI6ZmFsc2V9LCJJc1Zpc2libGUiOmZhbHNlLCJQYXJlbnRTdHlsZSI6bnVsbH0sIkluZGV4IjowLCJTbWFydER1cmF0aW9uQWN0aXZhdGVkIjpmYWxzZSwiRGF0ZUZvcm1hdCI6eyIkcmVmIjoiMTMxNyJ9LCJXZWVrTnVtYmVyaW5nIjp7IiRpZCI6IjEzMTkiLCJGb3JtYXQiOjAsIklzVmlzaWJsZSI6ZmFsc2UsIkxhc3RLbm93blZpc2liaWxpdHlTdGF0ZSI6ZmFsc2V9LCJJZCI6ImExY2FhYzQxLTYwZWUtNDE4YS05OTA0LWYxMWU5ZmM4ZjRlMiIsIkltcG9ydElkIjoiMjUiLCJUaXRsZSI6IldvcmtzaG9wcyBQcmVwYXJlICYgUnVuIiwiTm90ZSI6bnVsbCwiSHlwZXJsaW5rIjp7IiRpZCI6IjEzMjAiLCJBZGRyZXNzIjpudWxsLCJTdWJBZGRyZXNzIjpudWxsfSwiSXNDaGFuZ2VkIjpmYWxzZSwiSXNOZXciOmZhbHNlfX0seyIkaWQiOiIxMzIxIiwiX2F0dGFjaGVkTWlsZXN0b25lcyI6W10sIlRhc2tEZWZpbml0aW9uIjp7IiRpZCI6IjEzMjIiLCJHcm91cE5hbWUiOm51bGwsIlN0YXJ0RGF0ZSI6IjIwMjItMDEtMzFUMDg6MDA6MDAiLCJFbmREYXRlIjoiMjAyMi0wMi0yNVQxNzowMDowMCIsIlBlcmNlbnRhZ2VDb21wbGV0ZSI6MC4wLCJTdHlsZSI6eyIkaWQiOiIxMzIzIiwiU2hhcGUiOjEsIlNoYXBlVGhpY2tuZXNzIjowLCJEdXJhdGlvbkZvcm1hdCI6MCwiSW5jbHVkZU5vbldvcmtpbmdEYXlzSW5EdXJhdGlvbiI6ZmFsc2UsIlBlcmNlbnRhZ2VDb21wbGV0ZVN0eWxlIjp7IiRpZCI6IjEzMjQiLCJGb250U2V0dGluZ3MiOnsiJGlkIjoiMTMyNSIsIkZvbnRTaXplIjoxMCwiRm9udE5hbWUiOiJDYWxpYnJpIiwiSXNCb2xkIjpmYWxzZSwiSXNJdGFsaWMiOmZhbHNlLCJJc1VuZGVybGluZWQiOmZhbHNlLCJQYXJlbnRTdHlsZSI6bnVsbH0sIkF1dG9TaXplIjowLCJGb3JlZ3JvdW5kIjp7IiRpZCI6IjEzMjYiLCJDb2xvciI6eyIkaWQiOiIxMzI3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xMzI4IiwiVG9wIjowLCJMZWZ0IjowLCJSaWdodCI6MCwiQm90dG9tIjowfSwiUGFkZGluZyI6eyIkaWQiOiIxMzI5IiwiVG9wIjowLCJMZWZ0IjowLCJSaWdodCI6MCwiQm90dG9tIjowfSwiQmFja2dyb3VuZCI6eyIkaWQiOiIxMzMwIiwiQ29sb3IiOnsiJGlkIjoiMTMzMSIsIkEiOjg5LCJSIjowLCJHIjowLCJCIjowfX0sIklzVmlzaWJsZSI6dHJ1ZSwiV2lkdGgiOjAuMCwiSGVpZ2h0IjowLjAsIkJvcmRlclN0eWxlIjp7IiRpZCI6IjEzMzIiLCJMaW5lQ29sb3IiOm51bGwsIkxpbmVXZWlnaHQiOjAuMCwiTGluZVR5cGUiOjAsIlBhcmVudFN0eWxlIjpudWxsfSwiUGFyZW50U3R5bGUiOm51bGx9LCJEdXJhdGlvblN0eWxlIjp7IiRpZCI6IjEzMzMiLCJGb250U2V0dGluZ3MiOnsiJGlkIjoiMTMzNCIsIkZvbnRTaXplIjoxMCwiRm9udE5hbWUiOiJDYWxpYnJpIiwiSXNCb2xkIjpmYWxzZSwiSXNJdGFsaWMiOmZhbHNlLCJJc1VuZGVybGluZWQiOmZhbHNlLCJQYXJlbnRTdHlsZSI6bnVsbH0sIkF1dG9TaXplIjowLCJGb3JlZ3JvdW5kIjp7IiRpZCI6IjEzMzUiLCJDb2xvciI6eyIkaWQiOiIxMzM2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MzNyIsIlRvcCI6MCwiTGVmdCI6MCwiUmlnaHQiOjAsIkJvdHRvbSI6MH0sIlBhZGRpbmciOnsiJGlkIjoiMTMzOCIsIlRvcCI6MCwiTGVmdCI6MCwiUmlnaHQiOjAsIkJvdHRvbSI6MH0sIkJhY2tncm91bmQiOnsiJGlkIjoiMTMzOSIsIkNvbG9yIjp7IiRyZWYiOiIxMzMxIn19LCJJc1Zpc2libGUiOnRydWUsIldpZHRoIjowLjAsIkhlaWdodCI6MC4wLCJCb3JkZXJTdHlsZSI6eyIkaWQiOiIxMzQwIiwiTGluZUNvbG9yIjpudWxsLCJMaW5lV2VpZ2h0IjowLjAsIkxpbmVUeXBlIjowLCJQYXJlbnRTdHlsZSI6bnVsbH0sIlBhcmVudFN0eWxlIjpudWxsfSwiSG9yaXpvbnRhbENvbm5lY3RvclN0eWxlIjp7IiRpZCI6IjEzNDEiLCJMaW5lQ29sb3IiOnsiJGlkIjoiMTM0MiIsIiR0eXBlIjoiTkxSRS5Db21tb24uRG9tLlNvbGlkQ29sb3JCcnVzaCwgTkxSRS5Db21tb24iLCJDb2xvciI6eyIkaWQiOiIxMzQzIiwiQSI6MjU1LCJSIjoyMDQsIkciOjIwNCwiQiI6MjA0fX0sIkxpbmVXZWlnaHQiOjEuMCwiTGluZVR5cGUiOjAsIlBhcmVudFN0eWxlIjpudWxsfSwiVmVydGljYWxDb25uZWN0b3JTdHlsZSI6eyIkaWQiOiIxMzQ0IiwiTGluZUNvbG9yIjp7IiRpZCI6IjEzNDUiLCIkdHlwZSI6Ik5MUkUuQ29tbW9uLkRvbS5Tb2xpZENvbG9yQnJ1c2gsIE5MUkUuQ29tbW9uIiwiQ29sb3IiOnsiJGlkIjoiMTM0NiIsIkEiOjI1NSwiUiI6MjA0LCJHIjoyMDQsIkIiOjIwNH1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NSwiSXNCZWxvd1RpbWViYW5kIjp0cnVlLCJQZXJjZW50YWdlQ29tcGxldGVTaGFwZU9wYWNpdHkiOjM1LCJTaGFwZVN0eWxlIjp7IiRpZCI6IjEzNDciLCJNYXJnaW4iOnsiJGlkIjoiMTM0OCIsIlRvcCI6MCwiTGVmdCI6NCwiUmlnaHQiOjQsIkJvdHRvbSI6MH0sIlBhZGRpbmciOnsiJGlkIjoiMTM0OSIsIlRvcCI6MCwiTGVmdCI6MCwiUmlnaHQiOjAsIkJvdHRvbSI6MH0sIkJhY2tncm91bmQiOnsiJGlkIjoiMTM1MCIsIkNvbG9yIjp7IiRpZCI6IjEzNTEiLCJBIjoyNTUsIlIiOjY4LCJHIjoxMTQsIkIiOjE5Nn19LCJJc1Zpc2libGUiOnRydWUsIldpZHRoIjowLjAsIkhlaWdodCI6MTAuMCwiQm9yZGVyU3R5bGUiOnsiJGlkIjoiMTM1MiIsIkxpbmVDb2xvciI6eyIkaWQiOiIxMzUzIiwiJHR5cGUiOiJOTFJFLkNvbW1vbi5Eb20uU29saWRDb2xvckJydXNoLCBOTFJFLkNvbW1vbiIsIkNvbG9yIjp7IiRpZCI6IjEzNTQiLCJBIjoyNTUsIlIiOjI1NSwiRyI6MCwiQiI6MH19LCJMaW5lV2VpZ2h0IjowLjAsIkxpbmVUeXBlIjowLCJQYXJlbnRTdHlsZSI6bnVsbH0sIlBhcmVudFN0eWxlIjpudWxsfSwiVGl0bGVTdHlsZSI6eyIkaWQiOiIxMzU1IiwiRm9udFNldHRpbmdzIjp7IiRpZCI6IjEzNTYiLCJGb250U2l6ZSI6MTEsIkZvbnROYW1lIjoiQ2FsaWJyaSIsIklzQm9sZCI6ZmFsc2UsIklzSXRhbGljIjpmYWxzZSwiSXNVbmRlcmxpbmVkIjpmYWxzZSwiUGFyZW50U3R5bGUiOm51bGx9LCJBdXRvU2l6ZSI6MCwiRm9yZWdyb3VuZCI6eyIkaWQiOiIxMzU3IiwiQ29sb3IiOnsiJGlkIjoiMTM1OCIsIkEiOjI1NSwiUiI6MjU1LCJHIjoyNTUsIkIiOjI1NX19LCJNYXhXaWR0aCI6NzIwLjAsIk1heEhlaWdodCI6IkluZmluaXR5IiwiU21hcnRGb3JlZ3JvdW5kSXNBY3RpdmUiOmZhbHNlLCJIb3Jpem9udGFsQWxpZ25tZW50IjowLCJWZXJ0aWNhbEFsaWdubWVudCI6MCwiU21hcnRGb3JlZ3JvdW5kIjpudWxsLCJCYWNrZ3JvdW5kRmlsbFR5cGUiOjAsIk1hcmdpbiI6eyIkaWQiOiIxMzU5IiwiVG9wIjowLCJMZWZ0IjowLCJSaWdodCI6MCwiQm90dG9tIjowfSwiUGFkZGluZyI6eyIkaWQiOiIxMzYwIiwiVG9wIjowLCJMZWZ0IjowLCJSaWdodCI6MCwiQm90dG9tIjowfSwiQmFja2dyb3VuZCI6eyIkaWQiOiIxMzYxIiwiQ29sb3IiOnsiJGlkIjoiMTM2MiIsIkEiOjAsIlIiOjI1NSwiRyI6MjU1LCJCIjoyNTV9fSwiSXNWaXNpYmxlIjp0cnVlLCJXaWR0aCI6MC4wLCJIZWlnaHQiOjAuMCwiQm9yZGVyU3R5bGUiOnsiJGlkIjoiMTM2MyIsIkxpbmVDb2xvciI6bnVsbCwiTGluZVdlaWdodCI6MC4wLCJMaW5lVHlwZSI6MCwiUGFyZW50U3R5bGUiOm51bGx9LCJQYXJlbnRTdHlsZSI6bnVsbH0sIkRhdGVTdHlsZSI6eyIkaWQiOiIxMzY0IiwiRm9udFNldHRpbmdzIjp7IiRpZCI6IjEzNjUiLCJGb250U2l6ZSI6MTAsIkZvbnROYW1lIjoiQ2FsaWJyaSIsIklzQm9sZCI6ZmFsc2UsIklzSXRhbGljIjpmYWxzZSwiSXNVbmRlcmxpbmVkIjpmYWxzZSwiUGFyZW50U3R5bGUiOm51bGx9LCJBdXRvU2l6ZSI6MCwiRm9yZWdyb3VuZCI6eyIkaWQiOiIxMzY2IiwiQ29sb3IiOnsiJGlkIjoiMTM2N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M2OCIsIlRvcCI6MCwiTGVmdCI6MCwiUmlnaHQiOjAsIkJvdHRvbSI6MH0sIlBhZGRpbmciOnsiJGlkIjoiMTM2OSIsIlRvcCI6MCwiTGVmdCI6MCwiUmlnaHQiOjAsIkJvdHRvbSI6MH0sIkJhY2tncm91bmQiOnsiJGlkIjoiMTM3MCIsIkNvbG9yIjp7IiRyZWYiOiIxMzMxIn19LCJJc1Zpc2libGUiOnRydWUsIldpZHRoIjowLjAsIkhlaWdodCI6MC4wLCJCb3JkZXJTdHlsZSI6eyIkaWQiOiIxMzcxIiwiTGluZUNvbG9yIjpudWxsLCJMaW5lV2VpZ2h0IjowLjAsIkxpbmVUeXBlIjowLCJQYXJlbnRTdHlsZSI6bnVsbH0sIlBhcmVudFN0eWxlIjpudWxsfSwiRGF0ZUZvcm1hdCI6eyIkaWQiOiIxMzc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NzMiLCJGb3JtYXQiOjAsIklzVmlzaWJsZSI6ZmFsc2UsIkxhc3RLbm93blZpc2liaWxpdHlTdGF0ZSI6ZmFsc2V9LCJJc1Zpc2libGUiOmZhbHNlLCJQYXJlbnRTdHlsZSI6bnVsbH0sIkluZGV4IjoxLCJTbWFydER1cmF0aW9uQWN0aXZhdGVkIjpmYWxzZSwiRGF0ZUZvcm1hdCI6eyIkcmVmIjoiMTM3MiJ9LCJXZWVrTnVtYmVyaW5nIjp7IiRpZCI6IjEzNzQiLCJGb3JtYXQiOjAsIklzVmlzaWJsZSI6ZmFsc2UsIkxhc3RLbm93blZpc2liaWxpdHlTdGF0ZSI6ZmFsc2V9LCJJZCI6IjY3OWIyZDJhLWJjOTctNDgwZS04MDQ0LWZlMmRkNGZhOWJjOSIsIkltcG9ydElkIjoiMjYiLCJUaXRsZSI6IkFsaWduICYgUHJpb3JpdGl6ZSB1c2UgY2FzZXMiLCJOb3RlIjpudWxsLCJIeXBlcmxpbmsiOnsiJGlkIjoiMTM3NSIsIkFkZHJlc3MiOm51bGwsIlN1YkFkZHJlc3MiOm51bGx9LCJJc0NoYW5nZWQiOmZhbHNlLCJJc05ldyI6ZmFsc2V9fSx7IiRpZCI6IjEzNzYiLCJfYXR0YWNoZWRNaWxlc3RvbmVzIjpbXSwiVGFza0RlZmluaXRpb24iOnsiJGlkIjoiMTM3NyIsIkdyb3VwTmFtZSI6bnVsbCwiU3RhcnREYXRlIjoiMjAyMi0wMi0yMVQwODowMDowMCIsIkVuZERhdGUiOiIyMDIyLTA1LTIwVDE3OjAwOjAwIiwiUGVyY2VudGFnZUNvbXBsZXRlIjowLjAsIlN0eWxlIjp7IiRpZCI6IjEzNzgiLCJTaGFwZSI6MSwiU2hhcGVUaGlja25lc3MiOjAsIkR1cmF0aW9uRm9ybWF0IjowLCJJbmNsdWRlTm9uV29ya2luZ0RheXNJbkR1cmF0aW9uIjpmYWxzZSwiUGVyY2VudGFnZUNvbXBsZXRlU3R5bGUiOnsiJGlkIjoiMTM3OSIsIkZvbnRTZXR0aW5ncyI6eyIkaWQiOiIxMzgwIiwiRm9udFNpemUiOjEwLCJGb250TmFtZSI6IkNhbGlicmkiLCJJc0JvbGQiOmZhbHNlLCJJc0l0YWxpYyI6ZmFsc2UsIklzVW5kZXJsaW5lZCI6ZmFsc2UsIlBhcmVudFN0eWxlIjpudWxsfSwiQXV0b1NpemUiOjAsIkZvcmVncm91bmQiOnsiJGlkIjoiMTM4MSIsIkNvbG9yIjp7IiRpZCI6IjEzODI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HJlZiI6Ijg4In0sIlBhZGRpbmciOnsiJHJlZiI6Ijg5In0sIkJhY2tncm91bmQiOnsiJGlkIjoiMTM4MyIsIkNvbG9yIjp7IiRyZWYiOiI1MzcifX0sIklzVmlzaWJsZSI6dHJ1ZSwiV2lkdGgiOjAuMCwiSGVpZ2h0IjowLjAsIkJvcmRlclN0eWxlIjp7IiRpZCI6IjEzODQiLCJMaW5lQ29sb3IiOm51bGwsIkxpbmVXZWlnaHQiOjAuMCwiTGluZVR5cGUiOjAsIlBhcmVudFN0eWxlIjpudWxsfSwiUGFyZW50U3R5bGUiOm51bGx9LCJEdXJhdGlvblN0eWxlIjp7IiRpZCI6IjEzODUiLCJGb250U2V0dGluZ3MiOnsiJGlkIjoiMTM4NiIsIkZvbnRTaXplIjoxMCwiRm9udE5hbWUiOiJDYWxpYnJpIiwiSXNCb2xkIjpmYWxzZSwiSXNJdGFsaWMiOmZhbHNlLCJJc1VuZGVybGluZWQiOmZhbHNlLCJQYXJlbnRTdHlsZSI6bnVsbH0sIkF1dG9TaXplIjowLCJGb3JlZ3JvdW5kIjp7IiRyZWYiOiI5MyJ9LCJNYXhXaWR0aCI6MjAwLjAsIk1heEhlaWdodCI6IkluZmluaXR5IiwiU21hcnRGb3JlZ3JvdW5kSXNBY3RpdmUiOmZhbHNlLCJIb3Jpem9udGFsQWxpZ25tZW50IjowLCJWZXJ0aWNhbEFsaWdubWVudCI6MCwiU21hcnRGb3JlZ3JvdW5kIjpudWxsLCJCYWNrZ3JvdW5kRmlsbFR5cGUiOjAsIk1hcmdpbiI6eyIkcmVmIjoiOTUifSwiUGFkZGluZyI6eyIkcmVmIjoiOTYifSwiQmFja2dyb3VuZCI6eyIkcmVmIjoiOTcifSwiSXNWaXNpYmxlIjp0cnVlLCJXaWR0aCI6MC4wLCJIZWlnaHQiOjAuMCwiQm9yZGVyU3R5bGUiOnsiJGlkIjoiMTM4NyIsIkxpbmVDb2xvciI6bnVsbCwiTGluZVdlaWdodCI6MC4wLCJMaW5lVHlwZSI6MCwiUGFyZW50U3R5bGUiOm51bGx9LCJQYXJlbnRTdHlsZSI6bnVsbH0sIkhvcml6b250YWxDb25uZWN0b3JTdHlsZSI6eyIkaWQiOiIxMzg4IiwiTGluZUNvbG9yIjp7IiRyZWYiOiI5OSJ9LCJMaW5lV2VpZ2h0IjoxLjAsIkxpbmVUeXBlIjowLCJQYXJlbnRTdHlsZSI6bnVsbH0sIlZlcnRpY2FsQ29ubmVjdG9yU3R5bGUiOnsiJGlkIjoiMTM4OSIsIkxpbmVDb2xvciI6eyIkcmVmIjoiMTAyIn0sIkxpbmVXZWlnaHQiOjAuMCwiTGluZVR5cGUiOjAsIlBhcmVudFN0eWxlIjpudWxsfSwiTWFyZ2luIjpudWxsLCJTdGFydERhdGVQb3NpdGlvbiI6NiwiRW5kRGF0ZVBvc2l0aW9uIjo2LCJEYXRlSXNWaXNpYmxlIjpmYWxzZSwiVGl0bGVQb3NpdGlvbiI6NCwiRHVyYXRpb25Qb3NpdGlvbiI6NiwiUGVyY2VudGFnZUNvbXBsZXRlZFBvc2l0aW9uIjo2LCJTcGFjaW5nIjo1LCJJc0JlbG93VGltZWJhbmQiOnRydWUsIlBlcmNlbnRhZ2VDb21wbGV0ZVNoYXBlT3BhY2l0eSI6MzUsIlNoYXBlU3R5bGUiOnsiJGlkIjoiMTM5MCIsIk1hcmdpbiI6eyIkcmVmIjoiMTA1In0sIlBhZGRpbmciOnsiJHJlZiI6IjEwNiJ9LCJCYWNrZ3JvdW5kIjp7IiRpZCI6IjEzOTEiLCJDb2xvciI6eyIkaWQiOiIxMzkyIiwiQSI6MjU1LCJSIjo2OCwiRyI6MTE0LCJCIjoxOTZ9fSwiSXNWaXNpYmxlIjp0cnVlLCJXaWR0aCI6MC4wLCJIZWlnaHQiOjEwLjAsIkJvcmRlclN0eWxlIjp7IiRpZCI6IjEzOTMiLCJMaW5lQ29sb3IiOnsiJHJlZiI6IjU0OCJ9LCJMaW5lV2VpZ2h0IjowLjAsIkxpbmVUeXBlIjowLCJQYXJlbnRTdHlsZSI6bnVsbH0sIlBhcmVudFN0eWxlIjpudWxsfSwiVGl0bGVTdHlsZSI6eyIkaWQiOiIxMzk0IiwiRm9udFNldHRpbmdzIjp7IiRpZCI6IjEzOTUiLCJGb250U2l6ZSI6MTEsIkZvbnROYW1lIjoiQ2FsaWJyaSIsIklzQm9sZCI6ZmFsc2UsIklzSXRhbGljIjpmYWxzZSwiSXNVbmRlcmxpbmVkIjpmYWxzZSwiUGFyZW50U3R5bGUiOm51bGx9LCJBdXRvU2l6ZSI6MCwiRm9yZWdyb3VuZCI6eyIkaWQiOiIxMzk2IiwiQ29sb3IiOnsiJGlkIjoiMTM5NyIsIkEiOjI1NSwiUiI6MjU1LCJHIjoyNTUsIkIiOjI1NX19LCJNYXhXaWR0aCI6OTYwLjAsIk1heEhlaWdodCI6IkluZmluaXR5IiwiU21hcnRGb3JlZ3JvdW5kSXNBY3RpdmUiOmZhbHNlLCJIb3Jpem9udGFsQWxpZ25tZW50IjowLCJWZXJ0aWNhbEFsaWdubWVudCI6MCwiU21hcnRGb3JlZ3JvdW5kIjpudWxsLCJCYWNrZ3JvdW5kRmlsbFR5cGUiOjAsIk1hcmdpbiI6eyIkcmVmIjoiMTE2In0sIlBhZGRpbmciOnsiJHJlZiI6IjExNyJ9LCJCYWNrZ3JvdW5kIjp7IiRpZCI6IjEzOTgiLCJDb2xvciI6eyIkaWQiOiIxMzk5IiwiQSI6MCwiUiI6MjU1LCJHIjoyNTUsIkIiOjI1NX19LCJJc1Zpc2libGUiOnRydWUsIldpZHRoIjowLjAsIkhlaWdodCI6MC4wLCJCb3JkZXJTdHlsZSI6eyIkaWQiOiIxNDAwIiwiTGluZUNvbG9yIjpudWxsLCJMaW5lV2VpZ2h0IjowLjAsIkxpbmVUeXBlIjowLCJQYXJlbnRTdHlsZSI6bnVsbH0sIlBhcmVudFN0eWxlIjpudWxsfSwiRGF0ZVN0eWxlIjp7IiRpZCI6IjE0MDEiLCJGb250U2V0dGluZ3MiOnsiJGlkIjoiMTQwMiIsIkZvbnRTaXplIjoxMCwiRm9udE5hbWUiOiJDYWxpYnJpIiwiSXNCb2xkIjpmYWxzZSwiSXNJdGFsaWMiOmZhbHNlLCJJc1VuZGVybGluZWQiOmZhbHNlLCJQYXJlbnRTdHlsZSI6bnVsbH0sIkF1dG9TaXplIjowLCJGb3JlZ3JvdW5kIjp7IiRpZCI6IjE0MDMiLCJDb2xvciI6eyIkaWQiOiIxNDA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IzIn0sIlBhZGRpbmciOnsiJHJlZiI6IjEyNCJ9LCJCYWNrZ3JvdW5kIjp7IiRpZCI6IjE0MDUiLCJDb2xvciI6eyIkaWQiOiIxNDA2IiwiQSI6MCwiUiI6MjU1LCJHIjoyNTUsIkIiOjI1NX19LCJJc1Zpc2libGUiOnRydWUsIldpZHRoIjowLjAsIkhlaWdodCI6MC4wLCJCb3JkZXJTdHlsZSI6eyIkaWQiOiIxNDA3IiwiTGluZUNvbG9yIjpudWxsLCJMaW5lV2VpZ2h0IjowLjAsIkxpbmVUeXBlIjowLCJQYXJlbnRTdHlsZSI6bnVsbH0sIlBhcmVudFN0eWxlIjpudWxsfSwiRGF0ZUZvcm1hdCI6eyIkcmVmIjoiNTY0In0sIldlZWtOdW1iZXJpbmciOnsiJGlkIjoiMTQwOCIsIkZvcm1hdCI6MCwiSXNWaXNpYmxlIjpmYWxzZSwiTGFzdEtub3duVmlzaWJpbGl0eVN0YXRlIjpmYWxzZX0sIklzVmlzaWJsZSI6ZmFsc2UsIlBhcmVudFN0eWxlIjpudWxsfSwiSW5kZXgiOjIsIlNtYXJ0RHVyYXRpb25BY3RpdmF0ZWQiOmZhbHNlLCJEYXRlRm9ybWF0Ijp7IiRyZWYiOiI1NjQifSwiV2Vla051bWJlcmluZyI6eyIkaWQiOiIxNDA5IiwiRm9ybWF0IjowLCJJc1Zpc2libGUiOmZhbHNlLCJMYXN0S25vd25WaXNpYmlsaXR5U3RhdGUiOmZhbHNlfSwiSWQiOiIwYjI5YWEwMS01ZDllLTQ3N2EtOTczNi0zNjA4MGNhMDU1MGMiLCJJbXBvcnRJZCI6IjY0IiwiVGl0bGUiOiJDcmVhdGUgdGVjaCBibHVlcHJpbnQgZm9yIGVhY2ggdXNlIGNhc2UiLCJOb3RlIjpudWxsLCJIeXBlcmxpbmsiOnsiJGlkIjoiMTQxMCIsIkFkZHJlc3MiOm51bGwsIlN1YkFkZHJlc3MiOm51bGx9LCJJc0NoYW5nZWQiOmZhbHNlLCJJc05ldyI6ZmFsc2V9fSx7IiRpZCI6IjE0MTEiLCJfYXR0YWNoZWRNaWxlc3RvbmVzIjpbXSwiVGFza0RlZmluaXRpb24iOnsiJGlkIjoiMTQxMiIsIkdyb3VwTmFtZSI6bnVsbCwiU3RhcnREYXRlIjoiMjAyMi0wMi0yOFQwODowMDowMCIsIkVuZERhdGUiOiIyMDIyLTEwLTI4VDE3OjAwOjAwIiwiUGVyY2VudGFnZUNvbXBsZXRlIjowLjAsIlN0eWxlIjp7IiRpZCI6IjE0MTMiLCJTaGFwZSI6MSwiU2hhcGVUaGlja25lc3MiOjAsIkR1cmF0aW9uRm9ybWF0IjowLCJJbmNsdWRlTm9uV29ya2luZ0RheXNJbkR1cmF0aW9uIjpmYWxzZSwiUGVyY2VudGFnZUNvbXBsZXRlU3R5bGUiOnsiJGlkIjoiMTQxNCIsIkZvbnRTZXR0aW5ncyI6eyIkaWQiOiIxNDE1IiwiRm9udFNpemUiOjEwLCJGb250TmFtZSI6IkNhbGlicmkiLCJJc0JvbGQiOmZhbHNlLCJJc0l0YWxpYyI6ZmFsc2UsIklzVW5kZXJsaW5lZCI6ZmFsc2UsIlBhcmVudFN0eWxlIjpudWxsfSwiQXV0b1NpemUiOjAsIkZvcmVncm91bmQiOnsiJGlkIjoiMTQxNiIsIkNvbG9yIjp7IiRpZCI6IjE0MTc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pZCI6IjE0MTgiLCJUb3AiOjAsIkxlZnQiOjAsIlJpZ2h0IjowLCJCb3R0b20iOjB9LCJQYWRkaW5nIjp7IiRpZCI6IjE0MTkiLCJUb3AiOjAsIkxlZnQiOjAsIlJpZ2h0IjowLCJCb3R0b20iOjB9LCJCYWNrZ3JvdW5kIjp7IiRpZCI6IjE0MjAiLCJDb2xvciI6eyIkaWQiOiIxNDIxIiwiQSI6ODksIlIiOjAsIkciOjAsIkIiOjB9fSwiSXNWaXNpYmxlIjp0cnVlLCJXaWR0aCI6MC4wLCJIZWlnaHQiOjAuMCwiQm9yZGVyU3R5bGUiOnsiJGlkIjoiMTQyMiIsIkxpbmVDb2xvciI6bnVsbCwiTGluZVdlaWdodCI6MC4wLCJMaW5lVHlwZSI6MCwiUGFyZW50U3R5bGUiOm51bGx9LCJQYXJlbnRTdHlsZSI6bnVsbH0sIkR1cmF0aW9uU3R5bGUiOnsiJGlkIjoiMTQyMyIsIkZvbnRTZXR0aW5ncyI6eyIkaWQiOiIxNDI0IiwiRm9udFNpemUiOjEwLCJGb250TmFtZSI6IkNhbGlicmkiLCJJc0JvbGQiOmZhbHNlLCJJc0l0YWxpYyI6ZmFsc2UsIklzVW5kZXJsaW5lZCI6ZmFsc2UsIlBhcmVudFN0eWxlIjpudWxsfSwiQXV0b1NpemUiOjAsIkZvcmVncm91bmQiOnsiJGlkIjoiMTQyNSIsIkNvbG9yIjp7IiRpZCI6IjE0MjY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NDI3IiwiVG9wIjowLCJMZWZ0IjowLCJSaWdodCI6MCwiQm90dG9tIjowfSwiUGFkZGluZyI6eyIkaWQiOiIxNDI4IiwiVG9wIjowLCJMZWZ0IjowLCJSaWdodCI6MCwiQm90dG9tIjowfSwiQmFja2dyb3VuZCI6eyIkaWQiOiIxNDI5IiwiQ29sb3IiOnsiJHJlZiI6IjE0MjEifX0sIklzVmlzaWJsZSI6dHJ1ZSwiV2lkdGgiOjAuMCwiSGVpZ2h0IjowLjAsIkJvcmRlclN0eWxlIjp7IiRpZCI6IjE0MzAiLCJMaW5lQ29sb3IiOm51bGwsIkxpbmVXZWlnaHQiOjAuMCwiTGluZVR5cGUiOjAsIlBhcmVudFN0eWxlIjpudWxsfSwiUGFyZW50U3R5bGUiOm51bGx9LCJIb3Jpem9udGFsQ29ubmVjdG9yU3R5bGUiOnsiJGlkIjoiMTQzMSIsIkxpbmVDb2xvciI6eyIkaWQiOiIxNDMyIiwiJHR5cGUiOiJOTFJFLkNvbW1vbi5Eb20uU29saWRDb2xvckJydXNoLCBOTFJFLkNvbW1vbiIsIkNvbG9yIjp7IiRpZCI6IjE0MzMiLCJBIjoyNTUsIlIiOjIwNCwiRyI6MjA0LCJCIjoyMDR9fSwiTGluZVdlaWdodCI6MS4wLCJMaW5lVHlwZSI6MCwiUGFyZW50U3R5bGUiOm51bGx9LCJWZXJ0aWNhbENvbm5lY3RvclN0eWxlIjp7IiRpZCI6IjE0MzQiLCJMaW5lQ29sb3IiOnsiJGlkIjoiMTQzNSIsIiR0eXBlIjoiTkxSRS5Db21tb24uRG9tLlNvbGlkQ29sb3JCcnVzaCwgTkxSRS5Db21tb24iLCJDb2xvciI6eyIkaWQiOiIxNDM2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MTQzNyIsIk1hcmdpbiI6eyIkaWQiOiIxNDM4IiwiVG9wIjowLCJMZWZ0Ijo0LCJSaWdodCI6NCwiQm90dG9tIjowfSwiUGFkZGluZyI6eyIkaWQiOiIxNDM5IiwiVG9wIjowLCJMZWZ0IjowLCJSaWdodCI6MCwiQm90dG9tIjowfSwiQmFja2dyb3VuZCI6eyIkaWQiOiIxNDQwIiwiQ29sb3IiOnsiJGlkIjoiMTQ0MSIsIkEiOjI1NSwiUiI6NjgsIkciOjExNCwiQiI6MTk2fX0sIklzVmlzaWJsZSI6dHJ1ZSwiV2lkdGgiOjAuMCwiSGVpZ2h0IjoxMC4wLCJCb3JkZXJTdHlsZSI6eyIkaWQiOiIxNDQyIiwiTGluZUNvbG9yIjp7IiRpZCI6IjE0NDMiLCIkdHlwZSI6Ik5MUkUuQ29tbW9uLkRvbS5Tb2xpZENvbG9yQnJ1c2gsIE5MUkUuQ29tbW9uIiwiQ29sb3IiOnsiJGlkIjoiMTQ0NCIsIkEiOjI1NSwiUiI6MjU1LCJHIjowLCJCIjowfX0sIkxpbmVXZWlnaHQiOjAuMCwiTGluZVR5cGUiOjAsIlBhcmVudFN0eWxlIjpudWxsfSwiUGFyZW50U3R5bGUiOm51bGx9LCJUaXRsZVN0eWxlIjp7IiRpZCI6IjE0NDUiLCJGb250U2V0dGluZ3MiOnsiJGlkIjoiMTQ0NiIsIkZvbnRTaXplIjoxMSwiRm9udE5hbWUiOiJDYWxpYnJpIiwiSXNCb2xkIjpmYWxzZSwiSXNJdGFsaWMiOmZhbHNlLCJJc1VuZGVybGluZWQiOmZhbHNlLCJQYXJlbnRTdHlsZSI6bnVsbH0sIkF1dG9TaXplIjowLCJGb3JlZ3JvdW5kIjp7IiRpZCI6IjE0NDciLCJDb2xvciI6eyIkaWQiOiIxNDQ4IiwiQSI6MjU1LCJSIjoyNTUsIkciOjI1NSwiQiI6MjU1fX0sIk1heFdpZHRoIjo5NjAuMCwiTWF4SGVpZ2h0IjoiSW5maW5pdHkiLCJTbWFydEZvcmVncm91bmRJc0FjdGl2ZSI6ZmFsc2UsIkhvcml6b250YWxBbGlnbm1lbnQiOjEsIlZlcnRpY2FsQWxpZ25tZW50IjowLCJTbWFydEZvcmVncm91bmQiOm51bGwsIkJhY2tncm91bmRGaWxsVHlwZSI6MCwiTWFyZ2luIjp7IiRpZCI6IjE0NDkiLCJUb3AiOjAsIkxlZnQiOjAsIlJpZ2h0IjowLCJCb3R0b20iOjB9LCJQYWRkaW5nIjp7IiRpZCI6IjE0NTAiLCJUb3AiOjAsIkxlZnQiOjAsIlJpZ2h0IjowLCJCb3R0b20iOjB9LCJCYWNrZ3JvdW5kIjp7IiRpZCI6IjE0NTEiLCJDb2xvciI6eyIkaWQiOiIxNDUyIiwiQSI6MCwiUiI6MjU1LCJHIjoyNTUsIkIiOjI1NX19LCJJc1Zpc2libGUiOnRydWUsIldpZHRoIjowLjAsIkhlaWdodCI6MC4wLCJCb3JkZXJTdHlsZSI6eyIkaWQiOiIxNDUzIiwiTGluZUNvbG9yIjpudWxsLCJMaW5lV2VpZ2h0IjowLjAsIkxpbmVUeXBlIjowLCJQYXJlbnRTdHlsZSI6bnVsbH0sIlBhcmVudFN0eWxlIjpudWxsfSwiRGF0ZVN0eWxlIjp7IiRpZCI6IjE0NTQiLCJGb250U2V0dGluZ3MiOnsiJGlkIjoiMTQ1NSIsIkZvbnRTaXplIjoxMCwiRm9udE5hbWUiOiJDYWxpYnJpIiwiSXNCb2xkIjpmYWxzZSwiSXNJdGFsaWMiOmZhbHNlLCJJc1VuZGVybGluZWQiOmZhbHNlLCJQYXJlbnRTdHlsZSI6bnVsbH0sIkF1dG9TaXplIjowLCJGb3JlZ3JvdW5kIjp7IiRpZCI6IjE0NTYiLCJDb2xvciI6eyIkaWQiOiIxNDU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NDU4IiwiVG9wIjowLCJMZWZ0IjowLCJSaWdodCI6MCwiQm90dG9tIjowfSwiUGFkZGluZyI6eyIkaWQiOiIxNDU5IiwiVG9wIjowLCJMZWZ0IjowLCJSaWdodCI6MCwiQm90dG9tIjowfSwiQmFja2dyb3VuZCI6eyIkaWQiOiIxNDYwIiwiQ29sb3IiOnsiJHJlZiI6IjE0MjEifX0sIklzVmlzaWJsZSI6dHJ1ZSwiV2lkdGgiOjAuMCwiSGVpZ2h0IjowLjAsIkJvcmRlclN0eWxlIjp7IiRpZCI6IjE0NjEiLCJMaW5lQ29sb3IiOm51bGwsIkxpbmVXZWlnaHQiOjAuMCwiTGluZVR5cGUiOjAsIlBhcmVudFN0eWxlIjpudWxsfSwiUGFyZW50U3R5bGUiOm51bGx9LCJEYXRlRm9ybWF0Ijp7IiRpZCI6IjE0N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2MyIsIkZvcm1hdCI6MCwiSXNWaXNpYmxlIjpmYWxzZSwiTGFzdEtub3duVmlzaWJpbGl0eVN0YXRlIjpmYWxzZX0sIklzVmlzaWJsZSI6ZmFsc2UsIlBhcmVudFN0eWxlIjpudWxsfSwiSW5kZXgiOjMsIlNtYXJ0RHVyYXRpb25BY3RpdmF0ZWQiOmZhbHNlLCJEYXRlRm9ybWF0Ijp7IiRyZWYiOiIxNDYyIn0sIldlZWtOdW1iZXJpbmciOnsiJGlkIjoiMTQ2NCIsIkZvcm1hdCI6MCwiSXNWaXNpYmxlIjpmYWxzZSwiTGFzdEtub3duVmlzaWJpbGl0eVN0YXRlIjpmYWxzZX0sIklkIjoiYWIyNDM2YTQtYjY0Zi00NjBhLTllMTktNDAwMzczNTVmMzY5IiwiSW1wb3J0SWQiOiIyNyIsIlRpdGxlIjoiSXRlcmF0aXZlIHJvbGxvdXQgb2YgdXNlIGNhc2VzIiwiTm90ZSI6bnVsbCwiSHlwZXJsaW5rIjp7IiRpZCI6IjE0NjUiLCJBZGRyZXNzIjpudWxsLCJTdWJBZGRyZXNzIjpudWxsfSwiSXNDaGFuZ2VkIjpmYWxzZSwiSXNOZXciOmZhbHNlfX0seyIkaWQiOiIxNDY2IiwiX2F0dGFjaGVkTWlsZXN0b25lcyI6W10sIlRhc2tEZWZpbml0aW9uIjp7IiRpZCI6IjE0NjciLCJHcm91cE5hbWUiOm51bGwsIlN0YXJ0RGF0ZSI6IjIwMjItMDEtMDNUMDg6MDA6MDAiLCJFbmREYXRlIjoiMjAyMi0xMC0yOFQxNzowMDowMCIsIlBlcmNlbnRhZ2VDb21wbGV0ZSI6MC4wLCJTdHlsZSI6eyIkaWQiOiIxNDY4IiwiU2hhcGUiOjEsIlNoYXBlVGhpY2tuZXNzIjowLCJEdXJhdGlvbkZvcm1hdCI6MCwiSW5jbHVkZU5vbldvcmtpbmdEYXlzSW5EdXJhdGlvbiI6ZmFsc2UsIlBlcmNlbnRhZ2VDb21wbGV0ZVN0eWxlIjp7IiRpZCI6IjE0NjkiLCJGb250U2V0dGluZ3MiOnsiJGlkIjoiMTQ3MCIsIkZvbnRTaXplIjoxMCwiRm9udE5hbWUiOiJDYWxpYnJpIiwiSXNCb2xkIjpmYWxzZSwiSXNJdGFsaWMiOmZhbHNlLCJJc1VuZGVybGluZWQiOmZhbHNlLCJQYXJlbnRTdHlsZSI6bnVsbH0sIkF1dG9TaXplIjowLCJGb3JlZ3JvdW5kIjp7IiRpZCI6IjE0NzEiLCJDb2xvciI6eyIkaWQiOiIxNDcy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xNDczIiwiVG9wIjowLCJMZWZ0IjowLCJSaWdodCI6MCwiQm90dG9tIjowfSwiUGFkZGluZyI6eyIkaWQiOiIxNDc0IiwiVG9wIjowLCJMZWZ0IjowLCJSaWdodCI6MCwiQm90dG9tIjowfSwiQmFja2dyb3VuZCI6eyIkaWQiOiIxNDc1IiwiQ29sb3IiOnsiJGlkIjoiMTQ3NiIsIkEiOjg5LCJSIjowLCJHIjowLCJCIjowfX0sIklzVmlzaWJsZSI6dHJ1ZSwiV2lkdGgiOjAuMCwiSGVpZ2h0IjowLjAsIkJvcmRlclN0eWxlIjp7IiRpZCI6IjE0NzciLCJMaW5lQ29sb3IiOm51bGwsIkxpbmVXZWlnaHQiOjAuMCwiTGluZVR5cGUiOjAsIlBhcmVudFN0eWxlIjpudWxsfSwiUGFyZW50U3R5bGUiOm51bGx9LCJEdXJhdGlvblN0eWxlIjp7IiRpZCI6IjE0NzgiLCJGb250U2V0dGluZ3MiOnsiJGlkIjoiMTQ3OSIsIkZvbnRTaXplIjoxMCwiRm9udE5hbWUiOiJDYWxpYnJpIiwiSXNCb2xkIjpmYWxzZSwiSXNJdGFsaWMiOmZhbHNlLCJJc1VuZGVybGluZWQiOmZhbHNlLCJQYXJlbnRTdHlsZSI6bnVsbH0sIkF1dG9TaXplIjowLCJGb3JlZ3JvdW5kIjp7IiRpZCI6IjE0ODAiLCJDb2xvciI6eyIkaWQiOiIxNDg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Q4MiIsIlRvcCI6MCwiTGVmdCI6MCwiUmlnaHQiOjAsIkJvdHRvbSI6MH0sIlBhZGRpbmciOnsiJGlkIjoiMTQ4MyIsIlRvcCI6MCwiTGVmdCI6MCwiUmlnaHQiOjAsIkJvdHRvbSI6MH0sIkJhY2tncm91bmQiOnsiJGlkIjoiMTQ4NCIsIkNvbG9yIjp7IiRyZWYiOiIxNDc2In19LCJJc1Zpc2libGUiOnRydWUsIldpZHRoIjowLjAsIkhlaWdodCI6MC4wLCJCb3JkZXJTdHlsZSI6eyIkaWQiOiIxNDg1IiwiTGluZUNvbG9yIjpudWxsLCJMaW5lV2VpZ2h0IjowLjAsIkxpbmVUeXBlIjowLCJQYXJlbnRTdHlsZSI6bnVsbH0sIlBhcmVudFN0eWxlIjpudWxsfSwiSG9yaXpvbnRhbENvbm5lY3RvclN0eWxlIjp7IiRpZCI6IjE0ODYiLCJMaW5lQ29sb3IiOnsiJGlkIjoiMTQ4NyIsIiR0eXBlIjoiTkxSRS5Db21tb24uRG9tLlNvbGlkQ29sb3JCcnVzaCwgTkxSRS5Db21tb24iLCJDb2xvciI6eyIkaWQiOiIxNDg4IiwiQSI6MjU1LCJSIjoyMDQsIkciOjIwNCwiQiI6MjA0fX0sIkxpbmVXZWlnaHQiOjEuMCwiTGluZVR5cGUiOjAsIlBhcmVudFN0eWxlIjpudWxsfSwiVmVydGljYWxDb25uZWN0b3JTdHlsZSI6eyIkaWQiOiIxNDg5IiwiTGluZUNvbG9yIjp7IiRpZCI6IjE0OTAiLCIkdHlwZSI6Ik5MUkUuQ29tbW9uLkRvbS5Tb2xpZENvbG9yQnJ1c2gsIE5MUkUuQ29tbW9uIiwiQ29sb3IiOnsiJGlkIjoiMTQ5MS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E0OTIiLCJNYXJnaW4iOnsiJGlkIjoiMTQ5MyIsIlRvcCI6MCwiTGVmdCI6NCwiUmlnaHQiOjQsIkJvdHRvbSI6MH0sIlBhZGRpbmciOnsiJGlkIjoiMTQ5NCIsIlRvcCI6MCwiTGVmdCI6MCwiUmlnaHQiOjAsIkJvdHRvbSI6MH0sIkJhY2tncm91bmQiOnsiJGlkIjoiMTQ5NSIsIkNvbG9yIjp7IiRpZCI6IjE0OTYiLCJBIjoyNTUsIlIiOjY4LCJHIjoxMTQsIkIiOjE5Nn19LCJJc1Zpc2libGUiOnRydWUsIldpZHRoIjowLjAsIkhlaWdodCI6MTAuMCwiQm9yZGVyU3R5bGUiOnsiJGlkIjoiMTQ5NyIsIkxpbmVDb2xvciI6eyIkaWQiOiIxNDk4IiwiJHR5cGUiOiJOTFJFLkNvbW1vbi5Eb20uU29saWRDb2xvckJydXNoLCBOTFJFLkNvbW1vbiIsIkNvbG9yIjp7IiRpZCI6IjE0OTkiLCJBIjoyNTUsIlIiOjI1NSwiRyI6MCwiQiI6MH19LCJMaW5lV2VpZ2h0IjowLjAsIkxpbmVUeXBlIjowLCJQYXJlbnRTdHlsZSI6bnVsbH0sIlBhcmVudFN0eWxlIjpudWxsfSwiVGl0bGVTdHlsZSI6eyIkaWQiOiIxNTAwIiwiRm9udFNldHRpbmdzIjp7IiRpZCI6IjE1MDEiLCJGb250U2l6ZSI6MTEsIkZvbnROYW1lIjoiQ2FsaWJyaSIsIklzQm9sZCI6ZmFsc2UsIklzSXRhbGljIjpmYWxzZSwiSXNVbmRlcmxpbmVkIjpmYWxzZSwiUGFyZW50U3R5bGUiOm51bGx9LCJBdXRvU2l6ZSI6MCwiRm9yZWdyb3VuZCI6eyIkcmVmIjoiMTE0In0sIk1heFdpZHRoIjo5NjAuMCwiTWF4SGVpZ2h0IjoiSW5maW5pdHkiLCJTbWFydEZvcmVncm91bmRJc0FjdGl2ZSI6ZmFsc2UsIkhvcml6b250YWxBbGlnbm1lbnQiOjEsIlZlcnRpY2FsQWxpZ25tZW50IjowLCJTbWFydEZvcmVncm91bmQiOm51bGwsIkJhY2tncm91bmRGaWxsVHlwZSI6MCwiTWFyZ2luIjp7IiRpZCI6IjE1MDIiLCJUb3AiOjAsIkxlZnQiOjAsIlJpZ2h0IjowLCJCb3R0b20iOjB9LCJQYWRkaW5nIjp7IiRpZCI6IjE1MDMiLCJUb3AiOjAsIkxlZnQiOjAsIlJpZ2h0IjowLCJCb3R0b20iOjB9LCJCYWNrZ3JvdW5kIjp7IiRpZCI6IjE1MDQiLCJDb2xvciI6eyIkcmVmIjoiMTQ3NiJ9fSwiSXNWaXNpYmxlIjp0cnVlLCJXaWR0aCI6MC4wLCJIZWlnaHQiOjAuMCwiQm9yZGVyU3R5bGUiOnsiJGlkIjoiMTUwNSIsIkxpbmVDb2xvciI6bnVsbCwiTGluZVdlaWdodCI6MC4wLCJMaW5lVHlwZSI6MCwiUGFyZW50U3R5bGUiOm51bGx9LCJQYXJlbnRTdHlsZSI6bnVsbH0sIkRhdGVTdHlsZSI6eyIkaWQiOiIxNTA2IiwiRm9udFNldHRpbmdzIjp7IiRpZCI6IjE1MDciLCJGb250U2l6ZSI6MTAsIkZvbnROYW1lIjoiQ2FsaWJyaSIsIklzQm9sZCI6ZmFsc2UsIklzSXRhbGljIjpmYWxzZSwiSXNVbmRlcmxpbmVkIjpmYWxzZSwiUGFyZW50U3R5bGUiOm51bGx9LCJBdXRvU2l6ZSI6MCwiRm9yZWdyb3VuZCI6eyIkaWQiOiIxNTA4IiwiQ29sb3IiOnsiJGlkIjoiMTUwO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UxMCIsIlRvcCI6MCwiTGVmdCI6MCwiUmlnaHQiOjAsIkJvdHRvbSI6MH0sIlBhZGRpbmciOnsiJGlkIjoiMTUxMSIsIlRvcCI6MCwiTGVmdCI6MCwiUmlnaHQiOjAsIkJvdHRvbSI6MH0sIkJhY2tncm91bmQiOnsiJGlkIjoiMTUxMiIsIkNvbG9yIjp7IiRyZWYiOiIxNDc2In19LCJJc1Zpc2libGUiOnRydWUsIldpZHRoIjowLjAsIkhlaWdodCI6MC4wLCJCb3JkZXJTdHlsZSI6eyIkaWQiOiIxNTEzIiwiTGluZUNvbG9yIjpudWxsLCJMaW5lV2VpZ2h0IjowLjAsIkxpbmVUeXBlIjowLCJQYXJlbnRTdHlsZSI6bnVsbH0sIlBhcmVudFN0eWxlIjpudWxsfSwiRGF0ZUZvcm1hdCI6eyIkaWQiOiIxNTE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1MTUiLCJGb3JtYXQiOjAsIklzVmlzaWJsZSI6ZmFsc2UsIkxhc3RLbm93blZpc2liaWxpdHlTdGF0ZSI6ZmFsc2V9LCJJc1Zpc2libGUiOmZhbHNlLCJQYXJlbnRTdHlsZSI6bnVsbH0sIkluZGV4IjoyNSwiU21hcnREdXJhdGlvbkFjdGl2YXRlZCI6ZmFsc2UsIkRhdGVGb3JtYXQiOnsiJHJlZiI6IjE1MTQifSwiV2Vla051bWJlcmluZyI6eyIkaWQiOiIxNTE2IiwiRm9ybWF0IjowLCJJc1Zpc2libGUiOmZhbHNlLCJMYXN0S25vd25WaXNpYmlsaXR5U3RhdGUiOmZhbHNlfSwiSWQiOiIyN2YyNjA0ZS0yYzA4LTQ0MDctYjUwYy05NTg2ZDRiZGQ1YzEiLCJJbXBvcnRJZCI6IjUiLCJUaXRsZSI6IlRoYWlsYW5kIiwiTm90ZSI6bnVsbCwiSHlwZXJsaW5rIjp7IiRpZCI6IjE1MTciLCJBZGRyZXNzIjoiIiwiU3ViQWRkcmVzcyI6IiJ9LCJJc0NoYW5nZWQiOmZhbHNlLCJJc05ldyI6ZmFsc2V9fV0sIk1pbGVzdG9uZXMiOltdfSx7IiRpZCI6IjE1MTgiLCJJZCI6IjhlMmFmZWZhLWZiMmItNDQwZi1iMmZmLWE0YjQwMzhkNGZjNSIsIkluZGV4Ijo0LCJIZWFkZXJUZXh0IjoiRm91bmRhdGlvbiIsIlN0eWxlIjp7IiRpZCI6IjE1MTkiLCJIZWFkZXJTdHlsZSI6eyIkaWQiOiIxNTIwIiwiVGV4dFN0eWxlIjp7IiRpZCI6IjE1MjEiLCJGb250U2V0dGluZ3MiOnsiJGlkIjoiMTUyMiIsIkZvbnRTaXplIjoxMiwiRm9udE5hbWUiOiJDYWxpYnJpIiwiSXNCb2xkIjpmYWxzZSwiSXNJdGFsaWMiOmZhbHNlLCJJc1VuZGVybGluZWQiOmZhbHNlLCJQYXJlbnRTdHlsZSI6bnVsbH0sIkF1dG9TaXplIjowLCJGb3JlZ3JvdW5kIjp7IiRpZCI6IjE1MjMiLCJDb2xvciI6eyIkaWQiOiIxNTI0IiwiQSI6MjU1LCJSIjoyNTUsIkciOjI1NSwiQiI6MjU1fX0sIk1heFdpZHRoIjowLjAsIk1heEhlaWdodCI6MC4wLCJTbWFydEZvcmVncm91bmRJc0FjdGl2ZSI6ZmFsc2UsIkhvcml6b250YWxBbGlnbm1lbnQiOjAsIlZlcnRpY2FsQWxpZ25tZW50IjowLCJTbWFydEZvcmVncm91bmQiOm51bGwsIkJhY2tncm91bmRGaWxsVHlwZSI6MCwiTWFyZ2luIjp7IiRyZWYiOiIxNDIifSwiUGFkZGluZyI6eyIkcmVmIjoiMTQzIn0sIkJhY2tncm91bmQiOm51bGwsIklzVmlzaWJsZSI6ZmFsc2UsIldpZHRoIjowLjAsIkhlaWdodCI6MC4wLCJCb3JkZXJTdHlsZSI6bnVsbCwiUGFyZW50U3R5bGUiOm51bGx9LCJSZWN0YW5nbGVTdHlsZSI6eyIkaWQiOiIxNTI1IiwiTWFyZ2luIjp7IiRyZWYiOiIxNDUifSwiUGFkZGluZyI6eyIkcmVmIjoiMTQ2In0sIkJhY2tncm91bmQiOnsiJGlkIjoiMTUyNiIsIkNvbG9yIjp7IiRpZCI6IjE1MjciLCJBIjoxMjcsIlIiOjAsIkciOjAsIkIiOjB9fSwiSXNWaXNpYmxlIjpmYWxzZSwiV2lkdGgiOjAuMCwiSGVpZ2h0IjowLjAsIkJvcmRlclN0eWxlIjp7IiRpZCI6IjE1MjgiLCJMaW5lQ29sb3IiOnsiJGlkIjoiMTUyOSIsIiR0eXBlIjoiTkxSRS5Db21tb24uRG9tLlNvbGlkQ29sb3JCcnVzaCwgTkxSRS5Db21tb24iLCJDb2xvciI6eyIkaWQiOiIxNTMwIiwiQSI6MjU1LCJSIjo4OCwiRyI6MzksIkIiOjd9fSwiTGluZVdlaWdodCI6MC4wLCJMaW5lVHlwZSI6MCwiUGFyZW50U3R5bGUiOm51bGx9LCJQYXJlbnRTdHlsZSI6bnVsbH0sIk1hcmdpbiI6eyIkcmVmIjoiMTUyIn0sIlBhZGRpbmciOnsiJHJlZiI6IjE1MyJ9LCJCYWNrZ3JvdW5kIjpudWxsLCJJc1Zpc2libGUiOnRydWUsIldpZHRoIjowLjAsIkhlaWdodCI6MC4wLCJCb3JkZXJTdHlsZSI6bnVsbCwiUGFyZW50U3R5bGUiOm51bGx9LCJCYWNrZ3JvdW5kU3R5bGUiOnsiJGlkIjoiMTUzMSIsIk1hcmdpbiI6eyIkcmVmIjoiMTU1In0sIlBhZGRpbmciOnsiJHJlZiI6IjE1NiJ9LCJCYWNrZ3JvdW5kIjp7IiRpZCI6IjE1MzIiLCJDb2xvciI6eyIkaWQiOiIxNTMzIiwiQSI6MzgsIlIiOjI1NSwiRyI6MjU1LCJCIjoyNTV9fSwiSXNWaXNpYmxlIjp0cnVlLCJXaWR0aCI6MC4wLCJIZWlnaHQiOjAuMCwiQm9yZGVyU3R5bGUiOnsiJGlkIjoiMTUzNCIsIkxpbmVDb2xvciI6eyIkaWQiOiIxNTM1IiwiJHR5cGUiOiJOTFJFLkNvbW1vbi5Eb20uU29saWRDb2xvckJydXNoLCBOTFJFLkNvbW1vbiIsIkNvbG9yIjp7IiRpZCI6IjE1MzYiLCJBIjoyNTUsIlIiOjg4LCJHIjozOSwiQiI6N319LCJMaW5lV2VpZ2h0IjowLjAsIkxpbmVUeXBlIjowLCJQYXJlbnRTdHlsZSI6bnVsbH0sIlBhcmVudFN0eWxlIjpudWxsfSwiSXNBYm92ZVRpbWViYW5kIjpmYWxzZSwiTWFyZ2luIjp7IiRyZWYiOiIxNjIifSwiUGFkZGluZyI6eyIkcmVmIjoiMTYzIn0sIklzVmlzaWJsZSI6dHJ1ZSwiV2lkdGgiOjAuMCwiSGVpZ2h0IjowLjAsIkJvcmRlclN0eWxlIjpudWxsLCJQYXJlbnRTdHlsZSI6bnVsbH0sIlRhc2tzIjpbeyIkaWQiOiIxNTM3IiwiX2F0dGFjaGVkTWlsZXN0b25lcyI6W10sIlRhc2tEZWZpbml0aW9uIjp7IiRpZCI6IjE1MzgiLCJHcm91cE5hbWUiOm51bGwsIlN0YXJ0RGF0ZSI6IjIwMjEtMDYtMTVUMDg6MDA6MDBaIiwiRW5kRGF0ZSI6IjIwMjEtMTItMzFUMTc6MDA6MDBaIiwiUGVyY2VudGFnZUNvbXBsZXRlIjowLjAsIlN0eWxlIjp7IiRpZCI6IjE1MzkiLCJTaGFwZSI6MSwiU2hhcGVUaGlja25lc3MiOjAsIkR1cmF0aW9uRm9ybWF0IjowLCJJbmNsdWRlTm9uV29ya2luZ0RheXNJbkR1cmF0aW9uIjpmYWxzZSwiUGVyY2VudGFnZUNvbXBsZXRlU3R5bGUiOnsiJGlkIjoiMTU0MCIsIkZvbnRTZXR0aW5ncyI6eyIkaWQiOiIxNTQxIiwiRm9udFNpemUiOjEwLCJGb250TmFtZSI6IkNhbGlicmkiLCJJc0JvbGQiOmZhbHNlLCJJc0l0YWxpYyI6ZmFsc2UsIklzVW5kZXJsaW5lZCI6ZmFsc2UsIlBhcmVudFN0eWxlIjpudWxsfSwiQXV0b1NpemUiOjAsIkZvcmVncm91bmQiOnsiJGlkIjoiMTU0MiIsIkNvbG9yIjp7IiRpZCI6IjE1NDM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HJlZiI6Ijg4In0sIlBhZGRpbmciOnsiJHJlZiI6Ijg5In0sIkJhY2tncm91bmQiOnsiJHJlZiI6IjkwIn0sIklzVmlzaWJsZSI6dHJ1ZSwiV2lkdGgiOjAuMCwiSGVpZ2h0IjowLjAsIkJvcmRlclN0eWxlIjp7IiRpZCI6IjE1NDQiLCJMaW5lQ29sb3IiOm51bGwsIkxpbmVXZWlnaHQiOjAuMCwiTGluZVR5cGUiOjAsIlBhcmVudFN0eWxlIjpudWxsfSwiUGFyZW50U3R5bGUiOm51bGx9LCJEdXJhdGlvblN0eWxlIjp7IiRpZCI6IjE1NDUiLCJGb250U2V0dGluZ3MiOnsiJGlkIjoiMTU0NiIsIkZvbnRTaXplIjoxMCwiRm9udE5hbWUiOiJDYWxpYnJpIiwiSXNCb2xkIjpmYWxzZSwiSXNJdGFsaWMiOmZhbHNlLCJJc1VuZGVybGluZWQiOmZhbHNlLCJQYXJlbnRTdHlsZSI6bnVsbH0sIkF1dG9TaXplIjowLCJGb3JlZ3JvdW5kIjp7IiRyZWYiOiI5MyJ9LCJNYXhXaWR0aCI6MjAwLjAsIk1heEhlaWdodCI6IkluZmluaXR5IiwiU21hcnRGb3JlZ3JvdW5kSXNBY3RpdmUiOmZhbHNlLCJIb3Jpem9udGFsQWxpZ25tZW50IjowLCJWZXJ0aWNhbEFsaWdubWVudCI6MCwiU21hcnRGb3JlZ3JvdW5kIjpudWxsLCJCYWNrZ3JvdW5kRmlsbFR5cGUiOjAsIk1hcmdpbiI6eyIkcmVmIjoiOTUifSwiUGFkZGluZyI6eyIkcmVmIjoiOTYifSwiQmFja2dyb3VuZCI6eyIkcmVmIjoiOTcifSwiSXNWaXNpYmxlIjp0cnVlLCJXaWR0aCI6MC4wLCJIZWlnaHQiOjAuMCwiQm9yZGVyU3R5bGUiOnsiJGlkIjoiMTU0NyIsIkxpbmVDb2xvciI6bnVsbCwiTGluZVdlaWdodCI6MC4wLCJMaW5lVHlwZSI6MCwiUGFyZW50U3R5bGUiOm51bGx9LCJQYXJlbnRTdHlsZSI6bnVsbH0sIkhvcml6b250YWxDb25uZWN0b3JTdHlsZSI6eyIkaWQiOiIxNTQ4IiwiTGluZUNvbG9yIjp7IiRyZWYiOiI5OSJ9LCJMaW5lV2VpZ2h0IjoxLjAsIkxpbmVUeXBlIjowLCJQYXJlbnRTdHlsZSI6bnVsbH0sIlZlcnRpY2FsQ29ubmVjdG9yU3R5bGUiOnsiJGlkIjoiMTU0OSIsIkxpbmVDb2xvciI6eyIkcmVmIjoiMTAy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MTU1MCIsIk1hcmdpbiI6eyIkcmVmIjoiMTA1In0sIlBhZGRpbmciOnsiJHJlZiI6IjEwNiJ9LCJCYWNrZ3JvdW5kIjp7IiRpZCI6IjE1NTEiLCJDb2xvciI6eyIkaWQiOiIxNTUyIiwiQSI6MjU1LCJSIjoyMTcsIkciOjIxNywiQiI6MjE3fX0sIklzVmlzaWJsZSI6dHJ1ZSwiV2lkdGgiOjI3MS4wLCJIZWlnaHQiOjEzLjQyNjY5Mjk2MjY0NjQ4NCwiQm9yZGVyU3R5bGUiOnsiJGlkIjoiMTU1MyIsIkxpbmVDb2xvciI6eyIkaWQiOiIxNTU0IiwiJHR5cGUiOiJOTFJFLkNvbW1vbi5Eb20uU29saWRDb2xvckJydXNoLCBOTFJFLkNvbW1vbiIsIkNvbG9yIjp7IiRpZCI6IjE1NTUiLCJBIjoyNTUsIlIiOjI1NSwiRyI6MjU1LCJCIjoyNTV9fSwiTGluZVdlaWdodCI6MC4wLCJMaW5lVHlwZSI6MCwiUGFyZW50U3R5bGUiOm51bGx9LCJQYXJlbnRTdHlsZSI6bnVsbH0sIlRpdGxlU3R5bGUiOnsiJGlkIjoiMTU1NiIsIkZvbnRTZXR0aW5ncyI6eyIkaWQiOiIxNTU3IiwiRm9udFNpemUiOjExLCJGb250TmFtZSI6IkNhbGlicmkiLCJJc0JvbGQiOmZhbHNlLCJJc0l0YWxpYyI6ZmFsc2UsIklzVW5kZXJsaW5lZCI6ZmFsc2UsIlBhcmVudFN0eWxlIjpudWxsfSwiQXV0b1NpemUiOjAsIkZvcmVncm91bmQiOnsiJGlkIjoiMTU1OCIsIkNvbG9yIjp7IiRpZCI6IjE1NTkiLCJBIjoyNTUsIlIiOjAsIkciOjAsIkIiOjB9fSwiTWF4V2lkdGgiOjk2MC4wLCJNYXhIZWlnaHQiOiJJbmZpbml0eSIsIlNtYXJ0Rm9yZWdyb3VuZElzQWN0aXZlIjpmYWxzZSwiSG9yaXpvbnRhbEFsaWdubWVudCI6MSwiVmVydGljYWxBbGlnbm1lbnQiOjAsIlNtYXJ0Rm9yZWdyb3VuZCI6bnVsbCwiQmFja2dyb3VuZEZpbGxUeXBlIjowLCJNYXJnaW4iOnsiJHJlZiI6IjExNiJ9LCJQYWRkaW5nIjp7IiRyZWYiOiIxMTcifSwiQmFja2dyb3VuZCI6eyIkaWQiOiIxNTYwIiwiQ29sb3IiOnsiJGlkIjoiMTU2MSIsIkEiOjAsIlIiOjI1NSwiRyI6MjU1LCJCIjoyNTV9fSwiSXNWaXNpYmxlIjp0cnVlLCJXaWR0aCI6MC4wLCJIZWlnaHQiOjAuMCwiQm9yZGVyU3R5bGUiOnsiJGlkIjoiMTU2MiIsIkxpbmVDb2xvciI6bnVsbCwiTGluZVdlaWdodCI6MC4wLCJMaW5lVHlwZSI6MCwiUGFyZW50U3R5bGUiOm51bGx9LCJQYXJlbnRTdHlsZSI6bnVsbH0sIkRhdGVTdHlsZSI6eyIkaWQiOiIxNTYzIiwiRm9udFNldHRpbmdzIjp7IiRpZCI6IjE1NjQiLCJGb250U2l6ZSI6MTAsIkZvbnROYW1lIjoiQ2FsaWJyaSIsIklzQm9sZCI6ZmFsc2UsIklzSXRhbGljIjpmYWxzZSwiSXNVbmRlcmxpbmVkIjpmYWxzZSwiUGFyZW50U3R5bGUiOm51bGx9LCJBdXRvU2l6ZSI6MCwiRm9yZWdyb3VuZCI6eyIkaWQiOiIxNTY1IiwiQ29sb3IiOnsiJGlkIjoiMTU2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EyMyJ9LCJQYWRkaW5nIjp7IiRyZWYiOiIxMjQifSwiQmFja2dyb3VuZCI6eyIkaWQiOiIxNTY3IiwiQ29sb3IiOnsiJGlkIjoiMTU2OCIsIkEiOjAsIlIiOjI1NSwiRyI6MjU1LCJCIjoyNTV9fSwiSXNWaXNpYmxlIjp0cnVlLCJXaWR0aCI6MC4wLCJIZWlnaHQiOjAuMCwiQm9yZGVyU3R5bGUiOnsiJGlkIjoiMTU2OSIsIkxpbmVDb2xvciI6bnVsbCwiTGluZVdlaWdodCI6MC4wLCJMaW5lVHlwZSI6MCwiUGFyZW50U3R5bGUiOm51bGx9LCJQYXJlbnRTdHlsZSI6bnVsbH0sIkRhdGVGb3JtYXQiOnsiJGlkIjoiMTU3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TcxIiwiRm9ybWF0IjowLCJJc1Zpc2libGUiOmZhbHNlLCJMYXN0S25vd25WaXNpYmlsaXR5U3RhdGUiOmZhbHNlfSwiSXNWaXNpYmxlIjpmYWxzZSwiUGFyZW50U3R5bGUiOm51bGx9LCJJbmRleCI6MCwiU21hcnREdXJhdGlvbkFjdGl2YXRlZCI6ZmFsc2UsIkRhdGVGb3JtYXQiOnsiJHJlZiI6IjE1NzAifSwiV2Vla051bWJlcmluZyI6eyIkaWQiOiIxNTcyIiwiRm9ybWF0IjowLCJJc1Zpc2libGUiOmZhbHNlLCJMYXN0S25vd25WaXNpYmlsaXR5U3RhdGUiOmZhbHNlfSwiSWQiOiI5MTdjZjEyNS03ZWY1LTQwNTctYmFmNS1mNzlhN2ZiMDRhNzciLCJJbXBvcnRJZCI6IjkiLCJUaXRsZSI6IkZvdW5kYXRpb24iLCJOb3RlIjpudWxsLCJIeXBlcmxpbmsiOnsiJGlkIjoiMTU3MyIsIkFkZHJlc3MiOm51bGwsIlN1YkFkZHJlc3MiOm51bGx9LCJJc0NoYW5nZWQiOmZhbHNlLCJJc05ldyI6ZmFsc2V9fSx7IiRpZCI6IjE1NzQiLCJfYXR0YWNoZWRNaWxlc3RvbmVzIjpbXSwiVGFza0RlZmluaXRpb24iOnsiJGlkIjoiMTU3NSIsIkdyb3VwTmFtZSI6bnVsbCwiU3RhcnREYXRlIjoiMjAyMS0wNi0xNVQwODowMDowMCIsIkVuZERhdGUiOiIyMDIxLTA5LTE3VDE3OjAwOjAwIiwiUGVyY2VudGFnZUNvbXBsZXRlIjowLjAsIlN0eWxlIjp7IiRpZCI6IjE1NzYiLCJTaGFwZSI6MSwiU2hhcGVUaGlja25lc3MiOjAsIkR1cmF0aW9uRm9ybWF0IjowLCJJbmNsdWRlTm9uV29ya2luZ0RheXNJbkR1cmF0aW9uIjpmYWxzZSwiUGVyY2VudGFnZUNvbXBsZXRlU3R5bGUiOnsiJGlkIjoiMTU3NyIsIkZvbnRTZXR0aW5ncyI6eyIkaWQiOiIxNTc4IiwiRm9udFNpemUiOjEwLCJGb250TmFtZSI6IkNhbGlicmkiLCJJc0JvbGQiOmZhbHNlLCJJc0l0YWxpYyI6ZmFsc2UsIklzVW5kZXJsaW5lZCI6ZmFsc2UsIlBhcmVudFN0eWxlIjpudWxsfSwiQXV0b1NpemUiOjAsIkZvcmVncm91bmQiOnsiJHJlZiI6IjE1NDIifSwiTWF4V2lkdGgiOjIwMC4wLCJNYXhIZWlnaHQiOiJJbmZpbml0eSIsIlNtYXJ0Rm9yZWdyb3VuZElzQWN0aXZlIjpmYWxzZSwiSG9yaXpvbnRhbEFsaWdubWVudCI6MCwiVmVydGljYWxBbGlnbm1lbnQiOjAsIlNtYXJ0Rm9yZWdyb3VuZCI6bnVsbCwiQmFja2dyb3VuZEZpbGxUeXBlIjowLCJNYXJnaW4iOnsiJHJlZiI6Ijg4In0sIlBhZGRpbmciOnsiJHJlZiI6Ijg5In0sIkJhY2tncm91bmQiOnsiJHJlZiI6IjkwIn0sIklzVmlzaWJsZSI6dHJ1ZSwiV2lkdGgiOjAuMCwiSGVpZ2h0IjowLjAsIkJvcmRlclN0eWxlIjp7IiRpZCI6IjE1NzkiLCJMaW5lQ29sb3IiOm51bGwsIkxpbmVXZWlnaHQiOjAuMCwiTGluZVR5cGUiOjAsIlBhcmVudFN0eWxlIjpudWxsfSwiUGFyZW50U3R5bGUiOm51bGx9LCJEdXJhdGlvblN0eWxlIjp7IiRpZCI6IjE1ODAiLCJGb250U2V0dGluZ3MiOnsiJGlkIjoiMTU4MSIsIkZvbnRTaXplIjoxMCwiRm9udE5hbWUiOiJDYWxpYnJpIiwiSXNCb2xkIjpmYWxzZSwiSXNJdGFsaWMiOmZhbHNlLCJJc1VuZGVybGluZWQiOmZhbHNlLCJQYXJlbnRTdHlsZSI6bnVsbH0sIkF1dG9TaXplIjowLCJGb3JlZ3JvdW5kIjp7IiRyZWYiOiI5MyJ9LCJNYXhXaWR0aCI6MjAwLjAsIk1heEhlaWdodCI6IkluZmluaXR5IiwiU21hcnRGb3JlZ3JvdW5kSXNBY3RpdmUiOmZhbHNlLCJIb3Jpem9udGFsQWxpZ25tZW50IjowLCJWZXJ0aWNhbEFsaWdubWVudCI6MCwiU21hcnRGb3JlZ3JvdW5kIjpudWxsLCJCYWNrZ3JvdW5kRmlsbFR5cGUiOjAsIk1hcmdpbiI6eyIkcmVmIjoiOTUifSwiUGFkZGluZyI6eyIkcmVmIjoiOTYifSwiQmFja2dyb3VuZCI6eyIkcmVmIjoiOTcifSwiSXNWaXNpYmxlIjp0cnVlLCJXaWR0aCI6MC4wLCJIZWlnaHQiOjAuMCwiQm9yZGVyU3R5bGUiOnsiJGlkIjoiMTU4MiIsIkxpbmVDb2xvciI6bnVsbCwiTGluZVdlaWdodCI6MC4wLCJMaW5lVHlwZSI6MCwiUGFyZW50U3R5bGUiOm51bGx9LCJQYXJlbnRTdHlsZSI6bnVsbH0sIkhvcml6b250YWxDb25uZWN0b3JTdHlsZSI6eyIkaWQiOiIxNTgzIiwiTGluZUNvbG9yIjp7IiRyZWYiOiI5OSJ9LCJMaW5lV2VpZ2h0IjoxLjAsIkxpbmVUeXBlIjowLCJQYXJlbnRTdHlsZSI6bnVsbH0sIlZlcnRpY2FsQ29ubmVjdG9yU3R5bGUiOnsiJGlkIjoiMTU4NCIsIkxpbmVDb2xvciI6eyIkcmVmIjoiMTAy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MTU4NSIsIk1hcmdpbiI6eyIkcmVmIjoiMTA1In0sIlBhZGRpbmciOnsiJHJlZiI6IjEwNiJ9LCJCYWNrZ3JvdW5kIjp7IiRpZCI6IjE1ODYiLCJDb2xvciI6eyIkaWQiOiIxNTg3IiwiQSI6MjU1LCJSIjoyMTcsIkciOjIxNywiQiI6MjE3fX0sIklzVmlzaWJsZSI6dHJ1ZSwiV2lkdGgiOjAuMCwiSGVpZ2h0IjoxMC4wLCJCb3JkZXJTdHlsZSI6eyIkaWQiOiIxNTg4IiwiTGluZUNvbG9yIjp7IiRpZCI6IjE1ODkiLCIkdHlwZSI6Ik5MUkUuQ29tbW9uLkRvbS5Tb2xpZENvbG9yQnJ1c2gsIE5MUkUuQ29tbW9uIiwiQ29sb3IiOnsiJGlkIjoiMTU5MCIsIkEiOjI1NSwiUiI6MjU1LCJHIjowLCJCIjowfX0sIkxpbmVXZWlnaHQiOjAuMCwiTGluZVR5cGUiOjAsIlBhcmVudFN0eWxlIjpudWxsfSwiUGFyZW50U3R5bGUiOm51bGx9LCJUaXRsZVN0eWxlIjp7IiRpZCI6IjE1OTEiLCJGb250U2V0dGluZ3MiOnsiJGlkIjoiMTU5MiIsIkZvbnRTaXplIjoxMSwiRm9udE5hbWUiOiJDYWxpYnJpIiwiSXNCb2xkIjpmYWxzZSwiSXNJdGFsaWMiOmZhbHNlLCJJc1VuZGVybGluZWQiOmZhbHNlLCJQYXJlbnRTdHlsZSI6bnVsbH0sIkF1dG9TaXplIjowLCJGb3JlZ3JvdW5kIjp7IiRyZWYiOiIxNTU4In0sIk1heFdpZHRoIjo5NjAuMCwiTWF4SGVpZ2h0IjoiSW5maW5pdHkiLCJTbWFydEZvcmVncm91bmRJc0FjdGl2ZSI6ZmFsc2UsIkhvcml6b250YWxBbGlnbm1lbnQiOjEsIlZlcnRpY2FsQWxpZ25tZW50IjowLCJTbWFydEZvcmVncm91bmQiOm51bGwsIkJhY2tncm91bmRGaWxsVHlwZSI6MCwiTWFyZ2luIjp7IiRyZWYiOiIxMTYifSwiUGFkZGluZyI6eyIkcmVmIjoiMTE3In0sIkJhY2tncm91bmQiOnsiJGlkIjoiMTU5MyIsIkNvbG9yIjp7IiRpZCI6IjE1OTQiLCJBIjowLCJSIjoyNTUsIkciOjI1NSwiQiI6MjU1fX0sIklzVmlzaWJsZSI6dHJ1ZSwiV2lkdGgiOjAuMCwiSGVpZ2h0IjowLjAsIkJvcmRlclN0eWxlIjp7IiRpZCI6IjE1OTUiLCJMaW5lQ29sb3IiOm51bGwsIkxpbmVXZWlnaHQiOjAuMCwiTGluZVR5cGUiOjAsIlBhcmVudFN0eWxlIjpudWxsfSwiUGFyZW50U3R5bGUiOm51bGx9LCJEYXRlU3R5bGUiOnsiJGlkIjoiMTU5NiIsIkZvbnRTZXR0aW5ncyI6eyIkaWQiOiIxNTk3IiwiRm9udFNpemUiOjEwLCJGb250TmFtZSI6IkNhbGlicmkiLCJJc0JvbGQiOmZhbHNlLCJJc0l0YWxpYyI6ZmFsc2UsIklzVW5kZXJsaW5lZCI6ZmFsc2UsIlBhcmVudFN0eWxlIjpudWxsfSwiQXV0b1NpemUiOjAsIkZvcmVncm91bmQiOnsiJGlkIjoiMTU5OCIsIkNvbG9yIjp7IiRpZCI6IjE1OT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yZWYiOiIxMjMifSwiUGFkZGluZyI6eyIkcmVmIjoiMTI0In0sIkJhY2tncm91bmQiOnsiJGlkIjoiMTYwMCIsIkNvbG9yIjp7IiRpZCI6IjE2MDEiLCJBIjowLCJSIjoyNTUsIkciOjI1NSwiQiI6MjU1fX0sIklzVmlzaWJsZSI6dHJ1ZSwiV2lkdGgiOjAuMCwiSGVpZ2h0IjowLjAsIkJvcmRlclN0eWxlIjp7IiRpZCI6IjE2MDIiLCJMaW5lQ29sb3IiOm51bGwsIkxpbmVXZWlnaHQiOjAuMCwiTGluZVR5cGUiOjAsIlBhcmVudFN0eWxlIjpudWxsfSwiUGFyZW50U3R5bGUiOm51bGx9LCJEYXRlRm9ybWF0Ijp7IiRyZWYiOiIxNTcwIn0sIldlZWtOdW1iZXJpbmciOnsiJGlkIjoiMTYwMyIsIkZvcm1hdCI6MCwiSXNWaXNpYmxlIjpmYWxzZSwiTGFzdEtub3duVmlzaWJpbGl0eVN0YXRlIjpmYWxzZX0sIklzVmlzaWJsZSI6ZmFsc2UsIlBhcmVudFN0eWxlIjpudWxsfSwiSW5kZXgiOjEsIlNtYXJ0RHVyYXRpb25BY3RpdmF0ZWQiOmZhbHNlLCJEYXRlRm9ybWF0Ijp7IiRyZWYiOiIxNTcwIn0sIldlZWtOdW1iZXJpbmciOnsiJGlkIjoiMTYwNCIsIkZvcm1hdCI6MCwiSXNWaXNpYmxlIjpmYWxzZSwiTGFzdEtub3duVmlzaWJpbGl0eVN0YXRlIjpmYWxzZX0sIklkIjoiMGM2MTVmY2UtOWVmNS00YjM1LTg5MjYtMWJiZGI1OWY3YTJkIiwiSW1wb3J0SWQiOiI0NyIsIlRpdGxlIjoiV2F2ZSAxIiwiTm90ZSI6bnVsbCwiSHlwZXJsaW5rIjp7IiRpZCI6IjE2MDUiLCJBZGRyZXNzIjpudWxsLCJTdWJBZGRyZXNzIjpudWxsfSwiSXNDaGFuZ2VkIjpmYWxzZSwiSXNOZXciOmZhbHNlfX0seyIkaWQiOiIxNjA2IiwiX2F0dGFjaGVkTWlsZXN0b25lcyI6W10sIlRhc2tEZWZpbml0aW9uIjp7IiRpZCI6IjE2MDciLCJHcm91cE5hbWUiOm51bGwsIlN0YXJ0RGF0ZSI6IjIwMjEtMDktMDZUMDg6MDA6MDAiLCJFbmREYXRlIjoiMjAyMS0xMi0zMVQxNzowMDowMCIsIlBlcmNlbnRhZ2VDb21wbGV0ZSI6MC4wLCJTdHlsZSI6eyIkaWQiOiIxNjA4IiwiU2hhcGUiOjEsIlNoYXBlVGhpY2tuZXNzIjowLCJEdXJhdGlvbkZvcm1hdCI6MCwiSW5jbHVkZU5vbldvcmtpbmdEYXlzSW5EdXJhdGlvbiI6ZmFsc2UsIlBlcmNlbnRhZ2VDb21wbGV0ZVN0eWxlIjp7IiRpZCI6IjE2MDkiLCJGb250U2V0dGluZ3MiOnsiJGlkIjoiMTYxMCIsIkZvbnRTaXplIjoxMCwiRm9udE5hbWUiOiJDYWxpYnJpIiwiSXNCb2xkIjpmYWxzZSwiSXNJdGFsaWMiOmZhbHNlLCJJc1VuZGVybGluZWQiOmZhbHNlLCJQYXJlbnRTdHlsZSI6bnVsbH0sIkF1dG9TaXplIjowLCJGb3JlZ3JvdW5kIjp7IiRyZWYiOiIxNTQyIn0sIk1heFdpZHRoIjoyMDAuMCwiTWF4SGVpZ2h0IjoiSW5maW5pdHkiLCJTbWFydEZvcmVncm91bmRJc0FjdGl2ZSI6ZmFsc2UsIkhvcml6b250YWxBbGlnbm1lbnQiOjAsIlZlcnRpY2FsQWxpZ25tZW50IjowLCJTbWFydEZvcmVncm91bmQiOm51bGwsIkJhY2tncm91bmRGaWxsVHlwZSI6MCwiTWFyZ2luIjp7IiRyZWYiOiI4OCJ9LCJQYWRkaW5nIjp7IiRyZWYiOiI4OSJ9LCJCYWNrZ3JvdW5kIjp7IiRyZWYiOiI5MCJ9LCJJc1Zpc2libGUiOnRydWUsIldpZHRoIjowLjAsIkhlaWdodCI6MC4wLCJCb3JkZXJTdHlsZSI6eyIkaWQiOiIxNjExIiwiTGluZUNvbG9yIjpudWxsLCJMaW5lV2VpZ2h0IjowLjAsIkxpbmVUeXBlIjowLCJQYXJlbnRTdHlsZSI6bnVsbH0sIlBhcmVudFN0eWxlIjpudWxsfSwiRHVyYXRpb25TdHlsZSI6eyIkaWQiOiIxNjEyIiwiRm9udFNldHRpbmdzIjp7IiRpZCI6IjE2MTMiLCJGb250U2l6ZSI6MTAsIkZvbnROYW1lIjoiQ2FsaWJyaSIsIklzQm9sZCI6ZmFsc2UsIklzSXRhbGljIjpmYWxzZSwiSXNVbmRlcmxpbmVkIjpmYWxzZSwiUGFyZW50U3R5bGUiOm51bGx9LCJBdXRvU2l6ZSI6MCwiRm9yZWdyb3VuZCI6eyIkcmVmIjoiOTMifSwiTWF4V2lkdGgiOjIwMC4wLCJNYXhIZWlnaHQiOiJJbmZpbml0eSIsIlNtYXJ0Rm9yZWdyb3VuZElzQWN0aXZlIjpmYWxzZSwiSG9yaXpvbnRhbEFsaWdubWVudCI6MCwiVmVydGljYWxBbGlnbm1lbnQiOjAsIlNtYXJ0Rm9yZWdyb3VuZCI6bnVsbCwiQmFja2dyb3VuZEZpbGxUeXBlIjowLCJNYXJnaW4iOnsiJHJlZiI6Ijk1In0sIlBhZGRpbmciOnsiJHJlZiI6Ijk2In0sIkJhY2tncm91bmQiOnsiJHJlZiI6Ijk3In0sIklzVmlzaWJsZSI6dHJ1ZSwiV2lkdGgiOjAuMCwiSGVpZ2h0IjowLjAsIkJvcmRlclN0eWxlIjp7IiRpZCI6IjE2MTQiLCJMaW5lQ29sb3IiOm51bGwsIkxpbmVXZWlnaHQiOjAuMCwiTGluZVR5cGUiOjAsIlBhcmVudFN0eWxlIjpudWxsfSwiUGFyZW50U3R5bGUiOm51bGx9LCJIb3Jpem9udGFsQ29ubmVjdG9yU3R5bGUiOnsiJGlkIjoiMTYxNSIsIkxpbmVDb2xvciI6eyIkcmVmIjoiOTkifSwiTGluZVdlaWdodCI6MS4wLCJMaW5lVHlwZSI6MCwiUGFyZW50U3R5bGUiOm51bGx9LCJWZXJ0aWNhbENvbm5lY3RvclN0eWxlIjp7IiRpZCI6IjE2MTYiLCJMaW5lQ29sb3IiOnsiJHJlZiI6IjEwMi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E2MTciLCJNYXJnaW4iOnsiJHJlZiI6IjEwNSJ9LCJQYWRkaW5nIjp7IiRyZWYiOiIxMDYifSwiQmFja2dyb3VuZCI6eyIkaWQiOiIxNjE4IiwiQ29sb3IiOnsiJGlkIjoiMTYxOSIsIkEiOjI1NSwiUiI6MjE3LCJHIjoyMTcsIkIiOjIxN319LCJJc1Zpc2libGUiOnRydWUsIldpZHRoIjowLjAsIkhlaWdodCI6MTAuMCwiQm9yZGVyU3R5bGUiOnsiJGlkIjoiMTYyMCIsIkxpbmVDb2xvciI6eyIkcmVmIjoiMTU4OSJ9LCJMaW5lV2VpZ2h0IjowLjAsIkxpbmVUeXBlIjowLCJQYXJlbnRTdHlsZSI6bnVsbH0sIlBhcmVudFN0eWxlIjpudWxsfSwiVGl0bGVTdHlsZSI6eyIkaWQiOiIxNjIxIiwiRm9udFNldHRpbmdzIjp7IiRpZCI6IjE2MjIiLCJGb250U2l6ZSI6MTEsIkZvbnROYW1lIjoiQ2FsaWJyaSIsIklzQm9sZCI6ZmFsc2UsIklzSXRhbGljIjpmYWxzZSwiSXNVbmRlcmxpbmVkIjpmYWxzZSwiUGFyZW50U3R5bGUiOm51bGx9LCJBdXRvU2l6ZSI6MCwiRm9yZWdyb3VuZCI6eyIkcmVmIjoiMTU1OCJ9LCJNYXhXaWR0aCI6OTYwLjAsIk1heEhlaWdodCI6IkluZmluaXR5IiwiU21hcnRGb3JlZ3JvdW5kSXNBY3RpdmUiOmZhbHNlLCJIb3Jpem9udGFsQWxpZ25tZW50IjoxLCJWZXJ0aWNhbEFsaWdubWVudCI6MCwiU21hcnRGb3JlZ3JvdW5kIjpudWxsLCJCYWNrZ3JvdW5kRmlsbFR5cGUiOjAsIk1hcmdpbiI6eyIkcmVmIjoiMTE2In0sIlBhZGRpbmciOnsiJHJlZiI6IjExNyJ9LCJCYWNrZ3JvdW5kIjp7IiRpZCI6IjE2MjMiLCJDb2xvciI6eyIkaWQiOiIxNjI0IiwiQSI6MCwiUiI6MjU1LCJHIjoyNTUsIkIiOjI1NX19LCJJc1Zpc2libGUiOnRydWUsIldpZHRoIjowLjAsIkhlaWdodCI6MC4wLCJCb3JkZXJTdHlsZSI6eyIkaWQiOiIxNjI1IiwiTGluZUNvbG9yIjpudWxsLCJMaW5lV2VpZ2h0IjowLjAsIkxpbmVUeXBlIjowLCJQYXJlbnRTdHlsZSI6bnVsbH0sIlBhcmVudFN0eWxlIjpudWxsfSwiRGF0ZVN0eWxlIjp7IiRpZCI6IjE2MjYiLCJGb250U2V0dGluZ3MiOnsiJGlkIjoiMTYyNyIsIkZvbnRTaXplIjoxMCwiRm9udE5hbWUiOiJDYWxpYnJpIiwiSXNCb2xkIjpmYWxzZSwiSXNJdGFsaWMiOmZhbHNlLCJJc1VuZGVybGluZWQiOmZhbHNlLCJQYXJlbnRTdHlsZSI6bnVsbH0sIkF1dG9TaXplIjowLCJGb3JlZ3JvdW5kIjp7IiRpZCI6IjE2MjgiLCJDb2xvciI6eyIkaWQiOiIxNjI5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IzIn0sIlBhZGRpbmciOnsiJHJlZiI6IjEyNCJ9LCJCYWNrZ3JvdW5kIjp7IiRpZCI6IjE2MzAiLCJDb2xvciI6eyIkaWQiOiIxNjMxIiwiQSI6MCwiUiI6MjU1LCJHIjoyNTUsIkIiOjI1NX19LCJJc1Zpc2libGUiOnRydWUsIldpZHRoIjowLjAsIkhlaWdodCI6MC4wLCJCb3JkZXJTdHlsZSI6eyIkaWQiOiIxNjMyIiwiTGluZUNvbG9yIjpudWxsLCJMaW5lV2VpZ2h0IjowLjAsIkxpbmVUeXBlIjowLCJQYXJlbnRTdHlsZSI6bnVsbH0sIlBhcmVudFN0eWxlIjpudWxsfSwiRGF0ZUZvcm1hdCI6eyIkcmVmIjoiMTU3MCJ9LCJXZWVrTnVtYmVyaW5nIjp7IiRpZCI6IjE2MzMiLCJGb3JtYXQiOjAsIklzVmlzaWJsZSI6ZmFsc2UsIkxhc3RLbm93blZpc2liaWxpdHlTdGF0ZSI6ZmFsc2V9LCJJc1Zpc2libGUiOmZhbHNlLCJQYXJlbnRTdHlsZSI6bnVsbH0sIkluZGV4IjoyLCJTbWFydER1cmF0aW9uQWN0aXZhdGVkIjpmYWxzZSwiRGF0ZUZvcm1hdCI6eyIkcmVmIjoiMTU3MCJ9LCJXZWVrTnVtYmVyaW5nIjp7IiRpZCI6IjE2MzQiLCJGb3JtYXQiOjAsIklzVmlzaWJsZSI6ZmFsc2UsIkxhc3RLbm93blZpc2liaWxpdHlTdGF0ZSI6ZmFsc2V9LCJJZCI6IjllNzkzNDE5LWRiYzktNDg3Zi05OTkxLWEwY2NiMjY4OWUwMSIsIkltcG9ydElkIjoiNDgiLCJUaXRsZSI6IldhdmUgMiIsIk5vdGUiOm51bGwsIkh5cGVybGluayI6eyIkaWQiOiIxNjM1IiwiQWRkcmVzcyI6bnVsbCwiU3ViQWRkcmVzcyI6bnVsbH0sIklzQ2hhbmdlZCI6ZmFsc2UsIklzTmV3IjpmYWxzZX19XSwiTWlsZXN0b25lcyI6W119XSwiTXNQcm9qZWN0SXRlbXNUcmVlIjp7IiRpZCI6IjE2MzYiLCJSb290Ijp7IkltcG9ydElkIjpudWxsLCJJc0ltcG9ydGVkIjpmYWxzZSwiQ2hpbGRyZW4iOltdfX0sIk1ldGFkYXRhIjp7IiRpZCI6IjE2MzciLCJNc3BDb2x1bW5zTWFwcGluZyI6Ilt7XCIkaWRcIjpcIjFcIixcIlNlbGVjdGVkTWFwcGluZ1wiOjEsXCJDb2x1bW5IZWFkZXJcIjpcIlRleHQxXCJ9LHtcIiRpZFwiOlwiMlwiLFwiU2VsZWN0ZWRNYXBwaW5nXCI6MixcIkNvbHVtbkhlYWRlclwiOlwiTmFtZVwifSx7XCIkaWRcIjpcIjNcIixcIlNlbGVjdGVkTWFwcGluZ1wiOjMsXCJDb2x1bW5IZWFkZXJcIjpcIlN0YXJ0XCJ9LHtcIiRpZFwiOlwiNFwiLFwiU2VsZWN0ZWRNYXBwaW5nXCI6NCxcIkNvbHVtbkhlYWRlclwiOlwiRmluaXNoXCJ9LHtcIiRpZFwiOlwiNVwiLFwiU2VsZWN0ZWRNYXBwaW5nXCI6NSxcIkNvbHVtbkhlYWRlclwiOlwiUGVyY2VudENvbXBsZXRlXCJ9XSIsIk1zcExhdGVzdEltcG9ydEl0ZW1zIjoie1wiJGlkXCI6XCIxXCIsXCJSb290XCI6e1wiSW1wb3J0SWRcIjpudWxsLFwiSXNJbXBvcnRlZFwiOmZhbHNlLFwiQ2hpbGRyZW5cIjpbe1wiJGlkXCI6XCIyXCIsXCJJbXBvcnRJZFwiOlwiMlwiLFwiSXNJbXBvcnRlZFwiOmZhbHNlLFwiQ2hpbGRyZW5cIjpbe1wiJGlkXCI6XCIzXCIsXCJJbXBvcnRJZFwiOlwiMzFcIixcIklzSW1wb3J0ZWRcIjpmYWxzZSxcIkNoaWxkcmVuXCI6W3tcIiRpZFwiOlwiNFwiLFwiSW1wb3J0SWRcIjpcIjQ2XCIsXCJJc0ltcG9ydGVkXCI6dHJ1ZSxcIkNoaWxkcmVuXCI6W119XX0se1wiJGlkXCI6XCI1XCIsXCJJbXBvcnRJZFwiOlwiNDJcIixcIklzSW1wb3J0ZWRcIjpmYWxzZSxcIkNoaWxkcmVuXCI6W3tcIiRpZFwiOlwiNlwiLFwiSW1wb3J0SWRcIjpcIjU1XCIsXCJJc0ltcG9ydGVkXCI6ZmFsc2UsXCJDaGlsZHJlblwiOlt7XCIkaWRcIjpcIjdcIixcIkltcG9ydElkXCI6XCI1MlwiLFwiSXNJbXBvcnRlZFwiOmZhbHNlLFwiQ2hpbGRyZW5cIjpbXX0se1wiJGlkXCI6XCI4XCIsXCJJbXBvcnRJZFwiOlwiNzRcIixcIklzSW1wb3J0ZWRcIjpmYWxzZSxcIkNoaWxkcmVuXCI6W3tcIiRpZFwiOlwiOVwiLFwiSW1wb3J0SWRcIjpcIjY1XCIsXCJJc0ltcG9ydGVkXCI6ZmFsc2UsXCJDaGlsZHJlblwiOltdfSx7XCIkaWRcIjpcIjEwXCIsXCJJbXBvcnRJZFwiOlwiNzdcIixcIklzSW1wb3J0ZWRcIjpmYWxzZSxcIkNoaWxkcmVuXCI6W119LHtcIiRpZFwiOlwiMTFcIixcIkltcG9ydElkXCI6XCI2NlwiLFwiSXNJbXBvcnRlZFwiOmZhbHNlLFwiQ2hpbGRyZW5cIjpbXX0se1wiJGlkXCI6XCIxMlwiLFwiSW1wb3J0SWRcIjpcIjY3XCIsXCJJc0ltcG9ydGVkXCI6ZmFsc2UsXCJDaGlsZHJlblwiOltdfSx7XCIkaWRcIjpcIjEzXCIsXCJJbXBvcnRJZFwiOlwiNzhcIixcIklzSW1wb3J0ZWRcIjpmYWxzZSxcIkNoaWxkcmVuXCI6W119LHtcIiRpZFwiOlwiMTRcIixcIkltcG9ydElkXCI6XCI3MFwiLFwiSXNJbXBvcnRlZFwiOmZhbHNlLFwiQ2hpbGRyZW5cIjpbXX0se1wiJGlkXCI6XCIxNVwiLFwiSW1wb3J0SWRcIjpcIjcxXCIsXCJJc0ltcG9ydGVkXCI6ZmFsc2UsXCJDaGlsZHJlblwiOltdfV19LHtcIiRpZFwiOlwiMTZcIixcIkltcG9ydElkXCI6XCI3NVwiLFwiSXNJbXBvcnRlZFwiOmZhbHNlLFwiQ2hpbGRyZW5cIjpbe1wiJGlkXCI6XCIxN1wiLFwiSW1wb3J0SWRcIjpcIjY5XCIsXCJJc0ltcG9ydGVkXCI6ZmFsc2UsXCJDaGlsZHJlblwiOltdfSx7XCIkaWRcIjpcIjE4XCIsXCJJbXBvcnRJZFwiOlwiNjhcIixcIklzSW1wb3J0ZWRcIjpmYWxzZSxcIkNoaWxkcmVuXCI6W119XX0se1wiJGlkXCI6XCIxOVwiLFwiSW1wb3J0SWRcIjpcIjgwXCIsXCJJc0ltcG9ydGVkXCI6ZmFsc2UsXCJDaGlsZHJlblwiOltdfSx7XCIkaWRcIjpcIjIwXCIsXCJJbXBvcnRJZFwiOlwiNDlcIixcIklzSW1wb3J0ZWRcIjpmYWxzZSxcIkNoaWxkcmVuXCI6W119LHtcIiRpZFwiOlwiMjFcIixcIkltcG9ydElkXCI6XCI3OVwiLFwiSXNJbXBvcnRlZFwiOmZhbHNlLFwiQ2hpbGRyZW5cIjpbXX0se1wiJGlkXCI6XCIyMlwiLFwiSW1wb3J0SWRcIjpcIjg1XCIsXCJJc0ltcG9ydGVkXCI6ZmFsc2UsXCJDaGlsZHJlblwiOltdfSx7XCIkaWRcIjpcIjIzXCIsXCJJbXBvcnRJZFwiOlwiNTBcIixcIklzSW1wb3J0ZWRcIjpmYWxzZSxcIkNoaWxkcmVuXCI6W119XX0se1wiJGlkXCI6XCIyNFwiLFwiSW1wb3J0SWRcIjpcIjU2XCIsXCJJc0ltcG9ydGVkXCI6ZmFsc2UsXCJDaGlsZHJlblwiOlt7XCIkaWRcIjpcIjI1XCIsXCJJbXBvcnRJZFwiOlwiNTNcIixcIklzSW1wb3J0ZWRcIjpmYWxzZSxcIkNoaWxkcmVuXCI6W119LHtcIiRpZFwiOlwiMjZcIixcIkltcG9ydElkXCI6XCI1NFwiLFwiSXNJbXBvcnRlZFwiOmZhbHNlLFwiQ2hpbGRyZW5cIjpbXX0se1wiJGlkXCI6XCIyN1wiLFwiSW1wb3J0SWRcIjpcIjg2XCIsXCJJc0ltcG9ydGVkXCI6ZmFsc2UsXCJDaGlsZHJlblwiOltdfSx7XCIkaWRcIjpcIjI4XCIsXCJJbXBvcnRJZFwiOlwiNTFcIixcIklzSW1wb3J0ZWRcIjpmYWxzZSxcIkNoaWxkcmVuXCI6W119XX1dfSx7XCIkaWRcIjpcIjI5XCIsXCJJbXBvcnRJZFwiOlwiOVwiLFwiSXNJbXBvcnRlZFwiOmZhbHNlLFwiQ2hpbGRyZW5cIjpbe1wiJGlkXCI6XCIzMFwiLFwiSW1wb3J0SWRcIjpcIjQ3XCIsXCJJc0ltcG9ydGVkXCI6ZmFsc2UsXCJDaGlsZHJlblwiOltdfSx7XCIkaWRcIjpcIjMxXCIsXCJJbXBvcnRJZFwiOlwiNDhcIixcIklzSW1wb3J0ZWRcIjpmYWxzZSxcIkNoaWxkcmVuXCI6W119XX0se1wiJGlkXCI6XCIzMlwiLFwiSW1wb3J0SWRcIjpcIjgxXCIsXCJJc0ltcG9ydGVkXCI6ZmFsc2UsXCJDaGlsZHJlblwiOlt7XCIkaWRcIjpcIjMzXCIsXCJJbXBvcnRJZFwiOlwiODJcIixcIklzSW1wb3J0ZWRcIjpmYWxzZSxcIkNoaWxkcmVuXCI6W119LHtcIiRpZFwiOlwiMzRcIixcIkltcG9ydElkXCI6XCI4M1wiLFwiSXNJbXBvcnRlZFwiOmZhbHNlLFwiQ2hpbGRyZW5cIjpbXX1dfSx7XCIkaWRcIjpcIjM1XCIsXCJJbXBvcnRJZFwiOlwiNTdcIixcIklzSW1wb3J0ZWRcIjpmYWxzZSxcIkNoaWxkcmVuXCI6W119LHtcIiRpZFwiOlwiMzZcIixcIkltcG9ydElkXCI6XCIxXCIsXCJJc0ltcG9ydGVkXCI6ZmFsc2UsXCJDaGlsZHJlblwiOlt7XCIkaWRcIjpcIjM3XCIsXCJJbXBvcnRJZFwiOlwiNDRcIixcIklzSW1wb3J0ZWRcIjpmYWxzZSxcIkNoaWxkcmVuXCI6W119LHtcIiRpZFwiOlwiMzhcIixcIkltcG9ydElkXCI6XCI4XCIsXCJJc0ltcG9ydGVkXCI6ZmFsc2UsXCJDaGlsZHJlblwiOltdfSx7XCIkaWRcIjpcIjM5XCIsXCJJbXBvcnRJZFwiOlwiNjFcIixcIklzSW1wb3J0ZWRcIjpmYWxzZSxcIkNoaWxkcmVuXCI6W119LHtcIiRpZFwiOlwiNDBcIixcIkltcG9ydElkXCI6XCIxMFwiLFwiSXNJbXBvcnRlZFwiOmZhbHNlLFwiQ2hpbGRyZW5cIjpbXX1dfSx7XCIkaWRcIjpcIjQxXCIsXCJJbXBvcnRJZFwiOlwiNThcIixcIklzSW1wb3J0ZWRcIjpmYWxzZSxcIkNoaWxkcmVuXCI6W119LHtcIiRpZFwiOlwiNDJcIixcIkltcG9ydElkXCI6XCIzXCIsXCJJc0ltcG9ydGVkXCI6ZmFsc2UsXCJDaGlsZHJlblwiOlt7XCIkaWRcIjpcIjQzXCIsXCJJbXBvcnRJZFwiOlwiMTNcIixcIklzSW1wb3J0ZWRcIjpmYWxzZSxcIkNoaWxkcmVuXCI6W119LHtcIiRpZFwiOlwiNDRcIixcIkltcG9ydElkXCI6XCIxNFwiLFwiSXNJbXBvcnRlZFwiOmZhbHNlLFwiQ2hpbGRyZW5cIjpbXX0se1wiJGlkXCI6XCI0NVwiLFwiSW1wb3J0SWRcIjpcIjYyXCIsXCJJc0ltcG9ydGVkXCI6ZmFsc2UsXCJDaGlsZHJlblwiOltdfSx7XCIkaWRcIjpcIjQ2XCIsXCJJbXBvcnRJZFwiOlwiMTZcIixcIklzSW1wb3J0ZWRcIjpmYWxzZSxcIkNoaWxkcmVuXCI6W119XX0se1wiJGlkXCI6XCI0N1wiLFwiSW1wb3J0SWRcIjpcIjU5XCIsXCJJc0ltcG9ydGVkXCI6ZmFsc2UsXCJDaGlsZHJlblwiOltdfSx7XCIkaWRcIjpcIjQ4XCIsXCJJbXBvcnRJZFwiOlwiNFwiLFwiSXNJbXBvcnRlZFwiOmZhbHNlLFwiQ2hpbGRyZW5cIjpbe1wiJGlkXCI6XCI0OVwiLFwiSW1wb3J0SWRcIjpcIjE5XCIsXCJJc0ltcG9ydGVkXCI6ZmFsc2UsXCJDaGlsZHJlblwiOltdfSx7XCIkaWRcIjpcIjUwXCIsXCJJbXBvcnRJZFwiOlwiMjBcIixcIklzSW1wb3J0ZWRcIjpmYWxzZSxcIkNoaWxkcmVuXCI6W119LHtcIiRpZFwiOlwiNTFcIixcIkltcG9ydElkXCI6XCI2M1wiLFwiSXNJbXBvcnRlZFwiOmZhbHNlLFwiQ2hpbGRyZW5cIjpbXX0se1wiJGlkXCI6XCI1MlwiLFwiSW1wb3J0SWRcIjpcIjIxXCIsXCJJc0ltcG9ydGVkXCI6ZmFsc2UsXCJDaGlsZHJlblwiOltdfV19LHtcIiRpZFwiOlwiNTNcIixcIkltcG9ydElkXCI6XCI2MFwiLFwiSXNJbXBvcnRlZFwiOmZhbHNlLFwiQ2hpbGRyZW5cIjpbXX0se1wiJGlkXCI6XCI1NFwiLFwiSW1wb3J0SWRcIjpcIjVcIixcIklzSW1wb3J0ZWRcIjpmYWxzZSxcIkNoaWxkcmVuXCI6W3tcIiRpZFwiOlwiNTVcIixcIkltcG9ydElkXCI6XCIyNVwiLFwiSXNJbXBvcnRlZFwiOmZhbHNlLFwiQ2hpbGRyZW5cIjpbXX0se1wiJGlkXCI6XCI1NlwiLFwiSW1wb3J0SWRcIjpcIjI2XCIsXCJJc0ltcG9ydGVkXCI6ZmFsc2UsXCJDaGlsZHJlblwiOltdfSx7XCIkaWRcIjpcIjU3XCIsXCJJbXBvcnRJZFwiOlwiNjRcIixcIklzSW1wb3J0ZWRcIjpmYWxzZSxcIkNoaWxkcmVuXCI6W119LHtcIiRpZFwiOlwiNThcIixcIkltcG9ydElkXCI6XCIyN1wiLFwiSXNJbXBvcnRlZFwiOmZhbHNlLFwiQ2hpbGRyZW5cIjpbXX1dfV19XX19IiwiTXNwU3luY0J5VWlkIjoiVHJ1ZSIsIlJlY2VudENvbG9yc0NvbGxlY3Rpb24iOiJbXSJ9LCJTZXR0aW5ncyI6eyIkaWQiOiIxNjM4IiwiSW1wYU9wdGlvbnMiOnsiJGlkIjoiMTYzOS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iwiRmlsZVBhdGgiOiJXOlxcQ29tbXVuaWNhdGlvblxcUm9hZG1hcFxcQUNEUCBSb2FkbWFwLm1wcCIsIlRpbWVDb25maWd1cmF0aW9uIjp7IiRpZCI6IjE2NDAiLCJVc2VUaW1lIjpmYWxzZSwiV29ya0RheVN0YXJ0IjoiMDg6MDA6MDAiLCJXb3JrRGF5RW5kIjoiMTc6MDA6MDAifSwiTGFzdFVzZWRUZW1wbGF0ZUlkIjoiY2MyNmY4NjMtMjdjZS00ODBlLWE1ODktYjNmMTJmMmQ2ZWIwIiwiRmlyc3RXZWVrT2ZZZWFyIjowfQ=="/>
  <p:tag name="__MASTER" val="__part_0"/>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 name="OTLELAPSEDSTYLE" val="Hide"/>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 name="OTLTODAYPOSITION" val="Hide"/>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__PART_0" val="eyIkaWQiOiIxIiwiQ3VsdHVyZUluZm9OYW1lIjoiZW4tVVMiLCJTdHlsZU5hbWUiOm51bGwsIlZlcnNpb24iOnsiJGlkIjoiMiIsIlZlcnNpb24iOiIzLjMuMiIsIk9yaWdpbmFsQXNzZW1ibHlWZXJzaW9uIjpudWxsLCJFZGl0aW9uIjoiUHJvIiwiSXNQbHVzRWRpdGlvbiI6dHJ1ZSwiSXNQcm9FZGl0aW9uIjp0cnVlfSwiRWZmZWN0IjowLCJTdHlsZSI6eyIkaWQiOiIzIiwiVGltZWJhbmRTdHlsZSI6eyIkaWQiOiI0IiwiU2NhbGVNYXJraW5nIjowLCJTaGFwZSI6MTcsIlNoYXBlU3R5bGUiOnsiJGlkIjoiNSIsIk1hcmdpbiI6eyIkaWQiOiI2IiwiVG9wIjowLCJMZWZ0IjoxMCwiUmlnaHQiOjEwLCJCb3R0b20iOjB9LCJQYWRkaW5nIjp7IiRpZCI6IjciLCJUb3AiOjUsIkxlZnQiOjEzLCJSaWdodCI6MTMsIkJvdHRvbSI6NX0sIkJhY2tncm91bmQiOnsiJGlkIjoiOCIsIkNvbG9yIjp7IiRpZCI6IjkiLCJBIjoyNTUsIlIiOjE2NSwiRyI6MTY1LCJCIjoxNjV9fSwiSXNWaXNpYmxlIjp0cnVlLCJXaWR0aCI6ODU4LjAsIkhlaWdodCI6MzAuMCwiQm9yZGVyU3R5bGUiOnsiJGlkIjoiMTAiLCJMaW5lQ29sb3IiOnsiJGlkIjoiMTEiLCIkdHlwZSI6Ik5MUkUuQ29tbW9uLkRvbS5Tb2xpZENvbG9yQnJ1c2gsIE5MUkUuQ29tbW9uIiwiQ29sb3IiOnsiJGlkIjoiMTIiLCJBIjoyNTUsIlIiOjI1NSwiRyI6MCwiQiI6MH19LCJMaW5lV2VpZ2h0IjowLjAsIkxpbmVUeXBlIjowLCJQYXJlbnRTdHlsZSI6bnVsbH0sIlBhcmVudFN0eWxlIjpudWxsfSwiUmlnaHRFbmRDYXBzU3R5bGUiOnsiJGlkIjoiMTMiLCJGb250U2V0dGluZ3MiOnsiJGlkIjoiMTQiLCJGb250U2l6ZSI6MTgsIkZvbnROYW1lIjoiQ2FsaWJyaSIsIklzQm9sZCI6dHJ1ZSwiSXNJdGFsaWMiOmZhbHNlLCJJc1VuZGVybGluZWQiOmZhbHNlLCJQYXJlbnRTdHlsZSI6bnVsbH0sIkF1dG9TaXplIjowLCJGb3JlZ3JvdW5kIjp7IiRpZCI6IjE1IiwiQ29sb3IiOnsiJGlkIjoiMTYiLCJBIjoyNTUsIlIiOjE2NSwiRyI6MTY1LCJCIjoxNjV9fSwiTWF4V2lkdGgiOiJJbmZpbml0eSIsIk1heEhlaWdodCI6IkluZmluaXR5IiwiU21hcnRGb3JlZ3JvdW5kSXNBY3RpdmUiOmZhbHNlLCJIb3Jpem9udGFsQWxpZ25tZW50IjowLCJWZXJ0aWNhbEFsaWdubWVudCI6MCwiU21hcnRGb3JlZ3JvdW5kIjpudWxsLCJCYWNrZ3JvdW5kRmlsbFR5cGUiOjAsIk1hcmdpbiI6eyIkaWQiOiIxNyIsIlRvcCI6MCwiTGVmdCI6MCwiUmlnaHQiOjIwLCJCb3R0b20iOjB9LCJQYWRkaW5nIjp7IiRpZCI6IjE4IiwiVG9wIjowLCJMZWZ0IjowLCJSaWdodCI6MCwiQm90dG9tIjowfSwiQmFja2dyb3VuZCI6eyIkaWQiOiIxOSIsIkNvbG9yIjp7IiRpZCI6IjIwIiwiQSI6ODksIlIiOjAsIkciOjAsIkIiOjB9fSwiSXNWaXNpYmxlIjpmYWxzZSwiV2lkdGgiOjAuMCwiSGVpZ2h0IjowLjAsIkJvcmRlclN0eWxlIjpudWxsLCJQYXJlbnRTdHlsZSI6bnVsbH0sIkxlZnRFbmRDYXBzU3R5bGUiOnsiJGlkIjoiMjEiLCJGb250U2V0dGluZ3MiOnsiJGlkIjoiMjIiLCJGb250U2l6ZSI6MTgsIkZvbnROYW1lIjoiQ2FsaWJyaSIsIklzQm9sZCI6dHJ1ZSwiSXNJdGFsaWMiOmZhbHNlLCJJc1VuZGVybGluZWQiOmZhbHNlLCJQYXJlbnRTdHlsZSI6bnVsbH0sIkF1dG9TaXplIjowLCJGb3JlZ3JvdW5kIjp7IiRpZCI6IjIzIiwiQ29sb3IiOnsiJGlkIjoiMjQiLCJBIjoyNTUsIlIiOjE2NSwiRyI6MTY1LCJCIjoxNjV9fSwiTWF4V2lkdGgiOiJJbmZpbml0eSIsIk1heEhlaWdodCI6IkluZmluaXR5IiwiU21hcnRGb3JlZ3JvdW5kSXNBY3RpdmUiOmZhbHNlLCJIb3Jpem9udGFsQWxpZ25tZW50IjowLCJWZXJ0aWNhbEFsaWdubWVudCI6MCwiU21hcnRGb3JlZ3JvdW5kIjpudWxsLCJCYWNrZ3JvdW5kRmlsbFR5cGUiOjAsIk1hcmdpbiI6eyIkaWQiOiIyNSIsIlRvcCI6MCwiTGVmdCI6MjAsIlJpZ2h0IjowLCJCb3R0b20iOjB9LCJQYWRkaW5nIjp7IiRpZCI6IjI2IiwiVG9wIjowLCJMZWZ0IjowLCJSaWdodCI6MCwiQm90dG9tIjowfSwiQmFja2dyb3VuZCI6eyIkaWQiOiIyNyIsIkNvbG9yIjp7IiRyZWYiOiIyMCJ9fSwiSXNWaXNpYmxlIjpmYWxzZSwiV2lkdGgiOjAuMCwiSGVpZ2h0IjowLjAsIkJvcmRlclN0eWxlIjpudWxsLCJQYXJlbnRTdHlsZSI6bnVsbH0sIlRvZGF5VGV4dFN0eWxlIjp7IiRpZCI6IjI4IiwiRm9udFNldHRpbmdzIjp7IiRpZCI6IjI5IiwiRm9udFNpemUiOjEyLCJGb250TmFtZSI6IkNhbGlicmkiLCJJc0JvbGQiOmZhbHNlLCJJc0l0YWxpYyI6ZmFsc2UsIklzVW5kZXJsaW5lZCI6ZmFsc2UsIlBhcmVudFN0eWxlIjpudWxsfSwiQXV0b1NpemUiOjAsIkZvcmVncm91bmQiOnsiJGlkIjoiMzAiLCJDb2xvciI6eyIkaWQiOiIzM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zMiIsIlRvcCI6MCwiTGVmdCI6MCwiUmlnaHQiOjAsIkJvdHRvbSI6MH0sIlBhZGRpbmciOnsiJGlkIjoiMzMiLCJUb3AiOjAsIkxlZnQiOjAsIlJpZ2h0IjowLCJCb3R0b20iOjB9LCJCYWNrZ3JvdW5kIjp7IiRpZCI6IjM0IiwiQ29sb3IiOnsiJHJlZiI6IjIwIn19LCJJc1Zpc2libGUiOnRydWUsIldpZHRoIjowLjAsIkhlaWdodCI6MC4wLCJCb3JkZXJTdHlsZSI6bnVsbCwiUGFyZW50U3R5bGUiOm51bGx9LCJUb2RheU1hcmtlclN0eWxlIjp7IiRpZCI6IjM1IiwiTWFyZ2luIjp7IiRpZCI6IjM2IiwiVG9wIjowLCJMZWZ0IjowLCJSaWdodCI6MCwiQm90dG9tIjowfSwiUGFkZGluZyI6eyIkaWQiOiIzNyIsIlRvcCI6MCwiTGVmdCI6MCwiUmlnaHQiOjAsIkJvdHRvbSI6MH0sIkJhY2tncm91bmQiOnsiJGlkIjoiMzgiLCJDb2xvciI6eyIkaWQiOiIzOSIsIkEiOjI1NSwiUiI6MjU1LCJHIjowLCJCIjowfX0sIklzVmlzaWJsZSI6dHJ1ZSwiV2lkdGgiOjAuMCwiSGVpZ2h0IjowLjAsIkJvcmRlclN0eWxlIjpudWxsLCJQYXJlbnRTdHlsZSI6bnVsbH0sIlNjYWxlU3R5bGUiOnsiJGlkIjoiNDAiLCJTaG93U2VnbWVudFNlcGFyYXRvcnMiOnRydWUsIlNlZ21lbnRTZXBhcmF0b3JPcGFjaXR5IjozMCwiRm9udFNldHRpbmdzIjp7IiRpZCI6IjQxIiwiRm9udFNpemUiOjE4LCJGb250TmFtZSI6IkNhbGlicmkiLCJJc0JvbGQiOmZhbHNlLCJJc0l0YWxpYyI6ZmFsc2UsIklzVW5kZXJsaW5lZCI6ZmFsc2UsIlBhcmVudFN0eWxlIjpudWxsfSwiQXV0b1NpemUiOjAsIkZvcmVncm91bmQiOnsiJGlkIjoiNDIiLCJDb2xvciI6eyIkaWQiOiI0My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0NCIsIlRvcCI6MCwiTGVmdCI6NSwiUmlnaHQiOjAsIkJvdHRvbSI6MH0sIlBhZGRpbmciOnsiJGlkIjoiNDUiLCJUb3AiOjAsIkxlZnQiOjAsIlJpZ2h0IjowLCJCb3R0b20iOjB9LCJCYWNrZ3JvdW5kIjp7IiRpZCI6IjQ2IiwiQ29sb3IiOnsiJHJlZiI6IjIwIn19LCJJc1Zpc2libGUiOnRydWUsIldpZHRoIjowLjAsIkhlaWdodCI6MC4wLCJCb3JkZXJTdHlsZSI6bnVsbCwiUGFyZW50U3R5bGUiOm51bGx9LCJFbGFwc2VkVGltZUJhY2tncm91bmQiOnsiJGlkIjoiNDciLCJDb2xvciI6eyIkaWQiOiI0OCIsIkEiOjc3LCJSIjoyNTUsIkciOjAsIkIiOjB9fSwiQXBwZW5kWWVhck9uWWVhckNoYW5nZSI6dHJ1ZSwiRWxhcHNlZFRpbWVGb3JtYXQiOjAsIlRvZGF5TWFya2VyUG9zaXRpb24iOjAsIlF1aWNrUG9zaXRpb24iOjMsIkFic29sdXRlUG9zaXRpb24iOjEwNy41NDQ3MjQsIk1hcmdpbiI6eyIkaWQiOiI0OSIsIlRvcCI6MCwiTGVmdCI6MTAsIlJpZ2h0IjoxMCwiQm90dG9tIjowfSwiUGFkZGluZyI6eyIkaWQiOiI1MCIsIlRvcCI6MCwiTGVmdCI6MCwiUmlnaHQiOjAsIkJvdHRvbSI6MH0sIkJhY2tncm91bmQiOnsiJGlkIjoiNTEiLCJDb2xvciI6eyIkaWQiOiI1MiIsIkEiOjI1NSwiUiI6NDcsIkciOjU0LCJCIjoxNTN9fSwiSXNWaXNpYmxlIjp0cnVlLCJXaWR0aCI6MC4wLCJIZWlnaHQiOjAuMCwiQm9yZGVyU3R5bGUiOm51bGwsIlBhcmVudFN0eWxlIjpudWxsfSwiRGVmYXVsdE1pbGVzdG9uZVN0eWxlIjp7IiRpZCI6IjUzIiwiU2hhcGUiOjksIkNvbm5lY3Rvck1hcmdpbiI6eyIkaWQiOiI1NCIsIlRvcCI6MCwiTGVmdCI6MiwiUmlnaHQiOjIsIkJvdHRvbSI6MH0sIkNvbm5lY3RvclN0eWxlIjp7IiRpZCI6IjU1IiwiTGluZUNvbG9yIjp7IiRpZCI6IjU2IiwiJHR5cGUiOiJOTFJFLkNvbW1vbi5Eb20uU29saWRDb2xvckJydXNoLCBOTFJFLkNvbW1vbiIsIkNvbG9yIjp7IiRpZCI6IjU3IiwiQSI6MTI3LCJSIjo3OSwiRyI6MTI5LCJCIjoxODl9fSwiTGluZVdlaWdodCI6MS4wLCJMaW5lVHlwZSI6MCwiUGFyZW50U3R5bGUiOm51bGx9LCJJc0JlbG93VGltZWJhbmQiOmZhbHNlLCJQb3NpdGlvbk9uVGFzayI6MCwiSGlkZURhdGUiOmZhbHNlLCJTaGFwZVNpemUiOjEsIlNwYWNpbmciOjIuMCwiUGFkZGluZyI6eyIkaWQiOiI1OCIsIlRvcCI6NywiTGVmdCI6MywiUmlnaHQiOjAsIkJvdHRvbSI6Mn0sIlNoYXBlU3R5bGUiOnsiJGlkIjoiNTkiLCJNYXJnaW4iOnsiJGlkIjoiNjAiLCJUb3AiOjAsIkxlZnQiOjAsIlJpZ2h0IjowLCJCb3R0b20iOjB9LCJQYWRkaW5nIjp7IiRpZCI6IjYxIiwiVG9wIjowLCJMZWZ0IjowLCJSaWdodCI6MCwiQm90dG9tIjowfSwiQmFja2dyb3VuZCI6eyIkaWQiOiI2MiIsIkNvbG9yIjp7IiRpZCI6IjYzIiwiQSI6MjU1LCJSIjo5MSwiRyI6MTU1LCJCIjoyMTN9fSwiSXNWaXNpYmxlIjp0cnVlLCJXaWR0aCI6MTguMCwiSGVpZ2h0IjoyMC4wLCJCb3JkZXJTdHlsZSI6eyIkaWQiOiI2NCIsIkxpbmVDb2xvciI6eyIkaWQiOiI2NSIsIiR0eXBlIjoiTkxSRS5Db21tb24uRG9tLlNvbGlkQ29sb3JCcnVzaCwgTkxSRS5Db21tb24iLCJDb2xvciI6eyIkaWQiOiI2NiIsIkEiOjI1NSwiUiI6MjU1LCJHIjowLCJCIjowfX0sIkxpbmVXZWlnaHQiOjAuMCwiTGluZVR5cGUiOjAsIlBhcmVudFN0eWxlIjpudWxsfSwiUGFyZW50U3R5bGUiOm51bGx9LCJUaXRsZVN0eWxlIjp7IiRpZCI6IjY3IiwiRm9udFNldHRpbmdzIjp7IiRpZCI6IjY4IiwiRm9udFNpemUiOjExLCJGb250TmFtZSI6IkNhbGlicmkiLCJJc0JvbGQiOnRydWUsIklzSXRhbGljIjpmYWxzZSwiSXNVbmRlcmxpbmVkIjpmYWxzZSwiUGFyZW50U3R5bGUiOm51bGx9LCJBdXRvU2l6ZSI6MCwiRm9yZWdyb3VuZCI6eyIkaWQiOiI2OSIsIkNvbG9yIjp7IiRpZCI6IjcwIiwiQSI6MjU1LCJSIjoyNTUsIkciOjI1NSwiQiI6MjU1fX0sIk1heFdpZHRoIjoyMDAuMCwiTWF4SGVpZ2h0IjoiSW5maW5pdHkiLCJTbWFydEZvcmVncm91bmRJc0FjdGl2ZSI6ZmFsc2UsIkhvcml6b250YWxBbGlnbm1lbnQiOjEsIlZlcnRpY2FsQWxpZ25tZW50IjowLCJTbWFydEZvcmVncm91bmQiOm51bGwsIkJhY2tncm91bmRGaWxsVHlwZSI6MCwiTWFyZ2luIjp7IiRpZCI6IjcxIiwiVG9wIjowLCJMZWZ0IjowLCJSaWdodCI6MCwiQm90dG9tIjowfSwiUGFkZGluZyI6eyIkaWQiOiI3MiIsIlRvcCI6MCwiTGVmdCI6MCwiUmlnaHQiOjAsIkJvdHRvbSI6MH0sIkJhY2tncm91bmQiOnsiJGlkIjoiNzMiLCJDb2xvciI6eyIkcmVmIjoiMjAifX0sIklzVmlzaWJsZSI6dHJ1ZSwiV2lkdGgiOjAuMCwiSGVpZ2h0IjowLjAsIkJvcmRlclN0eWxlIjpudWxsLCJQYXJlbnRTdHlsZSI6bnVsbH0sIkRhdGVTdHlsZSI6eyIkaWQiOiI3NCIsIkZvbnRTZXR0aW5ncyI6eyIkaWQiOiI3NSIsIkZvbnRTaXplIjoxMCwiRm9udE5hbWUiOiJDYWxpYnJpIiwiSXNCb2xkIjpmYWxzZSwiSXNJdGFsaWMiOmZhbHNlLCJJc1VuZGVybGluZWQiOmZhbHNlLCJQYXJlbnRTdHlsZSI6bnVsbH0sIkF1dG9TaXplIjowLCJGb3JlZ3JvdW5kIjp7IiRpZCI6Ijc2IiwiQ29sb3IiOnsiJGlkIjoiN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c4IiwiVG9wIjowLCJMZWZ0IjowLCJSaWdodCI6MCwiQm90dG9tIjowfSwiUGFkZGluZyI6eyIkaWQiOiI3OSIsIlRvcCI6MCwiTGVmdCI6MCwiUmlnaHQiOjAsIkJvdHRvbSI6MH0sIkJhY2tncm91bmQiOnsiJGlkIjoiODAiLCJDb2xvciI6eyIkcmVmIjoiMjAifX0sIklzVmlzaWJsZSI6ZmFsc2UsIldpZHRoIjowLjAsIkhlaWdodCI6MC4wLCJCb3JkZXJTdHlsZSI6bnVsbCwiUGFyZW50U3R5bGUiOm51bGx9LCJEYXRlRm9ybWF0Ijp7IiRpZCI6Ijg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yIiwiRm9ybWF0IjowLCJJc1Zpc2libGUiOmZhbHNlLCJMYXN0S25vd25WaXNpYmlsaXR5U3RhdGUiOmZhbHNlfSwiSXNWaXNpYmxlIjp0cnVlLCJQYXJlbnRTdHlsZSI6bnVsbH0sIkRlZmF1bHRUYXNrU3R5bGUiOnsiJGlkIjoiODMiLCJTaGFwZSI6OCwiU2hhcGVUaGlja25lc3MiOjEsIkR1cmF0aW9uRm9ybWF0IjowLCJJbmNsdWRlTm9uV29ya2luZ0RheXNJbkR1cmF0aW9uIjpmYWxzZSwiUGVyY2VudGFnZUNvbXBsZXRlU3R5bGUiOnsiJGlkIjoiODQiLCJGb250U2V0dGluZ3MiOnsiJGlkIjoiODUiLCJGb250U2l6ZSI6MTAsIkZvbnROYW1lIjoiQ2FsaWJyaSIsIklzQm9sZCI6ZmFsc2UsIklzSXRhbGljIjpmYWxzZSwiSXNVbmRlcmxpbmVkIjpmYWxzZSwiUGFyZW50U3R5bGUiOm51bGx9LCJBdXRvU2l6ZSI6MCwiRm9yZWdyb3VuZCI6eyIkaWQiOiI4NiIsIkNvbG9yIjp7IiRpZCI6Ijg3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ODgiLCJUb3AiOjAsIkxlZnQiOjAsIlJpZ2h0IjowLCJCb3R0b20iOjB9LCJQYWRkaW5nIjp7IiRpZCI6Ijg5IiwiVG9wIjowLCJMZWZ0IjowLCJSaWdodCI6MCwiQm90dG9tIjowfSwiQmFja2dyb3VuZCI6eyIkaWQiOiI5MCIsIkNvbG9yIjp7IiRyZWYiOiIyMCJ9fSwiSXNWaXNpYmxlIjp0cnVlLCJXaWR0aCI6MC4wLCJIZWlnaHQiOjAuMCwiQm9yZGVyU3R5bGUiOm51bGwsIlBhcmVudFN0eWxlIjpudWxsfSwiRHVyYXRpb25TdHlsZSI6eyIkaWQiOiI5MSIsIkZvbnRTZXR0aW5ncyI6eyIkaWQiOiI5MiIsIkZvbnRTaXplIjoxMCwiRm9udE5hbWUiOiJDYWxpYnJpIiwiSXNCb2xkIjpmYWxzZSwiSXNJdGFsaWMiOmZhbHNlLCJJc1VuZGVybGluZWQiOmZhbHNlLCJQYXJlbnRTdHlsZSI6bnVsbH0sIkF1dG9TaXplIjowLCJGb3JlZ3JvdW5kIjp7IiRpZCI6IjkzIiwiQ29sb3IiOnsiJGlkIjoiOTQ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5NSIsIlRvcCI6MCwiTGVmdCI6MCwiUmlnaHQiOjAsIkJvdHRvbSI6MH0sIlBhZGRpbmciOnsiJGlkIjoiOTYiLCJUb3AiOjAsIkxlZnQiOjAsIlJpZ2h0IjowLCJCb3R0b20iOjB9LCJCYWNrZ3JvdW5kIjp7IiRpZCI6Ijk3IiwiQ29sb3IiOnsiJHJlZiI6IjIwIn19LCJJc1Zpc2libGUiOnRydWUsIldpZHRoIjowLjAsIkhlaWdodCI6MC4wLCJCb3JkZXJTdHlsZSI6bnVsbCwiUGFyZW50U3R5bGUiOm51bGx9LCJIb3Jpem9udGFsQ29ubmVjdG9yU3R5bGUiOnsiJGlkIjoiOTgiLCJMaW5lQ29sb3IiOnsiJGlkIjoiOTkiLCIkdHlwZSI6Ik5MUkUuQ29tbW9uLkRvbS5Tb2xpZENvbG9yQnJ1c2gsIE5MUkUuQ29tbW9uIiwiQ29sb3IiOnsiJGlkIjoiMTAwIiwiQSI6MjU1LCJSIjoyMDQsIkciOjIwNCwiQiI6MjA0fX0sIkxpbmVXZWlnaHQiOjEuMCwiTGluZVR5cGUiOjAsIlBhcmVudFN0eWxlIjpudWxsfSwiVmVydGljYWxDb25uZWN0b3JTdHlsZSI6eyIkaWQiOiIxMDEiLCJMaW5lQ29sb3IiOnsiJGlkIjoiMTAyIiwiJHR5cGUiOiJOTFJFLkNvbW1vbi5Eb20uU29saWRDb2xvckJydXNoLCBOTFJFLkNvbW1vbiIsIkNvbG9yIjp7IiRpZCI6IjEwMyIsIkEiOjI1NSwiUiI6MjA0LCJHIjoyMDQsIkIiOjIwNH19LCJMaW5lV2VpZ2h0IjoxLjAsIkxpbmVUeXBlIjowLCJQYXJlbnRTdHlsZSI6bnVsbH0sIk1hcmdpbiI6bnVsbCwiU3RhcnREYXRlUG9zaXRpb24iOjMsIkVuZERhdGVQb3NpdGlvbiI6NCwiRGF0ZUlzVmlzaWJsZSI6dHJ1ZSwiVGl0bGVQb3NpdGlvbiI6MiwiRHVyYXRpb25Qb3NpdGlvbiI6NiwiUGVyY2VudGFnZUNvbXBsZXRlZFBvc2l0aW9uIjo2LCJTcGFjaW5nIjo1LCJJc0JlbG93VGltZWJhbmQiOnRydWUsIlBlcmNlbnRhZ2VDb21wbGV0ZVNoYXBlT3BhY2l0eSI6MzUsIlNoYXBlU3R5bGUiOnsiJGlkIjoiMTA0IiwiTWFyZ2luIjp7IiRpZCI6IjEwNSIsIlRvcCI6MCwiTGVmdCI6NCwiUmlnaHQiOjQsIkJvdHRvbSI6MH0sIlBhZGRpbmciOnsiJGlkIjoiMTA2IiwiVG9wIjowLCJMZWZ0IjowLCJSaWdodCI6MCwiQm90dG9tIjowfSwiQmFja2dyb3VuZCI6eyIkaWQiOiIxMDciLCJDb2xvciI6eyIkaWQiOiIxMDgiLCJBIjoyNTUsIlIiOjAsIkciOjExNCwiQiI6MTg4fX0sIklzVmlzaWJsZSI6dHJ1ZSwiV2lkdGgiOjAuMCwiSGVpZ2h0IjoxNi4wLCJCb3JkZXJTdHlsZSI6eyIkaWQiOiIxMDkiLCJMaW5lQ29sb3IiOnsiJGlkIjoiMTEwIiwiJHR5cGUiOiJOTFJFLkNvbW1vbi5Eb20uU29saWRDb2xvckJydXNoLCBOTFJFLkNvbW1vbiIsIkNvbG9yIjp7IiRpZCI6IjExMSIsIkEiOjI1NSwiUiI6MjU1LCJHIjowLCJCIjowfX0sIkxpbmVXZWlnaHQiOjAuMCwiTGluZVR5cGUiOjAsIlBhcmVudFN0eWxlIjpudWxsfSwiUGFyZW50U3R5bGUiOm51bGx9LCJUaXRsZVN0eWxlIjp7IiRpZCI6IjExMiIsIkZvbnRTZXR0aW5ncyI6eyIkaWQiOiIxMTMiLCJGb250U2l6ZSI6MTEsIkZvbnROYW1lIjoiQ2FsaWJyaSIsIklzQm9sZCI6dHJ1ZSwiSXNJdGFsaWMiOmZhbHNlLCJJc1VuZGVybGluZWQiOmZhbHNlLCJQYXJlbnRTdHlsZSI6bnVsbH0sIkF1dG9TaXplIjowLCJGb3JlZ3JvdW5kIjp7IiRpZCI6IjExNCIsIkNvbG9yIjp7IiRpZCI6IjExNSIsIkEiOjI1NSwiUiI6MCwiRyI6MCwiQiI6MH19LCJNYXhXaWR0aCI6OTYwLjAsIk1heEhlaWdodCI6IkluZmluaXR5IiwiU21hcnRGb3JlZ3JvdW5kSXNBY3RpdmUiOmZhbHNlLCJIb3Jpem9udGFsQWxpZ25tZW50IjoxLCJWZXJ0aWNhbEFsaWdubWVudCI6MCwiU21hcnRGb3JlZ3JvdW5kIjpudWxsLCJCYWNrZ3JvdW5kRmlsbFR5cGUiOjAsIk1hcmdpbiI6eyIkaWQiOiIxMTYiLCJUb3AiOjAsIkxlZnQiOjAsIlJpZ2h0IjowLCJCb3R0b20iOjB9LCJQYWRkaW5nIjp7IiRpZCI6IjExNyIsIlRvcCI6MCwiTGVmdCI6MCwiUmlnaHQiOjAsIkJvdHRvbSI6MH0sIkJhY2tncm91bmQiOnsiJGlkIjoiMTE4IiwiQ29sb3IiOnsiJHJlZiI6IjIwIn19LCJJc1Zpc2libGUiOnRydWUsIldpZHRoIjowLjAsIkhlaWdodCI6MC4wLCJCb3JkZXJTdHlsZSI6bnVsbCwiUGFyZW50U3R5bGUiOm51bGx9LCJEYXRlU3R5bGUiOnsiJGlkIjoiMTE5IiwiRm9udFNldHRpbmdzIjp7IiRpZCI6IjEyMCIsIkZvbnRTaXplIjoxMCwiRm9udE5hbWUiOiJDYWxpYnJpIiwiSXNCb2xkIjpmYWxzZSwiSXNJdGFsaWMiOmZhbHNlLCJJc1VuZGVybGluZWQiOmZhbHNlLCJQYXJlbnRTdHlsZSI6bnVsbH0sIkF1dG9TaXplIjowLCJGb3JlZ3JvdW5kIjp7IiRpZCI6IjEyMSIsIkNvbG9yIjp7IiRpZCI6IjEyMi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TIzIiwiVG9wIjowLCJMZWZ0IjowLCJSaWdodCI6MCwiQm90dG9tIjowfSwiUGFkZGluZyI6eyIkaWQiOiIxMjQiLCJUb3AiOjAsIkxlZnQiOjAsIlJpZ2h0IjowLCJCb3R0b20iOjB9LCJCYWNrZ3JvdW5kIjp7IiRpZCI6IjEyNSIsIkNvbG9yIjp7IiRyZWYiOiIyMCJ9fSwiSXNWaXNpYmxlIjp0cnVlLCJXaWR0aCI6MC4wLCJIZWlnaHQiOjAuMCwiQm9yZGVyU3R5bGUiOm51bGwsIlBhcmVudFN0eWxlIjpudWxsfSwiRGF0ZUZvcm1hdCI6eyIkaWQiOiIxMj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3IiwiRm9ybWF0IjowLCJJc1Zpc2libGUiOmZhbHNlLCJMYXN0S25vd25WaXNpYmlsaXR5U3RhdGUiOmZhbHNlfSwiSXNWaXNpYmxlIjp0cnVlLCJQYXJlbnRTdHlsZSI6bnVsbCwiX2V4cGxpY2l0bHlTZXQiOnsiJGlkIjoiMTI4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dyaWRsaW5lUGFuZWxTdHlsZSI6eyIkaWQiOiIxMjkiLCJHcmlkbGluZVN0eWxlIjp7IiRpZCI6IjEzMCIsIkxpbmVDb2xvciI6eyIkaWQiOiIxMzEiLCIkdHlwZSI6Ik5MUkUuQ29tbW9uLkRvbS5Tb2xpZENvbG9yQnJ1c2gsIE5MUkUuQ29tbW9uIiwiQ29sb3IiOnsiJGlkIjoiMTMyIiwiQSI6MjU1LCJSIjoyMDgsIkciOjIwNiwiQiI6MjA2fX0sIkxpbmVXZWlnaHQiOjAuMCwiTGluZVR5cGUiOjAsIlBhcmVudFN0eWxlIjpudWxsfSwiTWFyZ2luIjp7IiRpZCI6IjEzMyIsIlRvcCI6MCwiTGVmdCI6MCwiUmlnaHQiOjAsIkJvdHRvbSI6MH0sIlBhZGRpbmciOnsiJGlkIjoiMTM0IiwiVG9wIjowLCJMZWZ0IjowLCJSaWdodCI6MCwiQm90dG9tIjowfSwiQmFja2dyb3VuZCI6bnVsbCwiSXNWaXNpYmxlIjpmYWxzZSwiV2lkdGgiOjAuMCwiSGVpZ2h0IjowLjAsIkJvcmRlclN0eWxlIjp7IiRpZCI6IjEzNSIsIkxpbmVDb2xvciI6bnVsbCwiTGluZVdlaWdodCI6MC4wLCJMaW5lVHlwZSI6MCwiUGFyZW50U3R5bGUiOm51bGx9LCJQYXJlbnRTdHlsZSI6bnVsbH0sIlNob3dFbGFwc2VkVGltZUdyYWRpZW50U3R5bGUiOmZhbHNlLCJEZWZhdWx0U3dpbWxhbmVTdHlsZSI6eyIkaWQiOiIxMzYiLCJIZWFkZXJTdHlsZSI6eyIkaWQiOiIxMzciLCJUZXh0U3R5bGUiOnsiJGlkIjoiMTM4IiwiRm9udFNldHRpbmdzIjp7IiRpZCI6IjEzOSIsIkZvbnRTaXplIjoxMiwiRm9udE5hbWUiOiJDYWxpYnJpIiwiSXNCb2xkIjpmYWxzZSwiSXNJdGFsaWMiOmZhbHNlLCJJc1VuZGVybGluZWQiOmZhbHNlLCJQYXJlbnRTdHlsZSI6bnVsbH0sIkF1dG9TaXplIjowLCJGb3JlZ3JvdW5kIjp7IiRpZCI6IjE0MCIsIkNvbG9yIjp7IiRpZCI6IjE0MSIsIkEiOjI1NSwiUiI6MzIsIkciOjU2LCJCIjoxMDB9fSwiTWF4V2lkdGgiOjAuMCwiTWF4SGVpZ2h0IjowLjAsIlNtYXJ0Rm9yZWdyb3VuZElzQWN0aXZlIjpmYWxzZSwiSG9yaXpvbnRhbEFsaWdubWVudCI6MCwiVmVydGljYWxBbGlnbm1lbnQiOjAsIlNtYXJ0Rm9yZWdyb3VuZCI6bnVsbCwiQmFja2dyb3VuZEZpbGxUeXBlIjowLCJNYXJnaW4iOnsiJGlkIjoiMTQyIiwiVG9wIjowLCJMZWZ0IjowLCJSaWdodCI6MCwiQm90dG9tIjowfSwiUGFkZGluZyI6eyIkaWQiOiIxNDMiLCJUb3AiOjAsIkxlZnQiOjAsIlJpZ2h0IjowLCJCb3R0b20iOjB9LCJCYWNrZ3JvdW5kIjpudWxsLCJJc1Zpc2libGUiOmZhbHNlLCJXaWR0aCI6MC4wLCJIZWlnaHQiOjAuMCwiQm9yZGVyU3R5bGUiOm51bGwsIlBhcmVudFN0eWxlIjpudWxsfSwiUmVjdGFuZ2xlU3R5bGUiOnsiJGlkIjoiMTQ0IiwiTWFyZ2luIjp7IiRpZCI6IjE0NSIsIlRvcCI6MCwiTGVmdCI6MCwiUmlnaHQiOjAsIkJvdHRvbSI6MH0sIlBhZGRpbmciOnsiJGlkIjoiMTQ2IiwiVG9wIjowLCJMZWZ0IjowLCJSaWdodCI6MCwiQm90dG9tIjowfSwiQmFja2dyb3VuZCI6eyIkaWQiOiIxNDciLCJDb2xvciI6eyIkaWQiOiIxNDgiLCJBIjoxMjcsIlIiOjkxLCJHIjoxNTUsIkIiOjIxM319LCJJc1Zpc2libGUiOmZhbHNlLCJXaWR0aCI6MC4wLCJIZWlnaHQiOjAuMCwiQm9yZGVyU3R5bGUiOnsiJGlkIjoiMTQ5IiwiTGluZUNvbG9yIjp7IiRpZCI6IjE1MCIsIiR0eXBlIjoiTkxSRS5Db21tb24uRG9tLlNvbGlkQ29sb3JCcnVzaCwgTkxSRS5Db21tb24iLCJDb2xvciI6eyIkaWQiOiIxNTEiLCJBIjoyNTUsIlIiOjI1NSwiRyI6MCwiQiI6MH19LCJMaW5lV2VpZ2h0IjowLjAsIkxpbmVUeXBlIjowLCJQYXJlbnRTdHlsZSI6bnVsbH0sIlBhcmVudFN0eWxlIjpudWxsfSwiTWFyZ2luIjp7IiRpZCI6IjE1MiIsIlRvcCI6MCwiTGVmdCI6MCwiUmlnaHQiOjAsIkJvdHRvbSI6MH0sIlBhZGRpbmciOnsiJGlkIjoiMTUzIiwiVG9wIjowLCJMZWZ0IjowLCJSaWdodCI6MCwiQm90dG9tIjowfSwiQmFja2dyb3VuZCI6bnVsbCwiSXNWaXNpYmxlIjp0cnVlLCJXaWR0aCI6MC4wLCJIZWlnaHQiOjAuMCwiQm9yZGVyU3R5bGUiOm51bGwsIlBhcmVudFN0eWxlIjpudWxsfSwiQmFja2dyb3VuZFN0eWxlIjp7IiRpZCI6IjE1NCIsIk1hcmdpbiI6eyIkaWQiOiIxNTUiLCJUb3AiOjAsIkxlZnQiOjAsIlJpZ2h0IjowLCJCb3R0b20iOjB9LCJQYWRkaW5nIjp7IiRpZCI6IjE1NiIsIlRvcCI6MCwiTGVmdCI6MCwiUmlnaHQiOjAsIkJvdHRvbSI6MH0sIkJhY2tncm91bmQiOnsiJGlkIjoiMTU3IiwiQ29sb3IiOnsiJGlkIjoiMTU4IiwiQSI6MzgsIlIiOjkxLCJHIjoxNTUsIkIiOjIxM319LCJJc1Zpc2libGUiOnRydWUsIldpZHRoIjowLjAsIkhlaWdodCI6MC4wLCJCb3JkZXJTdHlsZSI6eyIkaWQiOiIxNTkiLCJMaW5lQ29sb3IiOnsiJGlkIjoiMTYwIiwiJHR5cGUiOiJOTFJFLkNvbW1vbi5Eb20uU29saWRDb2xvckJydXNoLCBOTFJFLkNvbW1vbiIsIkNvbG9yIjp7IiRpZCI6IjE2MSIsIkEiOjI1NSwiUiI6MjU1LCJHIjowLCJCIjowfX0sIkxpbmVXZWlnaHQiOjAuMCwiTGluZVR5cGUiOjAsIlBhcmVudFN0eWxlIjpudWxsfSwiUGFyZW50U3R5bGUiOm51bGx9LCJJc0Fib3ZlVGltZWJhbmQiOmZhbHNlLCJNYXJnaW4iOnsiJGlkIjoiMTYyIiwiVG9wIjowLCJMZWZ0IjowLCJSaWdodCI6MCwiQm90dG9tIjowfSwiUGFkZGluZyI6eyIkaWQiOiIxNjMiLCJUb3AiOjAsIkxlZnQiOjAsIlJpZ2h0IjowLCJCb3R0b20iOjB9LCJJc1Zpc2libGUiOnRydWUsIldpZHRoIjowLjAsIkhlaWdodCI6MC4wLCJCb3JkZXJTdHlsZSI6bnVsbCwiUGFyZW50U3R5bGUiOm51bGx9fSwiU2NhbGUiOnsiJGlkIjoiMTY0IiwiU3RhcnREYXRlIjoiMDAwMS0wMS0wMVQwMDowMDowMCIsIkVuZERhdGUiOiIwMDAxLTAxLTAxVDAwOjAwOjAwIiwiRm9ybWF0IjoiTU1NIiwiVHlwZSI6MywiQXV0b0RhdGVSYW5nZSI6dHJ1ZSwiV29ya2luZ0RheXMiOjMxLCJGaXNjYWxZZWFyIjp7IiRpZCI6IjE2NSIsIlN0YXJ0TW9udGgiOjEsIlVzZVN0YXJ0aW5nWWVhckZvck51bWJlcmluZyI6dHJ1ZSwiU2hvd0Zpc2NhbFllYXJMYWJlbCI6dHJ1ZX0sIlRvZGF5TWFya2VyVGV4dCI6IlRvZGF5IiwiQXV0b1NjYWxlVHlwZSI6ZmFsc2V9LCJNaWxlc3RvbmVzIjpbXSwiVGFza3MiOltdLCJTd2ltbGFuZXMiOlt7IiRpZCI6IjE2NiIsIklkIjoiZjQzM2E5OTAtODk2MS00MTBjLWEyZTQtNjMxNWYxZGI2NmIzIiwiSW5kZXgiOjAsIkhlYWRlclRleHQiOiJJbmRpYSIsIlN0eWxlIjp7IiRpZCI6IjE2NyIsIkhlYWRlclN0eWxlIjp7IiRpZCI6IjE2OCIsIlRleHRTdHlsZSI6eyIkaWQiOiIxNjkiLCJGb250U2V0dGluZ3MiOnsiJGlkIjoiMTcwIiwiRm9udFNpemUiOjEyLCJGb250TmFtZSI6IkNhbGlicmkiLCJJc0JvbGQiOnRydWUsIklzSXRhbGljIjpmYWxzZSwiSXNVbmRlcmxpbmVkIjpmYWxzZSwiUGFyZW50U3R5bGUiOm51bGx9LCJBdXRvU2l6ZSI6MCwiRm9yZWdyb3VuZCI6eyIkaWQiOiIxNzEiLCJDb2xvciI6eyIkaWQiOiIxNzIiLCJBIjoyNTUsIlIiOjYwLCJHIjo1NCwiQiI6NDl9fSwiTWF4V2lkdGgiOjAuMCwiTWF4SGVpZ2h0IjowLjAsIlNtYXJ0Rm9yZWdyb3VuZElzQWN0aXZlIjpmYWxzZSwiSG9yaXpvbnRhbEFsaWdubWVudCI6MCwiVmVydGljYWxBbGlnbm1lbnQiOjAsIlNtYXJ0Rm9yZWdyb3VuZCI6bnVsbCwiQmFja2dyb3VuZEZpbGxUeXBlIjowLCJNYXJnaW4iOnsiJGlkIjoiMTczIiwiVG9wIjowLCJMZWZ0IjowLCJSaWdodCI6MCwiQm90dG9tIjowfSwiUGFkZGluZyI6eyIkaWQiOiIxNzQiLCJUb3AiOjAsIkxlZnQiOjAsIlJpZ2h0IjowLCJCb3R0b20iOjB9LCJCYWNrZ3JvdW5kIjpudWxsLCJJc1Zpc2libGUiOmZhbHNlLCJXaWR0aCI6MC4wLCJIZWlnaHQiOjAuMCwiQm9yZGVyU3R5bGUiOm51bGwsIlBhcmVudFN0eWxlIjpudWxsfSwiUmVjdGFuZ2xlU3R5bGUiOnsiJGlkIjoiMTc1IiwiTWFyZ2luIjp7IiRpZCI6IjE3NiIsIlRvcCI6MCwiTGVmdCI6MCwiUmlnaHQiOjAsIkJvdHRvbSI6MH0sIlBhZGRpbmciOnsiJGlkIjoiMTc3IiwiVG9wIjowLCJMZWZ0IjowLCJSaWdodCI6MCwiQm90dG9tIjowfSwiQmFja2dyb3VuZCI6eyIkaWQiOiIxNzgiLCJDb2xvciI6eyIkaWQiOiIxNzkiLCJBIjoyNTUsIlIiOjIzNywiRyI6MTI1LCJCIjo0OX19LCJJc1Zpc2libGUiOmZhbHNlLCJXaWR0aCI6MC4wLCJIZWlnaHQiOjAuMCwiQm9yZGVyU3R5bGUiOnsiJGlkIjoiMTgwIiwiTGluZUNvbG9yIjp7IiRpZCI6IjE4MSIsIiR0eXBlIjoiTkxSRS5Db21tb24uRG9tLlNvbGlkQ29sb3JCcnVzaCwgTkxSRS5Db21tb24iLCJDb2xvciI6eyIkaWQiOiIxODIiLCJBIjoyNTUsIlIiOjYwLCJHIjo1NCwiQiI6NDl9fSwiTGluZVdlaWdodCI6MC4wLCJMaW5lVHlwZSI6MCwiUGFyZW50U3R5bGUiOm51bGx9LCJQYXJlbnRTdHlsZSI6bnVsbH0sIk1hcmdpbiI6eyIkaWQiOiIxODMiLCJUb3AiOjAsIkxlZnQiOjAsIlJpZ2h0IjowLCJCb3R0b20iOjB9LCJQYWRkaW5nIjp7IiRpZCI6IjE4NCIsIlRvcCI6MCwiTGVmdCI6MCwiUmlnaHQiOjAsIkJvdHRvbSI6MH0sIkJhY2tncm91bmQiOm51bGwsIklzVmlzaWJsZSI6dHJ1ZSwiV2lkdGgiOjAuMCwiSGVpZ2h0IjowLjAsIkJvcmRlclN0eWxlIjpudWxsLCJQYXJlbnRTdHlsZSI6bnVsbH0sIkJhY2tncm91bmRTdHlsZSI6eyIkaWQiOiIxODUiLCJNYXJnaW4iOnsiJGlkIjoiMTg2IiwiVG9wIjowLCJMZWZ0IjowLCJSaWdodCI6MCwiQm90dG9tIjowfSwiUGFkZGluZyI6eyIkaWQiOiIxODciLCJUb3AiOjAsIkxlZnQiOjAsIlJpZ2h0IjowLCJCb3R0b20iOjB9LCJCYWNrZ3JvdW5kIjp7IiRpZCI6IjE4OCIsIkNvbG9yIjp7IiRpZCI6IjE4OSIsIkEiOjM4LCJSIjoyMzcsIkciOjEyNSwiQiI6NDl9fSwiSXNWaXNpYmxlIjp0cnVlLCJXaWR0aCI6MC4wLCJIZWlnaHQiOjAuMCwiQm9yZGVyU3R5bGUiOnsiJGlkIjoiMTkwIiwiTGluZUNvbG9yIjp7IiRpZCI6IjE5MSIsIiR0eXBlIjoiTkxSRS5Db21tb24uRG9tLlNvbGlkQ29sb3JCcnVzaCwgTkxSRS5Db21tb24iLCJDb2xvciI6eyIkaWQiOiIxOTIiLCJBIjoyNTUsIlIiOjIwOCwiRyI6MjA2LCJCIjoyMDZ9fSwiTGluZVdlaWdodCI6MC4wLCJMaW5lVHlwZSI6MCwiUGFyZW50U3R5bGUiOm51bGx9LCJQYXJlbnRTdHlsZSI6bnVsbH0sIklzQWJvdmVUaW1lYmFuZCI6ZmFsc2UsIk1hcmdpbiI6eyIkaWQiOiIxOTMiLCJUb3AiOjAsIkxlZnQiOjAsIlJpZ2h0IjowLCJCb3R0b20iOjB9LCJQYWRkaW5nIjp7IiRpZCI6IjE5NCIsIlRvcCI6MCwiTGVmdCI6MCwiUmlnaHQiOjAsIkJvdHRvbSI6MH0sIklzVmlzaWJsZSI6dHJ1ZSwiV2lkdGgiOjAuMCwiSGVpZ2h0IjowLjAsIkJvcmRlclN0eWxlIjpudWxsLCJQYXJlbnRTdHlsZSI6bnVsbH0sIlRhc2tzIjpbXSwiTWlsZXN0b25lcyI6W3siJGlkIjoiMTk1IiwiSWQiOiJhZTY5ZTIzMS03OWMwLTQ1NzQtOTJmMy05NmY0OWVkZGNjYWUiLCJJbmRleCI6MCwiR3JvdXBJZCI6ImJhYjQxZTcxLWI1MTEtNGY5NS05MTY3LTk4MjBjOTk3MjA1YyIsIlRpdGxlIjoiV2VsY29tZSBNZXNzYWdlIiwiRGF0ZVRpbWUiOiIyMDIxLTA4LTE1VDIzOjU5OjAwIiwiUGVyY2VudGFnZUNvbXBsZXRlIjpudWxsLCJOb3RlIjpudWxsLCJTdHlsZSI6eyIkaWQiOiIxOTYiLCJUaXRsZVBvc2l0aW9uIjoiUmlnaHQiLCJEYXRlUG9zaXRpb24iOiJMZWZ0IiwiU2hhcGVUeXBlIjoxNCwiU2hhcGVTaXplIjoxLCJTaGFwZVN0eWxlIjp7IiRpZCI6IjE5NyIsIk1hcmdpbiI6eyIkaWQiOiIxOTgiLCJUb3AiOjAsIkxlZnQiOjAsIlJpZ2h0IjowLCJCb3R0b20iOjB9LCJQYWRkaW5nIjp7IiRpZCI6IjE5OSIsIlRvcCI6MCwiTGVmdCI6MCwiUmlnaHQiOjAsIkJvdHRvbSI6MH0sIkJhY2tncm91bmQiOnsiJGlkIjoiMjAwIiwiQ29sb3IiOnsiJGlkIjoiMjAxIiwiQSI6MjU1LCJSIjoyMzcsIkciOjEyNSwiQiI6NDl9fSwiSXNWaXNpYmxlIjp0cnVlLCJXaWR0aCI6MTguMCwiSGVpZ2h0IjoyMC4wLCJCb3JkZXJTdHlsZSI6eyIkaWQiOiIyMDIiLCJMaW5lQ29sb3IiOm51bGwsIkxpbmVXZWlnaHQiOjAuMCwiTGluZVR5cGUiOjAsIlBhcmVudFN0eWxlIjpudWxsfSwiUGFyZW50U3R5bGUiOm51bGx9LCJUaXRsZVN0eWxlIjp7IiRpZCI6IjIwMyIsIkZvbnRTZXR0aW5ncyI6eyIkaWQiOiIyMDQiLCJGb250U2l6ZSI6MTEsIkZvbnROYW1lIjoiQ2FsaWJyaSIsIklzQm9sZCI6dHJ1ZSwiSXNJdGFsaWMiOmZhbHNlLCJJc1VuZGVybGluZWQiOmZhbHNlLCJQYXJlbnRTdHlsZSI6bnVsbH0sIkF1dG9TaXplIjowLCJGb3JlZ3JvdW5kIjp7IiRpZCI6IjIwNSIsIkNvbG9yIjp7IiRpZCI6IjIwNiIsIkEiOjI1NSwiUiI6MjU1LCJHIjoyNTUsIkIiOjI1NX19LCJNYXhXaWR0aCI6MjAwLjAsIk1heEhlaWdodCI6IkluZmluaXR5IiwiU21hcnRGb3JlZ3JvdW5kSXNBY3RpdmUiOmZhbHNlLCJIb3Jpem9udGFsQWxpZ25tZW50IjowLCJWZXJ0aWNhbEFsaWdubWVudCI6MCwiU21hcnRGb3JlZ3JvdW5kIjpudWxsLCJCYWNrZ3JvdW5kRmlsbFR5cGUiOjAsIk1hcmdpbiI6eyIkaWQiOiIyMDciLCJUb3AiOjAsIkxlZnQiOjAsIlJpZ2h0IjowLCJCb3R0b20iOjB9LCJQYWRkaW5nIjp7IiRpZCI6IjIwOCIsIlRvcCI6MCwiTGVmdCI6MCwiUmlnaHQiOjAsIkJvdHRvbSI6MH0sIkJhY2tncm91bmQiOnsiJGlkIjoiMjA5IiwiQ29sb3IiOnsiJGlkIjoiMjEwIiwiQSI6MCwiUiI6MjU1LCJHIjoyNTUsIkIiOjI1NX19LCJJc1Zpc2libGUiOnRydWUsIldpZHRoIjowLjAsIkhlaWdodCI6MC4wLCJCb3JkZXJTdHlsZSI6bnVsbCwiUGFyZW50U3R5bGUiOm51bGx9LCJEYXRlU3R5bGUiOnsiJGlkIjoiMjExIiwiRm9udFNldHRpbmdzIjp7IiRpZCI6IjIxMiIsIkZvbnRTaXplIjoxMCwiRm9udE5hbWUiOiJDYWxpYnJpIiwiSXNCb2xkIjpmYWxzZSwiSXNJdGFsaWMiOmZhbHNlLCJJc1VuZGVybGluZWQiOmZhbHNlLCJQYXJlbnRTdHlsZSI6bnVsbH0sIkF1dG9TaXplIjowLCJGb3JlZ3JvdW5kIjp7IiRpZCI6IjIxMyIsIkNvbG9yIjp7IiRpZCI6IjIxN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E1IiwiVG9wIjowLCJMZWZ0IjowLCJSaWdodCI6MCwiQm90dG9tIjowfSwiUGFkZGluZyI6eyIkaWQiOiIyMTYiLCJUb3AiOjAsIkxlZnQiOjAsIlJpZ2h0IjowLCJCb3R0b20iOjB9LCJCYWNrZ3JvdW5kIjp7IiRpZCI6IjIxNyIsIkNvbG9yIjp7IiRpZCI6IjIxOCIsIkEiOjAsIlIiOjI1NSwiRyI6MjU1LCJCIjoyNTV9fSwiSXNWaXNpYmxlIjpmYWxzZSwiV2lkdGgiOjAuMCwiSGVpZ2h0IjowLjAsIkJvcmRlclN0eWxlIjpudWxsLCJQYXJlbnRTdHlsZSI6bnVsbH0sIkRhdGVGb3JtYXQiOnsiJGlkIjoiMjE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yMCIsIkZvcm1hdCI6MCwiSXNWaXNpYmxlIjpmYWxzZSwiTGFzdEtub3duVmlzaWJpbGl0eVN0YXRlIjpmYWxzZX0sIklzVmlzaWJsZSI6ZmFsc2UsIlBhcmVudFN0eWxlIjpudWxsfSwiSHlwZXJsaW5rIjpudWxsLCJJbXBvcnRJZCI6IjEifSx7IiRpZCI6IjIyMSIsIklkIjoiZGQxMWI4MTEtNDRmYi00NDBhLTk4ZTQtNjRlNmIzZTU3ODUyIiwiSW5kZXgiOjEsIkdyb3VwSWQiOiJiYWI0MWU3MS1iNTExLTRmOTUtOTE2Ny05ODIwYzk5NzIwNWMiLCJUaXRsZSI6IlBDIFB1cmNoYXNlIEVuY291cmFnZW1lbnQiLCJEYXRlVGltZSI6IjIwMjEtMTEtMTVUMjM6NTk6MDAiLCJQZXJjZW50YWdlQ29tcGxldGUiOm51bGwsIk5vdGUiOm51bGwsIlN0eWxlIjp7IiRpZCI6IjIyMiIsIlRpdGxlUG9zaXRpb24iOiJSaWdodCIsIkRhdGVQb3NpdGlvbiI6IkxlZnQiLCJTaGFwZVR5cGUiOjE0LCJTaGFwZVNpemUiOjEsIlNoYXBlU3R5bGUiOnsiJGlkIjoiMjIzIiwiTWFyZ2luIjp7IiRpZCI6IjIyNCIsIlRvcCI6MCwiTGVmdCI6MCwiUmlnaHQiOjAsIkJvdHRvbSI6MH0sIlBhZGRpbmciOnsiJGlkIjoiMjI1IiwiVG9wIjowLCJMZWZ0IjowLCJSaWdodCI6MCwiQm90dG9tIjowfSwiQmFja2dyb3VuZCI6eyIkaWQiOiIyMjYiLCJDb2xvciI6eyIkaWQiOiIyMjciLCJBIjoyNTUsIlIiOjIzNywiRyI6MTI1LCJCIjo0OX19LCJJc1Zpc2libGUiOnRydWUsIldpZHRoIjoxOC4wLCJIZWlnaHQiOjIwLjAsIkJvcmRlclN0eWxlIjp7IiRpZCI6IjIyOCIsIkxpbmVDb2xvciI6bnVsbCwiTGluZVdlaWdodCI6MC4wLCJMaW5lVHlwZSI6MCwiUGFyZW50U3R5bGUiOm51bGx9LCJQYXJlbnRTdHlsZSI6bnVsbH0sIlRpdGxlU3R5bGUiOnsiJGlkIjoiMjI5IiwiRm9udFNldHRpbmdzIjp7IiRpZCI6IjIzMCIsIkZvbnRTaXplIjoxMSwiRm9udE5hbWUiOiJDYWxpYnJpIiwiSXNCb2xkIjp0cnVlLCJJc0l0YWxpYyI6ZmFsc2UsIklzVW5kZXJsaW5lZCI6ZmFsc2UsIlBhcmVudFN0eWxlIjpudWxsfSwiQXV0b1NpemUiOjIsIkZvcmVncm91bmQiOnsiJGlkIjoiMjMxIiwiQ29sb3IiOnsiJGlkIjoiMjMyIiwiQSI6MjU1LCJSIjoyNTUsIkciOjI1NSwiQiI6MjU1fX0sIk1heFdpZHRoIjo5MC4yOCwiTWF4SGVpZ2h0IjoiSW5maW5pdHkiLCJTbWFydEZvcmVncm91bmRJc0FjdGl2ZSI6ZmFsc2UsIkhvcml6b250YWxBbGlnbm1lbnQiOjAsIlZlcnRpY2FsQWxpZ25tZW50IjowLCJTbWFydEZvcmVncm91bmQiOm51bGwsIkJhY2tncm91bmRGaWxsVHlwZSI6MCwiTWFyZ2luIjp7IiRpZCI6IjIzMyIsIlRvcCI6MCwiTGVmdCI6MCwiUmlnaHQiOjAsIkJvdHRvbSI6MH0sIlBhZGRpbmciOnsiJGlkIjoiMjM0IiwiVG9wIjowLCJMZWZ0IjowLCJSaWdodCI6MCwiQm90dG9tIjowfSwiQmFja2dyb3VuZCI6eyIkaWQiOiIyMzUiLCJDb2xvciI6eyIkaWQiOiIyMzYiLCJBIjowLCJSIjoyNTUsIkciOjI1NSwiQiI6MjU1fX0sIklzVmlzaWJsZSI6dHJ1ZSwiV2lkdGgiOjAuMCwiSGVpZ2h0IjowLjAsIkJvcmRlclN0eWxlIjpudWxsLCJQYXJlbnRTdHlsZSI6bnVsbH0sIkRhdGVTdHlsZSI6eyIkaWQiOiIyMzciLCJGb250U2V0dGluZ3MiOnsiJGlkIjoiMjM4IiwiRm9udFNpemUiOjEwLCJGb250TmFtZSI6IkNhbGlicmkiLCJJc0JvbGQiOmZhbHNlLCJJc0l0YWxpYyI6ZmFsc2UsIklzVW5kZXJsaW5lZCI6ZmFsc2UsIlBhcmVudFN0eWxlIjpudWxsfSwiQXV0b1NpemUiOjAsIkZvcmVncm91bmQiOnsiJGlkIjoiMjM5IiwiQ29sb3IiOnsiJGlkIjoiMjQw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NDEiLCJUb3AiOjAsIkxlZnQiOjAsIlJpZ2h0IjowLCJCb3R0b20iOjB9LCJQYWRkaW5nIjp7IiRpZCI6IjI0MiIsIlRvcCI6MCwiTGVmdCI6MCwiUmlnaHQiOjAsIkJvdHRvbSI6MH0sIkJhY2tncm91bmQiOnsiJGlkIjoiMjQzIiwiQ29sb3IiOnsiJGlkIjoiMjQ0IiwiQSI6MCwiUiI6MjU1LCJHIjoyNTUsIkIiOjI1NX19LCJJc1Zpc2libGUiOmZhbHNlLCJXaWR0aCI6MC4wLCJIZWlnaHQiOjAuMCwiQm9yZGVyU3R5bGUiOm51bGwsIlBhcmVudFN0eWxlIjpudWxsfSwiRGF0ZUZvcm1hdCI6eyIkaWQiOiIyND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Q2IiwiRm9ybWF0IjowLCJJc1Zpc2libGUiOmZhbHNlLCJMYXN0S25vd25WaXNpYmlsaXR5U3RhdGUiOmZhbHNlfSwiSXNWaXNpYmxlIjpmYWxzZSwiUGFyZW50U3R5bGUiOm51bGx9LCJIeXBlcmxpbmsiOm51bGwsIkltcG9ydElkIjoiMSJ9LHsiJGlkIjoiMjQ3IiwiSWQiOiIyZTk5MmNiNy0zMGJkLTRiYWItODNjZi03OWU5YjRjNjEzYTkiLCJJbmRleCI6MiwiR3JvdXBJZCI6ImJhYjQxZTcxLWI1MTEtNGY5NS05MTY3LTk4MjBjOTk3MjA1YyIsIlRpdGxlIjoiVXNlIENhc2VzIHRiZCIsIkRhdGVUaW1lIjoiMjAyMi0wMi0xNVQyMzo1OTowMCIsIlBlcmNlbnRhZ2VDb21wbGV0ZSI6bnVsbCwiTm90ZSI6bnVsbCwiU3R5bGUiOnsiJGlkIjoiMjQ4IiwiVGl0bGVQb3NpdGlvbiI6IkxlZnQiLCJEYXRlUG9zaXRpb24iOiJMZWZ0IiwiU2hhcGVUeXBlIjoxNCwiU2hhcGVTaXplIjoxLCJTaGFwZVN0eWxlIjp7IiRpZCI6IjI0OSIsIk1hcmdpbiI6eyIkcmVmIjoiNjAifSwiUGFkZGluZyI6eyIkcmVmIjoiNjEifSwiQmFja2dyb3VuZCI6eyIkaWQiOiIyNTAiLCJDb2xvciI6eyIkaWQiOiIyNTEiLCJBIjoyNTUsIlIiOjIzNywiRyI6MTI1LCJCIjo0OX19LCJJc1Zpc2libGUiOnRydWUsIldpZHRoIjoxOC4wLCJIZWlnaHQiOjIwLjAsIkJvcmRlclN0eWxlIjp7IiRpZCI6IjI1MiIsIkxpbmVDb2xvciI6eyIkcmVmIjoiNjUifSwiTGluZVdlaWdodCI6MC4wLCJMaW5lVHlwZSI6MCwiUGFyZW50U3R5bGUiOm51bGx9LCJQYXJlbnRTdHlsZSI6bnVsbH0sIlRpdGxlU3R5bGUiOnsiJGlkIjoiMjUzIiwiRm9udFNldHRpbmdzIjp7IiRpZCI6IjI1NCIsIkZvbnRTaXplIjoxMSwiRm9udE5hbWUiOiJDYWxpYnJpIiwiSXNCb2xkIjp0cnVlLCJJc0l0YWxpYyI6ZmFsc2UsIklzVW5kZXJsaW5lZCI6ZmFsc2UsIlBhcmVudFN0eWxlIjpudWxsfSwiQXV0b1NpemUiOjAsIkZvcmVncm91bmQiOnsiJGlkIjoiMjU1IiwiQ29sb3IiOnsiJGlkIjoiMjU2IiwiQSI6MjU1LCJSIjoyNTUsIkciOjI1NSwiQiI6MjU1fX0sIk1heFdpZHRoIjoyMDAuMCwiTWF4SGVpZ2h0IjoiSW5maW5pdHkiLCJTbWFydEZvcmVncm91bmRJc0FjdGl2ZSI6ZmFsc2UsIkhvcml6b250YWxBbGlnbm1lbnQiOjIsIlZlcnRpY2FsQWxpZ25tZW50IjowLCJTbWFydEZvcmVncm91bmQiOm51bGwsIkJhY2tncm91bmRGaWxsVHlwZSI6MCwiTWFyZ2luIjp7IiRyZWYiOiI3MSJ9LCJQYWRkaW5nIjp7IiRyZWYiOiI3MiJ9LCJCYWNrZ3JvdW5kIjp7IiRpZCI6IjI1NyIsIkNvbG9yIjp7IiRpZCI6IjI1OCIsIkEiOjAsIlIiOjI1NSwiRyI6MjU1LCJCIjoyNTV9fSwiSXNWaXNpYmxlIjp0cnVlLCJXaWR0aCI6MC4wLCJIZWlnaHQiOjAuMCwiQm9yZGVyU3R5bGUiOm51bGwsIlBhcmVudFN0eWxlIjpudWxsfSwiRGF0ZVN0eWxlIjp7IiRpZCI6IjI1OSIsIkZvbnRTZXR0aW5ncyI6eyIkaWQiOiIyNjAiLCJGb250U2l6ZSI6MTAsIkZvbnROYW1lIjoiQ2FsaWJyaSIsIklzQm9sZCI6ZmFsc2UsIklzSXRhbGljIjpmYWxzZSwiSXNVbmRlcmxpbmVkIjpmYWxzZSwiUGFyZW50U3R5bGUiOm51bGx9LCJBdXRvU2l6ZSI6MCwiRm9yZWdyb3VuZCI6eyIkaWQiOiIyNjEiLCJDb2xvciI6eyIkaWQiOiIyNjI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yZWYiOiI3OCJ9LCJQYWRkaW5nIjp7IiRyZWYiOiI3OSJ9LCJCYWNrZ3JvdW5kIjp7IiRpZCI6IjI2MyIsIkNvbG9yIjp7IiRpZCI6IjI2NCIsIkEiOjAsIlIiOjI1NSwiRyI6MjU1LCJCIjoyNTV9fSwiSXNWaXNpYmxlIjpmYWxzZSwiV2lkdGgiOjAuMCwiSGVpZ2h0IjowLjAsIkJvcmRlclN0eWxlIjpudWxsLCJQYXJlbnRTdHlsZSI6bnVsbH0sIkRhdGVGb3JtYXQiOnsiJGlkIjoiMjY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2NiIsIkZvcm1hdCI6MCwiSXNWaXNpYmxlIjpmYWxzZSwiTGFzdEtub3duVmlzaWJpbGl0eVN0YXRlIjpmYWxzZX0sIklzVmlzaWJsZSI6ZmFsc2UsIlBhcmVudFN0eWxlIjpudWxsfSwiSHlwZXJsaW5rIjpudWxsLCJJbXBvcnRJZCI6IjEifSx7IiRpZCI6IjI2NyIsIklkIjoiYzY1NmIyNTMtZTk1Yi00NTE5LTgwZDgtMTMxNGMxZjgzZjg4IiwiSW5kZXgiOjMsIkdyb3VwSWQiOiJkMTkxNTY5NC03YWJiLTQ2M2QtYjZhMC1jMjVlN2FhYzcwM2UiLCJUaXRsZSI6IkFEUiBSZXF1aXJlbWVudHMgUmVtaW5kZXIiLCJEYXRlVGltZSI6IjIwMjEtMDgtMTVUMjM6NTk6MDAiLCJQZXJjZW50YWdlQ29tcGxldGUiOm51bGwsIk5vdGUiOm51bGwsIlN0eWxlIjp7IiRpZCI6IjI2OCIsIlRpdGxlUG9zaXRpb24iOiJSaWdodCIsIkRhdGVQb3NpdGlvbiI6IkxlZnQiLCJTaGFwZVR5cGUiOjE0LCJTaGFwZVNpemUiOjEsIlNoYXBlU3R5bGUiOnsiJGlkIjoiMjY5IiwiTWFyZ2luIjp7IiRpZCI6IjI3MCIsIlRvcCI6MCwiTGVmdCI6MCwiUmlnaHQiOjAsIkJvdHRvbSI6MH0sIlBhZGRpbmciOnsiJGlkIjoiMjcxIiwiVG9wIjowLCJMZWZ0IjowLCJSaWdodCI6MCwiQm90dG9tIjowfSwiQmFja2dyb3VuZCI6eyIkaWQiOiIyNzIiLCJDb2xvciI6eyIkaWQiOiIyNzMiLCJBIjoyNTUsIlIiOjIzNywiRyI6MTI1LCJCIjo0OX19LCJJc1Zpc2libGUiOnRydWUsIldpZHRoIjoxOC4wLCJIZWlnaHQiOjIwLjAsIkJvcmRlclN0eWxlIjp7IiRpZCI6IjI3NCIsIkxpbmVDb2xvciI6bnVsbCwiTGluZVdlaWdodCI6MC4wLCJMaW5lVHlwZSI6MCwiUGFyZW50U3R5bGUiOm51bGx9LCJQYXJlbnRTdHlsZSI6bnVsbH0sIlRpdGxlU3R5bGUiOnsiJGlkIjoiMjc1IiwiRm9udFNldHRpbmdzIjp7IiRpZCI6IjI3NiIsIkZvbnRTaXplIjoxMSwiRm9udE5hbWUiOiJDYWxpYnJpIiwiSXNCb2xkIjp0cnVlLCJJc0l0YWxpYyI6ZmFsc2UsIklzVW5kZXJsaW5lZCI6ZmFsc2UsIlBhcmVudFN0eWxlIjpudWxsfSwiQXV0b1NpemUiOjIsIkZvcmVncm91bmQiOnsiJGlkIjoiMjc3IiwiQ29sb3IiOnsiJGlkIjoiMjc4IiwiQSI6MjU1LCJSIjoyNTUsIkciOjI1NSwiQiI6MjU1fX0sIk1heFdpZHRoIjoxMDAuNzczMzMzMzMzMzMzMzQsIk1heEhlaWdodCI6IkluZmluaXR5IiwiU21hcnRGb3JlZ3JvdW5kSXNBY3RpdmUiOmZhbHNlLCJIb3Jpem9udGFsQWxpZ25tZW50IjowLCJWZXJ0aWNhbEFsaWdubWVudCI6MCwiU21hcnRGb3JlZ3JvdW5kIjpudWxsLCJCYWNrZ3JvdW5kRmlsbFR5cGUiOjAsIk1hcmdpbiI6eyIkaWQiOiIyNzkiLCJUb3AiOjAsIkxlZnQiOjAsIlJpZ2h0IjowLCJCb3R0b20iOjB9LCJQYWRkaW5nIjp7IiRpZCI6IjI4MCIsIlRvcCI6MCwiTGVmdCI6MCwiUmlnaHQiOjAsIkJvdHRvbSI6MH0sIkJhY2tncm91bmQiOnsiJGlkIjoiMjgxIiwiQ29sb3IiOnsiJGlkIjoiMjgyIiwiQSI6MCwiUiI6MjU1LCJHIjoyNTUsIkIiOjI1NX19LCJJc1Zpc2libGUiOnRydWUsIldpZHRoIjowLjAsIkhlaWdodCI6MC4wLCJCb3JkZXJTdHlsZSI6bnVsbCwiUGFyZW50U3R5bGUiOm51bGx9LCJEYXRlU3R5bGUiOnsiJGlkIjoiMjgzIiwiRm9udFNldHRpbmdzIjp7IiRpZCI6IjI4NCIsIkZvbnRTaXplIjoxMCwiRm9udE5hbWUiOiJDYWxpYnJpIiwiSXNCb2xkIjpmYWxzZSwiSXNJdGFsaWMiOmZhbHNlLCJJc1VuZGVybGluZWQiOmZhbHNlLCJQYXJlbnRTdHlsZSI6bnVsbH0sIkF1dG9TaXplIjowLCJGb3JlZ3JvdW5kIjp7IiRpZCI6IjI4NSIsIkNvbG9yIjp7IiRpZCI6IjI4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g3IiwiVG9wIjowLCJMZWZ0IjowLCJSaWdodCI6MCwiQm90dG9tIjowfSwiUGFkZGluZyI6eyIkaWQiOiIyODgiLCJUb3AiOjAsIkxlZnQiOjAsIlJpZ2h0IjowLCJCb3R0b20iOjB9LCJCYWNrZ3JvdW5kIjp7IiRpZCI6IjI4OSIsIkNvbG9yIjp7IiRpZCI6IjI5MCIsIkEiOjAsIlIiOjI1NSwiRyI6MjU1LCJCIjoyNTV9fSwiSXNWaXNpYmxlIjpmYWxzZSwiV2lkdGgiOjAuMCwiSGVpZ2h0IjowLjAsIkJvcmRlclN0eWxlIjpudWxsLCJQYXJlbnRTdHlsZSI6bnVsbH0sIkRhdGVGb3JtYXQiOnsiJGlkIjoiMjk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5MiIsIkZvcm1hdCI6MCwiSXNWaXNpYmxlIjpmYWxzZSwiTGFzdEtub3duVmlzaWJpbGl0eVN0YXRlIjpmYWxzZX0sIklzVmlzaWJsZSI6ZmFsc2UsIlBhcmVudFN0eWxlIjpudWxsfSwiSHlwZXJsaW5rIjpudWxsLCJJbXBvcnRJZCI6IjEifSx7IiRpZCI6IjI5MyIsIklkIjoiYjUxMmI3ZmUtN2U3Yy00MGY1LWE0YWEtOTViOTQ5OTg4NWQ3IiwiSW5kZXgiOjQsIkdyb3VwSWQiOiJkMTkxNTY5NC03YWJiLTQ2M2QtYjZhMC1jMjVlN2FhYzcwM2UiLCJUaXRsZSI6IlBDIENhcnQgUmVtaW5kZXIiLCJEYXRlVGltZSI6IjIwMjEtMTEtMTVUMjM6NTk6MDAiLCJQZXJjZW50YWdlQ29tcGxldGUiOm51bGwsIk5vdGUiOm51bGwsIlN0eWxlIjp7IiRpZCI6IjI5NCIsIlRpdGxlUG9zaXRpb24iOiJSaWdodCIsIkRhdGVQb3NpdGlvbiI6IkxlZnQiLCJTaGFwZVR5cGUiOjE0LCJTaGFwZVNpemUiOjEsIlNoYXBlU3R5bGUiOnsiJGlkIjoiMjk1IiwiTWFyZ2luIjp7IiRpZCI6IjI5NiIsIlRvcCI6MCwiTGVmdCI6MCwiUmlnaHQiOjAsIkJvdHRvbSI6MH0sIlBhZGRpbmciOnsiJGlkIjoiMjk3IiwiVG9wIjowLCJMZWZ0IjowLCJSaWdodCI6MCwiQm90dG9tIjowfSwiQmFja2dyb3VuZCI6eyIkaWQiOiIyOTgiLCJDb2xvciI6eyIkaWQiOiIyOTkiLCJBIjoyNTUsIlIiOjIzNywiRyI6MTI1LCJCIjo0OX19LCJJc1Zpc2libGUiOnRydWUsIldpZHRoIjoxOC4wLCJIZWlnaHQiOjIwLjAsIkJvcmRlclN0eWxlIjp7IiRpZCI6IjMwMCIsIkxpbmVDb2xvciI6bnVsbCwiTGluZVdlaWdodCI6MC4wLCJMaW5lVHlwZSI6MCwiUGFyZW50U3R5bGUiOm51bGx9LCJQYXJlbnRTdHlsZSI6bnVsbH0sIlRpdGxlU3R5bGUiOnsiJGlkIjoiMzAxIiwiRm9udFNldHRpbmdzIjp7IiRpZCI6IjMwMiIsIkZvbnRTaXplIjoxMSwiRm9udE5hbWUiOiJDYWxpYnJpIiwiSXNCb2xkIjp0cnVlLCJJc0l0YWxpYyI6ZmFsc2UsIklzVW5kZXJsaW5lZCI6ZmFsc2UsIlBhcmVudFN0eWxlIjpudWxsfSwiQXV0b1NpemUiOjAsIkZvcmVncm91bmQiOnsiJGlkIjoiMzAzIiwiQ29sb3IiOnsiJGlkIjoiMzA0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MwNSIsIlRvcCI6MCwiTGVmdCI6MCwiUmlnaHQiOjAsIkJvdHRvbSI6MH0sIlBhZGRpbmciOnsiJGlkIjoiMzA2IiwiVG9wIjowLCJMZWZ0IjowLCJSaWdodCI6MCwiQm90dG9tIjowfSwiQmFja2dyb3VuZCI6eyIkaWQiOiIzMDciLCJDb2xvciI6eyIkaWQiOiIzMDgiLCJBIjowLCJSIjoyNTUsIkciOjI1NSwiQiI6MjU1fX0sIklzVmlzaWJsZSI6dHJ1ZSwiV2lkdGgiOjAuMCwiSGVpZ2h0IjowLjAsIkJvcmRlclN0eWxlIjpudWxsLCJQYXJlbnRTdHlsZSI6bnVsbH0sIkRhdGVTdHlsZSI6eyIkaWQiOiIzMDkiLCJGb250U2V0dGluZ3MiOnsiJGlkIjoiMzEwIiwiRm9udFNpemUiOjEwLCJGb250TmFtZSI6IkNhbGlicmkiLCJJc0JvbGQiOmZhbHNlLCJJc0l0YWxpYyI6ZmFsc2UsIklzVW5kZXJsaW5lZCI6ZmFsc2UsIlBhcmVudFN0eWxlIjpudWxsfSwiQXV0b1NpemUiOjAsIkZvcmVncm91bmQiOnsiJGlkIjoiMzExIiwiQ29sb3IiOnsiJGlkIjoiMzE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zMTMiLCJUb3AiOjAsIkxlZnQiOjAsIlJpZ2h0IjowLCJCb3R0b20iOjB9LCJQYWRkaW5nIjp7IiRpZCI6IjMxNCIsIlRvcCI6MCwiTGVmdCI6MCwiUmlnaHQiOjAsIkJvdHRvbSI6MH0sIkJhY2tncm91bmQiOnsiJGlkIjoiMzE1IiwiQ29sb3IiOnsiJGlkIjoiMzE2IiwiQSI6MCwiUiI6MjU1LCJHIjoyNTUsIkIiOjI1NX19LCJJc1Zpc2libGUiOmZhbHNlLCJXaWR0aCI6MC4wLCJIZWlnaHQiOjAuMCwiQm9yZGVyU3R5bGUiOm51bGwsIlBhcmVudFN0eWxlIjpudWxsfSwiRGF0ZUZvcm1hdCI6eyIkaWQiOiIzM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E4IiwiRm9ybWF0IjowLCJJc1Zpc2libGUiOmZhbHNlLCJMYXN0S25vd25WaXNpYmlsaXR5U3RhdGUiOmZhbHNlfSwiSXNWaXNpYmxlIjpmYWxzZSwiUGFyZW50U3R5bGUiOm51bGx9LCJIeXBlcmxpbmsiOm51bGwsIkltcG9ydElkIjoiMSJ9LHsiJGlkIjoiMzE5IiwiSWQiOiJiZDZiOTZiMi0xN2UyLTQwZDAtYWE2NS1lNzM5Nzk0MzcyZGEiLCJJbmRleCI6NSwiR3JvdXBJZCI6Ijk5NzAwOTA5LTUwOWMtNGQ0Mi05NzZiLTdjOWQ0NTI1MmMzYyIsIlRpdGxlIjoiQURSIFJlcXVpcmVtZW50cyBSZWluZm9yY2VtZW50IiwiRGF0ZVRpbWUiOiIyMDIxLTA4LTE1VDIzOjU5OjAwIiwiUGVyY2VudGFnZUNvbXBsZXRlIjpudWxsLCJOb3RlIjpudWxsLCJTdHlsZSI6eyIkaWQiOiIzMjAiLCJUaXRsZVBvc2l0aW9uIjoiUmlnaHQiLCJEYXRlUG9zaXRpb24iOiJMZWZ0IiwiU2hhcGVUeXBlIjoxNCwiU2hhcGVTaXplIjoxLCJTaGFwZVN0eWxlIjp7IiRpZCI6IjMyMSIsIk1hcmdpbiI6eyIkaWQiOiIzMjIiLCJUb3AiOjAsIkxlZnQiOjAsIlJpZ2h0IjowLCJCb3R0b20iOjB9LCJQYWRkaW5nIjp7IiRpZCI6IjMyMyIsIlRvcCI6MCwiTGVmdCI6MCwiUmlnaHQiOjAsIkJvdHRvbSI6MH0sIkJhY2tncm91bmQiOnsiJGlkIjoiMzI0IiwiQ29sb3IiOnsiJGlkIjoiMzI1IiwiQSI6MjU1LCJSIjoyMzcsIkciOjEyNSwiQiI6NDl9fSwiSXNWaXNpYmxlIjp0cnVlLCJXaWR0aCI6MTguMCwiSGVpZ2h0IjoyMC4wLCJCb3JkZXJTdHlsZSI6eyIkaWQiOiIzMjYiLCJMaW5lQ29sb3IiOm51bGwsIkxpbmVXZWlnaHQiOjAuMCwiTGluZVR5cGUiOjAsIlBhcmVudFN0eWxlIjpudWxsfSwiUGFyZW50U3R5bGUiOm51bGx9LCJUaXRsZVN0eWxlIjp7IiRpZCI6IjMyNyIsIkZvbnRTZXR0aW5ncyI6eyIkaWQiOiIzMjgiLCJGb250U2l6ZSI6MTEsIkZvbnROYW1lIjoiQ2FsaWJyaSIsIklzQm9sZCI6dHJ1ZSwiSXNJdGFsaWMiOmZhbHNlLCJJc1VuZGVybGluZWQiOmZhbHNlLCJQYXJlbnRTdHlsZSI6bnVsbH0sIkF1dG9TaXplIjowLCJGb3JlZ3JvdW5kIjp7IiRpZCI6IjMyOSIsIkNvbG9yIjp7IiRpZCI6IjMzMCIsIkEiOjI1NSwiUiI6MjU1LCJHIjoyNTUsIkIiOjI1NX19LCJNYXhXaWR0aCI6MjAwLjAsIk1heEhlaWdodCI6IkluZmluaXR5IiwiU21hcnRGb3JlZ3JvdW5kSXNBY3RpdmUiOmZhbHNlLCJIb3Jpem9udGFsQWxpZ25tZW50IjowLCJWZXJ0aWNhbEFsaWdubWVudCI6MCwiU21hcnRGb3JlZ3JvdW5kIjpudWxsLCJCYWNrZ3JvdW5kRmlsbFR5cGUiOjAsIk1hcmdpbiI6eyIkaWQiOiIzMzEiLCJUb3AiOjAsIkxlZnQiOjAsIlJpZ2h0IjowLCJCb3R0b20iOjB9LCJQYWRkaW5nIjp7IiRpZCI6IjMzMiIsIlRvcCI6MCwiTGVmdCI6MCwiUmlnaHQiOjAsIkJvdHRvbSI6MH0sIkJhY2tncm91bmQiOnsiJGlkIjoiMzMzIiwiQ29sb3IiOnsiJGlkIjoiMzM0IiwiQSI6MCwiUiI6MjU1LCJHIjoyNTUsIkIiOjI1NX19LCJJc1Zpc2libGUiOnRydWUsIldpZHRoIjowLjAsIkhlaWdodCI6MC4wLCJCb3JkZXJTdHlsZSI6bnVsbCwiUGFyZW50U3R5bGUiOm51bGx9LCJEYXRlU3R5bGUiOnsiJGlkIjoiMzM1IiwiRm9udFNldHRpbmdzIjp7IiRpZCI6IjMzNiIsIkZvbnRTaXplIjoxMCwiRm9udE5hbWUiOiJDYWxpYnJpIiwiSXNCb2xkIjpmYWxzZSwiSXNJdGFsaWMiOmZhbHNlLCJJc1VuZGVybGluZWQiOmZhbHNlLCJQYXJlbnRTdHlsZSI6bnVsbH0sIkF1dG9TaXplIjowLCJGb3JlZ3JvdW5kIjp7IiRpZCI6IjMzNyIsIkNvbG9yIjp7IiRpZCI6IjMzO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zM5IiwiVG9wIjowLCJMZWZ0IjowLCJSaWdodCI6MCwiQm90dG9tIjowfSwiUGFkZGluZyI6eyIkaWQiOiIzNDAiLCJUb3AiOjAsIkxlZnQiOjAsIlJpZ2h0IjowLCJCb3R0b20iOjB9LCJCYWNrZ3JvdW5kIjp7IiRpZCI6IjM0MSIsIkNvbG9yIjp7IiRpZCI6IjM0MiIsIkEiOjAsIlIiOjI1NSwiRyI6MjU1LCJCIjoyNTV9fSwiSXNWaXNpYmxlIjpmYWxzZSwiV2lkdGgiOjAuMCwiSGVpZ2h0IjowLjAsIkJvcmRlclN0eWxlIjpudWxsLCJQYXJlbnRTdHlsZSI6bnVsbH0sIkRhdGVGb3JtYXQiOnsiJGlkIjoiMzQ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0NCIsIkZvcm1hdCI6MCwiSXNWaXNpYmxlIjpmYWxzZSwiTGFzdEtub3duVmlzaWJpbGl0eVN0YXRlIjpmYWxzZX0sIklzVmlzaWJsZSI6ZmFsc2UsIlBhcmVudFN0eWxlIjpudWxsfSwiSHlwZXJsaW5rIjpudWxsLCJJbXBvcnRJZCI6IjEifSx7IiRpZCI6IjM0NSIsIklkIjoiNDY5M2Q4MTktZGVmZi00OTYxLTk1YjgtZjU3OGJjOGQ3MDU5IiwiSW5kZXgiOjYsIkdyb3VwSWQiOiI5OTcwMDkwOS01MDljLTRkNDItOTc2Yi03YzlkNDUyNTJjM2MiLCJUaXRsZSI6IkFEUyBEb3dubGluZSBFbmNvdXJhZ2VtZW50IiwiRGF0ZVRpbWUiOiIyMDIxLTExLTE1VDIzOjU5OjAwIiwiUGVyY2VudGFnZUNvbXBsZXRlIjpudWxsLCJOb3RlIjpudWxsLCJTdHlsZSI6eyIkaWQiOiIzNDYiLCJUaXRsZVBvc2l0aW9uIjoiUmlnaHQiLCJEYXRlUG9zaXRpb24iOiJMZWZ0IiwiU2hhcGVUeXBlIjoxNCwiU2hhcGVTaXplIjoxLCJTaGFwZVN0eWxlIjp7IiRpZCI6IjM0NyIsIk1hcmdpbiI6eyIkaWQiOiIzNDgiLCJUb3AiOjAsIkxlZnQiOjAsIlJpZ2h0IjowLCJCb3R0b20iOjB9LCJQYWRkaW5nIjp7IiRpZCI6IjM0OSIsIlRvcCI6MCwiTGVmdCI6MCwiUmlnaHQiOjAsIkJvdHRvbSI6MH0sIkJhY2tncm91bmQiOnsiJGlkIjoiMzUwIiwiQ29sb3IiOnsiJGlkIjoiMzUxIiwiQSI6MjU1LCJSIjoyMzcsIkciOjEyNSwiQiI6NDl9fSwiSXNWaXNpYmxlIjp0cnVlLCJXaWR0aCI6MTguMCwiSGVpZ2h0IjoyMC4wLCJCb3JkZXJTdHlsZSI6eyIkaWQiOiIzNTIiLCJMaW5lQ29sb3IiOm51bGwsIkxpbmVXZWlnaHQiOjAuMCwiTGluZVR5cGUiOjAsIlBhcmVudFN0eWxlIjpudWxsfSwiUGFyZW50U3R5bGUiOm51bGx9LCJUaXRsZVN0eWxlIjp7IiRpZCI6IjM1MyIsIkZvbnRTZXR0aW5ncyI6eyIkaWQiOiIzNTQiLCJGb250U2l6ZSI6MTEsIkZvbnROYW1lIjoiQ2FsaWJyaSIsIklzQm9sZCI6dHJ1ZSwiSXNJdGFsaWMiOmZhbHNlLCJJc1VuZGVybGluZWQiOmZhbHNlLCJQYXJlbnRTdHlsZSI6bnVsbH0sIkF1dG9TaXplIjoyLCJGb3JlZ3JvdW5kIjp7IiRpZCI6IjM1NSIsIkNvbG9yIjp7IiRpZCI6IjM1NiIsIkEiOjI1NSwiUiI6MjU1LCJHIjoyNTUsIkIiOjI1NX19LCJNYXhXaWR0aCI6NzQuMzk2NjY2NjY2NjY2Njc1LCJNYXhIZWlnaHQiOiJJbmZpbml0eSIsIlNtYXJ0Rm9yZWdyb3VuZElzQWN0aXZlIjpmYWxzZSwiSG9yaXpvbnRhbEFsaWdubWVudCI6MCwiVmVydGljYWxBbGlnbm1lbnQiOjAsIlNtYXJ0Rm9yZWdyb3VuZCI6bnVsbCwiQmFja2dyb3VuZEZpbGxUeXBlIjowLCJNYXJnaW4iOnsiJGlkIjoiMzU3IiwiVG9wIjowLCJMZWZ0IjowLCJSaWdodCI6MCwiQm90dG9tIjowfSwiUGFkZGluZyI6eyIkaWQiOiIzNTgiLCJUb3AiOjAsIkxlZnQiOjAsIlJpZ2h0IjowLCJCb3R0b20iOjB9LCJCYWNrZ3JvdW5kIjp7IiRpZCI6IjM1OSIsIkNvbG9yIjp7IiRpZCI6IjM2MCIsIkEiOjAsIlIiOjI1NSwiRyI6MjU1LCJCIjoyNTV9fSwiSXNWaXNpYmxlIjp0cnVlLCJXaWR0aCI6MC4wLCJIZWlnaHQiOjAuMCwiQm9yZGVyU3R5bGUiOm51bGwsIlBhcmVudFN0eWxlIjpudWxsfSwiRGF0ZVN0eWxlIjp7IiRpZCI6IjM2MSIsIkZvbnRTZXR0aW5ncyI6eyIkaWQiOiIzNjIiLCJGb250U2l6ZSI6MTAsIkZvbnROYW1lIjoiQ2FsaWJyaSIsIklzQm9sZCI6ZmFsc2UsIklzSXRhbGljIjpmYWxzZSwiSXNVbmRlcmxpbmVkIjpmYWxzZSwiUGFyZW50U3R5bGUiOm51bGx9LCJBdXRvU2l6ZSI6MCwiRm9yZWdyb3VuZCI6eyIkaWQiOiIzNjMiLCJDb2xvciI6eyIkaWQiOiIzNjQ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M2NSIsIlRvcCI6MCwiTGVmdCI6MCwiUmlnaHQiOjAsIkJvdHRvbSI6MH0sIlBhZGRpbmciOnsiJGlkIjoiMzY2IiwiVG9wIjowLCJMZWZ0IjowLCJSaWdodCI6MCwiQm90dG9tIjowfSwiQmFja2dyb3VuZCI6eyIkaWQiOiIzNjciLCJDb2xvciI6eyIkaWQiOiIzNjgiLCJBIjowLCJSIjoyNTUsIkciOjI1NSwiQiI6MjU1fX0sIklzVmlzaWJsZSI6ZmFsc2UsIldpZHRoIjowLjAsIkhlaWdodCI6MC4wLCJCb3JkZXJTdHlsZSI6bnVsbCwiUGFyZW50U3R5bGUiOm51bGx9LCJEYXRlRm9ybWF0Ijp7IiRpZCI6IjM2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zAiLCJGb3JtYXQiOjAsIklzVmlzaWJsZSI6ZmFsc2UsIkxhc3RLbm93blZpc2liaWxpdHlTdGF0ZSI6ZmFsc2V9LCJJc1Zpc2libGUiOmZhbHNlLCJQYXJlbnRTdHlsZSI6bnVsbH0sIkh5cGVybGluayI6bnVsbCwiSW1wb3J0SWQiOiIxIn0seyIkaWQiOiIzNzEiLCJJZCI6IjMwZGEwOWNmLTNjOTMtNDY1Zi05NmRhLTUwN2U1OWQ0NmEyOCIsIkluZGV4Ijo3LCJHcm91cElkIjpudWxsLCJUaXRsZSI6IlVub3BlbmVkIFJlZGVwbG95bWVudCIsIkRhdGVUaW1lIjoiMjAyMS0xMS0xNVQyMzo1OTowMCIsIlBlcmNlbnRhZ2VDb21wbGV0ZSI6bnVsbCwiTm90ZSI6bnVsbCwiU3R5bGUiOnsiJGlkIjoiMzcyIiwiVGl0bGVQb3NpdGlvbiI6IlJpZ2h0IiwiRGF0ZVBvc2l0aW9uIjoiTGVmdCIsIlNoYXBlVHlwZSI6MTQsIlNoYXBlU2l6ZSI6MSwiU2hhcGVTdHlsZSI6eyIkaWQiOiIzNzMiLCJNYXJnaW4iOnsiJGlkIjoiMzc0IiwiVG9wIjowLCJMZWZ0IjowLCJSaWdodCI6MCwiQm90dG9tIjowfSwiUGFkZGluZyI6eyIkaWQiOiIzNzUiLCJUb3AiOjAsIkxlZnQiOjAsIlJpZ2h0IjowLCJCb3R0b20iOjB9LCJCYWNrZ3JvdW5kIjp7IiRpZCI6IjM3NiIsIkNvbG9yIjp7IiRpZCI6IjM3NyIsIkEiOjI1NSwiUiI6MjM3LCJHIjoxMjUsIkIiOjQ5fX0sIklzVmlzaWJsZSI6dHJ1ZSwiV2lkdGgiOjE4LjAsIkhlaWdodCI6MjAuMCwiQm9yZGVyU3R5bGUiOnsiJGlkIjoiMzc4IiwiTGluZUNvbG9yIjpudWxsLCJMaW5lV2VpZ2h0IjowLjAsIkxpbmVUeXBlIjowLCJQYXJlbnRTdHlsZSI6bnVsbH0sIlBhcmVudFN0eWxlIjpudWxsfSwiVGl0bGVTdHlsZSI6eyIkaWQiOiIzNzkiLCJGb250U2V0dGluZ3MiOnsiJGlkIjoiMzgwIiwiRm9udFNpemUiOjExLCJGb250TmFtZSI6IkNhbGlicmkiLCJJc0JvbGQiOnRydWUsIklzSXRhbGljIjpmYWxzZSwiSXNVbmRlcmxpbmVkIjpmYWxzZSwiUGFyZW50U3R5bGUiOm51bGx9LCJBdXRvU2l6ZSI6MCwiRm9yZWdyb3VuZCI6eyIkaWQiOiIzODEiLCJDb2xvciI6eyIkaWQiOiIzODIiLCJBIjoyNTUsIlIiOjI1NSwiRyI6MjU1LCJCIjoyNTV9fSwiTWF4V2lkdGgiOjIwMC4wLCJNYXhIZWlnaHQiOiJJbmZpbml0eSIsIlNtYXJ0Rm9yZWdyb3VuZElzQWN0aXZlIjpmYWxzZSwiSG9yaXpvbnRhbEFsaWdubWVudCI6MCwiVmVydGljYWxBbGlnbm1lbnQiOjAsIlNtYXJ0Rm9yZWdyb3VuZCI6bnVsbCwiQmFja2dyb3VuZEZpbGxUeXBlIjowLCJNYXJnaW4iOnsiJGlkIjoiMzgzIiwiVG9wIjowLCJMZWZ0IjowLCJSaWdodCI6MCwiQm90dG9tIjowfSwiUGFkZGluZyI6eyIkaWQiOiIzODQiLCJUb3AiOjAsIkxlZnQiOjAsIlJpZ2h0IjowLCJCb3R0b20iOjB9LCJCYWNrZ3JvdW5kIjp7IiRpZCI6IjM4NSIsIkNvbG9yIjp7IiRpZCI6IjM4NiIsIkEiOjAsIlIiOjI1NSwiRyI6MjU1LCJCIjoyNTV9fSwiSXNWaXNpYmxlIjp0cnVlLCJXaWR0aCI6MC4wLCJIZWlnaHQiOjAuMCwiQm9yZGVyU3R5bGUiOm51bGwsIlBhcmVudFN0eWxlIjpudWxsfSwiRGF0ZVN0eWxlIjp7IiRpZCI6IjM4NyIsIkZvbnRTZXR0aW5ncyI6eyIkaWQiOiIzODgiLCJGb250U2l6ZSI6MTAsIkZvbnROYW1lIjoiQ2FsaWJyaSIsIklzQm9sZCI6ZmFsc2UsIklzSXRhbGljIjpmYWxzZSwiSXNVbmRlcmxpbmVkIjpmYWxzZSwiUGFyZW50U3R5bGUiOm51bGx9LCJBdXRvU2l6ZSI6MCwiRm9yZWdyb3VuZCI6eyIkaWQiOiIzODkiLCJDb2xvciI6eyIkaWQiOiIzOTA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M5MSIsIlRvcCI6MCwiTGVmdCI6MCwiUmlnaHQiOjAsIkJvdHRvbSI6MH0sIlBhZGRpbmciOnsiJGlkIjoiMzkyIiwiVG9wIjowLCJMZWZ0IjowLCJSaWdodCI6MCwiQm90dG9tIjowfSwiQmFja2dyb3VuZCI6eyIkaWQiOiIzOTMiLCJDb2xvciI6eyIkaWQiOiIzOTQiLCJBIjowLCJSIjoyNTUsIkciOjI1NSwiQiI6MjU1fX0sIklzVmlzaWJsZSI6ZmFsc2UsIldpZHRoIjowLjAsIkhlaWdodCI6MC4wLCJCb3JkZXJTdHlsZSI6bnVsbCwiUGFyZW50U3R5bGUiOm51bGx9LCJEYXRlRm9ybWF0Ijp7IiRpZCI6IjM5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OTYiLCJGb3JtYXQiOjAsIklzVmlzaWJsZSI6ZmFsc2UsIkxhc3RLbm93blZpc2liaWxpdHlTdGF0ZSI6ZmFsc2V9LCJJc1Zpc2libGUiOmZhbHNlLCJQYXJlbnRTdHlsZSI6bnVsbH0sIkh5cGVybGluayI6bnVsbCwiSW1wb3J0SWQiOiIxIn1dfSx7IiRpZCI6IjM5NyIsIklkIjoiMmRkNTBiNTctYWUyOC00MzY0LWJjZmQtY2RkYzQxOWNkYjgzIiwiSW5kZXgiOjEsIkhlYWRlclRleHQiOiJUYWl3YW4iLCJTdHlsZSI6eyIkaWQiOiIzOTgiLCJIZWFkZXJTdHlsZSI6eyIkaWQiOiIzOTkiLCJUZXh0U3R5bGUiOnsiJGlkIjoiNDAwIiwiRm9udFNldHRpbmdzIjp7IiRpZCI6IjQwMSIsIkZvbnRTaXplIjoxMiwiRm9udE5hbWUiOiJDYWxpYnJpIiwiSXNCb2xkIjp0cnVlLCJJc0l0YWxpYyI6ZmFsc2UsIklzVW5kZXJsaW5lZCI6ZmFsc2UsIlBhcmVudFN0eWxlIjpudWxsfSwiQXV0b1NpemUiOjAsIkZvcmVncm91bmQiOnsiJGlkIjoiNDAyIiwiQ29sb3IiOnsiJGlkIjoiNDAzIiwiQSI6MjU1LCJSIjoyNywiRyI6MTYsIkIiOjE5fX0sIk1heFdpZHRoIjowLjAsIk1heEhlaWdodCI6MC4wLCJTbWFydEZvcmVncm91bmRJc0FjdGl2ZSI6ZmFsc2UsIkhvcml6b250YWxBbGlnbm1lbnQiOjAsIlZlcnRpY2FsQWxpZ25tZW50IjowLCJTbWFydEZvcmVncm91bmQiOm51bGwsIkJhY2tncm91bmRGaWxsVHlwZSI6MCwiTWFyZ2luIjp7IiRpZCI6IjQwNCIsIlRvcCI6MCwiTGVmdCI6MCwiUmlnaHQiOjAsIkJvdHRvbSI6MH0sIlBhZGRpbmciOnsiJGlkIjoiNDA1IiwiVG9wIjowLCJMZWZ0IjowLCJSaWdodCI6MCwiQm90dG9tIjowfSwiQmFja2dyb3VuZCI6bnVsbCwiSXNWaXNpYmxlIjpmYWxzZSwiV2lkdGgiOjAuMCwiSGVpZ2h0IjowLjAsIkJvcmRlclN0eWxlIjpudWxsLCJQYXJlbnRTdHlsZSI6bnVsbH0sIlJlY3RhbmdsZVN0eWxlIjp7IiRpZCI6IjQwNiIsIk1hcmdpbiI6eyIkaWQiOiI0MDciLCJUb3AiOjAsIkxlZnQiOjAsIlJpZ2h0IjowLCJCb3R0b20iOjB9LCJQYWRkaW5nIjp7IiRpZCI6IjQwOCIsIlRvcCI6MCwiTGVmdCI6MCwiUmlnaHQiOjAsIkJvdHRvbSI6MH0sIkJhY2tncm91bmQiOnsiJGlkIjoiNDA5IiwiQ29sb3IiOnsiJGlkIjoiNDEwIiwiQSI6MjU1LCJSIjoyLCJHIjoxNzgsIkIiOjIzOH19LCJJc1Zpc2libGUiOmZhbHNlLCJXaWR0aCI6MC4wLCJIZWlnaHQiOjAuMCwiQm9yZGVyU3R5bGUiOnsiJGlkIjoiNDExIiwiTGluZUNvbG9yIjp7IiRpZCI6IjQxMiIsIiR0eXBlIjoiTkxSRS5Db21tb24uRG9tLlNvbGlkQ29sb3JCcnVzaCwgTkxSRS5Db21tb24iLCJDb2xvciI6eyIkaWQiOiI0MTMiLCJBIjoyNTUsIlIiOjI3LCJHIjoxNiwiQiI6MTl9fSwiTGluZVdlaWdodCI6MC4wLCJMaW5lVHlwZSI6MCwiUGFyZW50U3R5bGUiOm51bGx9LCJQYXJlbnRTdHlsZSI6bnVsbH0sIk1hcmdpbiI6eyIkaWQiOiI0MTQiLCJUb3AiOjAsIkxlZnQiOjAsIlJpZ2h0IjowLCJCb3R0b20iOjB9LCJQYWRkaW5nIjp7IiRpZCI6IjQxNSIsIlRvcCI6MCwiTGVmdCI6MCwiUmlnaHQiOjAsIkJvdHRvbSI6MH0sIkJhY2tncm91bmQiOm51bGwsIklzVmlzaWJsZSI6dHJ1ZSwiV2lkdGgiOjAuMCwiSGVpZ2h0IjowLjAsIkJvcmRlclN0eWxlIjpudWxsLCJQYXJlbnRTdHlsZSI6bnVsbH0sIkJhY2tncm91bmRTdHlsZSI6eyIkaWQiOiI0MTYiLCJNYXJnaW4iOnsiJGlkIjoiNDE3IiwiVG9wIjowLCJMZWZ0IjowLCJSaWdodCI6MCwiQm90dG9tIjowfSwiUGFkZGluZyI6eyIkaWQiOiI0MTgiLCJUb3AiOjAsIkxlZnQiOjAsIlJpZ2h0IjowLCJCb3R0b20iOjB9LCJCYWNrZ3JvdW5kIjp7IiRpZCI6IjQxOSIsIkNvbG9yIjp7IiRpZCI6IjQyMCIsIkEiOjM4LCJSIjoyLCJHIjoxNzgsIkIiOjIzOH19LCJJc1Zpc2libGUiOnRydWUsIldpZHRoIjowLjAsIkhlaWdodCI6MC4wLCJCb3JkZXJTdHlsZSI6eyIkaWQiOiI0MjEiLCJMaW5lQ29sb3IiOnsiJGlkIjoiNDIyIiwiJHR5cGUiOiJOTFJFLkNvbW1vbi5Eb20uU29saWRDb2xvckJydXNoLCBOTFJFLkNvbW1vbiIsIkNvbG9yIjp7IiRpZCI6IjQyMyIsIkEiOjI1NSwiUiI6MjA4LCJHIjoyMDYsIkIiOjIwNn19LCJMaW5lV2VpZ2h0IjowLjAsIkxpbmVUeXBlIjowLCJQYXJlbnRTdHlsZSI6bnVsbH0sIlBhcmVudFN0eWxlIjpudWxsfSwiSXNBYm92ZVRpbWViYW5kIjpmYWxzZSwiTWFyZ2luIjp7IiRpZCI6IjQyNCIsIlRvcCI6MCwiTGVmdCI6MCwiUmlnaHQiOjAsIkJvdHRvbSI6MH0sIlBhZGRpbmciOnsiJGlkIjoiNDI1IiwiVG9wIjowLCJMZWZ0IjowLCJSaWdodCI6MCwiQm90dG9tIjowfSwiSXNWaXNpYmxlIjp0cnVlLCJXaWR0aCI6MC4wLCJIZWlnaHQiOjAuMCwiQm9yZGVyU3R5bGUiOm51bGwsIlBhcmVudFN0eWxlIjpudWxsfSwiVGFza3MiOltdLCJNaWxlc3RvbmVzIjpbeyIkaWQiOiI0MjYiLCJJZCI6IjMyYTJjNTc5LTVlNjctNGY4Mi05MzUxLTRmY2RlOTBiMGU3NCIsIkluZGV4IjowLCJHcm91cElkIjoiNGY5ODNkOGQtYWI0Ni00OTc4LTg4OWUtZjVjNjgzYWMxMzg0IiwiVGl0bGUiOiJJbXByb3ZlIEFjdGl2YXRpb24gUmF0ZSIsIkRhdGVUaW1lIjoiMjAyMS0xMS0xNVQyMzo1OTowMCIsIlBlcmNlbnRhZ2VDb21wbGV0ZSI6bnVsbCwiTm90ZSI6bnVsbCwiU3R5bGUiOnsiJGlkIjoiNDI3IiwiVGl0bGVQb3NpdGlvbiI6IlJpZ2h0IiwiRGF0ZVBvc2l0aW9uIjoiTGVmdCIsIlNoYXBlVHlwZSI6MSwiU2hhcGVTaXplIjoxLCJTaGFwZVN0eWxlIjp7IiRpZCI6IjQyOCIsIk1hcmdpbiI6eyIkaWQiOiI0MjkiLCJUb3AiOjAsIkxlZnQiOjAsIlJpZ2h0IjowLCJCb3R0b20iOjB9LCJQYWRkaW5nIjp7IiRpZCI6IjQzMCIsIlRvcCI6MCwiTGVmdCI6MCwiUmlnaHQiOjAsIkJvdHRvbSI6MH0sIkJhY2tncm91bmQiOnsiJGlkIjoiNDMxIiwiQ29sb3IiOnsiJGlkIjoiNDMyIiwiQSI6MjU1LCJSIjoyLCJHIjoxNzgsIkIiOjIzOH19LCJJc1Zpc2libGUiOnRydWUsIldpZHRoIjoxOC4wLCJIZWlnaHQiOjIwLjAsIkJvcmRlclN0eWxlIjp7IiRpZCI6IjQzMyIsIkxpbmVDb2xvciI6bnVsbCwiTGluZVdlaWdodCI6MC4wLCJMaW5lVHlwZSI6MCwiUGFyZW50U3R5bGUiOm51bGx9LCJQYXJlbnRTdHlsZSI6bnVsbH0sIlRpdGxlU3R5bGUiOnsiJGlkIjoiNDM0IiwiRm9udFNldHRpbmdzIjp7IiRpZCI6IjQzNSIsIkZvbnRTaXplIjoxMSwiRm9udE5hbWUiOiJDYWxpYnJpIiwiSXNCb2xkIjp0cnVlLCJJc0l0YWxpYyI6ZmFsc2UsIklzVW5kZXJsaW5lZCI6ZmFsc2UsIlBhcmVudFN0eWxlIjpudWxsfSwiQXV0b1NpemUiOjAsIkZvcmVncm91bmQiOnsiJGlkIjoiNDM2IiwiQ29sb3IiOnsiJGlkIjoiNDM3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QzOCIsIlRvcCI6MCwiTGVmdCI6MCwiUmlnaHQiOjAsIkJvdHRvbSI6MH0sIlBhZGRpbmciOnsiJGlkIjoiNDM5IiwiVG9wIjowLCJMZWZ0IjowLCJSaWdodCI6MCwiQm90dG9tIjowfSwiQmFja2dyb3VuZCI6eyIkaWQiOiI0NDAiLCJDb2xvciI6eyIkaWQiOiI0NDEiLCJBIjowLCJSIjoyNTUsIkciOjI1NSwiQiI6MjU1fX0sIklzVmlzaWJsZSI6dHJ1ZSwiV2lkdGgiOjAuMCwiSGVpZ2h0IjowLjAsIkJvcmRlclN0eWxlIjpudWxsLCJQYXJlbnRTdHlsZSI6bnVsbH0sIkRhdGVTdHlsZSI6eyIkaWQiOiI0NDIiLCJGb250U2V0dGluZ3MiOnsiJGlkIjoiNDQzIiwiRm9udFNpemUiOjEwLCJGb250TmFtZSI6IkNhbGlicmkiLCJJc0JvbGQiOmZhbHNlLCJJc0l0YWxpYyI6ZmFsc2UsIklzVW5kZXJsaW5lZCI6ZmFsc2UsIlBhcmVudFN0eWxlIjpudWxsfSwiQXV0b1NpemUiOjAsIkZvcmVncm91bmQiOnsiJGlkIjoiNDQ0IiwiQ29sb3IiOnsiJGlkIjoiNDQ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0NDYiLCJUb3AiOjAsIkxlZnQiOjAsIlJpZ2h0IjowLCJCb3R0b20iOjB9LCJQYWRkaW5nIjp7IiRpZCI6IjQ0NyIsIlRvcCI6MCwiTGVmdCI6MCwiUmlnaHQiOjAsIkJvdHRvbSI6MH0sIkJhY2tncm91bmQiOnsiJGlkIjoiNDQ4IiwiQ29sb3IiOnsiJGlkIjoiNDQ5IiwiQSI6MCwiUiI6MjU1LCJHIjoyNTUsIkIiOjI1NX19LCJJc1Zpc2libGUiOmZhbHNlLCJXaWR0aCI6MC4wLCJIZWlnaHQiOjAuMCwiQm9yZGVyU3R5bGUiOm51bGwsIlBhcmVudFN0eWxlIjpudWxsfSwiRGF0ZUZvcm1hdCI6eyIkaWQiOiI0NT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UxIiwiRm9ybWF0IjowLCJJc1Zpc2libGUiOmZhbHNlLCJMYXN0S25vd25WaXNpYmlsaXR5U3RhdGUiOmZhbHNlfSwiSXNWaXNpYmxlIjpmYWxzZSwiUGFyZW50U3R5bGUiOm51bGx9LCJIeXBlcmxpbmsiOm51bGwsIkltcG9ydElkIjoiMSJ9LHsiJGlkIjoiNDUyIiwiSWQiOiJjYzUwNjFkZC01YmVlLTQ1ZjQtYWIwZi0zNWE2YzNlZmUyZWYiLCJJbmRleCI6MSwiR3JvdXBJZCI6IjRmOTgzZDhkLWFiNDYtNDk3OC04ODllLWY1YzY4M2FjMTM4NCIsIlRpdGxlIjoiTmV3IFByaXZpbGVnZSBNZW1iZXJzIFJlbmV3YWwgUmF0ZSIsIkRhdGVUaW1lIjoiMjAyMi0wMi0xNVQyMzo1OTowMCIsIlBlcmNlbnRhZ2VDb21wbGV0ZSI6bnVsbCwiTm90ZSI6bnVsbCwiU3R5bGUiOnsiJGlkIjoiNDUzIiwiVGl0bGVQb3NpdGlvbiI6IlJpZ2h0IiwiRGF0ZVBvc2l0aW9uIjoiTGVmdCIsIlNoYXBlVHlwZSI6MSwiU2hhcGVTaXplIjoxLCJTaGFwZVN0eWxlIjp7IiRpZCI6IjQ1NCIsIk1hcmdpbiI6eyIkaWQiOiI0NTUiLCJUb3AiOjAsIkxlZnQiOjAsIlJpZ2h0IjowLCJCb3R0b20iOjB9LCJQYWRkaW5nIjp7IiRpZCI6IjQ1NiIsIlRvcCI6MCwiTGVmdCI6MCwiUmlnaHQiOjAsIkJvdHRvbSI6MH0sIkJhY2tncm91bmQiOnsiJGlkIjoiNDU3IiwiQ29sb3IiOnsiJGlkIjoiNDU4IiwiQSI6MjU1LCJSIjoyLCJHIjoxNzgsIkIiOjIzOH19LCJJc1Zpc2libGUiOnRydWUsIldpZHRoIjoxOC4wLCJIZWlnaHQiOjIwLjAsIkJvcmRlclN0eWxlIjp7IiRpZCI6IjQ1OSIsIkxpbmVDb2xvciI6bnVsbCwiTGluZVdlaWdodCI6MC4wLCJMaW5lVHlwZSI6MCwiUGFyZW50U3R5bGUiOm51bGx9LCJQYXJlbnRTdHlsZSI6bnVsbH0sIlRpdGxlU3R5bGUiOnsiJGlkIjoiNDYwIiwiRm9udFNldHRpbmdzIjp7IiRpZCI6IjQ2MSIsIkZvbnRTaXplIjoxMSwiRm9udE5hbWUiOiJDYWxpYnJpIiwiSXNCb2xkIjp0cnVlLCJJc0l0YWxpYyI6ZmFsc2UsIklzVW5kZXJsaW5lZCI6ZmFsc2UsIlBhcmVudFN0eWxlIjpudWxsfSwiQXV0b1NpemUiOjAsIkZvcmVncm91bmQiOnsiJGlkIjoiNDYyIiwiQ29sb3IiOnsiJGlkIjoiNDYz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Q2NCIsIlRvcCI6MCwiTGVmdCI6MCwiUmlnaHQiOjAsIkJvdHRvbSI6MH0sIlBhZGRpbmciOnsiJGlkIjoiNDY1IiwiVG9wIjowLCJMZWZ0IjowLCJSaWdodCI6MCwiQm90dG9tIjowfSwiQmFja2dyb3VuZCI6eyIkaWQiOiI0NjYiLCJDb2xvciI6eyIkaWQiOiI0NjciLCJBIjowLCJSIjoyNTUsIkciOjI1NSwiQiI6MjU1fX0sIklzVmlzaWJsZSI6dHJ1ZSwiV2lkdGgiOjAuMCwiSGVpZ2h0IjowLjAsIkJvcmRlclN0eWxlIjpudWxsLCJQYXJlbnRTdHlsZSI6bnVsbH0sIkRhdGVTdHlsZSI6eyIkaWQiOiI0NjgiLCJGb250U2V0dGluZ3MiOnsiJGlkIjoiNDY5IiwiRm9udFNpemUiOjEwLCJGb250TmFtZSI6IkNhbGlicmkiLCJJc0JvbGQiOmZhbHNlLCJJc0l0YWxpYyI6ZmFsc2UsIklzVW5kZXJsaW5lZCI6ZmFsc2UsIlBhcmVudFN0eWxlIjpudWxsfSwiQXV0b1NpemUiOjAsIkZvcmVncm91bmQiOnsiJGlkIjoiNDcwIiwiQ29sb3IiOnsiJGlkIjoiNDcx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0NzIiLCJUb3AiOjAsIkxlZnQiOjAsIlJpZ2h0IjowLCJCb3R0b20iOjB9LCJQYWRkaW5nIjp7IiRpZCI6IjQ3MyIsIlRvcCI6MCwiTGVmdCI6MCwiUmlnaHQiOjAsIkJvdHRvbSI6MH0sIkJhY2tncm91bmQiOnsiJGlkIjoiNDc0IiwiQ29sb3IiOnsiJGlkIjoiNDc1IiwiQSI6MCwiUiI6MjU1LCJHIjoyNTUsIkIiOjI1NX19LCJJc1Zpc2libGUiOmZhbHNlLCJXaWR0aCI6MC4wLCJIZWlnaHQiOjAuMCwiQm9yZGVyU3R5bGUiOm51bGwsIlBhcmVudFN0eWxlIjpudWxsfSwiRGF0ZUZvcm1hdCI6eyIkaWQiOiI0Nz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c3IiwiRm9ybWF0IjowLCJJc1Zpc2libGUiOmZhbHNlLCJMYXN0S25vd25WaXNpYmlsaXR5U3RhdGUiOmZhbHNlfSwiSXNWaXNpYmxlIjpmYWxzZSwiUGFyZW50U3R5bGUiOm51bGx9LCJIeXBlcmxpbmsiOm51bGwsIkltcG9ydElkIjoiMSJ9LHsiJGlkIjoiNDc4IiwiSWQiOiI2ZWFjOGJhZi1hY2E5LTRjNjMtYjllYi00ZWRlMjI0NTFiZmMiLCJJbmRleCI6MiwiR3JvdXBJZCI6ImJkMDc4NjY4LTFhZDEtNDlkMy1hM2U5LTg1NWYzZTE1NDVhYSIsIlRpdGxlIjoiSW1wcm92ZSBDdXN0b21lciBMb3lhbHR5IiwiRGF0ZVRpbWUiOiIyMDIxLTExLTE1VDIzOjU5OjAwIiwiUGVyY2VudGFnZUNvbXBsZXRlIjpudWxsLCJOb3RlIjpudWxsLCJTdHlsZSI6eyIkaWQiOiI0NzkiLCJUaXRsZVBvc2l0aW9uIjoiUmlnaHQiLCJEYXRlUG9zaXRpb24iOiJMZWZ0IiwiU2hhcGVUeXBlIjoxLCJTaGFwZVNpemUiOjEsIlNoYXBlU3R5bGUiOnsiJGlkIjoiNDgwIiwiTWFyZ2luIjp7IiRpZCI6IjQ4MSIsIlRvcCI6MCwiTGVmdCI6MCwiUmlnaHQiOjAsIkJvdHRvbSI6MH0sIlBhZGRpbmciOnsiJGlkIjoiNDgyIiwiVG9wIjowLCJMZWZ0IjowLCJSaWdodCI6MCwiQm90dG9tIjowfSwiQmFja2dyb3VuZCI6eyIkaWQiOiI0ODMiLCJDb2xvciI6eyIkaWQiOiI0ODQiLCJBIjoyNTUsIlIiOjIsIkciOjE3OCwiQiI6MjM4fX0sIklzVmlzaWJsZSI6dHJ1ZSwiV2lkdGgiOjE4LjAsIkhlaWdodCI6MjAuMCwiQm9yZGVyU3R5bGUiOnsiJGlkIjoiNDg1IiwiTGluZUNvbG9yIjpudWxsLCJMaW5lV2VpZ2h0IjowLjAsIkxpbmVUeXBlIjowLCJQYXJlbnRTdHlsZSI6bnVsbH0sIlBhcmVudFN0eWxlIjpudWxsfSwiVGl0bGVTdHlsZSI6eyIkaWQiOiI0ODYiLCJGb250U2V0dGluZ3MiOnsiJGlkIjoiNDg3IiwiRm9udFNpemUiOjExLCJGb250TmFtZSI6IkNhbGlicmkiLCJJc0JvbGQiOnRydWUsIklzSXRhbGljIjpmYWxzZSwiSXNVbmRlcmxpbmVkIjpmYWxzZSwiUGFyZW50U3R5bGUiOm51bGx9LCJBdXRvU2l6ZSI6MCwiRm9yZWdyb3VuZCI6eyIkaWQiOiI0ODgiLCJDb2xvciI6eyIkaWQiOiI0ODkiLCJBIjoyNTUsIlIiOjI1NSwiRyI6MjU1LCJCIjoyNTV9fSwiTWF4V2lkdGgiOjIwMC4wLCJNYXhIZWlnaHQiOiJJbmZpbml0eSIsIlNtYXJ0Rm9yZWdyb3VuZElzQWN0aXZlIjpmYWxzZSwiSG9yaXpvbnRhbEFsaWdubWVudCI6MCwiVmVydGljYWxBbGlnbm1lbnQiOjAsIlNtYXJ0Rm9yZWdyb3VuZCI6bnVsbCwiQmFja2dyb3VuZEZpbGxUeXBlIjowLCJNYXJnaW4iOnsiJGlkIjoiNDkwIiwiVG9wIjowLCJMZWZ0IjowLCJSaWdodCI6MCwiQm90dG9tIjowfSwiUGFkZGluZyI6eyIkaWQiOiI0OTEiLCJUb3AiOjAsIkxlZnQiOjAsIlJpZ2h0IjowLCJCb3R0b20iOjB9LCJCYWNrZ3JvdW5kIjp7IiRpZCI6IjQ5MiIsIkNvbG9yIjp7IiRpZCI6IjQ5MyIsIkEiOjAsIlIiOjI1NSwiRyI6MjU1LCJCIjoyNTV9fSwiSXNWaXNpYmxlIjp0cnVlLCJXaWR0aCI6MC4wLCJIZWlnaHQiOjAuMCwiQm9yZGVyU3R5bGUiOm51bGwsIlBhcmVudFN0eWxlIjpudWxsfSwiRGF0ZVN0eWxlIjp7IiRpZCI6IjQ5NCIsIkZvbnRTZXR0aW5ncyI6eyIkaWQiOiI0OTUiLCJGb250U2l6ZSI6MTAsIkZvbnROYW1lIjoiQ2FsaWJyaSIsIklzQm9sZCI6ZmFsc2UsIklzSXRhbGljIjpmYWxzZSwiSXNVbmRlcmxpbmVkIjpmYWxzZSwiUGFyZW50U3R5bGUiOm51bGx9LCJBdXRvU2l6ZSI6MCwiRm9yZWdyb3VuZCI6eyIkaWQiOiI0OTYiLCJDb2xvciI6eyIkaWQiOiI0OTc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Q5OCIsIlRvcCI6MCwiTGVmdCI6MCwiUmlnaHQiOjAsIkJvdHRvbSI6MH0sIlBhZGRpbmciOnsiJGlkIjoiNDk5IiwiVG9wIjowLCJMZWZ0IjowLCJSaWdodCI6MCwiQm90dG9tIjowfSwiQmFja2dyb3VuZCI6eyIkaWQiOiI1MDAiLCJDb2xvciI6eyIkaWQiOiI1MDEiLCJBIjowLCJSIjoyNTUsIkciOjI1NSwiQiI6MjU1fX0sIklzVmlzaWJsZSI6ZmFsc2UsIldpZHRoIjowLjAsIkhlaWdodCI6MC4wLCJCb3JkZXJTdHlsZSI6bnVsbCwiUGFyZW50U3R5bGUiOm51bGx9LCJEYXRlRm9ybWF0Ijp7IiRpZCI6IjUw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DMiLCJGb3JtYXQiOjAsIklzVmlzaWJsZSI6ZmFsc2UsIkxhc3RLbm93blZpc2liaWxpdHlTdGF0ZSI6ZmFsc2V9LCJJc1Zpc2libGUiOmZhbHNlLCJQYXJlbnRTdHlsZSI6bnVsbH0sIkh5cGVybGluayI6bnVsbCwiSW1wb3J0SWQiOiIxIn0seyIkaWQiOiI1MDQiLCJJZCI6IjJkODQ0YjQ3LWExNjgtNGNmYi04NmRlLWQ1MGRkNGYzMDA0ZSIsIkluZGV4IjozLCJHcm91cElkIjoiYmQwNzg2NjgtMWFkMS00OWQzLWEzZTktODU1ZjNlMTU0NWFhIiwiVGl0bGUiOiJMSU5FIChQcm9tb3RlIE51dHJpbGl0ZSBTYWxlcykiLCJEYXRlVGltZSI6IjIwMjItMDItMTVUMjM6NTk6MDAiLCJQZXJjZW50YWdlQ29tcGxldGUiOm51bGwsIk5vdGUiOm51bGwsIlN0eWxlIjp7IiRpZCI6IjUwNSIsIlRpdGxlUG9zaXRpb24iOiJSaWdodCIsIkRhdGVQb3NpdGlvbiI6IkxlZnQiLCJTaGFwZVR5cGUiOjEsIlNoYXBlU2l6ZSI6MSwiU2hhcGVTdHlsZSI6eyIkaWQiOiI1MDYiLCJNYXJnaW4iOnsiJGlkIjoiNTA3IiwiVG9wIjowLCJMZWZ0IjowLCJSaWdodCI6MCwiQm90dG9tIjowfSwiUGFkZGluZyI6eyIkaWQiOiI1MDgiLCJUb3AiOjAsIkxlZnQiOjAsIlJpZ2h0IjowLCJCb3R0b20iOjB9LCJCYWNrZ3JvdW5kIjp7IiRpZCI6IjUwOSIsIkNvbG9yIjp7IiRpZCI6IjUxMCIsIkEiOjI1NSwiUiI6MiwiRyI6MTc4LCJCIjoyMzh9fSwiSXNWaXNpYmxlIjp0cnVlLCJXaWR0aCI6MTguMCwiSGVpZ2h0IjoyMC4wLCJCb3JkZXJTdHlsZSI6eyIkaWQiOiI1MTEiLCJMaW5lQ29sb3IiOm51bGwsIkxpbmVXZWlnaHQiOjAuMCwiTGluZVR5cGUiOjAsIlBhcmVudFN0eWxlIjpudWxsfSwiUGFyZW50U3R5bGUiOm51bGx9LCJUaXRsZVN0eWxlIjp7IiRpZCI6IjUxMiIsIkZvbnRTZXR0aW5ncyI6eyIkaWQiOiI1MTMiLCJGb250U2l6ZSI6MTEsIkZvbnROYW1lIjoiQ2FsaWJyaSIsIklzQm9sZCI6dHJ1ZSwiSXNJdGFsaWMiOmZhbHNlLCJJc1VuZGVybGluZWQiOmZhbHNlLCJQYXJlbnRTdHlsZSI6bnVsbH0sIkF1dG9TaXplIjowLCJGb3JlZ3JvdW5kIjp7IiRpZCI6IjUxNCIsIkNvbG9yIjp7IiRpZCI6IjUxNSIsIkEiOjI1NSwiUiI6MjU1LCJHIjoyNTUsIkIiOjI1NX19LCJNYXhXaWR0aCI6MjAwLjAsIk1heEhlaWdodCI6IkluZmluaXR5IiwiU21hcnRGb3JlZ3JvdW5kSXNBY3RpdmUiOmZhbHNlLCJIb3Jpem9udGFsQWxpZ25tZW50IjowLCJWZXJ0aWNhbEFsaWdubWVudCI6MCwiU21hcnRGb3JlZ3JvdW5kIjpudWxsLCJCYWNrZ3JvdW5kRmlsbFR5cGUiOjAsIk1hcmdpbiI6eyIkaWQiOiI1MTYiLCJUb3AiOjAsIkxlZnQiOjAsIlJpZ2h0IjowLCJCb3R0b20iOjB9LCJQYWRkaW5nIjp7IiRpZCI6IjUxNyIsIlRvcCI6MCwiTGVmdCI6MCwiUmlnaHQiOjAsIkJvdHRvbSI6MH0sIkJhY2tncm91bmQiOnsiJGlkIjoiNTE4IiwiQ29sb3IiOnsiJGlkIjoiNTE5IiwiQSI6MCwiUiI6MjU1LCJHIjoyNTUsIkIiOjI1NX19LCJJc1Zpc2libGUiOnRydWUsIldpZHRoIjowLjAsIkhlaWdodCI6MC4wLCJCb3JkZXJTdHlsZSI6bnVsbCwiUGFyZW50U3R5bGUiOm51bGx9LCJEYXRlU3R5bGUiOnsiJGlkIjoiNTIwIiwiRm9udFNldHRpbmdzIjp7IiRpZCI6IjUyMSIsIkZvbnRTaXplIjoxMCwiRm9udE5hbWUiOiJDYWxpYnJpIiwiSXNCb2xkIjpmYWxzZSwiSXNJdGFsaWMiOmZhbHNlLCJJc1VuZGVybGluZWQiOmZhbHNlLCJQYXJlbnRTdHlsZSI6bnVsbH0sIkF1dG9TaXplIjowLCJGb3JlZ3JvdW5kIjp7IiRpZCI6IjUyMiIsIkNvbG9yIjp7IiRpZCI6IjUyMyIsIkEiOjI1NSwiUiI6MTgsIkciOjE5LCJCIjoyMn19LCJNYXhXaWR0aCI6MjAwLjAsIk1heEhlaWdodCI6IkluZmluaXR5IiwiU21hcnRGb3JlZ3JvdW5kSXNBY3RpdmUiOmZhbHNlLCJIb3Jpem9udGFsQWxpZ25tZW50IjoyLCJWZXJ0aWNhbEFsaWdubWVudCI6MCwiU21hcnRGb3JlZ3JvdW5kIjpudWxsLCJCYWNrZ3JvdW5kRmlsbFR5cGUiOjAsIk1hcmdpbiI6eyIkaWQiOiI1MjQiLCJUb3AiOjAsIkxlZnQiOjAsIlJpZ2h0IjowLCJCb3R0b20iOjB9LCJQYWRkaW5nIjp7IiRpZCI6IjUyNSIsIlRvcCI6MCwiTGVmdCI6MCwiUmlnaHQiOjAsIkJvdHRvbSI6MH0sIkJhY2tncm91bmQiOnsiJGlkIjoiNTI2IiwiQ29sb3IiOnsiJGlkIjoiNTI3IiwiQSI6MCwiUiI6MjU1LCJHIjoyNTUsIkIiOjI1NX19LCJJc1Zpc2libGUiOmZhbHNlLCJXaWR0aCI6MC4wLCJIZWlnaHQiOjAuMCwiQm9yZGVyU3R5bGUiOm51bGwsIlBhcmVudFN0eWxlIjpudWxsfSwiRGF0ZUZvcm1hdCI6eyIkaWQiOiI1Mj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I5IiwiRm9ybWF0IjowLCJJc1Zpc2libGUiOmZhbHNlLCJMYXN0S25vd25WaXNpYmlsaXR5U3RhdGUiOmZhbHNlfSwiSXNWaXNpYmxlIjpmYWxzZSwiUGFyZW50U3R5bGUiOm51bGx9LCJIeXBlcmxpbmsiOm51bGwsIkltcG9ydElkIjoiMSJ9XX0seyIkaWQiOiI1MzAiLCJJZCI6IjQwOWI4MTY4LWIyNmEtNGZiZC05NWIyLTg5MDEzNTk3ZDY4NyIsIkluZGV4IjoyLCJIZWFkZXJUZXh0IjoiSmFwYW4iLCJTdHlsZSI6eyIkaWQiOiI1MzEiLCJIZWFkZXJTdHlsZSI6eyIkaWQiOiI1MzIiLCJUZXh0U3R5bGUiOnsiJGlkIjoiNTMzIiwiRm9udFNldHRpbmdzIjp7IiRpZCI6IjUzNCIsIkZvbnRTaXplIjoxMiwiRm9udE5hbWUiOiJDYWxpYnJpIiwiSXNCb2xkIjp0cnVlLCJJc0l0YWxpYyI6ZmFsc2UsIklzVW5kZXJsaW5lZCI6ZmFsc2UsIlBhcmVudFN0eWxlIjpudWxsfSwiQXV0b1NpemUiOjAsIkZvcmVncm91bmQiOnsiJGlkIjoiNTM1IiwiQ29sb3IiOnsiJGlkIjoiNTM2IiwiQSI6MjU1LCJSIjowLCJHIjowLCJCIjowfX0sIk1heFdpZHRoIjowLjAsIk1heEhlaWdodCI6MC4wLCJTbWFydEZvcmVncm91bmRJc0FjdGl2ZSI6ZmFsc2UsIkhvcml6b250YWxBbGlnbm1lbnQiOjAsIlZlcnRpY2FsQWxpZ25tZW50IjowLCJTbWFydEZvcmVncm91bmQiOm51bGwsIkJhY2tncm91bmRGaWxsVHlwZSI6MCwiTWFyZ2luIjp7IiRpZCI6IjUzNyIsIlRvcCI6MCwiTGVmdCI6MCwiUmlnaHQiOjAsIkJvdHRvbSI6MH0sIlBhZGRpbmciOnsiJGlkIjoiNTM4IiwiVG9wIjowLCJMZWZ0IjowLCJSaWdodCI6MCwiQm90dG9tIjowfSwiQmFja2dyb3VuZCI6bnVsbCwiSXNWaXNpYmxlIjpmYWxzZSwiV2lkdGgiOjAuMCwiSGVpZ2h0IjowLjAsIkJvcmRlclN0eWxlIjpudWxsLCJQYXJlbnRTdHlsZSI6bnVsbH0sIlJlY3RhbmdsZVN0eWxlIjp7IiRpZCI6IjUzOSIsIk1hcmdpbiI6eyIkaWQiOiI1NDAiLCJUb3AiOjAsIkxlZnQiOjAsIlJpZ2h0IjowLCJCb3R0b20iOjB9LCJQYWRkaW5nIjp7IiRpZCI6IjU0MSIsIlRvcCI6MCwiTGVmdCI6MCwiUmlnaHQiOjAsIkJvdHRvbSI6MH0sIkJhY2tncm91bmQiOnsiJGlkIjoiNTQyIiwiQ29sb3IiOnsiJGlkIjoiNTQzIiwiQSI6MjU1LCJSIjoxNTAsIkciOjIxNCwiQiI6NjZ9fSwiSXNWaXNpYmxlIjpmYWxzZSwiV2lkdGgiOjAuMCwiSGVpZ2h0IjowLjAsIkJvcmRlclN0eWxlIjp7IiRpZCI6IjU0NCIsIkxpbmVDb2xvciI6eyIkaWQiOiI1NDUiLCIkdHlwZSI6Ik5MUkUuQ29tbW9uLkRvbS5Tb2xpZENvbG9yQnJ1c2gsIE5MUkUuQ29tbW9uIiwiQ29sb3IiOnsiJGlkIjoiNTQ2IiwiQSI6MjU1LCJSIjo2LCJHIjo0LCJCIjo1fX0sIkxpbmVXZWlnaHQiOjAuMCwiTGluZVR5cGUiOjAsIlBhcmVudFN0eWxlIjpudWxsfSwiUGFyZW50U3R5bGUiOm51bGx9LCJNYXJnaW4iOnsiJGlkIjoiNTQ3IiwiVG9wIjowLCJMZWZ0IjowLCJSaWdodCI6MCwiQm90dG9tIjowfSwiUGFkZGluZyI6eyIkaWQiOiI1NDgiLCJUb3AiOjAsIkxlZnQiOjAsIlJpZ2h0IjowLCJCb3R0b20iOjB9LCJCYWNrZ3JvdW5kIjpudWxsLCJJc1Zpc2libGUiOnRydWUsIldpZHRoIjowLjAsIkhlaWdodCI6MC4wLCJCb3JkZXJTdHlsZSI6bnVsbCwiUGFyZW50U3R5bGUiOm51bGx9LCJCYWNrZ3JvdW5kU3R5bGUiOnsiJGlkIjoiNTQ5IiwiTWFyZ2luIjp7IiRpZCI6IjU1MCIsIlRvcCI6MCwiTGVmdCI6MCwiUmlnaHQiOjAsIkJvdHRvbSI6MH0sIlBhZGRpbmciOnsiJGlkIjoiNTUxIiwiVG9wIjowLCJMZWZ0IjowLCJSaWdodCI6MCwiQm90dG9tIjowfSwiQmFja2dyb3VuZCI6eyIkaWQiOiI1NTIiLCJDb2xvciI6eyIkaWQiOiI1NTMiLCJBIjozOCwiUiI6MTUwLCJHIjoyMTQsIkIiOjY2fX0sIklzVmlzaWJsZSI6dHJ1ZSwiV2lkdGgiOjAuMCwiSGVpZ2h0IjowLjAsIkJvcmRlclN0eWxlIjp7IiRpZCI6IjU1NCIsIkxpbmVDb2xvciI6eyIkaWQiOiI1NTUiLCIkdHlwZSI6Ik5MUkUuQ29tbW9uLkRvbS5Tb2xpZENvbG9yQnJ1c2gsIE5MUkUuQ29tbW9uIiwiQ29sb3IiOnsiJGlkIjoiNTU2IiwiQSI6MjU1LCJSIjoyMDgsIkciOjIwNiwiQiI6MjA2fX0sIkxpbmVXZWlnaHQiOjAuMCwiTGluZVR5cGUiOjAsIlBhcmVudFN0eWxlIjpudWxsfSwiUGFyZW50U3R5bGUiOm51bGx9LCJJc0Fib3ZlVGltZWJhbmQiOmZhbHNlLCJNYXJnaW4iOnsiJGlkIjoiNTU3IiwiVG9wIjowLCJMZWZ0IjowLCJSaWdodCI6MCwiQm90dG9tIjowfSwiUGFkZGluZyI6eyIkaWQiOiI1NTgiLCJUb3AiOjAsIkxlZnQiOjAsIlJpZ2h0IjowLCJCb3R0b20iOjB9LCJJc1Zpc2libGUiOnRydWUsIldpZHRoIjowLjAsIkhlaWdodCI6MC4wLCJCb3JkZXJTdHlsZSI6bnVsbCwiUGFyZW50U3R5bGUiOm51bGx9LCJUYXNrcyI6W10sIk1pbGVzdG9uZXMiOlt7IiRpZCI6IjU1OSIsIklkIjoiNzk4Njk5NjUtYWI5OS00YmJiLTljMjEtZWFhNWJjMWYyYzIwIiwiSW5kZXgiOjAsIkdyb3VwSWQiOm51bGwsIlRpdGxlIjoiVXNlIENhc2VzIHRiZCIsIkRhdGVUaW1lIjoiMjAyMi0wMi0xNVQyMzo1OTowMCIsIlBlcmNlbnRhZ2VDb21wbGV0ZSI6bnVsbCwiTm90ZSI6bnVsbCwiU3R5bGUiOnsiJGlkIjoiNTYwIiwiVGl0bGVQb3NpdGlvbiI6IkxlZnQiLCJEYXRlUG9zaXRpb24iOiJMZWZ0IiwiU2hhcGVUeXBlIjo5LCJTaGFwZVNpemUiOjEsIlNoYXBlU3R5bGUiOnsiJGlkIjoiNTYxIiwiTWFyZ2luIjp7IiRyZWYiOiI2MCJ9LCJQYWRkaW5nIjp7IiRyZWYiOiI2MSJ9LCJCYWNrZ3JvdW5kIjp7IiRpZCI6IjU2MiIsIkNvbG9yIjp7IiRpZCI6IjU2MyIsIkEiOjI1NSwiUiI6MTUwLCJHIjoyMTQsIkIiOjY2fX0sIklzVmlzaWJsZSI6dHJ1ZSwiV2lkdGgiOjE4LjAsIkhlaWdodCI6MjAuMCwiQm9yZGVyU3R5bGUiOnsiJGlkIjoiNTY0IiwiTGluZUNvbG9yIjp7IiRyZWYiOiI2NSJ9LCJMaW5lV2VpZ2h0IjowLjAsIkxpbmVUeXBlIjowLCJQYXJlbnRTdHlsZSI6bnVsbH0sIlBhcmVudFN0eWxlIjpudWxsfSwiVGl0bGVTdHlsZSI6eyIkaWQiOiI1NjUiLCJGb250U2V0dGluZ3MiOnsiJGlkIjoiNTY2IiwiRm9udFNpemUiOjExLCJGb250TmFtZSI6IkNhbGlicmkiLCJJc0JvbGQiOnRydWUsIklzSXRhbGljIjpmYWxzZSwiSXNVbmRlcmxpbmVkIjpmYWxzZSwiUGFyZW50U3R5bGUiOm51bGx9LCJBdXRvU2l6ZSI6MCwiRm9yZWdyb3VuZCI6eyIkaWQiOiI1NjciLCJDb2xvciI6eyIkaWQiOiI1NjgiLCJBIjoyNTUsIlIiOjI1NSwiRyI6MjU1LCJCIjoyNTV9fSwiTWF4V2lkdGgiOjIwMC4wLCJNYXhIZWlnaHQiOiJJbmZpbml0eSIsIlNtYXJ0Rm9yZWdyb3VuZElzQWN0aXZlIjpmYWxzZSwiSG9yaXpvbnRhbEFsaWdubWVudCI6MiwiVmVydGljYWxBbGlnbm1lbnQiOjAsIlNtYXJ0Rm9yZWdyb3VuZCI6bnVsbCwiQmFja2dyb3VuZEZpbGxUeXBlIjowLCJNYXJnaW4iOnsiJHJlZiI6IjcxIn0sIlBhZGRpbmciOnsiJHJlZiI6IjcyIn0sIkJhY2tncm91bmQiOnsiJGlkIjoiNTY5IiwiQ29sb3IiOnsiJGlkIjoiNTcwIiwiQSI6MCwiUiI6MjU1LCJHIjoyNTUsIkIiOjI1NX19LCJJc1Zpc2libGUiOnRydWUsIldpZHRoIjowLjAsIkhlaWdodCI6MC4wLCJCb3JkZXJTdHlsZSI6bnVsbCwiUGFyZW50U3R5bGUiOm51bGx9LCJEYXRlU3R5bGUiOnsiJGlkIjoiNTcxIiwiRm9udFNldHRpbmdzIjp7IiRpZCI6IjU3MiIsIkZvbnRTaXplIjoxMCwiRm9udE5hbWUiOiJDYWxpYnJpIiwiSXNCb2xkIjpmYWxzZSwiSXNJdGFsaWMiOmZhbHNlLCJJc1VuZGVybGluZWQiOmZhbHNlLCJQYXJlbnRTdHlsZSI6bnVsbH0sIkF1dG9TaXplIjowLCJGb3JlZ3JvdW5kIjp7IiRpZCI6IjU3MyIsIkNvbG9yIjp7IiRpZCI6IjU3N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c4In0sIlBhZGRpbmciOnsiJHJlZiI6Ijc5In0sIkJhY2tncm91bmQiOnsiJGlkIjoiNTc1IiwiQ29sb3IiOnsiJGlkIjoiNTc2IiwiQSI6MCwiUiI6MjU1LCJHIjoyNTUsIkIiOjI1NX19LCJJc1Zpc2libGUiOmZhbHNlLCJXaWR0aCI6MC4wLCJIZWlnaHQiOjAuMCwiQm9yZGVyU3R5bGUiOm51bGwsIlBhcmVudFN0eWxlIjpudWxsfSwiRGF0ZUZvcm1hdCI6eyIkcmVmIjoiMjY1In0sIldlZWtOdW1iZXJpbmciOnsiJGlkIjoiNTc3IiwiRm9ybWF0IjowLCJJc1Zpc2libGUiOmZhbHNlLCJMYXN0S25vd25WaXNpYmlsaXR5U3RhdGUiOmZhbHNlfSwiSXNWaXNpYmxlIjpmYWxzZSwiUGFyZW50U3R5bGUiOm51bGx9LCJIeXBlcmxpbmsiOm51bGwsIkltcG9ydElkIjoiMSJ9XX0seyIkaWQiOiI1NzgiLCJJZCI6IjI0MWRjZDFlLTMyNjQtNDJhZC1hODA0LTRkYTI2OTczMGEzZSIsIkluZGV4IjozLCJIZWFkZXJUZXh0IjoiVGhhaWxhbmQiLCJTdHlsZSI6eyIkaWQiOiI1NzkiLCJIZWFkZXJTdHlsZSI6eyIkaWQiOiI1ODAiLCJUZXh0U3R5bGUiOnsiJGlkIjoiNTgxIiwiRm9udFNldHRpbmdzIjp7IiRpZCI6IjU4MiIsIkZvbnRTaXplIjoxMiwiRm9udE5hbWUiOiJDYWxpYnJpIiwiSXNCb2xkIjp0cnVlLCJJc0l0YWxpYyI6ZmFsc2UsIklzVW5kZXJsaW5lZCI6ZmFsc2UsIlBhcmVudFN0eWxlIjpudWxsfSwiQXV0b1NpemUiOjAsIkZvcmVncm91bmQiOnsiJGlkIjoiNTgzIiwiQ29sb3IiOnsiJGlkIjoiNTg0IiwiQSI6MjU1LCJSIjoyMywiRyI6MzAsIkIiOjM2fX0sIk1heFdpZHRoIjowLjAsIk1heEhlaWdodCI6MC4wLCJTbWFydEZvcmVncm91bmRJc0FjdGl2ZSI6ZmFsc2UsIkhvcml6b250YWxBbGlnbm1lbnQiOjAsIlZlcnRpY2FsQWxpZ25tZW50IjowLCJTbWFydEZvcmVncm91bmQiOm51bGwsIkJhY2tncm91bmRGaWxsVHlwZSI6MCwiTWFyZ2luIjp7IiRpZCI6IjU4NSIsIlRvcCI6MCwiTGVmdCI6MCwiUmlnaHQiOjAsIkJvdHRvbSI6MH0sIlBhZGRpbmciOnsiJGlkIjoiNTg2IiwiVG9wIjowLCJMZWZ0IjowLCJSaWdodCI6MCwiQm90dG9tIjowfSwiQmFja2dyb3VuZCI6bnVsbCwiSXNWaXNpYmxlIjpmYWxzZSwiV2lkdGgiOjAuMCwiSGVpZ2h0IjowLjAsIkJvcmRlclN0eWxlIjpudWxsLCJQYXJlbnRTdHlsZSI6bnVsbH0sIlJlY3RhbmdsZVN0eWxlIjp7IiRpZCI6IjU4NyIsIk1hcmdpbiI6eyIkaWQiOiI1ODgiLCJUb3AiOjAsIkxlZnQiOjAsIlJpZ2h0IjowLCJCb3R0b20iOjB9LCJQYWRkaW5nIjp7IiRpZCI6IjU4OSIsIlRvcCI6MCwiTGVmdCI6MCwiUmlnaHQiOjAsIkJvdHRvbSI6MH0sIkJhY2tncm91bmQiOnsiJGlkIjoiNTkwIiwiQ29sb3IiOnsiJGlkIjoiNTkxIiwiQSI6MjU1LCJSIjo2OCwiRyI6MTE0LCJCIjoxOTZ9fSwiSXNWaXNpYmxlIjpmYWxzZSwiV2lkdGgiOjAuMCwiSGVpZ2h0IjowLjAsIkJvcmRlclN0eWxlIjp7IiRpZCI6IjU5MiIsIkxpbmVDb2xvciI6eyIkaWQiOiI1OTMiLCIkdHlwZSI6Ik5MUkUuQ29tbW9uLkRvbS5Tb2xpZENvbG9yQnJ1c2gsIE5MUkUuQ29tbW9uIiwiQ29sb3IiOnsiJGlkIjoiNTk0IiwiQSI6MjU1LCJSIjoyMywiRyI6MzAsIkIiOjM2fX0sIkxpbmVXZWlnaHQiOjAuMCwiTGluZVR5cGUiOjAsIlBhcmVudFN0eWxlIjpudWxsfSwiUGFyZW50U3R5bGUiOm51bGx9LCJNYXJnaW4iOnsiJGlkIjoiNTk1IiwiVG9wIjowLCJMZWZ0IjowLCJSaWdodCI6MCwiQm90dG9tIjowfSwiUGFkZGluZyI6eyIkaWQiOiI1OTYiLCJUb3AiOjAsIkxlZnQiOjAsIlJpZ2h0IjowLCJCb3R0b20iOjB9LCJCYWNrZ3JvdW5kIjpudWxsLCJJc1Zpc2libGUiOnRydWUsIldpZHRoIjowLjAsIkhlaWdodCI6MC4wLCJCb3JkZXJTdHlsZSI6bnVsbCwiUGFyZW50U3R5bGUiOm51bGx9LCJCYWNrZ3JvdW5kU3R5bGUiOnsiJGlkIjoiNTk3IiwiTWFyZ2luIjp7IiRpZCI6IjU5OCIsIlRvcCI6MCwiTGVmdCI6MCwiUmlnaHQiOjAsIkJvdHRvbSI6MH0sIlBhZGRpbmciOnsiJGlkIjoiNTk5IiwiVG9wIjowLCJMZWZ0IjowLCJSaWdodCI6MCwiQm90dG9tIjowfSwiQmFja2dyb3VuZCI6eyIkaWQiOiI2MDAiLCJDb2xvciI6eyIkaWQiOiI2MDEiLCJBIjozOCwiUiI6MCwiRyI6MTE0LCJCIjoxODh9fSwiSXNWaXNpYmxlIjp0cnVlLCJXaWR0aCI6MC4wLCJIZWlnaHQiOjAuMCwiQm9yZGVyU3R5bGUiOnsiJGlkIjoiNjAyIiwiTGluZUNvbG9yIjp7IiRpZCI6IjYwMyIsIiR0eXBlIjoiTkxSRS5Db21tb24uRG9tLlNvbGlkQ29sb3JCcnVzaCwgTkxSRS5Db21tb24iLCJDb2xvciI6eyIkaWQiOiI2MDQiLCJBIjoyNTUsIlIiOjIwOCwiRyI6MjA2LCJCIjoyMDZ9fSwiTGluZVdlaWdodCI6MC4wLCJMaW5lVHlwZSI6MCwiUGFyZW50U3R5bGUiOm51bGx9LCJQYXJlbnRTdHlsZSI6bnVsbH0sIklzQWJvdmVUaW1lYmFuZCI6ZmFsc2UsIk1hcmdpbiI6eyIkaWQiOiI2MDUiLCJUb3AiOjAsIkxlZnQiOjAsIlJpZ2h0IjowLCJCb3R0b20iOjB9LCJQYWRkaW5nIjp7IiRpZCI6IjYwNiIsIlRvcCI6MCwiTGVmdCI6MCwiUmlnaHQiOjAsIkJvdHRvbSI6MH0sIklzVmlzaWJsZSI6dHJ1ZSwiV2lkdGgiOjAuMCwiSGVpZ2h0IjowLjAsIkJvcmRlclN0eWxlIjpudWxsLCJQYXJlbnRTdHlsZSI6bnVsbH0sIlRhc2tzIjpbXSwiTWlsZXN0b25lcyI6W3siJGlkIjoiNjA3IiwiSWQiOiI3NmIzMzBjNS1lMDMwLTQ0ZTAtYWJmYS0wMDRlNWYyOTNlMWUiLCJJbmRleCI6MCwiR3JvdXBJZCI6bnVsbCwiVGl0bGUiOiJVc2UgQ2FzZXMgdGJkIiwiRGF0ZVRpbWUiOiIyMDIyLTA1LTE1VDIzOjU5OjAwIiwiUGVyY2VudGFnZUNvbXBsZXRlIjpudWxsLCJOb3RlIjpudWxsLCJTdHlsZSI6eyIkaWQiOiI2MDgiLCJUaXRsZVBvc2l0aW9uIjoiTGVmdCIsIkRhdGVQb3NpdGlvbiI6IkxlZnQiLCJTaGFwZVR5cGUiOjEzLCJTaGFwZVNpemUiOjEsIlNoYXBlU3R5bGUiOnsiJGlkIjoiNjA5IiwiTWFyZ2luIjp7IiRyZWYiOiI2MCJ9LCJQYWRkaW5nIjp7IiRyZWYiOiI2MSJ9LCJCYWNrZ3JvdW5kIjp7IiRpZCI6IjYxMCIsIkNvbG9yIjp7IiRpZCI6IjYxMSIsIkEiOjI1NSwiUiI6NjgsIkciOjExNCwiQiI6MTk2fX0sIklzVmlzaWJsZSI6dHJ1ZSwiV2lkdGgiOjE4LjAsIkhlaWdodCI6MjAuMCwiQm9yZGVyU3R5bGUiOnsiJGlkIjoiNjEyIiwiTGluZUNvbG9yIjp7IiRyZWYiOiI2NSJ9LCJMaW5lV2VpZ2h0IjowLjAsIkxpbmVUeXBlIjowLCJQYXJlbnRTdHlsZSI6bnVsbH0sIlBhcmVudFN0eWxlIjpudWxsfSwiVGl0bGVTdHlsZSI6eyIkaWQiOiI2MTMiLCJGb250U2V0dGluZ3MiOnsiJGlkIjoiNjE0IiwiRm9udFNpemUiOjExLCJGb250TmFtZSI6IkNhbGlicmkiLCJJc0JvbGQiOnRydWUsIklzSXRhbGljIjpmYWxzZSwiSXNVbmRlcmxpbmVkIjpmYWxzZSwiUGFyZW50U3R5bGUiOm51bGx9LCJBdXRvU2l6ZSI6MCwiRm9yZWdyb3VuZCI6eyIkaWQiOiI2MTUiLCJDb2xvciI6eyIkaWQiOiI2MTYiLCJBIjoyNTUsIlIiOjI1NSwiRyI6MjU1LCJCIjoyNTV9fSwiTWF4V2lkdGgiOjIwMC4wLCJNYXhIZWlnaHQiOiJJbmZpbml0eSIsIlNtYXJ0Rm9yZWdyb3VuZElzQWN0aXZlIjpmYWxzZSwiSG9yaXpvbnRhbEFsaWdubWVudCI6MiwiVmVydGljYWxBbGlnbm1lbnQiOjAsIlNtYXJ0Rm9yZWdyb3VuZCI6bnVsbCwiQmFja2dyb3VuZEZpbGxUeXBlIjowLCJNYXJnaW4iOnsiJHJlZiI6IjcxIn0sIlBhZGRpbmciOnsiJHJlZiI6IjcyIn0sIkJhY2tncm91bmQiOnsiJGlkIjoiNjE3IiwiQ29sb3IiOnsiJGlkIjoiNjE4IiwiQSI6MCwiUiI6MjU1LCJHIjoyNTUsIkIiOjI1NX19LCJJc1Zpc2libGUiOnRydWUsIldpZHRoIjowLjAsIkhlaWdodCI6MC4wLCJCb3JkZXJTdHlsZSI6bnVsbCwiUGFyZW50U3R5bGUiOm51bGx9LCJEYXRlU3R5bGUiOnsiJGlkIjoiNjE5IiwiRm9udFNldHRpbmdzIjp7IiRpZCI6IjYyMCIsIkZvbnRTaXplIjoxMCwiRm9udE5hbWUiOiJDYWxpYnJpIiwiSXNCb2xkIjpmYWxzZSwiSXNJdGFsaWMiOmZhbHNlLCJJc1VuZGVybGluZWQiOmZhbHNlLCJQYXJlbnRTdHlsZSI6bnVsbH0sIkF1dG9TaXplIjowLCJGb3JlZ3JvdW5kIjp7IiRpZCI6IjYyMSIsIkNvbG9yIjp7IiRpZCI6IjYyM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c4In0sIlBhZGRpbmciOnsiJHJlZiI6Ijc5In0sIkJhY2tncm91bmQiOnsiJGlkIjoiNjIzIiwiQ29sb3IiOnsiJGlkIjoiNjI0IiwiQSI6MCwiUiI6MjU1LCJHIjoyNTUsIkIiOjI1NX19LCJJc1Zpc2libGUiOmZhbHNlLCJXaWR0aCI6MC4wLCJIZWlnaHQiOjAuMCwiQm9yZGVyU3R5bGUiOm51bGwsIlBhcmVudFN0eWxlIjpudWxsfSwiRGF0ZUZvcm1hdCI6eyIkcmVmIjoiMjY1In0sIldlZWtOdW1iZXJpbmciOnsiJGlkIjoiNjI1IiwiRm9ybWF0IjowLCJJc1Zpc2libGUiOmZhbHNlLCJMYXN0S25vd25WaXNpYmlsaXR5U3RhdGUiOmZhbHNlfSwiSXNWaXNpYmxlIjpmYWxzZSwiUGFyZW50U3R5bGUiOm51bGx9LCJIeXBlcmxpbmsiOm51bGwsIkltcG9ydElkIjoiMSJ9XX0seyIkaWQiOiI2MjYiLCJJZCI6ImRmMTg5ZDEyLWY4M2UtNDY4ZC1hMTFiLTE3NDg1NzYwYTYyNSIsIkluZGV4Ijo0LCJIZWFkZXJUZXh0IjoiQU5BIiwiU3R5bGUiOnsiJGlkIjoiNjI3IiwiSGVhZGVyU3R5bGUiOnsiJGlkIjoiNjI4IiwiVGV4dFN0eWxlIjp7IiRpZCI6IjYyOSIsIkZvbnRTZXR0aW5ncyI6eyIkaWQiOiI2MzAiLCJGb250U2l6ZSI6MTIsIkZvbnROYW1lIjoiQ2FsaWJyaSIsIklzQm9sZCI6dHJ1ZSwiSXNJdGFsaWMiOmZhbHNlLCJJc1VuZGVybGluZWQiOmZhbHNlLCJQYXJlbnRTdHlsZSI6bnVsbH0sIkF1dG9TaXplIjowLCJGb3JlZ3JvdW5kIjp7IiRpZCI6IjYzMSIsIkNvbG9yIjp7IiRpZCI6IjYzMiIsIkEiOjI1NSwiUiI6NTEsIkciOjMwLCJCIjoyOH19LCJNYXhXaWR0aCI6MC4wLCJNYXhIZWlnaHQiOjAuMCwiU21hcnRGb3JlZ3JvdW5kSXNBY3RpdmUiOmZhbHNlLCJIb3Jpem9udGFsQWxpZ25tZW50IjowLCJWZXJ0aWNhbEFsaWdubWVudCI6MCwiU21hcnRGb3JlZ3JvdW5kIjpudWxsLCJCYWNrZ3JvdW5kRmlsbFR5cGUiOjAsIk1hcmdpbiI6eyIkaWQiOiI2MzMiLCJUb3AiOjAsIkxlZnQiOjAsIlJpZ2h0IjowLCJCb3R0b20iOjB9LCJQYWRkaW5nIjp7IiRpZCI6IjYzNCIsIlRvcCI6MCwiTGVmdCI6MCwiUmlnaHQiOjAsIkJvdHRvbSI6MH0sIkJhY2tncm91bmQiOm51bGwsIklzVmlzaWJsZSI6ZmFsc2UsIldpZHRoIjowLjAsIkhlaWdodCI6MC4wLCJCb3JkZXJTdHlsZSI6bnVsbCwiUGFyZW50U3R5bGUiOm51bGx9LCJSZWN0YW5nbGVTdHlsZSI6eyIkaWQiOiI2MzUiLCJNYXJnaW4iOnsiJGlkIjoiNjM2IiwiVG9wIjowLCJMZWZ0IjowLCJSaWdodCI6MCwiQm90dG9tIjowfSwiUGFkZGluZyI6eyIkaWQiOiI2MzciLCJUb3AiOjAsIkxlZnQiOjAsIlJpZ2h0IjowLCJCb3R0b20iOjB9LCJCYWNrZ3JvdW5kIjp7IiRpZCI6IjYzOCIsIkNvbG9yIjp7IiRpZCI6IjYzOSIsIkEiOjI1NSwiUiI6MTY1LCJHIjoxNjUsIkIiOjE2NX19LCJJc1Zpc2libGUiOmZhbHNlLCJXaWR0aCI6MC4wLCJIZWlnaHQiOjAuMCwiQm9yZGVyU3R5bGUiOnsiJGlkIjoiNjQwIiwiTGluZUNvbG9yIjp7IiRpZCI6IjY0MSIsIiR0eXBlIjoiTkxSRS5Db21tb24uRG9tLlNvbGlkQ29sb3JCcnVzaCwgTkxSRS5Db21tb24iLCJDb2xvciI6eyIkaWQiOiI2NDIiLCJBIjoyNTUsIlIiOjUxLCJHIjozMCwiQiI6Mjh9fSwiTGluZVdlaWdodCI6MC4wLCJMaW5lVHlwZSI6MCwiUGFyZW50U3R5bGUiOm51bGx9LCJQYXJlbnRTdHlsZSI6bnVsbH0sIk1hcmdpbiI6eyIkaWQiOiI2NDMiLCJUb3AiOjAsIkxlZnQiOjAsIlJpZ2h0IjowLCJCb3R0b20iOjB9LCJQYWRkaW5nIjp7IiRpZCI6IjY0NCIsIlRvcCI6MCwiTGVmdCI6MCwiUmlnaHQiOjAsIkJvdHRvbSI6MH0sIkJhY2tncm91bmQiOm51bGwsIklzVmlzaWJsZSI6dHJ1ZSwiV2lkdGgiOjAuMCwiSGVpZ2h0IjowLjAsIkJvcmRlclN0eWxlIjpudWxsLCJQYXJlbnRTdHlsZSI6bnVsbH0sIkJhY2tncm91bmRTdHlsZSI6eyIkaWQiOiI2NDUiLCJNYXJnaW4iOnsiJGlkIjoiNjQ2IiwiVG9wIjowLCJMZWZ0IjowLCJSaWdodCI6MCwiQm90dG9tIjowfSwiUGFkZGluZyI6eyIkaWQiOiI2NDciLCJUb3AiOjAsIkxlZnQiOjAsIlJpZ2h0IjowLCJCb3R0b20iOjB9LCJCYWNrZ3JvdW5kIjp7IiRpZCI6IjY0OCIsIkNvbG9yIjp7IiRpZCI6IjY0OSIsIkEiOjM4LCJSIjoxNjUsIkciOjE2NSwiQiI6MTY1fX0sIklzVmlzaWJsZSI6dHJ1ZSwiV2lkdGgiOjAuMCwiSGVpZ2h0IjowLjAsIkJvcmRlclN0eWxlIjp7IiRpZCI6IjY1MCIsIkxpbmVDb2xvciI6eyIkaWQiOiI2NTEiLCIkdHlwZSI6Ik5MUkUuQ29tbW9uLkRvbS5Tb2xpZENvbG9yQnJ1c2gsIE5MUkUuQ29tbW9uIiwiQ29sb3IiOnsiJGlkIjoiNjUyIiwiQSI6MjU1LCJSIjoyMDgsIkciOjIwNiwiQiI6MjA2fX0sIkxpbmVXZWlnaHQiOjAuMCwiTGluZVR5cGUiOjAsIlBhcmVudFN0eWxlIjpudWxsfSwiUGFyZW50U3R5bGUiOm51bGx9LCJJc0Fib3ZlVGltZWJhbmQiOmZhbHNlLCJNYXJnaW4iOnsiJGlkIjoiNjUzIiwiVG9wIjowLCJMZWZ0IjowLCJSaWdodCI6MCwiQm90dG9tIjowfSwiUGFkZGluZyI6eyIkaWQiOiI2NTQiLCJUb3AiOjAsIkxlZnQiOjAsIlJpZ2h0IjowLCJCb3R0b20iOjB9LCJJc1Zpc2libGUiOnRydWUsIldpZHRoIjowLjAsIkhlaWdodCI6MC4wLCJCb3JkZXJTdHlsZSI6bnVsbCwiUGFyZW50U3R5bGUiOm51bGx9LCJUYXNrcyI6W10sIk1pbGVzdG9uZXMiOlt7IiRpZCI6IjY1NSIsIklkIjoiNThmYWMxNDYtNmJhNS00ZmJmLWJhMzMtYWM1ZmU2OTA2NmE4IiwiSW5kZXgiOjAsIkdyb3VwSWQiOm51bGwsIlRpdGxlIjoiVXNlIENhc2VzIHRiZCIsIkRhdGVUaW1lIjoiMjAyMS0xMS0xNVQyMzo1OTowMCIsIlBlcmNlbnRhZ2VDb21wbGV0ZSI6bnVsbCwiTm90ZSI6bnVsbCwiU3R5bGUiOnsiJGlkIjoiNjU2IiwiVGl0bGVQb3NpdGlvbiI6IkxlZnQiLCJEYXRlUG9zaXRpb24iOiJMZWZ0IiwiU2hhcGVUeXBlIjo1LCJTaGFwZVNpemUiOjEsIlNoYXBlU3R5bGUiOnsiJGlkIjoiNjU3IiwiTWFyZ2luIjp7IiRyZWYiOiI2MCJ9LCJQYWRkaW5nIjp7IiRyZWYiOiI2MSJ9LCJCYWNrZ3JvdW5kIjp7IiRpZCI6IjY1OCIsIkNvbG9yIjp7IiRpZCI6IjY1OSIsIkEiOjI1NSwiUiI6MTY1LCJHIjoxNjUsIkIiOjE2NX19LCJJc1Zpc2libGUiOnRydWUsIldpZHRoIjoxOC4wLCJIZWlnaHQiOjIwLjAsIkJvcmRlclN0eWxlIjp7IiRpZCI6IjY2MCIsIkxpbmVDb2xvciI6eyIkcmVmIjoiNjUifSwiTGluZVdlaWdodCI6MC4wLCJMaW5lVHlwZSI6MCwiUGFyZW50U3R5bGUiOm51bGx9LCJQYXJlbnRTdHlsZSI6bnVsbH0sIlRpdGxlU3R5bGUiOnsiJGlkIjoiNjYxIiwiRm9udFNldHRpbmdzIjp7IiRpZCI6IjY2MiIsIkZvbnRTaXplIjoxMSwiRm9udE5hbWUiOiJDYWxpYnJpIiwiSXNCb2xkIjp0cnVlLCJJc0l0YWxpYyI6ZmFsc2UsIklzVW5kZXJsaW5lZCI6ZmFsc2UsIlBhcmVudFN0eWxlIjpudWxsfSwiQXV0b1NpemUiOjAsIkZvcmVncm91bmQiOnsiJGlkIjoiNjYzIiwiQ29sb3IiOnsiJGlkIjoiNjY0IiwiQSI6MjU1LCJSIjoyNTUsIkciOjI1NSwiQiI6MjU1fX0sIk1heFdpZHRoIjoyMDAuMCwiTWF4SGVpZ2h0IjoiSW5maW5pdHkiLCJTbWFydEZvcmVncm91bmRJc0FjdGl2ZSI6ZmFsc2UsIkhvcml6b250YWxBbGlnbm1lbnQiOjIsIlZlcnRpY2FsQWxpZ25tZW50IjowLCJTbWFydEZvcmVncm91bmQiOm51bGwsIkJhY2tncm91bmRGaWxsVHlwZSI6MCwiTWFyZ2luIjp7IiRyZWYiOiI3MSJ9LCJQYWRkaW5nIjp7IiRyZWYiOiI3MiJ9LCJCYWNrZ3JvdW5kIjp7IiRpZCI6IjY2NSIsIkNvbG9yIjp7IiRpZCI6IjY2NiIsIkEiOjAsIlIiOjI1NSwiRyI6MjU1LCJCIjoyNTV9fSwiSXNWaXNpYmxlIjp0cnVlLCJXaWR0aCI6MC4wLCJIZWlnaHQiOjAuMCwiQm9yZGVyU3R5bGUiOm51bGwsIlBhcmVudFN0eWxlIjpudWxsfSwiRGF0ZVN0eWxlIjp7IiRpZCI6IjY2NyIsIkZvbnRTZXR0aW5ncyI6eyIkaWQiOiI2NjgiLCJGb250U2l6ZSI6MTAsIkZvbnROYW1lIjoiQ2FsaWJyaSIsIklzQm9sZCI6ZmFsc2UsIklzSXRhbGljIjpmYWxzZSwiSXNVbmRlcmxpbmVkIjpmYWxzZSwiUGFyZW50U3R5bGUiOm51bGx9LCJBdXRvU2l6ZSI6MCwiRm9yZWdyb3VuZCI6eyIkaWQiOiI2NjkiLCJDb2xvciI6eyIkaWQiOiI2NzA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yZWYiOiI3OCJ9LCJQYWRkaW5nIjp7IiRyZWYiOiI3OSJ9LCJCYWNrZ3JvdW5kIjp7IiRpZCI6IjY3MSIsIkNvbG9yIjp7IiRpZCI6IjY3MiIsIkEiOjAsIlIiOjI1NSwiRyI6MjU1LCJCIjoyNTV9fSwiSXNWaXNpYmxlIjpmYWxzZSwiV2lkdGgiOjAuMCwiSGVpZ2h0IjowLjAsIkJvcmRlclN0eWxlIjpudWxsLCJQYXJlbnRTdHlsZSI6bnVsbH0sIkRhdGVGb3JtYXQiOnsiJHJlZiI6IjI2NSJ9LCJXZWVrTnVtYmVyaW5nIjp7IiRpZCI6IjY3MyIsIkZvcm1hdCI6MCwiSXNWaXNpYmxlIjpmYWxzZSwiTGFzdEtub3duVmlzaWJpbGl0eVN0YXRlIjpmYWxzZX0sIklzVmlzaWJsZSI6ZmFsc2UsIlBhcmVudFN0eWxlIjpudWxsfSwiSHlwZXJsaW5rIjpudWxsLCJJbXBvcnRJZCI6IjEifV19XSwiTXNQcm9qZWN0SXRlbXNUcmVlIjp7IiRpZCI6IjY3NCIsIlJvb3QiOnsiSW1wb3J0SWQiOm51bGwsIklzSW1wb3J0ZWQiOmZhbHNlLCJDaGlsZHJlbiI6W119fSwiTWV0YWRhdGEiOnsiJGlkIjoiNjc1IiwiRXhjZWxTaGVldE5hbWUiOiJtaWxlc3RvbmVzIiwiSXRlbXNUaXRsZXMiOiJbXCJXZWxjb21lIE1lc3NhZ2VcIixcIkFEUiBSZXF1aXJlbWVudHMgUmVtaW5kZXJcIixcIkFEUiBSZXF1aXJlbWVudHMgUmVpbmZvcmNlbWVudFwiLFwiUEMgUHVyY2hhc2UgRW5jb3VyYWdlbWVudFwiLFwiUEMgQ2FydCBSZW1pbmRlclwiLFwiQURTIERvd25saW5lIEVuY291cmFnZW1lbnRcIixcIlVub3BlbmVkIFJlZGVwbG95bWVudFwiLFwiVXNlIENhc2VzIHRiZFwiLFwiSW1wcm92ZSBBY3RpdmF0aW9uIFJhdGVcIixcIkltcHJvdmUgQ3VzdG9tZXIgTG95YWx0eVwiLFwiTmV3IFByaXZpbGVnZSBNZW1iZXJzIFJlbmV3YWwgUmF0ZVwiLFwiTElORSAoUHJvbW90ZSBOdXRyaWxpdGUgU2FsZXMpXCIsXCJVc2UgQ2FzZXMgdGJkXCIsXCJVc2UgQ2FzZXMgdGJkXCIsXCJVc2UgQ2FzZXMgdGJkXCJdIiwiSXRlbXNTd2ltbGFuZXMiOiJbXCJTd2ltbGFuZVwiLFwiSW5kaWFcIixcIkluZGlhXCIsXCJJbmRpYVwiLFwiSW5kaWFcIixcIkluZGlhXCIsXCJJbmRpYVwiLFwiSW5kaWFcIixcIlRhaXdhblwiLFwiVGFpd2FuXCIsXCJUYWl3YW5cIixcIlRhaXdhblwiLFwiSmFwYW5cIixcIlRoYWlsYW5kXCIsXCJBTkFcIl0iLCJDb2x1bW5zTWFwcGluZyI6IntcIiRpZFwiOlwiMVwiLFwiU3dpbWxhbmVUaXRsZUNvbHVtbk5hbWVcIjpcIkNvbHVtbjBcIixcIlN3aW1sYW5lVGl0bGVGcmllbmRseUNvbHVtbk5hbWVcIjpcIlN3aW1sYW5lXCIsXCJUaXRsZUNvbHVtbk5hbWVcIjpcIkNvbHVtbjFcIixcIlRpdGxlRnJpZW5kbHlDb2x1bW5OYW1lXCI6XCJNaWxlc3RvbmUvVGFzayBUaXRsZVwiLFwiU3RhcnREYXRlQ29sdW1uTmFtZVwiOlwiQ29sdW1uMlwiLFwiU3RhcnREYXRlRnJpZW5kbHlDb2x1bW5OYW1lXCI6XCJTdGFydCBkYXRlXCIsXCJFbmREYXRlQ29sdW1uTmFtZVwiOlwiQ29sdW1uM1wiLFwiRW5kRGF0ZUZyaWVuZGx5Q29sdW1uTmFtZVwiOlwiRW5kIGRhdGVcIixcIlBlcmNlbnRhZ2VDb2x1bW5OYW1lXCI6XCJDb2x1bW40XCIsXCJQZXJjZW50YWdlRnJpZW5kbHlDb2x1bW5OYW1lXCI6XCIlIENvbXBsZXRlXCIsXCJOb3RlQ29sdW1uTmFtZVwiOm51bGwsXCJOb3RlRnJpZW5kbHlDb2x1bW5OYW1lXCI6bnVsbCxcIkhlYWRlclJvd0luZGV4XCI6MH0iLCJIZWFkZXJSb3ciOiJbXCJTd2ltbGFuZVwiLFwiTWlsZXN0b25lL1Rhc2sgVGl0bGVcIixcIlN0YXJ0IGRhdGVcIixcIkVuZCBkYXRlXCIsXCIlIENvbXBsZXRlXCJdIiwiVXBkYXRlU2NhbGVGb3JJbXBvcnRlZFRpbWVsaW5lIjoiRmFsc2UifSwiU2V0dGluZ3MiOnsiJGlkIjoiNjc2IiwiSW1wYU9wdGlvbnMiOnsiJGlkIjoiNjc3IiwiTGVmdFRvUmlnaHQiOmZhbHNlLCJQYXlsb2FkT3B0aW9ucyI6Mn0sIlVzZUNvbXByZXNzaW9uIjpmYWxzZSwiQ29tcHJlc2lvblBlcmNlbnRhZ2UiOjUwLjAsIkluYWN0aXZlSW50ZXJ2YWxXaWR0aFRocmVzaG9sZCI6MzAuMCwiSW5hY3RpdmVJbnRlcnZhbFdpZHRoIjoxLjAsIlNwbGl0VGFza3MiOmZhbHNlLCJVc2VDbHVzdGVyIjpmYWxzZSwiRXBzaWxvbiI6NS4wLCJNaW5Qb2ludHNUb0Zvcm1BQ2x1c3RlciI6MiwiR2VuZXJhdGVJbnZpc2libGVTaGFwZXMiOmZhbHNlLCJTbWFydFRpbWVsaW5lVGFza1BlcmNlbnRhZ2VGaXQiOmZhbHNlfSwiSXNOZXciOmZhbHNlLCJJbXBvcnRUeXBlIjo0LCJGaWxlUGF0aCI6Ilc6XFxVc2UgQ2FzZXNcXFVzZSBDYXNlIFRyYWNrZXIueGxzeCIsIlRpbWVDb25maWd1cmF0aW9uIjp7IiRpZCI6IjY3OCIsIlVzZVRpbWUiOmZhbHNlLCJXb3JrRGF5U3RhcnQiOiIwMDowMDowMCIsIldvcmtEYXlFbmQiOiIyMzo1OTowMCJ9LCJMYXN0VXNlZFRlbXBsYXRlSWQiOiI5NjUzZWY3Ni00YmE3LTQ2MDYtYTk5Ni1lY2Q4YTMxZjc2NzIiLCJGaXJzdFdlZWtPZlllYXIiOjB9"/>
  <p:tag name="__MASTER" val="__part_0"/>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ELAPSEDSTYLE" val="Hide"/>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TODAYPOSITION" val="Hide"/>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__PART_0" val="eyIkaWQiOiIxIiwiQ3VsdHVyZUluZm9OYW1lIjoiZW4tVVMiLCJTdHlsZU5hbWUiOm51bGwsIlZlcnNpb24iOnsiJGlkIjoiMiIsIlZlcnNpb24iOiIzLjMuMiIsIk9yaWdpbmFsQXNzZW1ibHlWZXJzaW9uIjpudWxsLCJFZGl0aW9uIjoiUHJvIiwiSXNQbHVzRWRpdGlvbiI6dHJ1ZSwiSXNQcm9FZGl0aW9uIjp0cnVlfSwiRWZmZWN0IjowLCJTdHlsZSI6eyIkaWQiOiIzIiwiVGltZWJhbmRTdHlsZSI6eyIkaWQiOiI0IiwiU2NhbGVNYXJraW5nIjowLCJTaGFwZSI6MTcsIlNoYXBlU3R5bGUiOnsiJGlkIjoiNSIsIk1hcmdpbiI6eyIkaWQiOiI2IiwiVG9wIjowLCJMZWZ0IjoxMCwiUmlnaHQiOjEwLCJCb3R0b20iOjB9LCJQYWRkaW5nIjp7IiRpZCI6IjciLCJUb3AiOjUsIkxlZnQiOjEzLCJSaWdodCI6MTMsIkJvdHRvbSI6NX0sIkJhY2tncm91bmQiOnsiJGlkIjoiOCIsIkNvbG9yIjp7IiRpZCI6IjkiLCJBIjoyNTUsIlIiOjE2NSwiRyI6MTY1LCJCIjoxNjV9fSwiSXNWaXNpYmxlIjp0cnVlLCJXaWR0aCI6ODU4LjAsIkhlaWdodCI6MzAuMCwiQm9yZGVyU3R5bGUiOnsiJGlkIjoiMTAiLCJMaW5lQ29sb3IiOnsiJGlkIjoiMTEiLCIkdHlwZSI6Ik5MUkUuQ29tbW9uLkRvbS5Tb2xpZENvbG9yQnJ1c2gsIE5MUkUuQ29tbW9uIiwiQ29sb3IiOnsiJGlkIjoiMTIiLCJBIjoyNTUsIlIiOjI1NSwiRyI6MCwiQiI6MH19LCJMaW5lV2VpZ2h0IjowLjAsIkxpbmVUeXBlIjowLCJQYXJlbnRTdHlsZSI6bnVsbH0sIlBhcmVudFN0eWxlIjpudWxsfSwiUmlnaHRFbmRDYXBzU3R5bGUiOnsiJGlkIjoiMTMiLCJGb250U2V0dGluZ3MiOnsiJGlkIjoiMTQiLCJGb250U2l6ZSI6MTgsIkZvbnROYW1lIjoiQ2FsaWJyaSIsIklzQm9sZCI6dHJ1ZSwiSXNJdGFsaWMiOmZhbHNlLCJJc1VuZGVybGluZWQiOmZhbHNlLCJQYXJlbnRTdHlsZSI6bnVsbH0sIkF1dG9TaXplIjowLCJGb3JlZ3JvdW5kIjp7IiRpZCI6IjE1IiwiQ29sb3IiOnsiJGlkIjoiMTYiLCJBIjoyNTUsIlIiOjE2NSwiRyI6MTY1LCJCIjoxNjV9fSwiTWF4V2lkdGgiOiJJbmZpbml0eSIsIk1heEhlaWdodCI6IkluZmluaXR5IiwiU21hcnRGb3JlZ3JvdW5kSXNBY3RpdmUiOmZhbHNlLCJIb3Jpem9udGFsQWxpZ25tZW50IjowLCJWZXJ0aWNhbEFsaWdubWVudCI6MCwiU21hcnRGb3JlZ3JvdW5kIjpudWxsLCJCYWNrZ3JvdW5kRmlsbFR5cGUiOjAsIk1hcmdpbiI6eyIkaWQiOiIxNyIsIlRvcCI6MCwiTGVmdCI6MCwiUmlnaHQiOjIwLCJCb3R0b20iOjB9LCJQYWRkaW5nIjp7IiRpZCI6IjE4IiwiVG9wIjowLCJMZWZ0IjowLCJSaWdodCI6MCwiQm90dG9tIjowfSwiQmFja2dyb3VuZCI6eyIkaWQiOiIxOSIsIkNvbG9yIjp7IiRpZCI6IjIwIiwiQSI6ODksIlIiOjAsIkciOjAsIkIiOjB9fSwiSXNWaXNpYmxlIjpmYWxzZSwiV2lkdGgiOjAuMCwiSGVpZ2h0IjowLjAsIkJvcmRlclN0eWxlIjpudWxsLCJQYXJlbnRTdHlsZSI6bnVsbH0sIkxlZnRFbmRDYXBzU3R5bGUiOnsiJGlkIjoiMjEiLCJGb250U2V0dGluZ3MiOnsiJGlkIjoiMjIiLCJGb250U2l6ZSI6MTgsIkZvbnROYW1lIjoiQ2FsaWJyaSIsIklzQm9sZCI6dHJ1ZSwiSXNJdGFsaWMiOmZhbHNlLCJJc1VuZGVybGluZWQiOmZhbHNlLCJQYXJlbnRTdHlsZSI6bnVsbH0sIkF1dG9TaXplIjowLCJGb3JlZ3JvdW5kIjp7IiRpZCI6IjIzIiwiQ29sb3IiOnsiJGlkIjoiMjQiLCJBIjoyNTUsIlIiOjE2NSwiRyI6MTY1LCJCIjoxNjV9fSwiTWF4V2lkdGgiOiJJbmZpbml0eSIsIk1heEhlaWdodCI6IkluZmluaXR5IiwiU21hcnRGb3JlZ3JvdW5kSXNBY3RpdmUiOmZhbHNlLCJIb3Jpem9udGFsQWxpZ25tZW50IjowLCJWZXJ0aWNhbEFsaWdubWVudCI6MCwiU21hcnRGb3JlZ3JvdW5kIjpudWxsLCJCYWNrZ3JvdW5kRmlsbFR5cGUiOjAsIk1hcmdpbiI6eyIkaWQiOiIyNSIsIlRvcCI6MCwiTGVmdCI6MjAsIlJpZ2h0IjowLCJCb3R0b20iOjB9LCJQYWRkaW5nIjp7IiRpZCI6IjI2IiwiVG9wIjowLCJMZWZ0IjowLCJSaWdodCI6MCwiQm90dG9tIjowfSwiQmFja2dyb3VuZCI6eyIkaWQiOiIyNyIsIkNvbG9yIjp7IiRyZWYiOiIyMCJ9fSwiSXNWaXNpYmxlIjpmYWxzZSwiV2lkdGgiOjAuMCwiSGVpZ2h0IjowLjAsIkJvcmRlclN0eWxlIjpudWxsLCJQYXJlbnRTdHlsZSI6bnVsbH0sIlRvZGF5VGV4dFN0eWxlIjp7IiRpZCI6IjI4IiwiRm9udFNldHRpbmdzIjp7IiRpZCI6IjI5IiwiRm9udFNpemUiOjEyLCJGb250TmFtZSI6IkNhbGlicmkiLCJJc0JvbGQiOmZhbHNlLCJJc0l0YWxpYyI6ZmFsc2UsIklzVW5kZXJsaW5lZCI6ZmFsc2UsIlBhcmVudFN0eWxlIjpudWxsfSwiQXV0b1NpemUiOjAsIkZvcmVncm91bmQiOnsiJGlkIjoiMzAiLCJDb2xvciI6eyIkaWQiOiIzM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zMiIsIlRvcCI6MCwiTGVmdCI6MCwiUmlnaHQiOjAsIkJvdHRvbSI6MH0sIlBhZGRpbmciOnsiJGlkIjoiMzMiLCJUb3AiOjAsIkxlZnQiOjAsIlJpZ2h0IjowLCJCb3R0b20iOjB9LCJCYWNrZ3JvdW5kIjp7IiRpZCI6IjM0IiwiQ29sb3IiOnsiJHJlZiI6IjIwIn19LCJJc1Zpc2libGUiOnRydWUsIldpZHRoIjowLjAsIkhlaWdodCI6MC4wLCJCb3JkZXJTdHlsZSI6bnVsbCwiUGFyZW50U3R5bGUiOm51bGx9LCJUb2RheU1hcmtlclN0eWxlIjp7IiRpZCI6IjM1IiwiTWFyZ2luIjp7IiRpZCI6IjM2IiwiVG9wIjowLCJMZWZ0IjowLCJSaWdodCI6MCwiQm90dG9tIjowfSwiUGFkZGluZyI6eyIkaWQiOiIzNyIsIlRvcCI6MCwiTGVmdCI6MCwiUmlnaHQiOjAsIkJvdHRvbSI6MH0sIkJhY2tncm91bmQiOnsiJGlkIjoiMzgiLCJDb2xvciI6eyIkaWQiOiIzOSIsIkEiOjI1NSwiUiI6MjU1LCJHIjowLCJCIjowfX0sIklzVmlzaWJsZSI6dHJ1ZSwiV2lkdGgiOjAuMCwiSGVpZ2h0IjowLjAsIkJvcmRlclN0eWxlIjpudWxsLCJQYXJlbnRTdHlsZSI6bnVsbH0sIlNjYWxlU3R5bGUiOnsiJGlkIjoiNDAiLCJTaG93U2VnbWVudFNlcGFyYXRvcnMiOnRydWUsIlNlZ21lbnRTZXBhcmF0b3JPcGFjaXR5IjozMCwiRm9udFNldHRpbmdzIjp7IiRpZCI6IjQxIiwiRm9udFNpemUiOjE4LCJGb250TmFtZSI6IkNhbGlicmkiLCJJc0JvbGQiOmZhbHNlLCJJc0l0YWxpYyI6ZmFsc2UsIklzVW5kZXJsaW5lZCI6ZmFsc2UsIlBhcmVudFN0eWxlIjpudWxsfSwiQXV0b1NpemUiOjAsIkZvcmVncm91bmQiOnsiJGlkIjoiNDIiLCJDb2xvciI6eyIkaWQiOiI0My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0NCIsIlRvcCI6MCwiTGVmdCI6NSwiUmlnaHQiOjAsIkJvdHRvbSI6MH0sIlBhZGRpbmciOnsiJGlkIjoiNDUiLCJUb3AiOjAsIkxlZnQiOjAsIlJpZ2h0IjowLCJCb3R0b20iOjB9LCJCYWNrZ3JvdW5kIjp7IiRpZCI6IjQ2IiwiQ29sb3IiOnsiJHJlZiI6IjIwIn19LCJJc1Zpc2libGUiOnRydWUsIldpZHRoIjowLjAsIkhlaWdodCI6MC4wLCJCb3JkZXJTdHlsZSI6bnVsbCwiUGFyZW50U3R5bGUiOm51bGx9LCJFbGFwc2VkVGltZUJhY2tncm91bmQiOnsiJGlkIjoiNDciLCJDb2xvciI6eyIkaWQiOiI0OCIsIkEiOjc3LCJSIjoyNTUsIkciOjAsIkIiOjB9fSwiQXBwZW5kWWVhck9uWWVhckNoYW5nZSI6dHJ1ZSwiRWxhcHNlZFRpbWVGb3JtYXQiOjAsIlRvZGF5TWFya2VyUG9zaXRpb24iOjAsIlF1aWNrUG9zaXRpb24iOjMsIkFic29sdXRlUG9zaXRpb24iOjEwNy41NDQ3MjQsIk1hcmdpbiI6eyIkaWQiOiI0OSIsIlRvcCI6MCwiTGVmdCI6MTAsIlJpZ2h0IjoxMCwiQm90dG9tIjowfSwiUGFkZGluZyI6eyIkaWQiOiI1MCIsIlRvcCI6MCwiTGVmdCI6MCwiUmlnaHQiOjAsIkJvdHRvbSI6MH0sIkJhY2tncm91bmQiOnsiJGlkIjoiNTEiLCJDb2xvciI6eyIkaWQiOiI1MiIsIkEiOjI1NSwiUiI6NDcsIkciOjU0LCJCIjoxNTN9fSwiSXNWaXNpYmxlIjp0cnVlLCJXaWR0aCI6MC4wLCJIZWlnaHQiOjAuMCwiQm9yZGVyU3R5bGUiOm51bGwsIlBhcmVudFN0eWxlIjpudWxsfSwiRGVmYXVsdE1pbGVzdG9uZVN0eWxlIjp7IiRpZCI6IjUzIiwiU2hhcGUiOjksIkNvbm5lY3Rvck1hcmdpbiI6eyIkaWQiOiI1NCIsIlRvcCI6MCwiTGVmdCI6MiwiUmlnaHQiOjIsIkJvdHRvbSI6MH0sIkNvbm5lY3RvclN0eWxlIjp7IiRpZCI6IjU1IiwiTGluZUNvbG9yIjp7IiRpZCI6IjU2IiwiJHR5cGUiOiJOTFJFLkNvbW1vbi5Eb20uU29saWRDb2xvckJydXNoLCBOTFJFLkNvbW1vbiIsIkNvbG9yIjp7IiRpZCI6IjU3IiwiQSI6MTI3LCJSIjo3OSwiRyI6MTI5LCJCIjoxODl9fSwiTGluZVdlaWdodCI6MS4wLCJMaW5lVHlwZSI6MCwiUGFyZW50U3R5bGUiOm51bGx9LCJJc0JlbG93VGltZWJhbmQiOmZhbHNlLCJQb3NpdGlvbk9uVGFzayI6MCwiSGlkZURhdGUiOmZhbHNlLCJTaGFwZVNpemUiOjEsIlNwYWNpbmciOjIuMCwiUGFkZGluZyI6eyIkaWQiOiI1OCIsIlRvcCI6NywiTGVmdCI6MywiUmlnaHQiOjAsIkJvdHRvbSI6Mn0sIlNoYXBlU3R5bGUiOnsiJGlkIjoiNTkiLCJNYXJnaW4iOnsiJGlkIjoiNjAiLCJUb3AiOjAsIkxlZnQiOjAsIlJpZ2h0IjowLCJCb3R0b20iOjB9LCJQYWRkaW5nIjp7IiRpZCI6IjYxIiwiVG9wIjowLCJMZWZ0IjowLCJSaWdodCI6MCwiQm90dG9tIjowfSwiQmFja2dyb3VuZCI6eyIkaWQiOiI2MiIsIkNvbG9yIjp7IiRpZCI6IjYzIiwiQSI6MjU1LCJSIjo5MSwiRyI6MTU1LCJCIjoyMTN9fSwiSXNWaXNpYmxlIjp0cnVlLCJXaWR0aCI6MTguMCwiSGVpZ2h0IjoyMC4wLCJCb3JkZXJTdHlsZSI6eyIkaWQiOiI2NCIsIkxpbmVDb2xvciI6eyIkaWQiOiI2NSIsIiR0eXBlIjoiTkxSRS5Db21tb24uRG9tLlNvbGlkQ29sb3JCcnVzaCwgTkxSRS5Db21tb24iLCJDb2xvciI6eyIkaWQiOiI2NiIsIkEiOjI1NSwiUiI6MjU1LCJHIjowLCJCIjowfX0sIkxpbmVXZWlnaHQiOjAuMCwiTGluZVR5cGUiOjAsIlBhcmVudFN0eWxlIjpudWxsfSwiUGFyZW50U3R5bGUiOm51bGx9LCJUaXRsZVN0eWxlIjp7IiRpZCI6IjY3IiwiRm9udFNldHRpbmdzIjp7IiRpZCI6IjY4IiwiRm9udFNpemUiOjExLCJGb250TmFtZSI6IkNhbGlicmkiLCJJc0JvbGQiOnRydWUsIklzSXRhbGljIjpmYWxzZSwiSXNVbmRlcmxpbmVkIjpmYWxzZSwiUGFyZW50U3R5bGUiOm51bGx9LCJBdXRvU2l6ZSI6MCwiRm9yZWdyb3VuZCI6eyIkaWQiOiI2OSIsIkNvbG9yIjp7IiRpZCI6IjcwIiwiQSI6MjU1LCJSIjoyNTUsIkciOjI1NSwiQiI6MjU1fX0sIk1heFdpZHRoIjoyMDAuMCwiTWF4SGVpZ2h0IjoiSW5maW5pdHkiLCJTbWFydEZvcmVncm91bmRJc0FjdGl2ZSI6ZmFsc2UsIkhvcml6b250YWxBbGlnbm1lbnQiOjEsIlZlcnRpY2FsQWxpZ25tZW50IjowLCJTbWFydEZvcmVncm91bmQiOm51bGwsIkJhY2tncm91bmRGaWxsVHlwZSI6MCwiTWFyZ2luIjp7IiRpZCI6IjcxIiwiVG9wIjowLCJMZWZ0IjowLCJSaWdodCI6MCwiQm90dG9tIjowfSwiUGFkZGluZyI6eyIkaWQiOiI3MiIsIlRvcCI6MCwiTGVmdCI6MCwiUmlnaHQiOjAsIkJvdHRvbSI6MH0sIkJhY2tncm91bmQiOnsiJGlkIjoiNzMiLCJDb2xvciI6eyIkcmVmIjoiMjAifX0sIklzVmlzaWJsZSI6dHJ1ZSwiV2lkdGgiOjAuMCwiSGVpZ2h0IjowLjAsIkJvcmRlclN0eWxlIjpudWxsLCJQYXJlbnRTdHlsZSI6bnVsbH0sIkRhdGVTdHlsZSI6eyIkaWQiOiI3NCIsIkZvbnRTZXR0aW5ncyI6eyIkaWQiOiI3NSIsIkZvbnRTaXplIjoxMCwiRm9udE5hbWUiOiJDYWxpYnJpIiwiSXNCb2xkIjpmYWxzZSwiSXNJdGFsaWMiOmZhbHNlLCJJc1VuZGVybGluZWQiOmZhbHNlLCJQYXJlbnRTdHlsZSI6bnVsbH0sIkF1dG9TaXplIjowLCJGb3JlZ3JvdW5kIjp7IiRpZCI6Ijc2IiwiQ29sb3IiOnsiJGlkIjoiN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c4IiwiVG9wIjowLCJMZWZ0IjowLCJSaWdodCI6MCwiQm90dG9tIjowfSwiUGFkZGluZyI6eyIkaWQiOiI3OSIsIlRvcCI6MCwiTGVmdCI6MCwiUmlnaHQiOjAsIkJvdHRvbSI6MH0sIkJhY2tncm91bmQiOnsiJGlkIjoiODAiLCJDb2xvciI6eyIkcmVmIjoiMjAifX0sIklzVmlzaWJsZSI6ZmFsc2UsIldpZHRoIjowLjAsIkhlaWdodCI6MC4wLCJCb3JkZXJTdHlsZSI6bnVsbCwiUGFyZW50U3R5bGUiOm51bGx9LCJEYXRlRm9ybWF0Ijp7IiRpZCI6Ijg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yIiwiRm9ybWF0IjowLCJJc1Zpc2libGUiOmZhbHNlLCJMYXN0S25vd25WaXNpYmlsaXR5U3RhdGUiOmZhbHNlfSwiSXNWaXNpYmxlIjp0cnVlLCJQYXJlbnRTdHlsZSI6bnVsbH0sIkRlZmF1bHRUYXNrU3R5bGUiOnsiJGlkIjoiODMiLCJTaGFwZSI6OCwiU2hhcGVUaGlja25lc3MiOjEsIkR1cmF0aW9uRm9ybWF0IjowLCJJbmNsdWRlTm9uV29ya2luZ0RheXNJbkR1cmF0aW9uIjpmYWxzZSwiUGVyY2VudGFnZUNvbXBsZXRlU3R5bGUiOnsiJGlkIjoiODQiLCJGb250U2V0dGluZ3MiOnsiJGlkIjoiODUiLCJGb250U2l6ZSI6MTAsIkZvbnROYW1lIjoiQ2FsaWJyaSIsIklzQm9sZCI6ZmFsc2UsIklzSXRhbGljIjpmYWxzZSwiSXNVbmRlcmxpbmVkIjpmYWxzZSwiUGFyZW50U3R5bGUiOm51bGx9LCJBdXRvU2l6ZSI6MCwiRm9yZWdyb3VuZCI6eyIkaWQiOiI4NiIsIkNvbG9yIjp7IiRpZCI6Ijg3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ODgiLCJUb3AiOjAsIkxlZnQiOjAsIlJpZ2h0IjowLCJCb3R0b20iOjB9LCJQYWRkaW5nIjp7IiRpZCI6Ijg5IiwiVG9wIjowLCJMZWZ0IjowLCJSaWdodCI6MCwiQm90dG9tIjowfSwiQmFja2dyb3VuZCI6eyIkaWQiOiI5MCIsIkNvbG9yIjp7IiRyZWYiOiIyMCJ9fSwiSXNWaXNpYmxlIjp0cnVlLCJXaWR0aCI6MC4wLCJIZWlnaHQiOjAuMCwiQm9yZGVyU3R5bGUiOm51bGwsIlBhcmVudFN0eWxlIjpudWxsfSwiRHVyYXRpb25TdHlsZSI6eyIkaWQiOiI5MSIsIkZvbnRTZXR0aW5ncyI6eyIkaWQiOiI5MiIsIkZvbnRTaXplIjoxMCwiRm9udE5hbWUiOiJDYWxpYnJpIiwiSXNCb2xkIjpmYWxzZSwiSXNJdGFsaWMiOmZhbHNlLCJJc1VuZGVybGluZWQiOmZhbHNlLCJQYXJlbnRTdHlsZSI6bnVsbH0sIkF1dG9TaXplIjowLCJGb3JlZ3JvdW5kIjp7IiRpZCI6IjkzIiwiQ29sb3IiOnsiJGlkIjoiOTQ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5NSIsIlRvcCI6MCwiTGVmdCI6MCwiUmlnaHQiOjAsIkJvdHRvbSI6MH0sIlBhZGRpbmciOnsiJGlkIjoiOTYiLCJUb3AiOjAsIkxlZnQiOjAsIlJpZ2h0IjowLCJCb3R0b20iOjB9LCJCYWNrZ3JvdW5kIjp7IiRpZCI6Ijk3IiwiQ29sb3IiOnsiJHJlZiI6IjIwIn19LCJJc1Zpc2libGUiOnRydWUsIldpZHRoIjowLjAsIkhlaWdodCI6MC4wLCJCb3JkZXJTdHlsZSI6bnVsbCwiUGFyZW50U3R5bGUiOm51bGx9LCJIb3Jpem9udGFsQ29ubmVjdG9yU3R5bGUiOnsiJGlkIjoiOTgiLCJMaW5lQ29sb3IiOnsiJGlkIjoiOTkiLCIkdHlwZSI6Ik5MUkUuQ29tbW9uLkRvbS5Tb2xpZENvbG9yQnJ1c2gsIE5MUkUuQ29tbW9uIiwiQ29sb3IiOnsiJGlkIjoiMTAwIiwiQSI6MjU1LCJSIjoyMDQsIkciOjIwNCwiQiI6MjA0fX0sIkxpbmVXZWlnaHQiOjEuMCwiTGluZVR5cGUiOjAsIlBhcmVudFN0eWxlIjpudWxsfSwiVmVydGljYWxDb25uZWN0b3JTdHlsZSI6eyIkaWQiOiIxMDEiLCJMaW5lQ29sb3IiOnsiJGlkIjoiMTAyIiwiJHR5cGUiOiJOTFJFLkNvbW1vbi5Eb20uU29saWRDb2xvckJydXNoLCBOTFJFLkNvbW1vbiIsIkNvbG9yIjp7IiRpZCI6IjEwMyIsIkEiOjI1NSwiUiI6MjA0LCJHIjoyMDQsIkIiOjIwNH19LCJMaW5lV2VpZ2h0IjoxLjAsIkxpbmVUeXBlIjowLCJQYXJlbnRTdHlsZSI6bnVsbH0sIk1hcmdpbiI6bnVsbCwiU3RhcnREYXRlUG9zaXRpb24iOjMsIkVuZERhdGVQb3NpdGlvbiI6NCwiRGF0ZUlzVmlzaWJsZSI6dHJ1ZSwiVGl0bGVQb3NpdGlvbiI6MiwiRHVyYXRpb25Qb3NpdGlvbiI6NiwiUGVyY2VudGFnZUNvbXBsZXRlZFBvc2l0aW9uIjo2LCJTcGFjaW5nIjo1LCJJc0JlbG93VGltZWJhbmQiOnRydWUsIlBlcmNlbnRhZ2VDb21wbGV0ZVNoYXBlT3BhY2l0eSI6MzUsIlNoYXBlU3R5bGUiOnsiJGlkIjoiMTA0IiwiTWFyZ2luIjp7IiRpZCI6IjEwNSIsIlRvcCI6MCwiTGVmdCI6NCwiUmlnaHQiOjQsIkJvdHRvbSI6MH0sIlBhZGRpbmciOnsiJGlkIjoiMTA2IiwiVG9wIjowLCJMZWZ0IjowLCJSaWdodCI6MCwiQm90dG9tIjowfSwiQmFja2dyb3VuZCI6eyIkaWQiOiIxMDciLCJDb2xvciI6eyIkaWQiOiIxMDgiLCJBIjoyNTUsIlIiOjAsIkciOjExNCwiQiI6MTg4fX0sIklzVmlzaWJsZSI6dHJ1ZSwiV2lkdGgiOjAuMCwiSGVpZ2h0IjoxNi4wLCJCb3JkZXJTdHlsZSI6eyIkaWQiOiIxMDkiLCJMaW5lQ29sb3IiOnsiJGlkIjoiMTEwIiwiJHR5cGUiOiJOTFJFLkNvbW1vbi5Eb20uU29saWRDb2xvckJydXNoLCBOTFJFLkNvbW1vbiIsIkNvbG9yIjp7IiRpZCI6IjExMSIsIkEiOjI1NSwiUiI6MjU1LCJHIjowLCJCIjowfX0sIkxpbmVXZWlnaHQiOjAuMCwiTGluZVR5cGUiOjAsIlBhcmVudFN0eWxlIjpudWxsfSwiUGFyZW50U3R5bGUiOm51bGx9LCJUaXRsZVN0eWxlIjp7IiRpZCI6IjExMiIsIkZvbnRTZXR0aW5ncyI6eyIkaWQiOiIxMTMiLCJGb250U2l6ZSI6MTEsIkZvbnROYW1lIjoiQ2FsaWJyaSIsIklzQm9sZCI6dHJ1ZSwiSXNJdGFsaWMiOmZhbHNlLCJJc1VuZGVybGluZWQiOmZhbHNlLCJQYXJlbnRTdHlsZSI6bnVsbH0sIkF1dG9TaXplIjowLCJGb3JlZ3JvdW5kIjp7IiRpZCI6IjExNCIsIkNvbG9yIjp7IiRpZCI6IjExNSIsIkEiOjI1NSwiUiI6MCwiRyI6MCwiQiI6MH19LCJNYXhXaWR0aCI6OTYwLjAsIk1heEhlaWdodCI6IkluZmluaXR5IiwiU21hcnRGb3JlZ3JvdW5kSXNBY3RpdmUiOmZhbHNlLCJIb3Jpem9udGFsQWxpZ25tZW50IjoxLCJWZXJ0aWNhbEFsaWdubWVudCI6MCwiU21hcnRGb3JlZ3JvdW5kIjpudWxsLCJCYWNrZ3JvdW5kRmlsbFR5cGUiOjAsIk1hcmdpbiI6eyIkaWQiOiIxMTYiLCJUb3AiOjAsIkxlZnQiOjAsIlJpZ2h0IjowLCJCb3R0b20iOjB9LCJQYWRkaW5nIjp7IiRpZCI6IjExNyIsIlRvcCI6MCwiTGVmdCI6MCwiUmlnaHQiOjAsIkJvdHRvbSI6MH0sIkJhY2tncm91bmQiOnsiJGlkIjoiMTE4IiwiQ29sb3IiOnsiJHJlZiI6IjIwIn19LCJJc1Zpc2libGUiOnRydWUsIldpZHRoIjowLjAsIkhlaWdodCI6MC4wLCJCb3JkZXJTdHlsZSI6bnVsbCwiUGFyZW50U3R5bGUiOm51bGx9LCJEYXRlU3R5bGUiOnsiJGlkIjoiMTE5IiwiRm9udFNldHRpbmdzIjp7IiRpZCI6IjEyMCIsIkZvbnRTaXplIjoxMCwiRm9udE5hbWUiOiJDYWxpYnJpIiwiSXNCb2xkIjpmYWxzZSwiSXNJdGFsaWMiOmZhbHNlLCJJc1VuZGVybGluZWQiOmZhbHNlLCJQYXJlbnRTdHlsZSI6bnVsbH0sIkF1dG9TaXplIjowLCJGb3JlZ3JvdW5kIjp7IiRpZCI6IjEyMSIsIkNvbG9yIjp7IiRpZCI6IjEyMi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TIzIiwiVG9wIjowLCJMZWZ0IjowLCJSaWdodCI6MCwiQm90dG9tIjowfSwiUGFkZGluZyI6eyIkaWQiOiIxMjQiLCJUb3AiOjAsIkxlZnQiOjAsIlJpZ2h0IjowLCJCb3R0b20iOjB9LCJCYWNrZ3JvdW5kIjp7IiRpZCI6IjEyNSIsIkNvbG9yIjp7IiRyZWYiOiIyMCJ9fSwiSXNWaXNpYmxlIjp0cnVlLCJXaWR0aCI6MC4wLCJIZWlnaHQiOjAuMCwiQm9yZGVyU3R5bGUiOm51bGwsIlBhcmVudFN0eWxlIjpudWxsfSwiRGF0ZUZvcm1hdCI6eyIkaWQiOiIxMj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3IiwiRm9ybWF0IjowLCJJc1Zpc2libGUiOmZhbHNlLCJMYXN0S25vd25WaXNpYmlsaXR5U3RhdGUiOmZhbHNlfSwiSXNWaXNpYmxlIjp0cnVlLCJQYXJlbnRTdHlsZSI6bnVsbCwiX2V4cGxpY2l0bHlTZXQiOnsiJGlkIjoiMTI4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dyaWRsaW5lUGFuZWxTdHlsZSI6eyIkaWQiOiIxMjkiLCJHcmlkbGluZVN0eWxlIjp7IiRpZCI6IjEzMCIsIkxpbmVDb2xvciI6eyIkaWQiOiIxMzEiLCIkdHlwZSI6Ik5MUkUuQ29tbW9uLkRvbS5Tb2xpZENvbG9yQnJ1c2gsIE5MUkUuQ29tbW9uIiwiQ29sb3IiOnsiJGlkIjoiMTMyIiwiQSI6MjU1LCJSIjoyMDgsIkciOjIwNiwiQiI6MjA2fX0sIkxpbmVXZWlnaHQiOjAuMCwiTGluZVR5cGUiOjAsIlBhcmVudFN0eWxlIjpudWxsfSwiTWFyZ2luIjp7IiRpZCI6IjEzMyIsIlRvcCI6MCwiTGVmdCI6MCwiUmlnaHQiOjAsIkJvdHRvbSI6MH0sIlBhZGRpbmciOnsiJGlkIjoiMTM0IiwiVG9wIjowLCJMZWZ0IjowLCJSaWdodCI6MCwiQm90dG9tIjowfSwiQmFja2dyb3VuZCI6bnVsbCwiSXNWaXNpYmxlIjpmYWxzZSwiV2lkdGgiOjAuMCwiSGVpZ2h0IjowLjAsIkJvcmRlclN0eWxlIjp7IiRpZCI6IjEzNSIsIkxpbmVDb2xvciI6bnVsbCwiTGluZVdlaWdodCI6MC4wLCJMaW5lVHlwZSI6MCwiUGFyZW50U3R5bGUiOm51bGx9LCJQYXJlbnRTdHlsZSI6bnVsbH0sIlNob3dFbGFwc2VkVGltZUdyYWRpZW50U3R5bGUiOmZhbHNlLCJEZWZhdWx0U3dpbWxhbmVTdHlsZSI6eyIkaWQiOiIxMzYiLCJIZWFkZXJTdHlsZSI6eyIkaWQiOiIxMzciLCJUZXh0U3R5bGUiOnsiJGlkIjoiMTM4IiwiRm9udFNldHRpbmdzIjp7IiRpZCI6IjEzOSIsIkZvbnRTaXplIjoxMiwiRm9udE5hbWUiOiJDYWxpYnJpIiwiSXNCb2xkIjpmYWxzZSwiSXNJdGFsaWMiOmZhbHNlLCJJc1VuZGVybGluZWQiOmZhbHNlLCJQYXJlbnRTdHlsZSI6bnVsbH0sIkF1dG9TaXplIjowLCJGb3JlZ3JvdW5kIjp7IiRpZCI6IjE0MCIsIkNvbG9yIjp7IiRpZCI6IjE0MSIsIkEiOjI1NSwiUiI6MzIsIkciOjU2LCJCIjoxMDB9fSwiTWF4V2lkdGgiOjAuMCwiTWF4SGVpZ2h0IjowLjAsIlNtYXJ0Rm9yZWdyb3VuZElzQWN0aXZlIjpmYWxzZSwiSG9yaXpvbnRhbEFsaWdubWVudCI6MCwiVmVydGljYWxBbGlnbm1lbnQiOjAsIlNtYXJ0Rm9yZWdyb3VuZCI6bnVsbCwiQmFja2dyb3VuZEZpbGxUeXBlIjowLCJNYXJnaW4iOnsiJGlkIjoiMTQyIiwiVG9wIjowLCJMZWZ0IjowLCJSaWdodCI6MCwiQm90dG9tIjowfSwiUGFkZGluZyI6eyIkaWQiOiIxNDMiLCJUb3AiOjAsIkxlZnQiOjAsIlJpZ2h0IjowLCJCb3R0b20iOjB9LCJCYWNrZ3JvdW5kIjpudWxsLCJJc1Zpc2libGUiOmZhbHNlLCJXaWR0aCI6MC4wLCJIZWlnaHQiOjAuMCwiQm9yZGVyU3R5bGUiOm51bGwsIlBhcmVudFN0eWxlIjpudWxsfSwiUmVjdGFuZ2xlU3R5bGUiOnsiJGlkIjoiMTQ0IiwiTWFyZ2luIjp7IiRpZCI6IjE0NSIsIlRvcCI6MCwiTGVmdCI6MCwiUmlnaHQiOjAsIkJvdHRvbSI6MH0sIlBhZGRpbmciOnsiJGlkIjoiMTQ2IiwiVG9wIjowLCJMZWZ0IjowLCJSaWdodCI6MCwiQm90dG9tIjowfSwiQmFja2dyb3VuZCI6eyIkaWQiOiIxNDciLCJDb2xvciI6eyIkaWQiOiIxNDgiLCJBIjoxMjcsIlIiOjkxLCJHIjoxNTUsIkIiOjIxM319LCJJc1Zpc2libGUiOmZhbHNlLCJXaWR0aCI6MC4wLCJIZWlnaHQiOjAuMCwiQm9yZGVyU3R5bGUiOnsiJGlkIjoiMTQ5IiwiTGluZUNvbG9yIjp7IiRpZCI6IjE1MCIsIiR0eXBlIjoiTkxSRS5Db21tb24uRG9tLlNvbGlkQ29sb3JCcnVzaCwgTkxSRS5Db21tb24iLCJDb2xvciI6eyIkaWQiOiIxNTEiLCJBIjoyNTUsIlIiOjI1NSwiRyI6MCwiQiI6MH19LCJMaW5lV2VpZ2h0IjowLjAsIkxpbmVUeXBlIjowLCJQYXJlbnRTdHlsZSI6bnVsbH0sIlBhcmVudFN0eWxlIjpudWxsfSwiTWFyZ2luIjp7IiRpZCI6IjE1MiIsIlRvcCI6MCwiTGVmdCI6MCwiUmlnaHQiOjAsIkJvdHRvbSI6MH0sIlBhZGRpbmciOnsiJGlkIjoiMTUzIiwiVG9wIjowLCJMZWZ0IjowLCJSaWdodCI6MCwiQm90dG9tIjowfSwiQmFja2dyb3VuZCI6bnVsbCwiSXNWaXNpYmxlIjp0cnVlLCJXaWR0aCI6MC4wLCJIZWlnaHQiOjAuMCwiQm9yZGVyU3R5bGUiOm51bGwsIlBhcmVudFN0eWxlIjpudWxsfSwiQmFja2dyb3VuZFN0eWxlIjp7IiRpZCI6IjE1NCIsIk1hcmdpbiI6eyIkaWQiOiIxNTUiLCJUb3AiOjAsIkxlZnQiOjAsIlJpZ2h0IjowLCJCb3R0b20iOjB9LCJQYWRkaW5nIjp7IiRpZCI6IjE1NiIsIlRvcCI6MCwiTGVmdCI6MCwiUmlnaHQiOjAsIkJvdHRvbSI6MH0sIkJhY2tncm91bmQiOnsiJGlkIjoiMTU3IiwiQ29sb3IiOnsiJGlkIjoiMTU4IiwiQSI6MzgsIlIiOjkxLCJHIjoxNTUsIkIiOjIxM319LCJJc1Zpc2libGUiOnRydWUsIldpZHRoIjowLjAsIkhlaWdodCI6MC4wLCJCb3JkZXJTdHlsZSI6eyIkaWQiOiIxNTkiLCJMaW5lQ29sb3IiOnsiJGlkIjoiMTYwIiwiJHR5cGUiOiJOTFJFLkNvbW1vbi5Eb20uU29saWRDb2xvckJydXNoLCBOTFJFLkNvbW1vbiIsIkNvbG9yIjp7IiRpZCI6IjE2MSIsIkEiOjI1NSwiUiI6MjU1LCJHIjowLCJCIjowfX0sIkxpbmVXZWlnaHQiOjAuMCwiTGluZVR5cGUiOjAsIlBhcmVudFN0eWxlIjpudWxsfSwiUGFyZW50U3R5bGUiOm51bGx9LCJJc0Fib3ZlVGltZWJhbmQiOmZhbHNlLCJNYXJnaW4iOnsiJGlkIjoiMTYyIiwiVG9wIjowLCJMZWZ0IjowLCJSaWdodCI6MCwiQm90dG9tIjowfSwiUGFkZGluZyI6eyIkaWQiOiIxNjMiLCJUb3AiOjAsIkxlZnQiOjAsIlJpZ2h0IjowLCJCb3R0b20iOjB9LCJJc1Zpc2libGUiOnRydWUsIldpZHRoIjowLjAsIkhlaWdodCI6MC4wLCJCb3JkZXJTdHlsZSI6bnVsbCwiUGFyZW50U3R5bGUiOm51bGx9fSwiU2NhbGUiOnsiJGlkIjoiMTY0IiwiU3RhcnREYXRlIjoiMDAwMS0wMS0wMVQwMDowMDowMCIsIkVuZERhdGUiOiIwMDAxLTAxLTAxVDAwOjAwOjAwIiwiRm9ybWF0IjoiTU1NIiwiVHlwZSI6MywiQXV0b0RhdGVSYW5nZSI6dHJ1ZSwiV29ya2luZ0RheXMiOjMxLCJGaXNjYWxZZWFyIjp7IiRpZCI6IjE2NSIsIlN0YXJ0TW9udGgiOjEsIlVzZVN0YXJ0aW5nWWVhckZvck51bWJlcmluZyI6dHJ1ZSwiU2hvd0Zpc2NhbFllYXJMYWJlbCI6dHJ1ZX0sIlRvZGF5TWFya2VyVGV4dCI6IlRvZGF5IiwiQXV0b1NjYWxlVHlwZSI6ZmFsc2V9LCJNaWxlc3RvbmVzIjpbXSwiVGFza3MiOltdLCJTd2ltbGFuZXMiOlt7IiRpZCI6IjE2NiIsIklkIjoiZjQzM2E5OTAtODk2MS00MTBjLWEyZTQtNjMxNWYxZGI2NmIzIiwiSW5kZXgiOjAsIkhlYWRlclRleHQiOiJJbmRpYSIsIlN0eWxlIjp7IiRpZCI6IjE2NyIsIkhlYWRlclN0eWxlIjp7IiRpZCI6IjE2OCIsIlRleHRTdHlsZSI6eyIkaWQiOiIxNjkiLCJGb250U2V0dGluZ3MiOnsiJGlkIjoiMTcwIiwiRm9udFNpemUiOjEyLCJGb250TmFtZSI6IkNhbGlicmkiLCJJc0JvbGQiOnRydWUsIklzSXRhbGljIjpmYWxzZSwiSXNVbmRlcmxpbmVkIjpmYWxzZSwiUGFyZW50U3R5bGUiOm51bGx9LCJBdXRvU2l6ZSI6MCwiRm9yZWdyb3VuZCI6eyIkaWQiOiIxNzEiLCJDb2xvciI6eyIkaWQiOiIxNzIiLCJBIjoyNTUsIlIiOjYwLCJHIjo1NCwiQiI6NDl9fSwiTWF4V2lkdGgiOjAuMCwiTWF4SGVpZ2h0IjowLjAsIlNtYXJ0Rm9yZWdyb3VuZElzQWN0aXZlIjpmYWxzZSwiSG9yaXpvbnRhbEFsaWdubWVudCI6MCwiVmVydGljYWxBbGlnbm1lbnQiOjAsIlNtYXJ0Rm9yZWdyb3VuZCI6bnVsbCwiQmFja2dyb3VuZEZpbGxUeXBlIjowLCJNYXJnaW4iOnsiJGlkIjoiMTczIiwiVG9wIjowLCJMZWZ0IjowLCJSaWdodCI6MCwiQm90dG9tIjowfSwiUGFkZGluZyI6eyIkaWQiOiIxNzQiLCJUb3AiOjAsIkxlZnQiOjAsIlJpZ2h0IjowLCJCb3R0b20iOjB9LCJCYWNrZ3JvdW5kIjpudWxsLCJJc1Zpc2libGUiOmZhbHNlLCJXaWR0aCI6MC4wLCJIZWlnaHQiOjAuMCwiQm9yZGVyU3R5bGUiOm51bGwsIlBhcmVudFN0eWxlIjpudWxsfSwiUmVjdGFuZ2xlU3R5bGUiOnsiJGlkIjoiMTc1IiwiTWFyZ2luIjp7IiRpZCI6IjE3NiIsIlRvcCI6MCwiTGVmdCI6MCwiUmlnaHQiOjAsIkJvdHRvbSI6MH0sIlBhZGRpbmciOnsiJGlkIjoiMTc3IiwiVG9wIjowLCJMZWZ0IjowLCJSaWdodCI6MCwiQm90dG9tIjowfSwiQmFja2dyb3VuZCI6eyIkaWQiOiIxNzgiLCJDb2xvciI6eyIkaWQiOiIxNzkiLCJBIjoyNTUsIlIiOjIzNywiRyI6MTI1LCJCIjo0OX19LCJJc1Zpc2libGUiOmZhbHNlLCJXaWR0aCI6MC4wLCJIZWlnaHQiOjAuMCwiQm9yZGVyU3R5bGUiOnsiJGlkIjoiMTgwIiwiTGluZUNvbG9yIjp7IiRpZCI6IjE4MSIsIiR0eXBlIjoiTkxSRS5Db21tb24uRG9tLlNvbGlkQ29sb3JCcnVzaCwgTkxSRS5Db21tb24iLCJDb2xvciI6eyIkaWQiOiIxODIiLCJBIjoyNTUsIlIiOjYwLCJHIjo1NCwiQiI6NDl9fSwiTGluZVdlaWdodCI6MC4wLCJMaW5lVHlwZSI6MCwiUGFyZW50U3R5bGUiOm51bGx9LCJQYXJlbnRTdHlsZSI6bnVsbH0sIk1hcmdpbiI6eyIkaWQiOiIxODMiLCJUb3AiOjAsIkxlZnQiOjAsIlJpZ2h0IjowLCJCb3R0b20iOjB9LCJQYWRkaW5nIjp7IiRpZCI6IjE4NCIsIlRvcCI6MCwiTGVmdCI6MCwiUmlnaHQiOjAsIkJvdHRvbSI6MH0sIkJhY2tncm91bmQiOm51bGwsIklzVmlzaWJsZSI6dHJ1ZSwiV2lkdGgiOjAuMCwiSGVpZ2h0IjowLjAsIkJvcmRlclN0eWxlIjpudWxsLCJQYXJlbnRTdHlsZSI6bnVsbH0sIkJhY2tncm91bmRTdHlsZSI6eyIkaWQiOiIxODUiLCJNYXJnaW4iOnsiJGlkIjoiMTg2IiwiVG9wIjowLCJMZWZ0IjowLCJSaWdodCI6MCwiQm90dG9tIjowfSwiUGFkZGluZyI6eyIkaWQiOiIxODciLCJUb3AiOjAsIkxlZnQiOjAsIlJpZ2h0IjowLCJCb3R0b20iOjB9LCJCYWNrZ3JvdW5kIjp7IiRpZCI6IjE4OCIsIkNvbG9yIjp7IiRpZCI6IjE4OSIsIkEiOjM4LCJSIjoyMzcsIkciOjEyNSwiQiI6NDl9fSwiSXNWaXNpYmxlIjp0cnVlLCJXaWR0aCI6MC4wLCJIZWlnaHQiOjAuMCwiQm9yZGVyU3R5bGUiOnsiJGlkIjoiMTkwIiwiTGluZUNvbG9yIjp7IiRpZCI6IjE5MSIsIiR0eXBlIjoiTkxSRS5Db21tb24uRG9tLlNvbGlkQ29sb3JCcnVzaCwgTkxSRS5Db21tb24iLCJDb2xvciI6eyIkaWQiOiIxOTIiLCJBIjoyNTUsIlIiOjIwOCwiRyI6MjA2LCJCIjoyMDZ9fSwiTGluZVdlaWdodCI6MC4wLCJMaW5lVHlwZSI6MCwiUGFyZW50U3R5bGUiOm51bGx9LCJQYXJlbnRTdHlsZSI6bnVsbH0sIklzQWJvdmVUaW1lYmFuZCI6ZmFsc2UsIk1hcmdpbiI6eyIkaWQiOiIxOTMiLCJUb3AiOjAsIkxlZnQiOjAsIlJpZ2h0IjowLCJCb3R0b20iOjB9LCJQYWRkaW5nIjp7IiRpZCI6IjE5NCIsIlRvcCI6MCwiTGVmdCI6MCwiUmlnaHQiOjAsIkJvdHRvbSI6MH0sIklzVmlzaWJsZSI6dHJ1ZSwiV2lkdGgiOjAuMCwiSGVpZ2h0IjowLjAsIkJvcmRlclN0eWxlIjpudWxsLCJQYXJlbnRTdHlsZSI6bnVsbH0sIlRhc2tzIjpbXSwiTWlsZXN0b25lcyI6W3siJGlkIjoiMTk1IiwiSWQiOiJhZTY5ZTIzMS03OWMwLTQ1NzQtOTJmMy05NmY0OWVkZGNjYWUiLCJJbmRleCI6MCwiR3JvdXBJZCI6ImJhYjQxZTcxLWI1MTEtNGY5NS05MTY3LTk4MjBjOTk3MjA1YyIsIlRpdGxlIjoiV2VsY29tZSBNZXNzYWdlIiwiRGF0ZVRpbWUiOiIyMDIxLTA4LTE1VDIzOjU5OjAwIiwiUGVyY2VudGFnZUNvbXBsZXRlIjpudWxsLCJOb3RlIjpudWxsLCJTdHlsZSI6eyIkaWQiOiIxOTYiLCJUaXRsZVBvc2l0aW9uIjoiUmlnaHQiLCJEYXRlUG9zaXRpb24iOiJMZWZ0IiwiU2hhcGVUeXBlIjoxNCwiU2hhcGVTaXplIjoxLCJTaGFwZVN0eWxlIjp7IiRpZCI6IjE5NyIsIk1hcmdpbiI6eyIkaWQiOiIxOTgiLCJUb3AiOjAsIkxlZnQiOjAsIlJpZ2h0IjowLCJCb3R0b20iOjB9LCJQYWRkaW5nIjp7IiRpZCI6IjE5OSIsIlRvcCI6MCwiTGVmdCI6MCwiUmlnaHQiOjAsIkJvdHRvbSI6MH0sIkJhY2tncm91bmQiOnsiJGlkIjoiMjAwIiwiQ29sb3IiOnsiJGlkIjoiMjAxIiwiQSI6MjU1LCJSIjoyMzcsIkciOjEyNSwiQiI6NDl9fSwiSXNWaXNpYmxlIjp0cnVlLCJXaWR0aCI6MTguMCwiSGVpZ2h0IjoyMC4wLCJCb3JkZXJTdHlsZSI6eyIkaWQiOiIyMDIiLCJMaW5lQ29sb3IiOm51bGwsIkxpbmVXZWlnaHQiOjAuMCwiTGluZVR5cGUiOjAsIlBhcmVudFN0eWxlIjpudWxsfSwiUGFyZW50U3R5bGUiOm51bGx9LCJUaXRsZVN0eWxlIjp7IiRpZCI6IjIwMyIsIkZvbnRTZXR0aW5ncyI6eyIkaWQiOiIyMDQiLCJGb250U2l6ZSI6MTEsIkZvbnROYW1lIjoiQ2FsaWJyaSIsIklzQm9sZCI6dHJ1ZSwiSXNJdGFsaWMiOmZhbHNlLCJJc1VuZGVybGluZWQiOmZhbHNlLCJQYXJlbnRTdHlsZSI6bnVsbH0sIkF1dG9TaXplIjowLCJGb3JlZ3JvdW5kIjp7IiRpZCI6IjIwNSIsIkNvbG9yIjp7IiRpZCI6IjIwNiIsIkEiOjI1NSwiUiI6MjU1LCJHIjoyNTUsIkIiOjI1NX19LCJNYXhXaWR0aCI6MjAwLjAsIk1heEhlaWdodCI6IkluZmluaXR5IiwiU21hcnRGb3JlZ3JvdW5kSXNBY3RpdmUiOmZhbHNlLCJIb3Jpem9udGFsQWxpZ25tZW50IjowLCJWZXJ0aWNhbEFsaWdubWVudCI6MCwiU21hcnRGb3JlZ3JvdW5kIjpudWxsLCJCYWNrZ3JvdW5kRmlsbFR5cGUiOjAsIk1hcmdpbiI6eyIkaWQiOiIyMDciLCJUb3AiOjAsIkxlZnQiOjAsIlJpZ2h0IjowLCJCb3R0b20iOjB9LCJQYWRkaW5nIjp7IiRpZCI6IjIwOCIsIlRvcCI6MCwiTGVmdCI6MCwiUmlnaHQiOjAsIkJvdHRvbSI6MH0sIkJhY2tncm91bmQiOnsiJGlkIjoiMjA5IiwiQ29sb3IiOnsiJGlkIjoiMjEwIiwiQSI6MCwiUiI6MjU1LCJHIjoyNTUsIkIiOjI1NX19LCJJc1Zpc2libGUiOnRydWUsIldpZHRoIjowLjAsIkhlaWdodCI6MC4wLCJCb3JkZXJTdHlsZSI6bnVsbCwiUGFyZW50U3R5bGUiOm51bGx9LCJEYXRlU3R5bGUiOnsiJGlkIjoiMjExIiwiRm9udFNldHRpbmdzIjp7IiRpZCI6IjIxMiIsIkZvbnRTaXplIjoxMCwiRm9udE5hbWUiOiJDYWxpYnJpIiwiSXNCb2xkIjpmYWxzZSwiSXNJdGFsaWMiOmZhbHNlLCJJc1VuZGVybGluZWQiOmZhbHNlLCJQYXJlbnRTdHlsZSI6bnVsbH0sIkF1dG9TaXplIjowLCJGb3JlZ3JvdW5kIjp7IiRpZCI6IjIxMyIsIkNvbG9yIjp7IiRpZCI6IjIxN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E1IiwiVG9wIjowLCJMZWZ0IjowLCJSaWdodCI6MCwiQm90dG9tIjowfSwiUGFkZGluZyI6eyIkaWQiOiIyMTYiLCJUb3AiOjAsIkxlZnQiOjAsIlJpZ2h0IjowLCJCb3R0b20iOjB9LCJCYWNrZ3JvdW5kIjp7IiRpZCI6IjIxNyIsIkNvbG9yIjp7IiRpZCI6IjIxOCIsIkEiOjAsIlIiOjI1NSwiRyI6MjU1LCJCIjoyNTV9fSwiSXNWaXNpYmxlIjpmYWxzZSwiV2lkdGgiOjAuMCwiSGVpZ2h0IjowLjAsIkJvcmRlclN0eWxlIjpudWxsLCJQYXJlbnRTdHlsZSI6bnVsbH0sIkRhdGVGb3JtYXQiOnsiJGlkIjoiMjE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yMCIsIkZvcm1hdCI6MCwiSXNWaXNpYmxlIjpmYWxzZSwiTGFzdEtub3duVmlzaWJpbGl0eVN0YXRlIjpmYWxzZX0sIklzVmlzaWJsZSI6ZmFsc2UsIlBhcmVudFN0eWxlIjpudWxsfSwiSHlwZXJsaW5rIjpudWxsLCJJbXBvcnRJZCI6IjEifSx7IiRpZCI6IjIyMSIsIklkIjoiZGQxMWI4MTEtNDRmYi00NDBhLTk4ZTQtNjRlNmIzZTU3ODUyIiwiSW5kZXgiOjEsIkdyb3VwSWQiOiJiYWI0MWU3MS1iNTExLTRmOTUtOTE2Ny05ODIwYzk5NzIwNWMiLCJUaXRsZSI6IlBDIFB1cmNoYXNlIEVuY291cmFnZW1lbnQiLCJEYXRlVGltZSI6IjIwMjEtMTEtMTVUMjM6NTk6MDAiLCJQZXJjZW50YWdlQ29tcGxldGUiOm51bGwsIk5vdGUiOm51bGwsIlN0eWxlIjp7IiRpZCI6IjIyMiIsIlRpdGxlUG9zaXRpb24iOiJSaWdodCIsIkRhdGVQb3NpdGlvbiI6IkxlZnQiLCJTaGFwZVR5cGUiOjE0LCJTaGFwZVNpemUiOjEsIlNoYXBlU3R5bGUiOnsiJGlkIjoiMjIzIiwiTWFyZ2luIjp7IiRpZCI6IjIyNCIsIlRvcCI6MCwiTGVmdCI6MCwiUmlnaHQiOjAsIkJvdHRvbSI6MH0sIlBhZGRpbmciOnsiJGlkIjoiMjI1IiwiVG9wIjowLCJMZWZ0IjowLCJSaWdodCI6MCwiQm90dG9tIjowfSwiQmFja2dyb3VuZCI6eyIkaWQiOiIyMjYiLCJDb2xvciI6eyIkaWQiOiIyMjciLCJBIjoyNTUsIlIiOjIzNywiRyI6MTI1LCJCIjo0OX19LCJJc1Zpc2libGUiOnRydWUsIldpZHRoIjoxOC4wLCJIZWlnaHQiOjIwLjAsIkJvcmRlclN0eWxlIjp7IiRpZCI6IjIyOCIsIkxpbmVDb2xvciI6bnVsbCwiTGluZVdlaWdodCI6MC4wLCJMaW5lVHlwZSI6MCwiUGFyZW50U3R5bGUiOm51bGx9LCJQYXJlbnRTdHlsZSI6bnVsbH0sIlRpdGxlU3R5bGUiOnsiJGlkIjoiMjI5IiwiRm9udFNldHRpbmdzIjp7IiRpZCI6IjIzMCIsIkZvbnRTaXplIjoxMSwiRm9udE5hbWUiOiJDYWxpYnJpIiwiSXNCb2xkIjp0cnVlLCJJc0l0YWxpYyI6ZmFsc2UsIklzVW5kZXJsaW5lZCI6ZmFsc2UsIlBhcmVudFN0eWxlIjpudWxsfSwiQXV0b1NpemUiOjIsIkZvcmVncm91bmQiOnsiJGlkIjoiMjMxIiwiQ29sb3IiOnsiJGlkIjoiMjMyIiwiQSI6MjU1LCJSIjoyNTUsIkciOjI1NSwiQiI6MjU1fX0sIk1heFdpZHRoIjo5MC4yOCwiTWF4SGVpZ2h0IjoiSW5maW5pdHkiLCJTbWFydEZvcmVncm91bmRJc0FjdGl2ZSI6ZmFsc2UsIkhvcml6b250YWxBbGlnbm1lbnQiOjAsIlZlcnRpY2FsQWxpZ25tZW50IjowLCJTbWFydEZvcmVncm91bmQiOm51bGwsIkJhY2tncm91bmRGaWxsVHlwZSI6MCwiTWFyZ2luIjp7IiRpZCI6IjIzMyIsIlRvcCI6MCwiTGVmdCI6MCwiUmlnaHQiOjAsIkJvdHRvbSI6MH0sIlBhZGRpbmciOnsiJGlkIjoiMjM0IiwiVG9wIjowLCJMZWZ0IjowLCJSaWdodCI6MCwiQm90dG9tIjowfSwiQmFja2dyb3VuZCI6eyIkaWQiOiIyMzUiLCJDb2xvciI6eyIkaWQiOiIyMzYiLCJBIjowLCJSIjoyNTUsIkciOjI1NSwiQiI6MjU1fX0sIklzVmlzaWJsZSI6dHJ1ZSwiV2lkdGgiOjAuMCwiSGVpZ2h0IjowLjAsIkJvcmRlclN0eWxlIjpudWxsLCJQYXJlbnRTdHlsZSI6bnVsbH0sIkRhdGVTdHlsZSI6eyIkaWQiOiIyMzciLCJGb250U2V0dGluZ3MiOnsiJGlkIjoiMjM4IiwiRm9udFNpemUiOjEwLCJGb250TmFtZSI6IkNhbGlicmkiLCJJc0JvbGQiOmZhbHNlLCJJc0l0YWxpYyI6ZmFsc2UsIklzVW5kZXJsaW5lZCI6ZmFsc2UsIlBhcmVudFN0eWxlIjpudWxsfSwiQXV0b1NpemUiOjAsIkZvcmVncm91bmQiOnsiJGlkIjoiMjM5IiwiQ29sb3IiOnsiJGlkIjoiMjQw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NDEiLCJUb3AiOjAsIkxlZnQiOjAsIlJpZ2h0IjowLCJCb3R0b20iOjB9LCJQYWRkaW5nIjp7IiRpZCI6IjI0MiIsIlRvcCI6MCwiTGVmdCI6MCwiUmlnaHQiOjAsIkJvdHRvbSI6MH0sIkJhY2tncm91bmQiOnsiJGlkIjoiMjQzIiwiQ29sb3IiOnsiJGlkIjoiMjQ0IiwiQSI6MCwiUiI6MjU1LCJHIjoyNTUsIkIiOjI1NX19LCJJc1Zpc2libGUiOmZhbHNlLCJXaWR0aCI6MC4wLCJIZWlnaHQiOjAuMCwiQm9yZGVyU3R5bGUiOm51bGwsIlBhcmVudFN0eWxlIjpudWxsfSwiRGF0ZUZvcm1hdCI6eyIkaWQiOiIyND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Q2IiwiRm9ybWF0IjowLCJJc1Zpc2libGUiOmZhbHNlLCJMYXN0S25vd25WaXNpYmlsaXR5U3RhdGUiOmZhbHNlfSwiSXNWaXNpYmxlIjpmYWxzZSwiUGFyZW50U3R5bGUiOm51bGx9LCJIeXBlcmxpbmsiOm51bGwsIkltcG9ydElkIjoiMSJ9LHsiJGlkIjoiMjQ3IiwiSWQiOiIyZTk5MmNiNy0zMGJkLTRiYWItODNjZi03OWU5YjRjNjEzYTkiLCJJbmRleCI6MiwiR3JvdXBJZCI6ImJhYjQxZTcxLWI1MTEtNGY5NS05MTY3LTk4MjBjOTk3MjA1YyIsIlRpdGxlIjoiVXNlIENhc2VzIHRiZCIsIkRhdGVUaW1lIjoiMjAyMi0wMi0xNVQyMzo1OTowMCIsIlBlcmNlbnRhZ2VDb21wbGV0ZSI6bnVsbCwiTm90ZSI6bnVsbCwiU3R5bGUiOnsiJGlkIjoiMjQ4IiwiVGl0bGVQb3NpdGlvbiI6IkxlZnQiLCJEYXRlUG9zaXRpb24iOiJMZWZ0IiwiU2hhcGVUeXBlIjoxNCwiU2hhcGVTaXplIjoxLCJTaGFwZVN0eWxlIjp7IiRpZCI6IjI0OSIsIk1hcmdpbiI6eyIkcmVmIjoiNjAifSwiUGFkZGluZyI6eyIkcmVmIjoiNjEifSwiQmFja2dyb3VuZCI6eyIkaWQiOiIyNTAiLCJDb2xvciI6eyIkaWQiOiIyNTEiLCJBIjoyNTUsIlIiOjIzNywiRyI6MTI1LCJCIjo0OX19LCJJc1Zpc2libGUiOnRydWUsIldpZHRoIjoxOC4wLCJIZWlnaHQiOjIwLjAsIkJvcmRlclN0eWxlIjp7IiRpZCI6IjI1MiIsIkxpbmVDb2xvciI6eyIkcmVmIjoiNjUifSwiTGluZVdlaWdodCI6MC4wLCJMaW5lVHlwZSI6MCwiUGFyZW50U3R5bGUiOm51bGx9LCJQYXJlbnRTdHlsZSI6bnVsbH0sIlRpdGxlU3R5bGUiOnsiJGlkIjoiMjUzIiwiRm9udFNldHRpbmdzIjp7IiRpZCI6IjI1NCIsIkZvbnRTaXplIjoxMSwiRm9udE5hbWUiOiJDYWxpYnJpIiwiSXNCb2xkIjp0cnVlLCJJc0l0YWxpYyI6ZmFsc2UsIklzVW5kZXJsaW5lZCI6ZmFsc2UsIlBhcmVudFN0eWxlIjpudWxsfSwiQXV0b1NpemUiOjAsIkZvcmVncm91bmQiOnsiJGlkIjoiMjU1IiwiQ29sb3IiOnsiJGlkIjoiMjU2IiwiQSI6MjU1LCJSIjoyNTUsIkciOjI1NSwiQiI6MjU1fX0sIk1heFdpZHRoIjoyMDAuMCwiTWF4SGVpZ2h0IjoiSW5maW5pdHkiLCJTbWFydEZvcmVncm91bmRJc0FjdGl2ZSI6ZmFsc2UsIkhvcml6b250YWxBbGlnbm1lbnQiOjIsIlZlcnRpY2FsQWxpZ25tZW50IjowLCJTbWFydEZvcmVncm91bmQiOm51bGwsIkJhY2tncm91bmRGaWxsVHlwZSI6MCwiTWFyZ2luIjp7IiRyZWYiOiI3MSJ9LCJQYWRkaW5nIjp7IiRyZWYiOiI3MiJ9LCJCYWNrZ3JvdW5kIjp7IiRpZCI6IjI1NyIsIkNvbG9yIjp7IiRpZCI6IjI1OCIsIkEiOjAsIlIiOjI1NSwiRyI6MjU1LCJCIjoyNTV9fSwiSXNWaXNpYmxlIjp0cnVlLCJXaWR0aCI6MC4wLCJIZWlnaHQiOjAuMCwiQm9yZGVyU3R5bGUiOm51bGwsIlBhcmVudFN0eWxlIjpudWxsfSwiRGF0ZVN0eWxlIjp7IiRpZCI6IjI1OSIsIkZvbnRTZXR0aW5ncyI6eyIkaWQiOiIyNjAiLCJGb250U2l6ZSI6MTAsIkZvbnROYW1lIjoiQ2FsaWJyaSIsIklzQm9sZCI6ZmFsc2UsIklzSXRhbGljIjpmYWxzZSwiSXNVbmRlcmxpbmVkIjpmYWxzZSwiUGFyZW50U3R5bGUiOm51bGx9LCJBdXRvU2l6ZSI6MCwiRm9yZWdyb3VuZCI6eyIkaWQiOiIyNjEiLCJDb2xvciI6eyIkaWQiOiIyNjI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yZWYiOiI3OCJ9LCJQYWRkaW5nIjp7IiRyZWYiOiI3OSJ9LCJCYWNrZ3JvdW5kIjp7IiRpZCI6IjI2MyIsIkNvbG9yIjp7IiRpZCI6IjI2NCIsIkEiOjAsIlIiOjI1NSwiRyI6MjU1LCJCIjoyNTV9fSwiSXNWaXNpYmxlIjpmYWxzZSwiV2lkdGgiOjAuMCwiSGVpZ2h0IjowLjAsIkJvcmRlclN0eWxlIjpudWxsLCJQYXJlbnRTdHlsZSI6bnVsbH0sIkRhdGVGb3JtYXQiOnsiJGlkIjoiMjY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2NiIsIkZvcm1hdCI6MCwiSXNWaXNpYmxlIjpmYWxzZSwiTGFzdEtub3duVmlzaWJpbGl0eVN0YXRlIjpmYWxzZX0sIklzVmlzaWJsZSI6ZmFsc2UsIlBhcmVudFN0eWxlIjpudWxsfSwiSHlwZXJsaW5rIjpudWxsLCJJbXBvcnRJZCI6IjEifSx7IiRpZCI6IjI2NyIsIklkIjoiYzY1NmIyNTMtZTk1Yi00NTE5LTgwZDgtMTMxNGMxZjgzZjg4IiwiSW5kZXgiOjMsIkdyb3VwSWQiOiJkMTkxNTY5NC03YWJiLTQ2M2QtYjZhMC1jMjVlN2FhYzcwM2UiLCJUaXRsZSI6IkFEUiBSZXF1aXJlbWVudHMgUmVtaW5kZXIiLCJEYXRlVGltZSI6IjIwMjEtMDgtMTVUMjM6NTk6MDAiLCJQZXJjZW50YWdlQ29tcGxldGUiOm51bGwsIk5vdGUiOm51bGwsIlN0eWxlIjp7IiRpZCI6IjI2OCIsIlRpdGxlUG9zaXRpb24iOiJSaWdodCIsIkRhdGVQb3NpdGlvbiI6IkxlZnQiLCJTaGFwZVR5cGUiOjE0LCJTaGFwZVNpemUiOjEsIlNoYXBlU3R5bGUiOnsiJGlkIjoiMjY5IiwiTWFyZ2luIjp7IiRpZCI6IjI3MCIsIlRvcCI6MCwiTGVmdCI6MCwiUmlnaHQiOjAsIkJvdHRvbSI6MH0sIlBhZGRpbmciOnsiJGlkIjoiMjcxIiwiVG9wIjowLCJMZWZ0IjowLCJSaWdodCI6MCwiQm90dG9tIjowfSwiQmFja2dyb3VuZCI6eyIkaWQiOiIyNzIiLCJDb2xvciI6eyIkaWQiOiIyNzMiLCJBIjoyNTUsIlIiOjIzNywiRyI6MTI1LCJCIjo0OX19LCJJc1Zpc2libGUiOnRydWUsIldpZHRoIjoxOC4wLCJIZWlnaHQiOjIwLjAsIkJvcmRlclN0eWxlIjp7IiRpZCI6IjI3NCIsIkxpbmVDb2xvciI6bnVsbCwiTGluZVdlaWdodCI6MC4wLCJMaW5lVHlwZSI6MCwiUGFyZW50U3R5bGUiOm51bGx9LCJQYXJlbnRTdHlsZSI6bnVsbH0sIlRpdGxlU3R5bGUiOnsiJGlkIjoiMjc1IiwiRm9udFNldHRpbmdzIjp7IiRpZCI6IjI3NiIsIkZvbnRTaXplIjoxMSwiRm9udE5hbWUiOiJDYWxpYnJpIiwiSXNCb2xkIjp0cnVlLCJJc0l0YWxpYyI6ZmFsc2UsIklzVW5kZXJsaW5lZCI6ZmFsc2UsIlBhcmVudFN0eWxlIjpudWxsfSwiQXV0b1NpemUiOjIsIkZvcmVncm91bmQiOnsiJGlkIjoiMjc3IiwiQ29sb3IiOnsiJGlkIjoiMjc4IiwiQSI6MjU1LCJSIjoyNTUsIkciOjI1NSwiQiI6MjU1fX0sIk1heFdpZHRoIjoxMDAuNzczMzMzMzMzMzMzMzQsIk1heEhlaWdodCI6IkluZmluaXR5IiwiU21hcnRGb3JlZ3JvdW5kSXNBY3RpdmUiOmZhbHNlLCJIb3Jpem9udGFsQWxpZ25tZW50IjowLCJWZXJ0aWNhbEFsaWdubWVudCI6MCwiU21hcnRGb3JlZ3JvdW5kIjpudWxsLCJCYWNrZ3JvdW5kRmlsbFR5cGUiOjAsIk1hcmdpbiI6eyIkaWQiOiIyNzkiLCJUb3AiOjAsIkxlZnQiOjAsIlJpZ2h0IjowLCJCb3R0b20iOjB9LCJQYWRkaW5nIjp7IiRpZCI6IjI4MCIsIlRvcCI6MCwiTGVmdCI6MCwiUmlnaHQiOjAsIkJvdHRvbSI6MH0sIkJhY2tncm91bmQiOnsiJGlkIjoiMjgxIiwiQ29sb3IiOnsiJGlkIjoiMjgyIiwiQSI6MCwiUiI6MjU1LCJHIjoyNTUsIkIiOjI1NX19LCJJc1Zpc2libGUiOnRydWUsIldpZHRoIjowLjAsIkhlaWdodCI6MC4wLCJCb3JkZXJTdHlsZSI6bnVsbCwiUGFyZW50U3R5bGUiOm51bGx9LCJEYXRlU3R5bGUiOnsiJGlkIjoiMjgzIiwiRm9udFNldHRpbmdzIjp7IiRpZCI6IjI4NCIsIkZvbnRTaXplIjoxMCwiRm9udE5hbWUiOiJDYWxpYnJpIiwiSXNCb2xkIjpmYWxzZSwiSXNJdGFsaWMiOmZhbHNlLCJJc1VuZGVybGluZWQiOmZhbHNlLCJQYXJlbnRTdHlsZSI6bnVsbH0sIkF1dG9TaXplIjowLCJGb3JlZ3JvdW5kIjp7IiRpZCI6IjI4NSIsIkNvbG9yIjp7IiRpZCI6IjI4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g3IiwiVG9wIjowLCJMZWZ0IjowLCJSaWdodCI6MCwiQm90dG9tIjowfSwiUGFkZGluZyI6eyIkaWQiOiIyODgiLCJUb3AiOjAsIkxlZnQiOjAsIlJpZ2h0IjowLCJCb3R0b20iOjB9LCJCYWNrZ3JvdW5kIjp7IiRpZCI6IjI4OSIsIkNvbG9yIjp7IiRpZCI6IjI5MCIsIkEiOjAsIlIiOjI1NSwiRyI6MjU1LCJCIjoyNTV9fSwiSXNWaXNpYmxlIjpmYWxzZSwiV2lkdGgiOjAuMCwiSGVpZ2h0IjowLjAsIkJvcmRlclN0eWxlIjpudWxsLCJQYXJlbnRTdHlsZSI6bnVsbH0sIkRhdGVGb3JtYXQiOnsiJGlkIjoiMjk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5MiIsIkZvcm1hdCI6MCwiSXNWaXNpYmxlIjpmYWxzZSwiTGFzdEtub3duVmlzaWJpbGl0eVN0YXRlIjpmYWxzZX0sIklzVmlzaWJsZSI6ZmFsc2UsIlBhcmVudFN0eWxlIjpudWxsfSwiSHlwZXJsaW5rIjpudWxsLCJJbXBvcnRJZCI6IjEifSx7IiRpZCI6IjI5MyIsIklkIjoiYjUxMmI3ZmUtN2U3Yy00MGY1LWE0YWEtOTViOTQ5OTg4NWQ3IiwiSW5kZXgiOjQsIkdyb3VwSWQiOiJkMTkxNTY5NC03YWJiLTQ2M2QtYjZhMC1jMjVlN2FhYzcwM2UiLCJUaXRsZSI6IlBDIENhcnQgUmVtaW5kZXIiLCJEYXRlVGltZSI6IjIwMjEtMTEtMTVUMjM6NTk6MDAiLCJQZXJjZW50YWdlQ29tcGxldGUiOm51bGwsIk5vdGUiOm51bGwsIlN0eWxlIjp7IiRpZCI6IjI5NCIsIlRpdGxlUG9zaXRpb24iOiJSaWdodCIsIkRhdGVQb3NpdGlvbiI6IkxlZnQiLCJTaGFwZVR5cGUiOjE0LCJTaGFwZVNpemUiOjEsIlNoYXBlU3R5bGUiOnsiJGlkIjoiMjk1IiwiTWFyZ2luIjp7IiRpZCI6IjI5NiIsIlRvcCI6MCwiTGVmdCI6MCwiUmlnaHQiOjAsIkJvdHRvbSI6MH0sIlBhZGRpbmciOnsiJGlkIjoiMjk3IiwiVG9wIjowLCJMZWZ0IjowLCJSaWdodCI6MCwiQm90dG9tIjowfSwiQmFja2dyb3VuZCI6eyIkaWQiOiIyOTgiLCJDb2xvciI6eyIkaWQiOiIyOTkiLCJBIjoyNTUsIlIiOjIzNywiRyI6MTI1LCJCIjo0OX19LCJJc1Zpc2libGUiOnRydWUsIldpZHRoIjoxOC4wLCJIZWlnaHQiOjIwLjAsIkJvcmRlclN0eWxlIjp7IiRpZCI6IjMwMCIsIkxpbmVDb2xvciI6bnVsbCwiTGluZVdlaWdodCI6MC4wLCJMaW5lVHlwZSI6MCwiUGFyZW50U3R5bGUiOm51bGx9LCJQYXJlbnRTdHlsZSI6bnVsbH0sIlRpdGxlU3R5bGUiOnsiJGlkIjoiMzAxIiwiRm9udFNldHRpbmdzIjp7IiRpZCI6IjMwMiIsIkZvbnRTaXplIjoxMSwiRm9udE5hbWUiOiJDYWxpYnJpIiwiSXNCb2xkIjp0cnVlLCJJc0l0YWxpYyI6ZmFsc2UsIklzVW5kZXJsaW5lZCI6ZmFsc2UsIlBhcmVudFN0eWxlIjpudWxsfSwiQXV0b1NpemUiOjAsIkZvcmVncm91bmQiOnsiJGlkIjoiMzAzIiwiQ29sb3IiOnsiJGlkIjoiMzA0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MwNSIsIlRvcCI6MCwiTGVmdCI6MCwiUmlnaHQiOjAsIkJvdHRvbSI6MH0sIlBhZGRpbmciOnsiJGlkIjoiMzA2IiwiVG9wIjowLCJMZWZ0IjowLCJSaWdodCI6MCwiQm90dG9tIjowfSwiQmFja2dyb3VuZCI6eyIkaWQiOiIzMDciLCJDb2xvciI6eyIkaWQiOiIzMDgiLCJBIjowLCJSIjoyNTUsIkciOjI1NSwiQiI6MjU1fX0sIklzVmlzaWJsZSI6dHJ1ZSwiV2lkdGgiOjAuMCwiSGVpZ2h0IjowLjAsIkJvcmRlclN0eWxlIjpudWxsLCJQYXJlbnRTdHlsZSI6bnVsbH0sIkRhdGVTdHlsZSI6eyIkaWQiOiIzMDkiLCJGb250U2V0dGluZ3MiOnsiJGlkIjoiMzEwIiwiRm9udFNpemUiOjEwLCJGb250TmFtZSI6IkNhbGlicmkiLCJJc0JvbGQiOmZhbHNlLCJJc0l0YWxpYyI6ZmFsc2UsIklzVW5kZXJsaW5lZCI6ZmFsc2UsIlBhcmVudFN0eWxlIjpudWxsfSwiQXV0b1NpemUiOjAsIkZvcmVncm91bmQiOnsiJGlkIjoiMzExIiwiQ29sb3IiOnsiJGlkIjoiMzE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zMTMiLCJUb3AiOjAsIkxlZnQiOjAsIlJpZ2h0IjowLCJCb3R0b20iOjB9LCJQYWRkaW5nIjp7IiRpZCI6IjMxNCIsIlRvcCI6MCwiTGVmdCI6MCwiUmlnaHQiOjAsIkJvdHRvbSI6MH0sIkJhY2tncm91bmQiOnsiJGlkIjoiMzE1IiwiQ29sb3IiOnsiJGlkIjoiMzE2IiwiQSI6MCwiUiI6MjU1LCJHIjoyNTUsIkIiOjI1NX19LCJJc1Zpc2libGUiOmZhbHNlLCJXaWR0aCI6MC4wLCJIZWlnaHQiOjAuMCwiQm9yZGVyU3R5bGUiOm51bGwsIlBhcmVudFN0eWxlIjpudWxsfSwiRGF0ZUZvcm1hdCI6eyIkaWQiOiIzM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E4IiwiRm9ybWF0IjowLCJJc1Zpc2libGUiOmZhbHNlLCJMYXN0S25vd25WaXNpYmlsaXR5U3RhdGUiOmZhbHNlfSwiSXNWaXNpYmxlIjpmYWxzZSwiUGFyZW50U3R5bGUiOm51bGx9LCJIeXBlcmxpbmsiOm51bGwsIkltcG9ydElkIjoiMSJ9LHsiJGlkIjoiMzE5IiwiSWQiOiJiZDZiOTZiMi0xN2UyLTQwZDAtYWE2NS1lNzM5Nzk0MzcyZGEiLCJJbmRleCI6NSwiR3JvdXBJZCI6Ijk5NzAwOTA5LTUwOWMtNGQ0Mi05NzZiLTdjOWQ0NTI1MmMzYyIsIlRpdGxlIjoiQURSIFJlcXVpcmVtZW50cyBSZWluZm9yY2VtZW50IiwiRGF0ZVRpbWUiOiIyMDIxLTA4LTE1VDIzOjU5OjAwIiwiUGVyY2VudGFnZUNvbXBsZXRlIjpudWxsLCJOb3RlIjpudWxsLCJTdHlsZSI6eyIkaWQiOiIzMjAiLCJUaXRsZVBvc2l0aW9uIjoiUmlnaHQiLCJEYXRlUG9zaXRpb24iOiJMZWZ0IiwiU2hhcGVUeXBlIjoxNCwiU2hhcGVTaXplIjoxLCJTaGFwZVN0eWxlIjp7IiRpZCI6IjMyMSIsIk1hcmdpbiI6eyIkaWQiOiIzMjIiLCJUb3AiOjAsIkxlZnQiOjAsIlJpZ2h0IjowLCJCb3R0b20iOjB9LCJQYWRkaW5nIjp7IiRpZCI6IjMyMyIsIlRvcCI6MCwiTGVmdCI6MCwiUmlnaHQiOjAsIkJvdHRvbSI6MH0sIkJhY2tncm91bmQiOnsiJGlkIjoiMzI0IiwiQ29sb3IiOnsiJGlkIjoiMzI1IiwiQSI6MjU1LCJSIjoyMzcsIkciOjEyNSwiQiI6NDl9fSwiSXNWaXNpYmxlIjp0cnVlLCJXaWR0aCI6MTguMCwiSGVpZ2h0IjoyMC4wLCJCb3JkZXJTdHlsZSI6eyIkaWQiOiIzMjYiLCJMaW5lQ29sb3IiOm51bGwsIkxpbmVXZWlnaHQiOjAuMCwiTGluZVR5cGUiOjAsIlBhcmVudFN0eWxlIjpudWxsfSwiUGFyZW50U3R5bGUiOm51bGx9LCJUaXRsZVN0eWxlIjp7IiRpZCI6IjMyNyIsIkZvbnRTZXR0aW5ncyI6eyIkaWQiOiIzMjgiLCJGb250U2l6ZSI6MTEsIkZvbnROYW1lIjoiQ2FsaWJyaSIsIklzQm9sZCI6dHJ1ZSwiSXNJdGFsaWMiOmZhbHNlLCJJc1VuZGVybGluZWQiOmZhbHNlLCJQYXJlbnRTdHlsZSI6bnVsbH0sIkF1dG9TaXplIjowLCJGb3JlZ3JvdW5kIjp7IiRpZCI6IjMyOSIsIkNvbG9yIjp7IiRpZCI6IjMzMCIsIkEiOjI1NSwiUiI6MjU1LCJHIjoyNTUsIkIiOjI1NX19LCJNYXhXaWR0aCI6MjAwLjAsIk1heEhlaWdodCI6IkluZmluaXR5IiwiU21hcnRGb3JlZ3JvdW5kSXNBY3RpdmUiOmZhbHNlLCJIb3Jpem9udGFsQWxpZ25tZW50IjowLCJWZXJ0aWNhbEFsaWdubWVudCI6MCwiU21hcnRGb3JlZ3JvdW5kIjpudWxsLCJCYWNrZ3JvdW5kRmlsbFR5cGUiOjAsIk1hcmdpbiI6eyIkaWQiOiIzMzEiLCJUb3AiOjAsIkxlZnQiOjAsIlJpZ2h0IjowLCJCb3R0b20iOjB9LCJQYWRkaW5nIjp7IiRpZCI6IjMzMiIsIlRvcCI6MCwiTGVmdCI6MCwiUmlnaHQiOjAsIkJvdHRvbSI6MH0sIkJhY2tncm91bmQiOnsiJGlkIjoiMzMzIiwiQ29sb3IiOnsiJGlkIjoiMzM0IiwiQSI6MCwiUiI6MjU1LCJHIjoyNTUsIkIiOjI1NX19LCJJc1Zpc2libGUiOnRydWUsIldpZHRoIjowLjAsIkhlaWdodCI6MC4wLCJCb3JkZXJTdHlsZSI6bnVsbCwiUGFyZW50U3R5bGUiOm51bGx9LCJEYXRlU3R5bGUiOnsiJGlkIjoiMzM1IiwiRm9udFNldHRpbmdzIjp7IiRpZCI6IjMzNiIsIkZvbnRTaXplIjoxMCwiRm9udE5hbWUiOiJDYWxpYnJpIiwiSXNCb2xkIjpmYWxzZSwiSXNJdGFsaWMiOmZhbHNlLCJJc1VuZGVybGluZWQiOmZhbHNlLCJQYXJlbnRTdHlsZSI6bnVsbH0sIkF1dG9TaXplIjowLCJGb3JlZ3JvdW5kIjp7IiRpZCI6IjMzNyIsIkNvbG9yIjp7IiRpZCI6IjMzO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zM5IiwiVG9wIjowLCJMZWZ0IjowLCJSaWdodCI6MCwiQm90dG9tIjowfSwiUGFkZGluZyI6eyIkaWQiOiIzNDAiLCJUb3AiOjAsIkxlZnQiOjAsIlJpZ2h0IjowLCJCb3R0b20iOjB9LCJCYWNrZ3JvdW5kIjp7IiRpZCI6IjM0MSIsIkNvbG9yIjp7IiRpZCI6IjM0MiIsIkEiOjAsIlIiOjI1NSwiRyI6MjU1LCJCIjoyNTV9fSwiSXNWaXNpYmxlIjpmYWxzZSwiV2lkdGgiOjAuMCwiSGVpZ2h0IjowLjAsIkJvcmRlclN0eWxlIjpudWxsLCJQYXJlbnRTdHlsZSI6bnVsbH0sIkRhdGVGb3JtYXQiOnsiJGlkIjoiMzQ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0NCIsIkZvcm1hdCI6MCwiSXNWaXNpYmxlIjpmYWxzZSwiTGFzdEtub3duVmlzaWJpbGl0eVN0YXRlIjpmYWxzZX0sIklzVmlzaWJsZSI6ZmFsc2UsIlBhcmVudFN0eWxlIjpudWxsfSwiSHlwZXJsaW5rIjpudWxsLCJJbXBvcnRJZCI6IjEifSx7IiRpZCI6IjM0NSIsIklkIjoiNDY5M2Q4MTktZGVmZi00OTYxLTk1YjgtZjU3OGJjOGQ3MDU5IiwiSW5kZXgiOjYsIkdyb3VwSWQiOiI5OTcwMDkwOS01MDljLTRkNDItOTc2Yi03YzlkNDUyNTJjM2MiLCJUaXRsZSI6IkFEUyBEb3dubGluZSBFbmNvdXJhZ2VtZW50IiwiRGF0ZVRpbWUiOiIyMDIxLTExLTE1VDIzOjU5OjAwIiwiUGVyY2VudGFnZUNvbXBsZXRlIjpudWxsLCJOb3RlIjpudWxsLCJTdHlsZSI6eyIkaWQiOiIzNDYiLCJUaXRsZVBvc2l0aW9uIjoiUmlnaHQiLCJEYXRlUG9zaXRpb24iOiJMZWZ0IiwiU2hhcGVUeXBlIjoxNCwiU2hhcGVTaXplIjoxLCJTaGFwZVN0eWxlIjp7IiRpZCI6IjM0NyIsIk1hcmdpbiI6eyIkaWQiOiIzNDgiLCJUb3AiOjAsIkxlZnQiOjAsIlJpZ2h0IjowLCJCb3R0b20iOjB9LCJQYWRkaW5nIjp7IiRpZCI6IjM0OSIsIlRvcCI6MCwiTGVmdCI6MCwiUmlnaHQiOjAsIkJvdHRvbSI6MH0sIkJhY2tncm91bmQiOnsiJGlkIjoiMzUwIiwiQ29sb3IiOnsiJGlkIjoiMzUxIiwiQSI6MjU1LCJSIjoyMzcsIkciOjEyNSwiQiI6NDl9fSwiSXNWaXNpYmxlIjp0cnVlLCJXaWR0aCI6MTguMCwiSGVpZ2h0IjoyMC4wLCJCb3JkZXJTdHlsZSI6eyIkaWQiOiIzNTIiLCJMaW5lQ29sb3IiOm51bGwsIkxpbmVXZWlnaHQiOjAuMCwiTGluZVR5cGUiOjAsIlBhcmVudFN0eWxlIjpudWxsfSwiUGFyZW50U3R5bGUiOm51bGx9LCJUaXRsZVN0eWxlIjp7IiRpZCI6IjM1MyIsIkZvbnRTZXR0aW5ncyI6eyIkaWQiOiIzNTQiLCJGb250U2l6ZSI6MTEsIkZvbnROYW1lIjoiQ2FsaWJyaSIsIklzQm9sZCI6dHJ1ZSwiSXNJdGFsaWMiOmZhbHNlLCJJc1VuZGVybGluZWQiOmZhbHNlLCJQYXJlbnRTdHlsZSI6bnVsbH0sIkF1dG9TaXplIjoyLCJGb3JlZ3JvdW5kIjp7IiRpZCI6IjM1NSIsIkNvbG9yIjp7IiRpZCI6IjM1NiIsIkEiOjI1NSwiUiI6MjU1LCJHIjoyNTUsIkIiOjI1NX19LCJNYXhXaWR0aCI6NzQuMzk2NjY2NjY2NjY2Njc1LCJNYXhIZWlnaHQiOiJJbmZpbml0eSIsIlNtYXJ0Rm9yZWdyb3VuZElzQWN0aXZlIjpmYWxzZSwiSG9yaXpvbnRhbEFsaWdubWVudCI6MCwiVmVydGljYWxBbGlnbm1lbnQiOjAsIlNtYXJ0Rm9yZWdyb3VuZCI6bnVsbCwiQmFja2dyb3VuZEZpbGxUeXBlIjowLCJNYXJnaW4iOnsiJGlkIjoiMzU3IiwiVG9wIjowLCJMZWZ0IjowLCJSaWdodCI6MCwiQm90dG9tIjowfSwiUGFkZGluZyI6eyIkaWQiOiIzNTgiLCJUb3AiOjAsIkxlZnQiOjAsIlJpZ2h0IjowLCJCb3R0b20iOjB9LCJCYWNrZ3JvdW5kIjp7IiRpZCI6IjM1OSIsIkNvbG9yIjp7IiRpZCI6IjM2MCIsIkEiOjAsIlIiOjI1NSwiRyI6MjU1LCJCIjoyNTV9fSwiSXNWaXNpYmxlIjp0cnVlLCJXaWR0aCI6MC4wLCJIZWlnaHQiOjAuMCwiQm9yZGVyU3R5bGUiOm51bGwsIlBhcmVudFN0eWxlIjpudWxsfSwiRGF0ZVN0eWxlIjp7IiRpZCI6IjM2MSIsIkZvbnRTZXR0aW5ncyI6eyIkaWQiOiIzNjIiLCJGb250U2l6ZSI6MTAsIkZvbnROYW1lIjoiQ2FsaWJyaSIsIklzQm9sZCI6ZmFsc2UsIklzSXRhbGljIjpmYWxzZSwiSXNVbmRlcmxpbmVkIjpmYWxzZSwiUGFyZW50U3R5bGUiOm51bGx9LCJBdXRvU2l6ZSI6MCwiRm9yZWdyb3VuZCI6eyIkaWQiOiIzNjMiLCJDb2xvciI6eyIkaWQiOiIzNjQ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M2NSIsIlRvcCI6MCwiTGVmdCI6MCwiUmlnaHQiOjAsIkJvdHRvbSI6MH0sIlBhZGRpbmciOnsiJGlkIjoiMzY2IiwiVG9wIjowLCJMZWZ0IjowLCJSaWdodCI6MCwiQm90dG9tIjowfSwiQmFja2dyb3VuZCI6eyIkaWQiOiIzNjciLCJDb2xvciI6eyIkaWQiOiIzNjgiLCJBIjowLCJSIjoyNTUsIkciOjI1NSwiQiI6MjU1fX0sIklzVmlzaWJsZSI6ZmFsc2UsIldpZHRoIjowLjAsIkhlaWdodCI6MC4wLCJCb3JkZXJTdHlsZSI6bnVsbCwiUGFyZW50U3R5bGUiOm51bGx9LCJEYXRlRm9ybWF0Ijp7IiRpZCI6IjM2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zAiLCJGb3JtYXQiOjAsIklzVmlzaWJsZSI6ZmFsc2UsIkxhc3RLbm93blZpc2liaWxpdHlTdGF0ZSI6ZmFsc2V9LCJJc1Zpc2libGUiOmZhbHNlLCJQYXJlbnRTdHlsZSI6bnVsbH0sIkh5cGVybGluayI6bnVsbCwiSW1wb3J0SWQiOiIxIn0seyIkaWQiOiIzNzEiLCJJZCI6IjMwZGEwOWNmLTNjOTMtNDY1Zi05NmRhLTUwN2U1OWQ0NmEyOCIsIkluZGV4Ijo3LCJHcm91cElkIjpudWxsLCJUaXRsZSI6IlVub3BlbmVkIFJlZGVwbG95bWVudCIsIkRhdGVUaW1lIjoiMjAyMS0xMS0xNVQyMzo1OTowMCIsIlBlcmNlbnRhZ2VDb21wbGV0ZSI6bnVsbCwiTm90ZSI6bnVsbCwiU3R5bGUiOnsiJGlkIjoiMzcyIiwiVGl0bGVQb3NpdGlvbiI6IlJpZ2h0IiwiRGF0ZVBvc2l0aW9uIjoiTGVmdCIsIlNoYXBlVHlwZSI6MTQsIlNoYXBlU2l6ZSI6MSwiU2hhcGVTdHlsZSI6eyIkaWQiOiIzNzMiLCJNYXJnaW4iOnsiJGlkIjoiMzc0IiwiVG9wIjowLCJMZWZ0IjowLCJSaWdodCI6MCwiQm90dG9tIjowfSwiUGFkZGluZyI6eyIkaWQiOiIzNzUiLCJUb3AiOjAsIkxlZnQiOjAsIlJpZ2h0IjowLCJCb3R0b20iOjB9LCJCYWNrZ3JvdW5kIjp7IiRpZCI6IjM3NiIsIkNvbG9yIjp7IiRpZCI6IjM3NyIsIkEiOjI1NSwiUiI6MjM3LCJHIjoxMjUsIkIiOjQ5fX0sIklzVmlzaWJsZSI6dHJ1ZSwiV2lkdGgiOjE4LjAsIkhlaWdodCI6MjAuMCwiQm9yZGVyU3R5bGUiOnsiJGlkIjoiMzc4IiwiTGluZUNvbG9yIjpudWxsLCJMaW5lV2VpZ2h0IjowLjAsIkxpbmVUeXBlIjowLCJQYXJlbnRTdHlsZSI6bnVsbH0sIlBhcmVudFN0eWxlIjpudWxsfSwiVGl0bGVTdHlsZSI6eyIkaWQiOiIzNzkiLCJGb250U2V0dGluZ3MiOnsiJGlkIjoiMzgwIiwiRm9udFNpemUiOjExLCJGb250TmFtZSI6IkNhbGlicmkiLCJJc0JvbGQiOnRydWUsIklzSXRhbGljIjpmYWxzZSwiSXNVbmRlcmxpbmVkIjpmYWxzZSwiUGFyZW50U3R5bGUiOm51bGx9LCJBdXRvU2l6ZSI6MCwiRm9yZWdyb3VuZCI6eyIkaWQiOiIzODEiLCJDb2xvciI6eyIkaWQiOiIzODIiLCJBIjoyNTUsIlIiOjI1NSwiRyI6MjU1LCJCIjoyNTV9fSwiTWF4V2lkdGgiOjIwMC4wLCJNYXhIZWlnaHQiOiJJbmZpbml0eSIsIlNtYXJ0Rm9yZWdyb3VuZElzQWN0aXZlIjpmYWxzZSwiSG9yaXpvbnRhbEFsaWdubWVudCI6MCwiVmVydGljYWxBbGlnbm1lbnQiOjAsIlNtYXJ0Rm9yZWdyb3VuZCI6bnVsbCwiQmFja2dyb3VuZEZpbGxUeXBlIjowLCJNYXJnaW4iOnsiJGlkIjoiMzgzIiwiVG9wIjowLCJMZWZ0IjowLCJSaWdodCI6MCwiQm90dG9tIjowfSwiUGFkZGluZyI6eyIkaWQiOiIzODQiLCJUb3AiOjAsIkxlZnQiOjAsIlJpZ2h0IjowLCJCb3R0b20iOjB9LCJCYWNrZ3JvdW5kIjp7IiRpZCI6IjM4NSIsIkNvbG9yIjp7IiRpZCI6IjM4NiIsIkEiOjAsIlIiOjI1NSwiRyI6MjU1LCJCIjoyNTV9fSwiSXNWaXNpYmxlIjp0cnVlLCJXaWR0aCI6MC4wLCJIZWlnaHQiOjAuMCwiQm9yZGVyU3R5bGUiOm51bGwsIlBhcmVudFN0eWxlIjpudWxsfSwiRGF0ZVN0eWxlIjp7IiRpZCI6IjM4NyIsIkZvbnRTZXR0aW5ncyI6eyIkaWQiOiIzODgiLCJGb250U2l6ZSI6MTAsIkZvbnROYW1lIjoiQ2FsaWJyaSIsIklzQm9sZCI6ZmFsc2UsIklzSXRhbGljIjpmYWxzZSwiSXNVbmRlcmxpbmVkIjpmYWxzZSwiUGFyZW50U3R5bGUiOm51bGx9LCJBdXRvU2l6ZSI6MCwiRm9yZWdyb3VuZCI6eyIkaWQiOiIzODkiLCJDb2xvciI6eyIkaWQiOiIzOTA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M5MSIsIlRvcCI6MCwiTGVmdCI6MCwiUmlnaHQiOjAsIkJvdHRvbSI6MH0sIlBhZGRpbmciOnsiJGlkIjoiMzkyIiwiVG9wIjowLCJMZWZ0IjowLCJSaWdodCI6MCwiQm90dG9tIjowfSwiQmFja2dyb3VuZCI6eyIkaWQiOiIzOTMiLCJDb2xvciI6eyIkaWQiOiIzOTQiLCJBIjowLCJSIjoyNTUsIkciOjI1NSwiQiI6MjU1fX0sIklzVmlzaWJsZSI6ZmFsc2UsIldpZHRoIjowLjAsIkhlaWdodCI6MC4wLCJCb3JkZXJTdHlsZSI6bnVsbCwiUGFyZW50U3R5bGUiOm51bGx9LCJEYXRlRm9ybWF0Ijp7IiRpZCI6IjM5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OTYiLCJGb3JtYXQiOjAsIklzVmlzaWJsZSI6ZmFsc2UsIkxhc3RLbm93blZpc2liaWxpdHlTdGF0ZSI6ZmFsc2V9LCJJc1Zpc2libGUiOmZhbHNlLCJQYXJlbnRTdHlsZSI6bnVsbH0sIkh5cGVybGluayI6bnVsbCwiSW1wb3J0SWQiOiIxIn1dfSx7IiRpZCI6IjM5NyIsIklkIjoiMmRkNTBiNTctYWUyOC00MzY0LWJjZmQtY2RkYzQxOWNkYjgzIiwiSW5kZXgiOjEsIkhlYWRlclRleHQiOiJUYWl3YW4iLCJTdHlsZSI6eyIkaWQiOiIzOTgiLCJIZWFkZXJTdHlsZSI6eyIkaWQiOiIzOTkiLCJUZXh0U3R5bGUiOnsiJGlkIjoiNDAwIiwiRm9udFNldHRpbmdzIjp7IiRpZCI6IjQwMSIsIkZvbnRTaXplIjoxMiwiRm9udE5hbWUiOiJDYWxpYnJpIiwiSXNCb2xkIjp0cnVlLCJJc0l0YWxpYyI6ZmFsc2UsIklzVW5kZXJsaW5lZCI6ZmFsc2UsIlBhcmVudFN0eWxlIjpudWxsfSwiQXV0b1NpemUiOjAsIkZvcmVncm91bmQiOnsiJGlkIjoiNDAyIiwiQ29sb3IiOnsiJGlkIjoiNDAzIiwiQSI6MjU1LCJSIjoyNywiRyI6MTYsIkIiOjE5fX0sIk1heFdpZHRoIjowLjAsIk1heEhlaWdodCI6MC4wLCJTbWFydEZvcmVncm91bmRJc0FjdGl2ZSI6ZmFsc2UsIkhvcml6b250YWxBbGlnbm1lbnQiOjAsIlZlcnRpY2FsQWxpZ25tZW50IjowLCJTbWFydEZvcmVncm91bmQiOm51bGwsIkJhY2tncm91bmRGaWxsVHlwZSI6MCwiTWFyZ2luIjp7IiRpZCI6IjQwNCIsIlRvcCI6MCwiTGVmdCI6MCwiUmlnaHQiOjAsIkJvdHRvbSI6MH0sIlBhZGRpbmciOnsiJGlkIjoiNDA1IiwiVG9wIjowLCJMZWZ0IjowLCJSaWdodCI6MCwiQm90dG9tIjowfSwiQmFja2dyb3VuZCI6bnVsbCwiSXNWaXNpYmxlIjpmYWxzZSwiV2lkdGgiOjAuMCwiSGVpZ2h0IjowLjAsIkJvcmRlclN0eWxlIjpudWxsLCJQYXJlbnRTdHlsZSI6bnVsbH0sIlJlY3RhbmdsZVN0eWxlIjp7IiRpZCI6IjQwNiIsIk1hcmdpbiI6eyIkaWQiOiI0MDciLCJUb3AiOjAsIkxlZnQiOjAsIlJpZ2h0IjowLCJCb3R0b20iOjB9LCJQYWRkaW5nIjp7IiRpZCI6IjQwOCIsIlRvcCI6MCwiTGVmdCI6MCwiUmlnaHQiOjAsIkJvdHRvbSI6MH0sIkJhY2tncm91bmQiOnsiJGlkIjoiNDA5IiwiQ29sb3IiOnsiJGlkIjoiNDEwIiwiQSI6MjU1LCJSIjoyLCJHIjoxNzgsIkIiOjIzOH19LCJJc1Zpc2libGUiOmZhbHNlLCJXaWR0aCI6MC4wLCJIZWlnaHQiOjAuMCwiQm9yZGVyU3R5bGUiOnsiJGlkIjoiNDExIiwiTGluZUNvbG9yIjp7IiRpZCI6IjQxMiIsIiR0eXBlIjoiTkxSRS5Db21tb24uRG9tLlNvbGlkQ29sb3JCcnVzaCwgTkxSRS5Db21tb24iLCJDb2xvciI6eyIkaWQiOiI0MTMiLCJBIjoyNTUsIlIiOjI3LCJHIjoxNiwiQiI6MTl9fSwiTGluZVdlaWdodCI6MC4wLCJMaW5lVHlwZSI6MCwiUGFyZW50U3R5bGUiOm51bGx9LCJQYXJlbnRTdHlsZSI6bnVsbH0sIk1hcmdpbiI6eyIkaWQiOiI0MTQiLCJUb3AiOjAsIkxlZnQiOjAsIlJpZ2h0IjowLCJCb3R0b20iOjB9LCJQYWRkaW5nIjp7IiRpZCI6IjQxNSIsIlRvcCI6MCwiTGVmdCI6MCwiUmlnaHQiOjAsIkJvdHRvbSI6MH0sIkJhY2tncm91bmQiOm51bGwsIklzVmlzaWJsZSI6dHJ1ZSwiV2lkdGgiOjAuMCwiSGVpZ2h0IjowLjAsIkJvcmRlclN0eWxlIjpudWxsLCJQYXJlbnRTdHlsZSI6bnVsbH0sIkJhY2tncm91bmRTdHlsZSI6eyIkaWQiOiI0MTYiLCJNYXJnaW4iOnsiJGlkIjoiNDE3IiwiVG9wIjowLCJMZWZ0IjowLCJSaWdodCI6MCwiQm90dG9tIjowfSwiUGFkZGluZyI6eyIkaWQiOiI0MTgiLCJUb3AiOjAsIkxlZnQiOjAsIlJpZ2h0IjowLCJCb3R0b20iOjB9LCJCYWNrZ3JvdW5kIjp7IiRpZCI6IjQxOSIsIkNvbG9yIjp7IiRpZCI6IjQyMCIsIkEiOjM4LCJSIjoyLCJHIjoxNzgsIkIiOjIzOH19LCJJc1Zpc2libGUiOnRydWUsIldpZHRoIjowLjAsIkhlaWdodCI6MC4wLCJCb3JkZXJTdHlsZSI6eyIkaWQiOiI0MjEiLCJMaW5lQ29sb3IiOnsiJGlkIjoiNDIyIiwiJHR5cGUiOiJOTFJFLkNvbW1vbi5Eb20uU29saWRDb2xvckJydXNoLCBOTFJFLkNvbW1vbiIsIkNvbG9yIjp7IiRpZCI6IjQyMyIsIkEiOjI1NSwiUiI6MjA4LCJHIjoyMDYsIkIiOjIwNn19LCJMaW5lV2VpZ2h0IjowLjAsIkxpbmVUeXBlIjowLCJQYXJlbnRTdHlsZSI6bnVsbH0sIlBhcmVudFN0eWxlIjpudWxsfSwiSXNBYm92ZVRpbWViYW5kIjpmYWxzZSwiTWFyZ2luIjp7IiRpZCI6IjQyNCIsIlRvcCI6MCwiTGVmdCI6MCwiUmlnaHQiOjAsIkJvdHRvbSI6MH0sIlBhZGRpbmciOnsiJGlkIjoiNDI1IiwiVG9wIjowLCJMZWZ0IjowLCJSaWdodCI6MCwiQm90dG9tIjowfSwiSXNWaXNpYmxlIjp0cnVlLCJXaWR0aCI6MC4wLCJIZWlnaHQiOjAuMCwiQm9yZGVyU3R5bGUiOm51bGwsIlBhcmVudFN0eWxlIjpudWxsfSwiVGFza3MiOltdLCJNaWxlc3RvbmVzIjpbeyIkaWQiOiI0MjYiLCJJZCI6IjMyYTJjNTc5LTVlNjctNGY4Mi05MzUxLTRmY2RlOTBiMGU3NCIsIkluZGV4IjowLCJHcm91cElkIjoiNGY5ODNkOGQtYWI0Ni00OTc4LTg4OWUtZjVjNjgzYWMxMzg0IiwiVGl0bGUiOiJJbXByb3ZlIEFjdGl2YXRpb24gUmF0ZSIsIkRhdGVUaW1lIjoiMjAyMS0xMS0xNVQyMzo1OTowMCIsIlBlcmNlbnRhZ2VDb21wbGV0ZSI6bnVsbCwiTm90ZSI6bnVsbCwiU3R5bGUiOnsiJGlkIjoiNDI3IiwiVGl0bGVQb3NpdGlvbiI6IlJpZ2h0IiwiRGF0ZVBvc2l0aW9uIjoiTGVmdCIsIlNoYXBlVHlwZSI6MSwiU2hhcGVTaXplIjoxLCJTaGFwZVN0eWxlIjp7IiRpZCI6IjQyOCIsIk1hcmdpbiI6eyIkaWQiOiI0MjkiLCJUb3AiOjAsIkxlZnQiOjAsIlJpZ2h0IjowLCJCb3R0b20iOjB9LCJQYWRkaW5nIjp7IiRpZCI6IjQzMCIsIlRvcCI6MCwiTGVmdCI6MCwiUmlnaHQiOjAsIkJvdHRvbSI6MH0sIkJhY2tncm91bmQiOnsiJGlkIjoiNDMxIiwiQ29sb3IiOnsiJGlkIjoiNDMyIiwiQSI6MjU1LCJSIjoyLCJHIjoxNzgsIkIiOjIzOH19LCJJc1Zpc2libGUiOnRydWUsIldpZHRoIjoxOC4wLCJIZWlnaHQiOjIwLjAsIkJvcmRlclN0eWxlIjp7IiRpZCI6IjQzMyIsIkxpbmVDb2xvciI6bnVsbCwiTGluZVdlaWdodCI6MC4wLCJMaW5lVHlwZSI6MCwiUGFyZW50U3R5bGUiOm51bGx9LCJQYXJlbnRTdHlsZSI6bnVsbH0sIlRpdGxlU3R5bGUiOnsiJGlkIjoiNDM0IiwiRm9udFNldHRpbmdzIjp7IiRpZCI6IjQzNSIsIkZvbnRTaXplIjoxMSwiRm9udE5hbWUiOiJDYWxpYnJpIiwiSXNCb2xkIjp0cnVlLCJJc0l0YWxpYyI6ZmFsc2UsIklzVW5kZXJsaW5lZCI6ZmFsc2UsIlBhcmVudFN0eWxlIjpudWxsfSwiQXV0b1NpemUiOjAsIkZvcmVncm91bmQiOnsiJGlkIjoiNDM2IiwiQ29sb3IiOnsiJGlkIjoiNDM3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QzOCIsIlRvcCI6MCwiTGVmdCI6MCwiUmlnaHQiOjAsIkJvdHRvbSI6MH0sIlBhZGRpbmciOnsiJGlkIjoiNDM5IiwiVG9wIjowLCJMZWZ0IjowLCJSaWdodCI6MCwiQm90dG9tIjowfSwiQmFja2dyb3VuZCI6eyIkaWQiOiI0NDAiLCJDb2xvciI6eyIkaWQiOiI0NDEiLCJBIjowLCJSIjoyNTUsIkciOjI1NSwiQiI6MjU1fX0sIklzVmlzaWJsZSI6dHJ1ZSwiV2lkdGgiOjAuMCwiSGVpZ2h0IjowLjAsIkJvcmRlclN0eWxlIjpudWxsLCJQYXJlbnRTdHlsZSI6bnVsbH0sIkRhdGVTdHlsZSI6eyIkaWQiOiI0NDIiLCJGb250U2V0dGluZ3MiOnsiJGlkIjoiNDQzIiwiRm9udFNpemUiOjEwLCJGb250TmFtZSI6IkNhbGlicmkiLCJJc0JvbGQiOmZhbHNlLCJJc0l0YWxpYyI6ZmFsc2UsIklzVW5kZXJsaW5lZCI6ZmFsc2UsIlBhcmVudFN0eWxlIjpudWxsfSwiQXV0b1NpemUiOjAsIkZvcmVncm91bmQiOnsiJGlkIjoiNDQ0IiwiQ29sb3IiOnsiJGlkIjoiNDQ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0NDYiLCJUb3AiOjAsIkxlZnQiOjAsIlJpZ2h0IjowLCJCb3R0b20iOjB9LCJQYWRkaW5nIjp7IiRpZCI6IjQ0NyIsIlRvcCI6MCwiTGVmdCI6MCwiUmlnaHQiOjAsIkJvdHRvbSI6MH0sIkJhY2tncm91bmQiOnsiJGlkIjoiNDQ4IiwiQ29sb3IiOnsiJGlkIjoiNDQ5IiwiQSI6MCwiUiI6MjU1LCJHIjoyNTUsIkIiOjI1NX19LCJJc1Zpc2libGUiOmZhbHNlLCJXaWR0aCI6MC4wLCJIZWlnaHQiOjAuMCwiQm9yZGVyU3R5bGUiOm51bGwsIlBhcmVudFN0eWxlIjpudWxsfSwiRGF0ZUZvcm1hdCI6eyIkaWQiOiI0NT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UxIiwiRm9ybWF0IjowLCJJc1Zpc2libGUiOmZhbHNlLCJMYXN0S25vd25WaXNpYmlsaXR5U3RhdGUiOmZhbHNlfSwiSXNWaXNpYmxlIjpmYWxzZSwiUGFyZW50U3R5bGUiOm51bGx9LCJIeXBlcmxpbmsiOm51bGwsIkltcG9ydElkIjoiMSJ9LHsiJGlkIjoiNDUyIiwiSWQiOiJjYzUwNjFkZC01YmVlLTQ1ZjQtYWIwZi0zNWE2YzNlZmUyZWYiLCJJbmRleCI6MSwiR3JvdXBJZCI6IjRmOTgzZDhkLWFiNDYtNDk3OC04ODllLWY1YzY4M2FjMTM4NCIsIlRpdGxlIjoiTmV3IFByaXZpbGVnZSBNZW1iZXJzIFJlbmV3YWwgUmF0ZSIsIkRhdGVUaW1lIjoiMjAyMi0wMi0xNVQyMzo1OTowMCIsIlBlcmNlbnRhZ2VDb21wbGV0ZSI6bnVsbCwiTm90ZSI6bnVsbCwiU3R5bGUiOnsiJGlkIjoiNDUzIiwiVGl0bGVQb3NpdGlvbiI6IlJpZ2h0IiwiRGF0ZVBvc2l0aW9uIjoiTGVmdCIsIlNoYXBlVHlwZSI6MSwiU2hhcGVTaXplIjoxLCJTaGFwZVN0eWxlIjp7IiRpZCI6IjQ1NCIsIk1hcmdpbiI6eyIkaWQiOiI0NTUiLCJUb3AiOjAsIkxlZnQiOjAsIlJpZ2h0IjowLCJCb3R0b20iOjB9LCJQYWRkaW5nIjp7IiRpZCI6IjQ1NiIsIlRvcCI6MCwiTGVmdCI6MCwiUmlnaHQiOjAsIkJvdHRvbSI6MH0sIkJhY2tncm91bmQiOnsiJGlkIjoiNDU3IiwiQ29sb3IiOnsiJGlkIjoiNDU4IiwiQSI6MjU1LCJSIjoyLCJHIjoxNzgsIkIiOjIzOH19LCJJc1Zpc2libGUiOnRydWUsIldpZHRoIjoxOC4wLCJIZWlnaHQiOjIwLjAsIkJvcmRlclN0eWxlIjp7IiRpZCI6IjQ1OSIsIkxpbmVDb2xvciI6bnVsbCwiTGluZVdlaWdodCI6MC4wLCJMaW5lVHlwZSI6MCwiUGFyZW50U3R5bGUiOm51bGx9LCJQYXJlbnRTdHlsZSI6bnVsbH0sIlRpdGxlU3R5bGUiOnsiJGlkIjoiNDYwIiwiRm9udFNldHRpbmdzIjp7IiRpZCI6IjQ2MSIsIkZvbnRTaXplIjoxMSwiRm9udE5hbWUiOiJDYWxpYnJpIiwiSXNCb2xkIjp0cnVlLCJJc0l0YWxpYyI6ZmFsc2UsIklzVW5kZXJsaW5lZCI6ZmFsc2UsIlBhcmVudFN0eWxlIjpudWxsfSwiQXV0b1NpemUiOjAsIkZvcmVncm91bmQiOnsiJGlkIjoiNDYyIiwiQ29sb3IiOnsiJGlkIjoiNDYz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Q2NCIsIlRvcCI6MCwiTGVmdCI6MCwiUmlnaHQiOjAsIkJvdHRvbSI6MH0sIlBhZGRpbmciOnsiJGlkIjoiNDY1IiwiVG9wIjowLCJMZWZ0IjowLCJSaWdodCI6MCwiQm90dG9tIjowfSwiQmFja2dyb3VuZCI6eyIkaWQiOiI0NjYiLCJDb2xvciI6eyIkaWQiOiI0NjciLCJBIjowLCJSIjoyNTUsIkciOjI1NSwiQiI6MjU1fX0sIklzVmlzaWJsZSI6dHJ1ZSwiV2lkdGgiOjAuMCwiSGVpZ2h0IjowLjAsIkJvcmRlclN0eWxlIjpudWxsLCJQYXJlbnRTdHlsZSI6bnVsbH0sIkRhdGVTdHlsZSI6eyIkaWQiOiI0NjgiLCJGb250U2V0dGluZ3MiOnsiJGlkIjoiNDY5IiwiRm9udFNpemUiOjEwLCJGb250TmFtZSI6IkNhbGlicmkiLCJJc0JvbGQiOmZhbHNlLCJJc0l0YWxpYyI6ZmFsc2UsIklzVW5kZXJsaW5lZCI6ZmFsc2UsIlBhcmVudFN0eWxlIjpudWxsfSwiQXV0b1NpemUiOjAsIkZvcmVncm91bmQiOnsiJGlkIjoiNDcwIiwiQ29sb3IiOnsiJGlkIjoiNDcx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0NzIiLCJUb3AiOjAsIkxlZnQiOjAsIlJpZ2h0IjowLCJCb3R0b20iOjB9LCJQYWRkaW5nIjp7IiRpZCI6IjQ3MyIsIlRvcCI6MCwiTGVmdCI6MCwiUmlnaHQiOjAsIkJvdHRvbSI6MH0sIkJhY2tncm91bmQiOnsiJGlkIjoiNDc0IiwiQ29sb3IiOnsiJGlkIjoiNDc1IiwiQSI6MCwiUiI6MjU1LCJHIjoyNTUsIkIiOjI1NX19LCJJc1Zpc2libGUiOmZhbHNlLCJXaWR0aCI6MC4wLCJIZWlnaHQiOjAuMCwiQm9yZGVyU3R5bGUiOm51bGwsIlBhcmVudFN0eWxlIjpudWxsfSwiRGF0ZUZvcm1hdCI6eyIkaWQiOiI0Nz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c3IiwiRm9ybWF0IjowLCJJc1Zpc2libGUiOmZhbHNlLCJMYXN0S25vd25WaXNpYmlsaXR5U3RhdGUiOmZhbHNlfSwiSXNWaXNpYmxlIjpmYWxzZSwiUGFyZW50U3R5bGUiOm51bGx9LCJIeXBlcmxpbmsiOm51bGwsIkltcG9ydElkIjoiMSJ9LHsiJGlkIjoiNDc4IiwiSWQiOiI2ZWFjOGJhZi1hY2E5LTRjNjMtYjllYi00ZWRlMjI0NTFiZmMiLCJJbmRleCI6MiwiR3JvdXBJZCI6ImJkMDc4NjY4LTFhZDEtNDlkMy1hM2U5LTg1NWYzZTE1NDVhYSIsIlRpdGxlIjoiSW1wcm92ZSBDdXN0b21lciBMb3lhbHR5IiwiRGF0ZVRpbWUiOiIyMDIxLTExLTE1VDIzOjU5OjAwIiwiUGVyY2VudGFnZUNvbXBsZXRlIjpudWxsLCJOb3RlIjpudWxsLCJTdHlsZSI6eyIkaWQiOiI0NzkiLCJUaXRsZVBvc2l0aW9uIjoiUmlnaHQiLCJEYXRlUG9zaXRpb24iOiJMZWZ0IiwiU2hhcGVUeXBlIjoxLCJTaGFwZVNpemUiOjEsIlNoYXBlU3R5bGUiOnsiJGlkIjoiNDgwIiwiTWFyZ2luIjp7IiRpZCI6IjQ4MSIsIlRvcCI6MCwiTGVmdCI6MCwiUmlnaHQiOjAsIkJvdHRvbSI6MH0sIlBhZGRpbmciOnsiJGlkIjoiNDgyIiwiVG9wIjowLCJMZWZ0IjowLCJSaWdodCI6MCwiQm90dG9tIjowfSwiQmFja2dyb3VuZCI6eyIkaWQiOiI0ODMiLCJDb2xvciI6eyIkaWQiOiI0ODQiLCJBIjoyNTUsIlIiOjIsIkciOjE3OCwiQiI6MjM4fX0sIklzVmlzaWJsZSI6dHJ1ZSwiV2lkdGgiOjE4LjAsIkhlaWdodCI6MjAuMCwiQm9yZGVyU3R5bGUiOnsiJGlkIjoiNDg1IiwiTGluZUNvbG9yIjpudWxsLCJMaW5lV2VpZ2h0IjowLjAsIkxpbmVUeXBlIjowLCJQYXJlbnRTdHlsZSI6bnVsbH0sIlBhcmVudFN0eWxlIjpudWxsfSwiVGl0bGVTdHlsZSI6eyIkaWQiOiI0ODYiLCJGb250U2V0dGluZ3MiOnsiJGlkIjoiNDg3IiwiRm9udFNpemUiOjExLCJGb250TmFtZSI6IkNhbGlicmkiLCJJc0JvbGQiOnRydWUsIklzSXRhbGljIjpmYWxzZSwiSXNVbmRlcmxpbmVkIjpmYWxzZSwiUGFyZW50U3R5bGUiOm51bGx9LCJBdXRvU2l6ZSI6MCwiRm9yZWdyb3VuZCI6eyIkaWQiOiI0ODgiLCJDb2xvciI6eyIkaWQiOiI0ODkiLCJBIjoyNTUsIlIiOjI1NSwiRyI6MjU1LCJCIjoyNTV9fSwiTWF4V2lkdGgiOjIwMC4wLCJNYXhIZWlnaHQiOiJJbmZpbml0eSIsIlNtYXJ0Rm9yZWdyb3VuZElzQWN0aXZlIjpmYWxzZSwiSG9yaXpvbnRhbEFsaWdubWVudCI6MCwiVmVydGljYWxBbGlnbm1lbnQiOjAsIlNtYXJ0Rm9yZWdyb3VuZCI6bnVsbCwiQmFja2dyb3VuZEZpbGxUeXBlIjowLCJNYXJnaW4iOnsiJGlkIjoiNDkwIiwiVG9wIjowLCJMZWZ0IjowLCJSaWdodCI6MCwiQm90dG9tIjowfSwiUGFkZGluZyI6eyIkaWQiOiI0OTEiLCJUb3AiOjAsIkxlZnQiOjAsIlJpZ2h0IjowLCJCb3R0b20iOjB9LCJCYWNrZ3JvdW5kIjp7IiRpZCI6IjQ5MiIsIkNvbG9yIjp7IiRpZCI6IjQ5MyIsIkEiOjAsIlIiOjI1NSwiRyI6MjU1LCJCIjoyNTV9fSwiSXNWaXNpYmxlIjp0cnVlLCJXaWR0aCI6MC4wLCJIZWlnaHQiOjAuMCwiQm9yZGVyU3R5bGUiOm51bGwsIlBhcmVudFN0eWxlIjpudWxsfSwiRGF0ZVN0eWxlIjp7IiRpZCI6IjQ5NCIsIkZvbnRTZXR0aW5ncyI6eyIkaWQiOiI0OTUiLCJGb250U2l6ZSI6MTAsIkZvbnROYW1lIjoiQ2FsaWJyaSIsIklzQm9sZCI6ZmFsc2UsIklzSXRhbGljIjpmYWxzZSwiSXNVbmRlcmxpbmVkIjpmYWxzZSwiUGFyZW50U3R5bGUiOm51bGx9LCJBdXRvU2l6ZSI6MCwiRm9yZWdyb3VuZCI6eyIkaWQiOiI0OTYiLCJDb2xvciI6eyIkaWQiOiI0OTc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Q5OCIsIlRvcCI6MCwiTGVmdCI6MCwiUmlnaHQiOjAsIkJvdHRvbSI6MH0sIlBhZGRpbmciOnsiJGlkIjoiNDk5IiwiVG9wIjowLCJMZWZ0IjowLCJSaWdodCI6MCwiQm90dG9tIjowfSwiQmFja2dyb3VuZCI6eyIkaWQiOiI1MDAiLCJDb2xvciI6eyIkaWQiOiI1MDEiLCJBIjowLCJSIjoyNTUsIkciOjI1NSwiQiI6MjU1fX0sIklzVmlzaWJsZSI6ZmFsc2UsIldpZHRoIjowLjAsIkhlaWdodCI6MC4wLCJCb3JkZXJTdHlsZSI6bnVsbCwiUGFyZW50U3R5bGUiOm51bGx9LCJEYXRlRm9ybWF0Ijp7IiRpZCI6IjUw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DMiLCJGb3JtYXQiOjAsIklzVmlzaWJsZSI6ZmFsc2UsIkxhc3RLbm93blZpc2liaWxpdHlTdGF0ZSI6ZmFsc2V9LCJJc1Zpc2libGUiOmZhbHNlLCJQYXJlbnRTdHlsZSI6bnVsbH0sIkh5cGVybGluayI6bnVsbCwiSW1wb3J0SWQiOiIxIn0seyIkaWQiOiI1MDQiLCJJZCI6IjJkODQ0YjQ3LWExNjgtNGNmYi04NmRlLWQ1MGRkNGYzMDA0ZSIsIkluZGV4IjozLCJHcm91cElkIjoiYmQwNzg2NjgtMWFkMS00OWQzLWEzZTktODU1ZjNlMTU0NWFhIiwiVGl0bGUiOiJMSU5FIChQcm9tb3RlIE51dHJpbGl0ZSBTYWxlcykiLCJEYXRlVGltZSI6IjIwMjItMDItMTVUMjM6NTk6MDAiLCJQZXJjZW50YWdlQ29tcGxldGUiOm51bGwsIk5vdGUiOm51bGwsIlN0eWxlIjp7IiRpZCI6IjUwNSIsIlRpdGxlUG9zaXRpb24iOiJSaWdodCIsIkRhdGVQb3NpdGlvbiI6IkxlZnQiLCJTaGFwZVR5cGUiOjEsIlNoYXBlU2l6ZSI6MSwiU2hhcGVTdHlsZSI6eyIkaWQiOiI1MDYiLCJNYXJnaW4iOnsiJGlkIjoiNTA3IiwiVG9wIjowLCJMZWZ0IjowLCJSaWdodCI6MCwiQm90dG9tIjowfSwiUGFkZGluZyI6eyIkaWQiOiI1MDgiLCJUb3AiOjAsIkxlZnQiOjAsIlJpZ2h0IjowLCJCb3R0b20iOjB9LCJCYWNrZ3JvdW5kIjp7IiRpZCI6IjUwOSIsIkNvbG9yIjp7IiRpZCI6IjUxMCIsIkEiOjI1NSwiUiI6MiwiRyI6MTc4LCJCIjoyMzh9fSwiSXNWaXNpYmxlIjp0cnVlLCJXaWR0aCI6MTguMCwiSGVpZ2h0IjoyMC4wLCJCb3JkZXJTdHlsZSI6eyIkaWQiOiI1MTEiLCJMaW5lQ29sb3IiOm51bGwsIkxpbmVXZWlnaHQiOjAuMCwiTGluZVR5cGUiOjAsIlBhcmVudFN0eWxlIjpudWxsfSwiUGFyZW50U3R5bGUiOm51bGx9LCJUaXRsZVN0eWxlIjp7IiRpZCI6IjUxMiIsIkZvbnRTZXR0aW5ncyI6eyIkaWQiOiI1MTMiLCJGb250U2l6ZSI6MTEsIkZvbnROYW1lIjoiQ2FsaWJyaSIsIklzQm9sZCI6dHJ1ZSwiSXNJdGFsaWMiOmZhbHNlLCJJc1VuZGVybGluZWQiOmZhbHNlLCJQYXJlbnRTdHlsZSI6bnVsbH0sIkF1dG9TaXplIjowLCJGb3JlZ3JvdW5kIjp7IiRpZCI6IjUxNCIsIkNvbG9yIjp7IiRpZCI6IjUxNSIsIkEiOjI1NSwiUiI6MjU1LCJHIjoyNTUsIkIiOjI1NX19LCJNYXhXaWR0aCI6MjAwLjAsIk1heEhlaWdodCI6IkluZmluaXR5IiwiU21hcnRGb3JlZ3JvdW5kSXNBY3RpdmUiOmZhbHNlLCJIb3Jpem9udGFsQWxpZ25tZW50IjowLCJWZXJ0aWNhbEFsaWdubWVudCI6MCwiU21hcnRGb3JlZ3JvdW5kIjpudWxsLCJCYWNrZ3JvdW5kRmlsbFR5cGUiOjAsIk1hcmdpbiI6eyIkaWQiOiI1MTYiLCJUb3AiOjAsIkxlZnQiOjAsIlJpZ2h0IjowLCJCb3R0b20iOjB9LCJQYWRkaW5nIjp7IiRpZCI6IjUxNyIsIlRvcCI6MCwiTGVmdCI6MCwiUmlnaHQiOjAsIkJvdHRvbSI6MH0sIkJhY2tncm91bmQiOnsiJGlkIjoiNTE4IiwiQ29sb3IiOnsiJGlkIjoiNTE5IiwiQSI6MCwiUiI6MjU1LCJHIjoyNTUsIkIiOjI1NX19LCJJc1Zpc2libGUiOnRydWUsIldpZHRoIjowLjAsIkhlaWdodCI6MC4wLCJCb3JkZXJTdHlsZSI6bnVsbCwiUGFyZW50U3R5bGUiOm51bGx9LCJEYXRlU3R5bGUiOnsiJGlkIjoiNTIwIiwiRm9udFNldHRpbmdzIjp7IiRpZCI6IjUyMSIsIkZvbnRTaXplIjoxMCwiRm9udE5hbWUiOiJDYWxpYnJpIiwiSXNCb2xkIjpmYWxzZSwiSXNJdGFsaWMiOmZhbHNlLCJJc1VuZGVybGluZWQiOmZhbHNlLCJQYXJlbnRTdHlsZSI6bnVsbH0sIkF1dG9TaXplIjowLCJGb3JlZ3JvdW5kIjp7IiRpZCI6IjUyMiIsIkNvbG9yIjp7IiRpZCI6IjUyMyIsIkEiOjI1NSwiUiI6MTgsIkciOjE5LCJCIjoyMn19LCJNYXhXaWR0aCI6MjAwLjAsIk1heEhlaWdodCI6IkluZmluaXR5IiwiU21hcnRGb3JlZ3JvdW5kSXNBY3RpdmUiOmZhbHNlLCJIb3Jpem9udGFsQWxpZ25tZW50IjoyLCJWZXJ0aWNhbEFsaWdubWVudCI6MCwiU21hcnRGb3JlZ3JvdW5kIjpudWxsLCJCYWNrZ3JvdW5kRmlsbFR5cGUiOjAsIk1hcmdpbiI6eyIkaWQiOiI1MjQiLCJUb3AiOjAsIkxlZnQiOjAsIlJpZ2h0IjowLCJCb3R0b20iOjB9LCJQYWRkaW5nIjp7IiRpZCI6IjUyNSIsIlRvcCI6MCwiTGVmdCI6MCwiUmlnaHQiOjAsIkJvdHRvbSI6MH0sIkJhY2tncm91bmQiOnsiJGlkIjoiNTI2IiwiQ29sb3IiOnsiJGlkIjoiNTI3IiwiQSI6MCwiUiI6MjU1LCJHIjoyNTUsIkIiOjI1NX19LCJJc1Zpc2libGUiOmZhbHNlLCJXaWR0aCI6MC4wLCJIZWlnaHQiOjAuMCwiQm9yZGVyU3R5bGUiOm51bGwsIlBhcmVudFN0eWxlIjpudWxsfSwiRGF0ZUZvcm1hdCI6eyIkaWQiOiI1Mj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I5IiwiRm9ybWF0IjowLCJJc1Zpc2libGUiOmZhbHNlLCJMYXN0S25vd25WaXNpYmlsaXR5U3RhdGUiOmZhbHNlfSwiSXNWaXNpYmxlIjpmYWxzZSwiUGFyZW50U3R5bGUiOm51bGx9LCJIeXBlcmxpbmsiOm51bGwsIkltcG9ydElkIjoiMSJ9XX0seyIkaWQiOiI1MzAiLCJJZCI6IjQwOWI4MTY4LWIyNmEtNGZiZC05NWIyLTg5MDEzNTk3ZDY4NyIsIkluZGV4IjoyLCJIZWFkZXJUZXh0IjoiSmFwYW4iLCJTdHlsZSI6eyIkaWQiOiI1MzEiLCJIZWFkZXJTdHlsZSI6eyIkaWQiOiI1MzIiLCJUZXh0U3R5bGUiOnsiJGlkIjoiNTMzIiwiRm9udFNldHRpbmdzIjp7IiRpZCI6IjUzNCIsIkZvbnRTaXplIjoxMiwiRm9udE5hbWUiOiJDYWxpYnJpIiwiSXNCb2xkIjp0cnVlLCJJc0l0YWxpYyI6ZmFsc2UsIklzVW5kZXJsaW5lZCI6ZmFsc2UsIlBhcmVudFN0eWxlIjpudWxsfSwiQXV0b1NpemUiOjAsIkZvcmVncm91bmQiOnsiJGlkIjoiNTM1IiwiQ29sb3IiOnsiJGlkIjoiNTM2IiwiQSI6MjU1LCJSIjowLCJHIjowLCJCIjowfX0sIk1heFdpZHRoIjowLjAsIk1heEhlaWdodCI6MC4wLCJTbWFydEZvcmVncm91bmRJc0FjdGl2ZSI6ZmFsc2UsIkhvcml6b250YWxBbGlnbm1lbnQiOjAsIlZlcnRpY2FsQWxpZ25tZW50IjowLCJTbWFydEZvcmVncm91bmQiOm51bGwsIkJhY2tncm91bmRGaWxsVHlwZSI6MCwiTWFyZ2luIjp7IiRpZCI6IjUzNyIsIlRvcCI6MCwiTGVmdCI6MCwiUmlnaHQiOjAsIkJvdHRvbSI6MH0sIlBhZGRpbmciOnsiJGlkIjoiNTM4IiwiVG9wIjowLCJMZWZ0IjowLCJSaWdodCI6MCwiQm90dG9tIjowfSwiQmFja2dyb3VuZCI6bnVsbCwiSXNWaXNpYmxlIjpmYWxzZSwiV2lkdGgiOjAuMCwiSGVpZ2h0IjowLjAsIkJvcmRlclN0eWxlIjpudWxsLCJQYXJlbnRTdHlsZSI6bnVsbH0sIlJlY3RhbmdsZVN0eWxlIjp7IiRpZCI6IjUzOSIsIk1hcmdpbiI6eyIkaWQiOiI1NDAiLCJUb3AiOjAsIkxlZnQiOjAsIlJpZ2h0IjowLCJCb3R0b20iOjB9LCJQYWRkaW5nIjp7IiRpZCI6IjU0MSIsIlRvcCI6MCwiTGVmdCI6MCwiUmlnaHQiOjAsIkJvdHRvbSI6MH0sIkJhY2tncm91bmQiOnsiJGlkIjoiNTQyIiwiQ29sb3IiOnsiJGlkIjoiNTQzIiwiQSI6MjU1LCJSIjoxNTAsIkciOjIxNCwiQiI6NjZ9fSwiSXNWaXNpYmxlIjpmYWxzZSwiV2lkdGgiOjAuMCwiSGVpZ2h0IjowLjAsIkJvcmRlclN0eWxlIjp7IiRpZCI6IjU0NCIsIkxpbmVDb2xvciI6eyIkaWQiOiI1NDUiLCIkdHlwZSI6Ik5MUkUuQ29tbW9uLkRvbS5Tb2xpZENvbG9yQnJ1c2gsIE5MUkUuQ29tbW9uIiwiQ29sb3IiOnsiJGlkIjoiNTQ2IiwiQSI6MjU1LCJSIjo2LCJHIjo0LCJCIjo1fX0sIkxpbmVXZWlnaHQiOjAuMCwiTGluZVR5cGUiOjAsIlBhcmVudFN0eWxlIjpudWxsfSwiUGFyZW50U3R5bGUiOm51bGx9LCJNYXJnaW4iOnsiJGlkIjoiNTQ3IiwiVG9wIjowLCJMZWZ0IjowLCJSaWdodCI6MCwiQm90dG9tIjowfSwiUGFkZGluZyI6eyIkaWQiOiI1NDgiLCJUb3AiOjAsIkxlZnQiOjAsIlJpZ2h0IjowLCJCb3R0b20iOjB9LCJCYWNrZ3JvdW5kIjpudWxsLCJJc1Zpc2libGUiOnRydWUsIldpZHRoIjowLjAsIkhlaWdodCI6MC4wLCJCb3JkZXJTdHlsZSI6bnVsbCwiUGFyZW50U3R5bGUiOm51bGx9LCJCYWNrZ3JvdW5kU3R5bGUiOnsiJGlkIjoiNTQ5IiwiTWFyZ2luIjp7IiRpZCI6IjU1MCIsIlRvcCI6MCwiTGVmdCI6MCwiUmlnaHQiOjAsIkJvdHRvbSI6MH0sIlBhZGRpbmciOnsiJGlkIjoiNTUxIiwiVG9wIjowLCJMZWZ0IjowLCJSaWdodCI6MCwiQm90dG9tIjowfSwiQmFja2dyb3VuZCI6eyIkaWQiOiI1NTIiLCJDb2xvciI6eyIkaWQiOiI1NTMiLCJBIjozOCwiUiI6MTUwLCJHIjoyMTQsIkIiOjY2fX0sIklzVmlzaWJsZSI6dHJ1ZSwiV2lkdGgiOjAuMCwiSGVpZ2h0IjowLjAsIkJvcmRlclN0eWxlIjp7IiRpZCI6IjU1NCIsIkxpbmVDb2xvciI6eyIkaWQiOiI1NTUiLCIkdHlwZSI6Ik5MUkUuQ29tbW9uLkRvbS5Tb2xpZENvbG9yQnJ1c2gsIE5MUkUuQ29tbW9uIiwiQ29sb3IiOnsiJGlkIjoiNTU2IiwiQSI6MjU1LCJSIjoyMDgsIkciOjIwNiwiQiI6MjA2fX0sIkxpbmVXZWlnaHQiOjAuMCwiTGluZVR5cGUiOjAsIlBhcmVudFN0eWxlIjpudWxsfSwiUGFyZW50U3R5bGUiOm51bGx9LCJJc0Fib3ZlVGltZWJhbmQiOmZhbHNlLCJNYXJnaW4iOnsiJGlkIjoiNTU3IiwiVG9wIjowLCJMZWZ0IjowLCJSaWdodCI6MCwiQm90dG9tIjowfSwiUGFkZGluZyI6eyIkaWQiOiI1NTgiLCJUb3AiOjAsIkxlZnQiOjAsIlJpZ2h0IjowLCJCb3R0b20iOjB9LCJJc1Zpc2libGUiOnRydWUsIldpZHRoIjowLjAsIkhlaWdodCI6MC4wLCJCb3JkZXJTdHlsZSI6bnVsbCwiUGFyZW50U3R5bGUiOm51bGx9LCJUYXNrcyI6W10sIk1pbGVzdG9uZXMiOlt7IiRpZCI6IjU1OSIsIklkIjoiNzk4Njk5NjUtYWI5OS00YmJiLTljMjEtZWFhNWJjMWYyYzIwIiwiSW5kZXgiOjAsIkdyb3VwSWQiOm51bGwsIlRpdGxlIjoiVXNlIENhc2VzIHRiZCIsIkRhdGVUaW1lIjoiMjAyMi0wMi0xNVQyMzo1OTowMCIsIlBlcmNlbnRhZ2VDb21wbGV0ZSI6bnVsbCwiTm90ZSI6bnVsbCwiU3R5bGUiOnsiJGlkIjoiNTYwIiwiVGl0bGVQb3NpdGlvbiI6IkxlZnQiLCJEYXRlUG9zaXRpb24iOiJMZWZ0IiwiU2hhcGVUeXBlIjo5LCJTaGFwZVNpemUiOjEsIlNoYXBlU3R5bGUiOnsiJGlkIjoiNTYxIiwiTWFyZ2luIjp7IiRyZWYiOiI2MCJ9LCJQYWRkaW5nIjp7IiRyZWYiOiI2MSJ9LCJCYWNrZ3JvdW5kIjp7IiRpZCI6IjU2MiIsIkNvbG9yIjp7IiRpZCI6IjU2MyIsIkEiOjI1NSwiUiI6MTUwLCJHIjoyMTQsIkIiOjY2fX0sIklzVmlzaWJsZSI6dHJ1ZSwiV2lkdGgiOjE4LjAsIkhlaWdodCI6MjAuMCwiQm9yZGVyU3R5bGUiOnsiJGlkIjoiNTY0IiwiTGluZUNvbG9yIjp7IiRyZWYiOiI2NSJ9LCJMaW5lV2VpZ2h0IjowLjAsIkxpbmVUeXBlIjowLCJQYXJlbnRTdHlsZSI6bnVsbH0sIlBhcmVudFN0eWxlIjpudWxsfSwiVGl0bGVTdHlsZSI6eyIkaWQiOiI1NjUiLCJGb250U2V0dGluZ3MiOnsiJGlkIjoiNTY2IiwiRm9udFNpemUiOjExLCJGb250TmFtZSI6IkNhbGlicmkiLCJJc0JvbGQiOnRydWUsIklzSXRhbGljIjpmYWxzZSwiSXNVbmRlcmxpbmVkIjpmYWxzZSwiUGFyZW50U3R5bGUiOm51bGx9LCJBdXRvU2l6ZSI6MCwiRm9yZWdyb3VuZCI6eyIkaWQiOiI1NjciLCJDb2xvciI6eyIkaWQiOiI1NjgiLCJBIjoyNTUsIlIiOjI1NSwiRyI6MjU1LCJCIjoyNTV9fSwiTWF4V2lkdGgiOjIwMC4wLCJNYXhIZWlnaHQiOiJJbmZpbml0eSIsIlNtYXJ0Rm9yZWdyb3VuZElzQWN0aXZlIjpmYWxzZSwiSG9yaXpvbnRhbEFsaWdubWVudCI6MiwiVmVydGljYWxBbGlnbm1lbnQiOjAsIlNtYXJ0Rm9yZWdyb3VuZCI6bnVsbCwiQmFja2dyb3VuZEZpbGxUeXBlIjowLCJNYXJnaW4iOnsiJHJlZiI6IjcxIn0sIlBhZGRpbmciOnsiJHJlZiI6IjcyIn0sIkJhY2tncm91bmQiOnsiJGlkIjoiNTY5IiwiQ29sb3IiOnsiJGlkIjoiNTcwIiwiQSI6MCwiUiI6MjU1LCJHIjoyNTUsIkIiOjI1NX19LCJJc1Zpc2libGUiOnRydWUsIldpZHRoIjowLjAsIkhlaWdodCI6MC4wLCJCb3JkZXJTdHlsZSI6bnVsbCwiUGFyZW50U3R5bGUiOm51bGx9LCJEYXRlU3R5bGUiOnsiJGlkIjoiNTcxIiwiRm9udFNldHRpbmdzIjp7IiRpZCI6IjU3MiIsIkZvbnRTaXplIjoxMCwiRm9udE5hbWUiOiJDYWxpYnJpIiwiSXNCb2xkIjpmYWxzZSwiSXNJdGFsaWMiOmZhbHNlLCJJc1VuZGVybGluZWQiOmZhbHNlLCJQYXJlbnRTdHlsZSI6bnVsbH0sIkF1dG9TaXplIjowLCJGb3JlZ3JvdW5kIjp7IiRpZCI6IjU3MyIsIkNvbG9yIjp7IiRpZCI6IjU3N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c4In0sIlBhZGRpbmciOnsiJHJlZiI6Ijc5In0sIkJhY2tncm91bmQiOnsiJGlkIjoiNTc1IiwiQ29sb3IiOnsiJGlkIjoiNTc2IiwiQSI6MCwiUiI6MjU1LCJHIjoyNTUsIkIiOjI1NX19LCJJc1Zpc2libGUiOmZhbHNlLCJXaWR0aCI6MC4wLCJIZWlnaHQiOjAuMCwiQm9yZGVyU3R5bGUiOm51bGwsIlBhcmVudFN0eWxlIjpudWxsfSwiRGF0ZUZvcm1hdCI6eyIkcmVmIjoiMjY1In0sIldlZWtOdW1iZXJpbmciOnsiJGlkIjoiNTc3IiwiRm9ybWF0IjowLCJJc1Zpc2libGUiOmZhbHNlLCJMYXN0S25vd25WaXNpYmlsaXR5U3RhdGUiOmZhbHNlfSwiSXNWaXNpYmxlIjpmYWxzZSwiUGFyZW50U3R5bGUiOm51bGx9LCJIeXBlcmxpbmsiOm51bGwsIkltcG9ydElkIjoiMSJ9XX0seyIkaWQiOiI1NzgiLCJJZCI6IjI0MWRjZDFlLTMyNjQtNDJhZC1hODA0LTRkYTI2OTczMGEzZSIsIkluZGV4IjozLCJIZWFkZXJUZXh0IjoiVGhhaWxhbmQiLCJTdHlsZSI6eyIkaWQiOiI1NzkiLCJIZWFkZXJTdHlsZSI6eyIkaWQiOiI1ODAiLCJUZXh0U3R5bGUiOnsiJGlkIjoiNTgxIiwiRm9udFNldHRpbmdzIjp7IiRpZCI6IjU4MiIsIkZvbnRTaXplIjoxMiwiRm9udE5hbWUiOiJDYWxpYnJpIiwiSXNCb2xkIjp0cnVlLCJJc0l0YWxpYyI6ZmFsc2UsIklzVW5kZXJsaW5lZCI6ZmFsc2UsIlBhcmVudFN0eWxlIjpudWxsfSwiQXV0b1NpemUiOjAsIkZvcmVncm91bmQiOnsiJGlkIjoiNTgzIiwiQ29sb3IiOnsiJGlkIjoiNTg0IiwiQSI6MjU1LCJSIjoyMywiRyI6MzAsIkIiOjM2fX0sIk1heFdpZHRoIjowLjAsIk1heEhlaWdodCI6MC4wLCJTbWFydEZvcmVncm91bmRJc0FjdGl2ZSI6ZmFsc2UsIkhvcml6b250YWxBbGlnbm1lbnQiOjAsIlZlcnRpY2FsQWxpZ25tZW50IjowLCJTbWFydEZvcmVncm91bmQiOm51bGwsIkJhY2tncm91bmRGaWxsVHlwZSI6MCwiTWFyZ2luIjp7IiRpZCI6IjU4NSIsIlRvcCI6MCwiTGVmdCI6MCwiUmlnaHQiOjAsIkJvdHRvbSI6MH0sIlBhZGRpbmciOnsiJGlkIjoiNTg2IiwiVG9wIjowLCJMZWZ0IjowLCJSaWdodCI6MCwiQm90dG9tIjowfSwiQmFja2dyb3VuZCI6bnVsbCwiSXNWaXNpYmxlIjpmYWxzZSwiV2lkdGgiOjAuMCwiSGVpZ2h0IjowLjAsIkJvcmRlclN0eWxlIjpudWxsLCJQYXJlbnRTdHlsZSI6bnVsbH0sIlJlY3RhbmdsZVN0eWxlIjp7IiRpZCI6IjU4NyIsIk1hcmdpbiI6eyIkaWQiOiI1ODgiLCJUb3AiOjAsIkxlZnQiOjAsIlJpZ2h0IjowLCJCb3R0b20iOjB9LCJQYWRkaW5nIjp7IiRpZCI6IjU4OSIsIlRvcCI6MCwiTGVmdCI6MCwiUmlnaHQiOjAsIkJvdHRvbSI6MH0sIkJhY2tncm91bmQiOnsiJGlkIjoiNTkwIiwiQ29sb3IiOnsiJGlkIjoiNTkxIiwiQSI6MjU1LCJSIjo2OCwiRyI6MTE0LCJCIjoxOTZ9fSwiSXNWaXNpYmxlIjpmYWxzZSwiV2lkdGgiOjAuMCwiSGVpZ2h0IjowLjAsIkJvcmRlclN0eWxlIjp7IiRpZCI6IjU5MiIsIkxpbmVDb2xvciI6eyIkaWQiOiI1OTMiLCIkdHlwZSI6Ik5MUkUuQ29tbW9uLkRvbS5Tb2xpZENvbG9yQnJ1c2gsIE5MUkUuQ29tbW9uIiwiQ29sb3IiOnsiJGlkIjoiNTk0IiwiQSI6MjU1LCJSIjoyMywiRyI6MzAsIkIiOjM2fX0sIkxpbmVXZWlnaHQiOjAuMCwiTGluZVR5cGUiOjAsIlBhcmVudFN0eWxlIjpudWxsfSwiUGFyZW50U3R5bGUiOm51bGx9LCJNYXJnaW4iOnsiJGlkIjoiNTk1IiwiVG9wIjowLCJMZWZ0IjowLCJSaWdodCI6MCwiQm90dG9tIjowfSwiUGFkZGluZyI6eyIkaWQiOiI1OTYiLCJUb3AiOjAsIkxlZnQiOjAsIlJpZ2h0IjowLCJCb3R0b20iOjB9LCJCYWNrZ3JvdW5kIjpudWxsLCJJc1Zpc2libGUiOnRydWUsIldpZHRoIjowLjAsIkhlaWdodCI6MC4wLCJCb3JkZXJTdHlsZSI6bnVsbCwiUGFyZW50U3R5bGUiOm51bGx9LCJCYWNrZ3JvdW5kU3R5bGUiOnsiJGlkIjoiNTk3IiwiTWFyZ2luIjp7IiRpZCI6IjU5OCIsIlRvcCI6MCwiTGVmdCI6MCwiUmlnaHQiOjAsIkJvdHRvbSI6MH0sIlBhZGRpbmciOnsiJGlkIjoiNTk5IiwiVG9wIjowLCJMZWZ0IjowLCJSaWdodCI6MCwiQm90dG9tIjowfSwiQmFja2dyb3VuZCI6eyIkaWQiOiI2MDAiLCJDb2xvciI6eyIkaWQiOiI2MDEiLCJBIjozOCwiUiI6MCwiRyI6MTE0LCJCIjoxODh9fSwiSXNWaXNpYmxlIjp0cnVlLCJXaWR0aCI6MC4wLCJIZWlnaHQiOjAuMCwiQm9yZGVyU3R5bGUiOnsiJGlkIjoiNjAyIiwiTGluZUNvbG9yIjp7IiRpZCI6IjYwMyIsIiR0eXBlIjoiTkxSRS5Db21tb24uRG9tLlNvbGlkQ29sb3JCcnVzaCwgTkxSRS5Db21tb24iLCJDb2xvciI6eyIkaWQiOiI2MDQiLCJBIjoyNTUsIlIiOjIwOCwiRyI6MjA2LCJCIjoyMDZ9fSwiTGluZVdlaWdodCI6MC4wLCJMaW5lVHlwZSI6MCwiUGFyZW50U3R5bGUiOm51bGx9LCJQYXJlbnRTdHlsZSI6bnVsbH0sIklzQWJvdmVUaW1lYmFuZCI6ZmFsc2UsIk1hcmdpbiI6eyIkaWQiOiI2MDUiLCJUb3AiOjAsIkxlZnQiOjAsIlJpZ2h0IjowLCJCb3R0b20iOjB9LCJQYWRkaW5nIjp7IiRpZCI6IjYwNiIsIlRvcCI6MCwiTGVmdCI6MCwiUmlnaHQiOjAsIkJvdHRvbSI6MH0sIklzVmlzaWJsZSI6dHJ1ZSwiV2lkdGgiOjAuMCwiSGVpZ2h0IjowLjAsIkJvcmRlclN0eWxlIjpudWxsLCJQYXJlbnRTdHlsZSI6bnVsbH0sIlRhc2tzIjpbXSwiTWlsZXN0b25lcyI6W3siJGlkIjoiNjA3IiwiSWQiOiI3NmIzMzBjNS1lMDMwLTQ0ZTAtYWJmYS0wMDRlNWYyOTNlMWUiLCJJbmRleCI6MCwiR3JvdXBJZCI6bnVsbCwiVGl0bGUiOiJVc2UgQ2FzZXMgdGJkIiwiRGF0ZVRpbWUiOiIyMDIyLTA1LTE1VDIzOjU5OjAwIiwiUGVyY2VudGFnZUNvbXBsZXRlIjpudWxsLCJOb3RlIjpudWxsLCJTdHlsZSI6eyIkaWQiOiI2MDgiLCJUaXRsZVBvc2l0aW9uIjoiTGVmdCIsIkRhdGVQb3NpdGlvbiI6IkxlZnQiLCJTaGFwZVR5cGUiOjEzLCJTaGFwZVNpemUiOjEsIlNoYXBlU3R5bGUiOnsiJGlkIjoiNjA5IiwiTWFyZ2luIjp7IiRyZWYiOiI2MCJ9LCJQYWRkaW5nIjp7IiRyZWYiOiI2MSJ9LCJCYWNrZ3JvdW5kIjp7IiRpZCI6IjYxMCIsIkNvbG9yIjp7IiRpZCI6IjYxMSIsIkEiOjI1NSwiUiI6NjgsIkciOjExNCwiQiI6MTk2fX0sIklzVmlzaWJsZSI6dHJ1ZSwiV2lkdGgiOjE4LjAsIkhlaWdodCI6MjAuMCwiQm9yZGVyU3R5bGUiOnsiJGlkIjoiNjEyIiwiTGluZUNvbG9yIjp7IiRyZWYiOiI2NSJ9LCJMaW5lV2VpZ2h0IjowLjAsIkxpbmVUeXBlIjowLCJQYXJlbnRTdHlsZSI6bnVsbH0sIlBhcmVudFN0eWxlIjpudWxsfSwiVGl0bGVTdHlsZSI6eyIkaWQiOiI2MTMiLCJGb250U2V0dGluZ3MiOnsiJGlkIjoiNjE0IiwiRm9udFNpemUiOjExLCJGb250TmFtZSI6IkNhbGlicmkiLCJJc0JvbGQiOnRydWUsIklzSXRhbGljIjpmYWxzZSwiSXNVbmRlcmxpbmVkIjpmYWxzZSwiUGFyZW50U3R5bGUiOm51bGx9LCJBdXRvU2l6ZSI6MCwiRm9yZWdyb3VuZCI6eyIkaWQiOiI2MTUiLCJDb2xvciI6eyIkaWQiOiI2MTYiLCJBIjoyNTUsIlIiOjI1NSwiRyI6MjU1LCJCIjoyNTV9fSwiTWF4V2lkdGgiOjIwMC4wLCJNYXhIZWlnaHQiOiJJbmZpbml0eSIsIlNtYXJ0Rm9yZWdyb3VuZElzQWN0aXZlIjpmYWxzZSwiSG9yaXpvbnRhbEFsaWdubWVudCI6MiwiVmVydGljYWxBbGlnbm1lbnQiOjAsIlNtYXJ0Rm9yZWdyb3VuZCI6bnVsbCwiQmFja2dyb3VuZEZpbGxUeXBlIjowLCJNYXJnaW4iOnsiJHJlZiI6IjcxIn0sIlBhZGRpbmciOnsiJHJlZiI6IjcyIn0sIkJhY2tncm91bmQiOnsiJGlkIjoiNjE3IiwiQ29sb3IiOnsiJGlkIjoiNjE4IiwiQSI6MCwiUiI6MjU1LCJHIjoyNTUsIkIiOjI1NX19LCJJc1Zpc2libGUiOnRydWUsIldpZHRoIjowLjAsIkhlaWdodCI6MC4wLCJCb3JkZXJTdHlsZSI6bnVsbCwiUGFyZW50U3R5bGUiOm51bGx9LCJEYXRlU3R5bGUiOnsiJGlkIjoiNjE5IiwiRm9udFNldHRpbmdzIjp7IiRpZCI6IjYyMCIsIkZvbnRTaXplIjoxMCwiRm9udE5hbWUiOiJDYWxpYnJpIiwiSXNCb2xkIjpmYWxzZSwiSXNJdGFsaWMiOmZhbHNlLCJJc1VuZGVybGluZWQiOmZhbHNlLCJQYXJlbnRTdHlsZSI6bnVsbH0sIkF1dG9TaXplIjowLCJGb3JlZ3JvdW5kIjp7IiRpZCI6IjYyMSIsIkNvbG9yIjp7IiRpZCI6IjYyM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c4In0sIlBhZGRpbmciOnsiJHJlZiI6Ijc5In0sIkJhY2tncm91bmQiOnsiJGlkIjoiNjIzIiwiQ29sb3IiOnsiJGlkIjoiNjI0IiwiQSI6MCwiUiI6MjU1LCJHIjoyNTUsIkIiOjI1NX19LCJJc1Zpc2libGUiOmZhbHNlLCJXaWR0aCI6MC4wLCJIZWlnaHQiOjAuMCwiQm9yZGVyU3R5bGUiOm51bGwsIlBhcmVudFN0eWxlIjpudWxsfSwiRGF0ZUZvcm1hdCI6eyIkcmVmIjoiMjY1In0sIldlZWtOdW1iZXJpbmciOnsiJGlkIjoiNjI1IiwiRm9ybWF0IjowLCJJc1Zpc2libGUiOmZhbHNlLCJMYXN0S25vd25WaXNpYmlsaXR5U3RhdGUiOmZhbHNlfSwiSXNWaXNpYmxlIjpmYWxzZSwiUGFyZW50U3R5bGUiOm51bGx9LCJIeXBlcmxpbmsiOm51bGwsIkltcG9ydElkIjoiMSJ9XX0seyIkaWQiOiI2MjYiLCJJZCI6ImRmMTg5ZDEyLWY4M2UtNDY4ZC1hMTFiLTE3NDg1NzYwYTYyNSIsIkluZGV4Ijo0LCJIZWFkZXJUZXh0IjoiQU5BIiwiU3R5bGUiOnsiJGlkIjoiNjI3IiwiSGVhZGVyU3R5bGUiOnsiJGlkIjoiNjI4IiwiVGV4dFN0eWxlIjp7IiRpZCI6IjYyOSIsIkZvbnRTZXR0aW5ncyI6eyIkaWQiOiI2MzAiLCJGb250U2l6ZSI6MTIsIkZvbnROYW1lIjoiQ2FsaWJyaSIsIklzQm9sZCI6dHJ1ZSwiSXNJdGFsaWMiOmZhbHNlLCJJc1VuZGVybGluZWQiOmZhbHNlLCJQYXJlbnRTdHlsZSI6bnVsbH0sIkF1dG9TaXplIjowLCJGb3JlZ3JvdW5kIjp7IiRpZCI6IjYzMSIsIkNvbG9yIjp7IiRpZCI6IjYzMiIsIkEiOjI1NSwiUiI6NTEsIkciOjMwLCJCIjoyOH19LCJNYXhXaWR0aCI6MC4wLCJNYXhIZWlnaHQiOjAuMCwiU21hcnRGb3JlZ3JvdW5kSXNBY3RpdmUiOmZhbHNlLCJIb3Jpem9udGFsQWxpZ25tZW50IjowLCJWZXJ0aWNhbEFsaWdubWVudCI6MCwiU21hcnRGb3JlZ3JvdW5kIjpudWxsLCJCYWNrZ3JvdW5kRmlsbFR5cGUiOjAsIk1hcmdpbiI6eyIkaWQiOiI2MzMiLCJUb3AiOjAsIkxlZnQiOjAsIlJpZ2h0IjowLCJCb3R0b20iOjB9LCJQYWRkaW5nIjp7IiRpZCI6IjYzNCIsIlRvcCI6MCwiTGVmdCI6MCwiUmlnaHQiOjAsIkJvdHRvbSI6MH0sIkJhY2tncm91bmQiOm51bGwsIklzVmlzaWJsZSI6ZmFsc2UsIldpZHRoIjowLjAsIkhlaWdodCI6MC4wLCJCb3JkZXJTdHlsZSI6bnVsbCwiUGFyZW50U3R5bGUiOm51bGx9LCJSZWN0YW5nbGVTdHlsZSI6eyIkaWQiOiI2MzUiLCJNYXJnaW4iOnsiJGlkIjoiNjM2IiwiVG9wIjowLCJMZWZ0IjowLCJSaWdodCI6MCwiQm90dG9tIjowfSwiUGFkZGluZyI6eyIkaWQiOiI2MzciLCJUb3AiOjAsIkxlZnQiOjAsIlJpZ2h0IjowLCJCb3R0b20iOjB9LCJCYWNrZ3JvdW5kIjp7IiRpZCI6IjYzOCIsIkNvbG9yIjp7IiRpZCI6IjYzOSIsIkEiOjI1NSwiUiI6MTY1LCJHIjoxNjUsIkIiOjE2NX19LCJJc1Zpc2libGUiOmZhbHNlLCJXaWR0aCI6MC4wLCJIZWlnaHQiOjAuMCwiQm9yZGVyU3R5bGUiOnsiJGlkIjoiNjQwIiwiTGluZUNvbG9yIjp7IiRpZCI6IjY0MSIsIiR0eXBlIjoiTkxSRS5Db21tb24uRG9tLlNvbGlkQ29sb3JCcnVzaCwgTkxSRS5Db21tb24iLCJDb2xvciI6eyIkaWQiOiI2NDIiLCJBIjoyNTUsIlIiOjUxLCJHIjozMCwiQiI6Mjh9fSwiTGluZVdlaWdodCI6MC4wLCJMaW5lVHlwZSI6MCwiUGFyZW50U3R5bGUiOm51bGx9LCJQYXJlbnRTdHlsZSI6bnVsbH0sIk1hcmdpbiI6eyIkaWQiOiI2NDMiLCJUb3AiOjAsIkxlZnQiOjAsIlJpZ2h0IjowLCJCb3R0b20iOjB9LCJQYWRkaW5nIjp7IiRpZCI6IjY0NCIsIlRvcCI6MCwiTGVmdCI6MCwiUmlnaHQiOjAsIkJvdHRvbSI6MH0sIkJhY2tncm91bmQiOm51bGwsIklzVmlzaWJsZSI6dHJ1ZSwiV2lkdGgiOjAuMCwiSGVpZ2h0IjowLjAsIkJvcmRlclN0eWxlIjpudWxsLCJQYXJlbnRTdHlsZSI6bnVsbH0sIkJhY2tncm91bmRTdHlsZSI6eyIkaWQiOiI2NDUiLCJNYXJnaW4iOnsiJGlkIjoiNjQ2IiwiVG9wIjowLCJMZWZ0IjowLCJSaWdodCI6MCwiQm90dG9tIjowfSwiUGFkZGluZyI6eyIkaWQiOiI2NDciLCJUb3AiOjAsIkxlZnQiOjAsIlJpZ2h0IjowLCJCb3R0b20iOjB9LCJCYWNrZ3JvdW5kIjp7IiRpZCI6IjY0OCIsIkNvbG9yIjp7IiRpZCI6IjY0OSIsIkEiOjM4LCJSIjoxNjUsIkciOjE2NSwiQiI6MTY1fX0sIklzVmlzaWJsZSI6dHJ1ZSwiV2lkdGgiOjAuMCwiSGVpZ2h0IjowLjAsIkJvcmRlclN0eWxlIjp7IiRpZCI6IjY1MCIsIkxpbmVDb2xvciI6eyIkaWQiOiI2NTEiLCIkdHlwZSI6Ik5MUkUuQ29tbW9uLkRvbS5Tb2xpZENvbG9yQnJ1c2gsIE5MUkUuQ29tbW9uIiwiQ29sb3IiOnsiJGlkIjoiNjUyIiwiQSI6MjU1LCJSIjoyMDgsIkciOjIwNiwiQiI6MjA2fX0sIkxpbmVXZWlnaHQiOjAuMCwiTGluZVR5cGUiOjAsIlBhcmVudFN0eWxlIjpudWxsfSwiUGFyZW50U3R5bGUiOm51bGx9LCJJc0Fib3ZlVGltZWJhbmQiOmZhbHNlLCJNYXJnaW4iOnsiJGlkIjoiNjUzIiwiVG9wIjowLCJMZWZ0IjowLCJSaWdodCI6MCwiQm90dG9tIjowfSwiUGFkZGluZyI6eyIkaWQiOiI2NTQiLCJUb3AiOjAsIkxlZnQiOjAsIlJpZ2h0IjowLCJCb3R0b20iOjB9LCJJc1Zpc2libGUiOnRydWUsIldpZHRoIjowLjAsIkhlaWdodCI6MC4wLCJCb3JkZXJTdHlsZSI6bnVsbCwiUGFyZW50U3R5bGUiOm51bGx9LCJUYXNrcyI6W10sIk1pbGVzdG9uZXMiOlt7IiRpZCI6IjY1NSIsIklkIjoiNThmYWMxNDYtNmJhNS00ZmJmLWJhMzMtYWM1ZmU2OTA2NmE4IiwiSW5kZXgiOjAsIkdyb3VwSWQiOm51bGwsIlRpdGxlIjoiVXNlIENhc2VzIHRiZCIsIkRhdGVUaW1lIjoiMjAyMS0xMS0xNVQyMzo1OTowMCIsIlBlcmNlbnRhZ2VDb21wbGV0ZSI6bnVsbCwiTm90ZSI6bnVsbCwiU3R5bGUiOnsiJGlkIjoiNjU2IiwiVGl0bGVQb3NpdGlvbiI6IkxlZnQiLCJEYXRlUG9zaXRpb24iOiJMZWZ0IiwiU2hhcGVUeXBlIjo1LCJTaGFwZVNpemUiOjEsIlNoYXBlU3R5bGUiOnsiJGlkIjoiNjU3IiwiTWFyZ2luIjp7IiRyZWYiOiI2MCJ9LCJQYWRkaW5nIjp7IiRyZWYiOiI2MSJ9LCJCYWNrZ3JvdW5kIjp7IiRpZCI6IjY1OCIsIkNvbG9yIjp7IiRpZCI6IjY1OSIsIkEiOjI1NSwiUiI6MTY1LCJHIjoxNjUsIkIiOjE2NX19LCJJc1Zpc2libGUiOnRydWUsIldpZHRoIjoxOC4wLCJIZWlnaHQiOjIwLjAsIkJvcmRlclN0eWxlIjp7IiRpZCI6IjY2MCIsIkxpbmVDb2xvciI6eyIkcmVmIjoiNjUifSwiTGluZVdlaWdodCI6MC4wLCJMaW5lVHlwZSI6MCwiUGFyZW50U3R5bGUiOm51bGx9LCJQYXJlbnRTdHlsZSI6bnVsbH0sIlRpdGxlU3R5bGUiOnsiJGlkIjoiNjYxIiwiRm9udFNldHRpbmdzIjp7IiRpZCI6IjY2MiIsIkZvbnRTaXplIjoxMSwiRm9udE5hbWUiOiJDYWxpYnJpIiwiSXNCb2xkIjp0cnVlLCJJc0l0YWxpYyI6ZmFsc2UsIklzVW5kZXJsaW5lZCI6ZmFsc2UsIlBhcmVudFN0eWxlIjpudWxsfSwiQXV0b1NpemUiOjAsIkZvcmVncm91bmQiOnsiJGlkIjoiNjYzIiwiQ29sb3IiOnsiJGlkIjoiNjY0IiwiQSI6MjU1LCJSIjoyNTUsIkciOjI1NSwiQiI6MjU1fX0sIk1heFdpZHRoIjoyMDAuMCwiTWF4SGVpZ2h0IjoiSW5maW5pdHkiLCJTbWFydEZvcmVncm91bmRJc0FjdGl2ZSI6ZmFsc2UsIkhvcml6b250YWxBbGlnbm1lbnQiOjIsIlZlcnRpY2FsQWxpZ25tZW50IjowLCJTbWFydEZvcmVncm91bmQiOm51bGwsIkJhY2tncm91bmRGaWxsVHlwZSI6MCwiTWFyZ2luIjp7IiRyZWYiOiI3MSJ9LCJQYWRkaW5nIjp7IiRyZWYiOiI3MiJ9LCJCYWNrZ3JvdW5kIjp7IiRpZCI6IjY2NSIsIkNvbG9yIjp7IiRpZCI6IjY2NiIsIkEiOjAsIlIiOjI1NSwiRyI6MjU1LCJCIjoyNTV9fSwiSXNWaXNpYmxlIjp0cnVlLCJXaWR0aCI6MC4wLCJIZWlnaHQiOjAuMCwiQm9yZGVyU3R5bGUiOm51bGwsIlBhcmVudFN0eWxlIjpudWxsfSwiRGF0ZVN0eWxlIjp7IiRpZCI6IjY2NyIsIkZvbnRTZXR0aW5ncyI6eyIkaWQiOiI2NjgiLCJGb250U2l6ZSI6MTAsIkZvbnROYW1lIjoiQ2FsaWJyaSIsIklzQm9sZCI6ZmFsc2UsIklzSXRhbGljIjpmYWxzZSwiSXNVbmRlcmxpbmVkIjpmYWxzZSwiUGFyZW50U3R5bGUiOm51bGx9LCJBdXRvU2l6ZSI6MCwiRm9yZWdyb3VuZCI6eyIkaWQiOiI2NjkiLCJDb2xvciI6eyIkaWQiOiI2NzA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yZWYiOiI3OCJ9LCJQYWRkaW5nIjp7IiRyZWYiOiI3OSJ9LCJCYWNrZ3JvdW5kIjp7IiRpZCI6IjY3MSIsIkNvbG9yIjp7IiRpZCI6IjY3MiIsIkEiOjAsIlIiOjI1NSwiRyI6MjU1LCJCIjoyNTV9fSwiSXNWaXNpYmxlIjpmYWxzZSwiV2lkdGgiOjAuMCwiSGVpZ2h0IjowLjAsIkJvcmRlclN0eWxlIjpudWxsLCJQYXJlbnRTdHlsZSI6bnVsbH0sIkRhdGVGb3JtYXQiOnsiJHJlZiI6IjI2NSJ9LCJXZWVrTnVtYmVyaW5nIjp7IiRpZCI6IjY3MyIsIkZvcm1hdCI6MCwiSXNWaXNpYmxlIjpmYWxzZSwiTGFzdEtub3duVmlzaWJpbGl0eVN0YXRlIjpmYWxzZX0sIklzVmlzaWJsZSI6ZmFsc2UsIlBhcmVudFN0eWxlIjpudWxsfSwiSHlwZXJsaW5rIjpudWxsLCJJbXBvcnRJZCI6IjEifV19XSwiTXNQcm9qZWN0SXRlbXNUcmVlIjp7IiRpZCI6IjY3NCIsIlJvb3QiOnsiSW1wb3J0SWQiOm51bGwsIklzSW1wb3J0ZWQiOmZhbHNlLCJDaGlsZHJlbiI6W119fSwiTWV0YWRhdGEiOnsiJGlkIjoiNjc1IiwiRXhjZWxTaGVldE5hbWUiOiJtaWxlc3RvbmVzIiwiSXRlbXNUaXRsZXMiOiJbXCJXZWxjb21lIE1lc3NhZ2VcIixcIkFEUiBSZXF1aXJlbWVudHMgUmVtaW5kZXJcIixcIkFEUiBSZXF1aXJlbWVudHMgUmVpbmZvcmNlbWVudFwiLFwiUEMgUHVyY2hhc2UgRW5jb3VyYWdlbWVudFwiLFwiUEMgQ2FydCBSZW1pbmRlclwiLFwiQURTIERvd25saW5lIEVuY291cmFnZW1lbnRcIixcIlVub3BlbmVkIFJlZGVwbG95bWVudFwiLFwiVXNlIENhc2VzIHRiZFwiLFwiSW1wcm92ZSBBY3RpdmF0aW9uIFJhdGVcIixcIkltcHJvdmUgQ3VzdG9tZXIgTG95YWx0eVwiLFwiTmV3IFByaXZpbGVnZSBNZW1iZXJzIFJlbmV3YWwgUmF0ZVwiLFwiTElORSAoUHJvbW90ZSBOdXRyaWxpdGUgU2FsZXMpXCIsXCJVc2UgQ2FzZXMgdGJkXCIsXCJVc2UgQ2FzZXMgdGJkXCIsXCJVc2UgQ2FzZXMgdGJkXCJdIiwiSXRlbXNTd2ltbGFuZXMiOiJbXCJTd2ltbGFuZVwiLFwiSW5kaWFcIixcIkluZGlhXCIsXCJJbmRpYVwiLFwiSW5kaWFcIixcIkluZGlhXCIsXCJJbmRpYVwiLFwiSW5kaWFcIixcIlRhaXdhblwiLFwiVGFpd2FuXCIsXCJUYWl3YW5cIixcIlRhaXdhblwiLFwiSmFwYW5cIixcIlRoYWlsYW5kXCIsXCJBTkFcIl0iLCJDb2x1bW5zTWFwcGluZyI6IntcIiRpZFwiOlwiMVwiLFwiU3dpbWxhbmVUaXRsZUNvbHVtbk5hbWVcIjpcIkNvbHVtbjBcIixcIlN3aW1sYW5lVGl0bGVGcmllbmRseUNvbHVtbk5hbWVcIjpcIlN3aW1sYW5lXCIsXCJUaXRsZUNvbHVtbk5hbWVcIjpcIkNvbHVtbjFcIixcIlRpdGxlRnJpZW5kbHlDb2x1bW5OYW1lXCI6XCJNaWxlc3RvbmUvVGFzayBUaXRsZVwiLFwiU3RhcnREYXRlQ29sdW1uTmFtZVwiOlwiQ29sdW1uMlwiLFwiU3RhcnREYXRlRnJpZW5kbHlDb2x1bW5OYW1lXCI6XCJTdGFydCBkYXRlXCIsXCJFbmREYXRlQ29sdW1uTmFtZVwiOlwiQ29sdW1uM1wiLFwiRW5kRGF0ZUZyaWVuZGx5Q29sdW1uTmFtZVwiOlwiRW5kIGRhdGVcIixcIlBlcmNlbnRhZ2VDb2x1bW5OYW1lXCI6XCJDb2x1bW40XCIsXCJQZXJjZW50YWdlRnJpZW5kbHlDb2x1bW5OYW1lXCI6XCIlIENvbXBsZXRlXCIsXCJOb3RlQ29sdW1uTmFtZVwiOm51bGwsXCJOb3RlRnJpZW5kbHlDb2x1bW5OYW1lXCI6bnVsbCxcIkhlYWRlclJvd0luZGV4XCI6MH0iLCJIZWFkZXJSb3ciOiJbXCJTd2ltbGFuZVwiLFwiTWlsZXN0b25lL1Rhc2sgVGl0bGVcIixcIlN0YXJ0IGRhdGVcIixcIkVuZCBkYXRlXCIsXCIlIENvbXBsZXRlXCJdIiwiVXBkYXRlU2NhbGVGb3JJbXBvcnRlZFRpbWVsaW5lIjoiRmFsc2UifSwiU2V0dGluZ3MiOnsiJGlkIjoiNjc2IiwiSW1wYU9wdGlvbnMiOnsiJGlkIjoiNjc3IiwiTGVmdFRvUmlnaHQiOmZhbHNlLCJQYXlsb2FkT3B0aW9ucyI6Mn0sIlVzZUNvbXByZXNzaW9uIjpmYWxzZSwiQ29tcHJlc2lvblBlcmNlbnRhZ2UiOjUwLjAsIkluYWN0aXZlSW50ZXJ2YWxXaWR0aFRocmVzaG9sZCI6MzAuMCwiSW5hY3RpdmVJbnRlcnZhbFdpZHRoIjoxLjAsIlNwbGl0VGFza3MiOmZhbHNlLCJVc2VDbHVzdGVyIjpmYWxzZSwiRXBzaWxvbiI6NS4wLCJNaW5Qb2ludHNUb0Zvcm1BQ2x1c3RlciI6MiwiR2VuZXJhdGVJbnZpc2libGVTaGFwZXMiOmZhbHNlLCJTbWFydFRpbWVsaW5lVGFza1BlcmNlbnRhZ2VGaXQiOmZhbHNlfSwiSXNOZXciOmZhbHNlLCJJbXBvcnRUeXBlIjo0LCJGaWxlUGF0aCI6Ilc6XFxVc2UgQ2FzZXNcXFVzZSBDYXNlIFRyYWNrZXIueGxzeCIsIlRpbWVDb25maWd1cmF0aW9uIjp7IiRpZCI6IjY3OCIsIlVzZVRpbWUiOmZhbHNlLCJXb3JrRGF5U3RhcnQiOiIwMDowMDowMCIsIldvcmtEYXlFbmQiOiIyMzo1OTowMCJ9LCJMYXN0VXNlZFRlbXBsYXRlSWQiOiI5NjUzZWY3Ni00YmE3LTQ2MDYtYTk5Ni1lY2Q4YTMxZjc2NzIiLCJGaXJzdFdlZWtPZlllYXIiOjB9"/>
  <p:tag name="__MASTER" val="__part_0"/>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ELAPSEDSTYLE" val="Hide"/>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TODAYPOSITION" val="Hide"/>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sz="1400" b="0" i="0" dirty="0">
            <a:solidFill>
              <a:schemeClr val="bg1"/>
            </a:solidFill>
            <a:effectLst/>
            <a:latin typeface="Gisha" panose="020B0502040204020203" pitchFamily="34" charset="-79"/>
            <a:cs typeface="Gisha" panose="020B0502040204020203" pitchFamily="34" charset="-79"/>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913DF53AD423D4CA7382DD33F4A11C9" ma:contentTypeVersion="7" ma:contentTypeDescription="Create a new document." ma:contentTypeScope="" ma:versionID="4642780a22169bb113d043b691e58384">
  <xsd:schema xmlns:xsd="http://www.w3.org/2001/XMLSchema" xmlns:xs="http://www.w3.org/2001/XMLSchema" xmlns:p="http://schemas.microsoft.com/office/2006/metadata/properties" xmlns:ns2="9258d17d-5a11-4337-a710-52036223a5fa" xmlns:ns3="4148d240-6253-4cb1-a5c1-40d003e4d58c" targetNamespace="http://schemas.microsoft.com/office/2006/metadata/properties" ma:root="true" ma:fieldsID="9f1893019f0b4f81e9a6a74321dabbc7" ns2:_="" ns3:_="">
    <xsd:import namespace="9258d17d-5a11-4337-a710-52036223a5fa"/>
    <xsd:import namespace="4148d240-6253-4cb1-a5c1-40d003e4d58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58d17d-5a11-4337-a710-52036223a5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148d240-6253-4cb1-a5c1-40d003e4d58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4148d240-6253-4cb1-a5c1-40d003e4d58c">
      <UserInfo>
        <DisplayName>Ashish Khan</DisplayName>
        <AccountId>41</AccountId>
        <AccountType/>
      </UserInfo>
      <UserInfo>
        <DisplayName>Attila Halasz</DisplayName>
        <AccountId>18</AccountId>
        <AccountType/>
      </UserInfo>
      <UserInfo>
        <DisplayName>Hicham Loukili</DisplayName>
        <AccountId>14</AccountId>
        <AccountType/>
      </UserInfo>
      <UserInfo>
        <DisplayName>Prasanth Gv</DisplayName>
        <AccountId>23</AccountId>
        <AccountType/>
      </UserInfo>
      <UserInfo>
        <DisplayName>Jon Voskuil</DisplayName>
        <AccountId>68</AccountId>
        <AccountType/>
      </UserInfo>
      <UserInfo>
        <DisplayName>Fawn Witte</DisplayName>
        <AccountId>70</AccountId>
        <AccountType/>
      </UserInfo>
    </SharedWithUsers>
  </documentManagement>
</p:properties>
</file>

<file path=customXml/itemProps1.xml><?xml version="1.0" encoding="utf-8"?>
<ds:datastoreItem xmlns:ds="http://schemas.openxmlformats.org/officeDocument/2006/customXml" ds:itemID="{9AB5FBF3-2F81-437F-AF95-FF455EEDFF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258d17d-5a11-4337-a710-52036223a5fa"/>
    <ds:schemaRef ds:uri="4148d240-6253-4cb1-a5c1-40d003e4d58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05B7694-A081-490D-A202-CB4C0CCD7402}">
  <ds:schemaRefs>
    <ds:schemaRef ds:uri="http://schemas.microsoft.com/sharepoint/v3/contenttype/forms"/>
  </ds:schemaRefs>
</ds:datastoreItem>
</file>

<file path=customXml/itemProps3.xml><?xml version="1.0" encoding="utf-8"?>
<ds:datastoreItem xmlns:ds="http://schemas.openxmlformats.org/officeDocument/2006/customXml" ds:itemID="{F0AE4A3A-3F50-4C49-B0CE-E55C746D4630}">
  <ds:schemaRefs>
    <ds:schemaRef ds:uri="http://schemas.microsoft.com/office/2006/metadata/properties"/>
    <ds:schemaRef ds:uri="http://schemas.microsoft.com/office/infopath/2007/PartnerControls"/>
    <ds:schemaRef ds:uri="4148d240-6253-4cb1-a5c1-40d003e4d58c"/>
  </ds:schemaRefs>
</ds:datastoreItem>
</file>

<file path=docProps/app.xml><?xml version="1.0" encoding="utf-8"?>
<Properties xmlns="http://schemas.openxmlformats.org/officeDocument/2006/extended-properties" xmlns:vt="http://schemas.openxmlformats.org/officeDocument/2006/docPropsVTypes">
  <TotalTime>14461</TotalTime>
  <Words>1271</Words>
  <Application>Microsoft Office PowerPoint</Application>
  <PresentationFormat>Widescreen</PresentationFormat>
  <Paragraphs>135</Paragraphs>
  <Slides>10</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Light</vt:lpstr>
      <vt:lpstr>Courier New</vt:lpstr>
      <vt:lpstr>Gisha</vt:lpstr>
      <vt:lpstr>Helvetica Neue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Data Platform</dc:title>
  <dc:creator>ryan.vetter@Amway.com</dc:creator>
  <cp:lastModifiedBy>Ken Popkin</cp:lastModifiedBy>
  <cp:revision>131</cp:revision>
  <cp:lastPrinted>2020-08-04T17:40:32Z</cp:lastPrinted>
  <dcterms:created xsi:type="dcterms:W3CDTF">2020-01-05T04:20:34Z</dcterms:created>
  <dcterms:modified xsi:type="dcterms:W3CDTF">2021-06-20T00:11:54Z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0x0101002913DF53AD423D4CA7382DD33F4A11C9</vt:lpwstr>
  </property>
</Properties>
</file>