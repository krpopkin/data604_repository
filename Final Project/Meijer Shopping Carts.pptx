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4"/>
  </p:sldMasterIdLst>
  <p:notesMasterIdLst>
    <p:notesMasterId r:id="rId15"/>
  </p:notesMasterIdLst>
  <p:handoutMasterIdLst>
    <p:handoutMasterId r:id="rId16"/>
  </p:handoutMasterIdLst>
  <p:sldIdLst>
    <p:sldId id="2146846054" r:id="rId5"/>
    <p:sldId id="2146846058" r:id="rId6"/>
    <p:sldId id="2146846027" r:id="rId7"/>
    <p:sldId id="2146846057" r:id="rId8"/>
    <p:sldId id="2146846062" r:id="rId9"/>
    <p:sldId id="2146846060" r:id="rId10"/>
    <p:sldId id="2146846066" r:id="rId11"/>
    <p:sldId id="2146846059" r:id="rId12"/>
    <p:sldId id="2146846061" r:id="rId13"/>
    <p:sldId id="21468460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B6D3DAB-DF43-4664-A7EB-28BF9FB41381}">
          <p14:sldIdLst>
            <p14:sldId id="2146846054"/>
            <p14:sldId id="2146846058"/>
            <p14:sldId id="2146846027"/>
            <p14:sldId id="2146846057"/>
            <p14:sldId id="2146846062"/>
            <p14:sldId id="2146846060"/>
            <p14:sldId id="2146846066"/>
            <p14:sldId id="2146846059"/>
            <p14:sldId id="2146846061"/>
            <p14:sldId id="2146846067"/>
          </p14:sldIdLst>
        </p14:section>
        <p14:section name="Appendix" id="{7297A47F-BBAA-4FEC-9E68-40255FB7C7C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e Graham" initials="SG" lastIdx="2" clrIdx="0">
    <p:extLst>
      <p:ext uri="{19B8F6BF-5375-455C-9EA6-DF929625EA0E}">
        <p15:presenceInfo xmlns:p15="http://schemas.microsoft.com/office/powerpoint/2012/main" userId="S::ASP5665@amway.com::23cb3691-9ac7-4739-b533-716c61326897" providerId="AD"/>
      </p:ext>
    </p:extLst>
  </p:cmAuthor>
  <p:cmAuthor id="2" name="Ryan" initials="R" lastIdx="1" clrIdx="1">
    <p:extLst>
      <p:ext uri="{19B8F6BF-5375-455C-9EA6-DF929625EA0E}">
        <p15:presenceInfo xmlns:p15="http://schemas.microsoft.com/office/powerpoint/2012/main" userId="S::AIUHE42@amway.com::4e0f799b-9dd2-4ed1-b88a-f6f813994f9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D642"/>
    <a:srgbClr val="02B2EE"/>
    <a:srgbClr val="ED7D31"/>
    <a:srgbClr val="4472C4"/>
    <a:srgbClr val="C55A11"/>
    <a:srgbClr val="C3C3CF"/>
    <a:srgbClr val="00B0F0"/>
    <a:srgbClr val="B3EBFF"/>
    <a:srgbClr val="A3E7FF"/>
    <a:srgbClr val="89E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82" autoAdjust="0"/>
    <p:restoredTop sz="93842" autoAdjust="0"/>
  </p:normalViewPr>
  <p:slideViewPr>
    <p:cSldViewPr snapToGrid="0">
      <p:cViewPr varScale="1">
        <p:scale>
          <a:sx n="64" d="100"/>
          <a:sy n="64" d="100"/>
        </p:scale>
        <p:origin x="556" y="48"/>
      </p:cViewPr>
      <p:guideLst/>
    </p:cSldViewPr>
  </p:slideViewPr>
  <p:notesTextViewPr>
    <p:cViewPr>
      <p:scale>
        <a:sx n="1" d="1"/>
        <a:sy n="1" d="1"/>
      </p:scale>
      <p:origin x="0" y="0"/>
    </p:cViewPr>
  </p:notesTextViewPr>
  <p:notesViewPr>
    <p:cSldViewPr snapToGrid="0">
      <p:cViewPr varScale="1">
        <p:scale>
          <a:sx n="49" d="100"/>
          <a:sy n="49" d="100"/>
        </p:scale>
        <p:origin x="2668" y="3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Vetter" userId="4e0f799b-9dd2-4ed1-b88a-f6f813994f91" providerId="ADAL" clId="{C7FE25E0-0AAE-4022-A126-B020F24BEC27}"/>
    <pc:docChg chg="modSld">
      <pc:chgData name="Ryan Vetter" userId="4e0f799b-9dd2-4ed1-b88a-f6f813994f91" providerId="ADAL" clId="{C7FE25E0-0AAE-4022-A126-B020F24BEC27}" dt="2021-04-29T12:56:06.260" v="1" actId="20577"/>
      <pc:docMkLst>
        <pc:docMk/>
      </pc:docMkLst>
      <pc:sldChg chg="modSp mod">
        <pc:chgData name="Ryan Vetter" userId="4e0f799b-9dd2-4ed1-b88a-f6f813994f91" providerId="ADAL" clId="{C7FE25E0-0AAE-4022-A126-B020F24BEC27}" dt="2021-04-29T12:56:06.260" v="1" actId="20577"/>
        <pc:sldMkLst>
          <pc:docMk/>
          <pc:sldMk cId="1353059238" sldId="5614"/>
        </pc:sldMkLst>
        <pc:spChg chg="mod">
          <ac:chgData name="Ryan Vetter" userId="4e0f799b-9dd2-4ed1-b88a-f6f813994f91" providerId="ADAL" clId="{C7FE25E0-0AAE-4022-A126-B020F24BEC27}" dt="2021-04-29T12:56:06.260" v="1" actId="20577"/>
          <ac:spMkLst>
            <pc:docMk/>
            <pc:sldMk cId="1353059238" sldId="5614"/>
            <ac:spMk id="25" creationId="{5EF3AE1E-2D8C-4FA4-BB0E-84D1CA1CEEE3}"/>
          </ac:spMkLst>
        </pc:spChg>
      </pc:sldChg>
    </pc:docChg>
  </pc:docChgLst>
  <pc:docChgLst>
    <pc:chgData name="Ken Popkin" userId="3c94c39e-c43b-4805-99ab-8da17777f1ac" providerId="ADAL" clId="{5A036E17-229D-4AFC-ACC1-80AF1F5D6F63}"/>
    <pc:docChg chg="undo custSel addSld delSld modSld sldOrd modSection">
      <pc:chgData name="Ken Popkin" userId="3c94c39e-c43b-4805-99ab-8da17777f1ac" providerId="ADAL" clId="{5A036E17-229D-4AFC-ACC1-80AF1F5D6F63}" dt="2021-05-07T12:09:19.958" v="4743" actId="20577"/>
      <pc:docMkLst>
        <pc:docMk/>
      </pc:docMkLst>
      <pc:sldChg chg="addSp delSp modSp del mod">
        <pc:chgData name="Ken Popkin" userId="3c94c39e-c43b-4805-99ab-8da17777f1ac" providerId="ADAL" clId="{5A036E17-229D-4AFC-ACC1-80AF1F5D6F63}" dt="2021-04-29T20:02:50.710" v="909" actId="47"/>
        <pc:sldMkLst>
          <pc:docMk/>
          <pc:sldMk cId="1353059238" sldId="5614"/>
        </pc:sldMkLst>
        <pc:spChg chg="add del mod">
          <ac:chgData name="Ken Popkin" userId="3c94c39e-c43b-4805-99ab-8da17777f1ac" providerId="ADAL" clId="{5A036E17-229D-4AFC-ACC1-80AF1F5D6F63}" dt="2021-04-28T22:16:50.409" v="449" actId="478"/>
          <ac:spMkLst>
            <pc:docMk/>
            <pc:sldMk cId="1353059238" sldId="5614"/>
            <ac:spMk id="2" creationId="{2F30E1C6-1842-4D1F-A3A2-9EA4ED4C8A89}"/>
          </ac:spMkLst>
        </pc:spChg>
        <pc:spChg chg="add del mod">
          <ac:chgData name="Ken Popkin" userId="3c94c39e-c43b-4805-99ab-8da17777f1ac" providerId="ADAL" clId="{5A036E17-229D-4AFC-ACC1-80AF1F5D6F63}" dt="2021-04-28T22:19:53.181" v="521" actId="478"/>
          <ac:spMkLst>
            <pc:docMk/>
            <pc:sldMk cId="1353059238" sldId="5614"/>
            <ac:spMk id="3" creationId="{E00C35A2-A653-4478-97CB-07A638E3C6C6}"/>
          </ac:spMkLst>
        </pc:spChg>
        <pc:spChg chg="add del">
          <ac:chgData name="Ken Popkin" userId="3c94c39e-c43b-4805-99ab-8da17777f1ac" providerId="ADAL" clId="{5A036E17-229D-4AFC-ACC1-80AF1F5D6F63}" dt="2021-04-28T22:23:37.063" v="645" actId="478"/>
          <ac:spMkLst>
            <pc:docMk/>
            <pc:sldMk cId="1353059238" sldId="5614"/>
            <ac:spMk id="9" creationId="{604CD5D8-568C-4446-8B31-38D4AF5A55C6}"/>
          </ac:spMkLst>
        </pc:spChg>
        <pc:spChg chg="mod">
          <ac:chgData name="Ken Popkin" userId="3c94c39e-c43b-4805-99ab-8da17777f1ac" providerId="ADAL" clId="{5A036E17-229D-4AFC-ACC1-80AF1F5D6F63}" dt="2021-04-28T22:14:32.699" v="336" actId="20577"/>
          <ac:spMkLst>
            <pc:docMk/>
            <pc:sldMk cId="1353059238" sldId="5614"/>
            <ac:spMk id="19" creationId="{1672C65B-8837-4F6E-9651-CAC4D54296AB}"/>
          </ac:spMkLst>
        </pc:spChg>
        <pc:spChg chg="mod">
          <ac:chgData name="Ken Popkin" userId="3c94c39e-c43b-4805-99ab-8da17777f1ac" providerId="ADAL" clId="{5A036E17-229D-4AFC-ACC1-80AF1F5D6F63}" dt="2021-04-28T22:14:43.179" v="353" actId="20577"/>
          <ac:spMkLst>
            <pc:docMk/>
            <pc:sldMk cId="1353059238" sldId="5614"/>
            <ac:spMk id="21" creationId="{ED01954D-66FF-42E5-BB00-A36555E51650}"/>
          </ac:spMkLst>
        </pc:spChg>
        <pc:spChg chg="mod">
          <ac:chgData name="Ken Popkin" userId="3c94c39e-c43b-4805-99ab-8da17777f1ac" providerId="ADAL" clId="{5A036E17-229D-4AFC-ACC1-80AF1F5D6F63}" dt="2021-04-28T22:16:18.617" v="447" actId="20577"/>
          <ac:spMkLst>
            <pc:docMk/>
            <pc:sldMk cId="1353059238" sldId="5614"/>
            <ac:spMk id="24" creationId="{6BAB99E3-6F4E-48F6-A55D-8A5B93AF5758}"/>
          </ac:spMkLst>
        </pc:spChg>
        <pc:spChg chg="mod">
          <ac:chgData name="Ken Popkin" userId="3c94c39e-c43b-4805-99ab-8da17777f1ac" providerId="ADAL" clId="{5A036E17-229D-4AFC-ACC1-80AF1F5D6F63}" dt="2021-04-29T15:43:17.348" v="844" actId="20577"/>
          <ac:spMkLst>
            <pc:docMk/>
            <pc:sldMk cId="1353059238" sldId="5614"/>
            <ac:spMk id="25" creationId="{5EF3AE1E-2D8C-4FA4-BB0E-84D1CA1CEEE3}"/>
          </ac:spMkLst>
        </pc:spChg>
        <pc:spChg chg="mod">
          <ac:chgData name="Ken Popkin" userId="3c94c39e-c43b-4805-99ab-8da17777f1ac" providerId="ADAL" clId="{5A036E17-229D-4AFC-ACC1-80AF1F5D6F63}" dt="2021-04-28T22:15:55.965" v="418" actId="6549"/>
          <ac:spMkLst>
            <pc:docMk/>
            <pc:sldMk cId="1353059238" sldId="5614"/>
            <ac:spMk id="26" creationId="{F0009671-0AF0-4B99-9216-2C0358DB3749}"/>
          </ac:spMkLst>
        </pc:spChg>
        <pc:spChg chg="mod">
          <ac:chgData name="Ken Popkin" userId="3c94c39e-c43b-4805-99ab-8da17777f1ac" providerId="ADAL" clId="{5A036E17-229D-4AFC-ACC1-80AF1F5D6F63}" dt="2021-04-28T22:14:55.105" v="371" actId="20577"/>
          <ac:spMkLst>
            <pc:docMk/>
            <pc:sldMk cId="1353059238" sldId="5614"/>
            <ac:spMk id="28" creationId="{FD09FB08-AC31-401C-A9FD-F636CAA73FDD}"/>
          </ac:spMkLst>
        </pc:spChg>
        <pc:spChg chg="mod">
          <ac:chgData name="Ken Popkin" userId="3c94c39e-c43b-4805-99ab-8da17777f1ac" providerId="ADAL" clId="{5A036E17-229D-4AFC-ACC1-80AF1F5D6F63}" dt="2021-04-28T22:15:31.544" v="399" actId="20577"/>
          <ac:spMkLst>
            <pc:docMk/>
            <pc:sldMk cId="1353059238" sldId="5614"/>
            <ac:spMk id="29" creationId="{2D94E9DC-F18E-460E-89FA-96B0353FA16E}"/>
          </ac:spMkLst>
        </pc:spChg>
        <pc:spChg chg="mod topLvl">
          <ac:chgData name="Ken Popkin" userId="3c94c39e-c43b-4805-99ab-8da17777f1ac" providerId="ADAL" clId="{5A036E17-229D-4AFC-ACC1-80AF1F5D6F63}" dt="2021-04-28T22:26:06.079" v="719" actId="1038"/>
          <ac:spMkLst>
            <pc:docMk/>
            <pc:sldMk cId="1353059238" sldId="5614"/>
            <ac:spMk id="30" creationId="{307B9794-BD8A-47B4-959F-5C50A76D45A4}"/>
          </ac:spMkLst>
        </pc:spChg>
        <pc:spChg chg="mod">
          <ac:chgData name="Ken Popkin" userId="3c94c39e-c43b-4805-99ab-8da17777f1ac" providerId="ADAL" clId="{5A036E17-229D-4AFC-ACC1-80AF1F5D6F63}" dt="2021-04-28T19:38:44.528" v="17" actId="165"/>
          <ac:spMkLst>
            <pc:docMk/>
            <pc:sldMk cId="1353059238" sldId="5614"/>
            <ac:spMk id="35" creationId="{7569951E-77FB-419C-9A9A-A5AF922EE642}"/>
          </ac:spMkLst>
        </pc:spChg>
        <pc:spChg chg="mod">
          <ac:chgData name="Ken Popkin" userId="3c94c39e-c43b-4805-99ab-8da17777f1ac" providerId="ADAL" clId="{5A036E17-229D-4AFC-ACC1-80AF1F5D6F63}" dt="2021-04-28T19:38:44.528" v="17" actId="165"/>
          <ac:spMkLst>
            <pc:docMk/>
            <pc:sldMk cId="1353059238" sldId="5614"/>
            <ac:spMk id="36" creationId="{5398CCCC-2770-47AD-8BEE-2A0FCDE54B81}"/>
          </ac:spMkLst>
        </pc:spChg>
        <pc:spChg chg="mod topLvl">
          <ac:chgData name="Ken Popkin" userId="3c94c39e-c43b-4805-99ab-8da17777f1ac" providerId="ADAL" clId="{5A036E17-229D-4AFC-ACC1-80AF1F5D6F63}" dt="2021-04-28T22:26:06.079" v="719" actId="1038"/>
          <ac:spMkLst>
            <pc:docMk/>
            <pc:sldMk cId="1353059238" sldId="5614"/>
            <ac:spMk id="37" creationId="{CBB8BA7A-39CA-4E5B-ABEC-C84C49AC7958}"/>
          </ac:spMkLst>
        </pc:spChg>
        <pc:spChg chg="mod topLvl">
          <ac:chgData name="Ken Popkin" userId="3c94c39e-c43b-4805-99ab-8da17777f1ac" providerId="ADAL" clId="{5A036E17-229D-4AFC-ACC1-80AF1F5D6F63}" dt="2021-04-28T22:26:06.079" v="719" actId="1038"/>
          <ac:spMkLst>
            <pc:docMk/>
            <pc:sldMk cId="1353059238" sldId="5614"/>
            <ac:spMk id="38" creationId="{5B639EA0-B7D4-4675-8740-B4394FDEEEEA}"/>
          </ac:spMkLst>
        </pc:spChg>
        <pc:spChg chg="mod">
          <ac:chgData name="Ken Popkin" userId="3c94c39e-c43b-4805-99ab-8da17777f1ac" providerId="ADAL" clId="{5A036E17-229D-4AFC-ACC1-80AF1F5D6F63}" dt="2021-04-28T19:38:44.528" v="17" actId="165"/>
          <ac:spMkLst>
            <pc:docMk/>
            <pc:sldMk cId="1353059238" sldId="5614"/>
            <ac:spMk id="40" creationId="{5F2F39F5-33F8-4FA3-ADC5-5B42818B8168}"/>
          </ac:spMkLst>
        </pc:spChg>
        <pc:spChg chg="mod">
          <ac:chgData name="Ken Popkin" userId="3c94c39e-c43b-4805-99ab-8da17777f1ac" providerId="ADAL" clId="{5A036E17-229D-4AFC-ACC1-80AF1F5D6F63}" dt="2021-04-28T19:38:44.528" v="17" actId="165"/>
          <ac:spMkLst>
            <pc:docMk/>
            <pc:sldMk cId="1353059238" sldId="5614"/>
            <ac:spMk id="41" creationId="{1E5ECCF8-CC11-4F83-B629-B40186244050}"/>
          </ac:spMkLst>
        </pc:spChg>
        <pc:spChg chg="mod topLvl">
          <ac:chgData name="Ken Popkin" userId="3c94c39e-c43b-4805-99ab-8da17777f1ac" providerId="ADAL" clId="{5A036E17-229D-4AFC-ACC1-80AF1F5D6F63}" dt="2021-04-28T22:26:06.079" v="719" actId="1038"/>
          <ac:spMkLst>
            <pc:docMk/>
            <pc:sldMk cId="1353059238" sldId="5614"/>
            <ac:spMk id="42" creationId="{417138D5-5AA8-47F8-9E9D-88C6CCCAF5E9}"/>
          </ac:spMkLst>
        </pc:spChg>
        <pc:spChg chg="mod topLvl">
          <ac:chgData name="Ken Popkin" userId="3c94c39e-c43b-4805-99ab-8da17777f1ac" providerId="ADAL" clId="{5A036E17-229D-4AFC-ACC1-80AF1F5D6F63}" dt="2021-04-28T22:26:06.079" v="719" actId="1038"/>
          <ac:spMkLst>
            <pc:docMk/>
            <pc:sldMk cId="1353059238" sldId="5614"/>
            <ac:spMk id="43" creationId="{FD804BA2-2C14-4E34-852B-232FE340C384}"/>
          </ac:spMkLst>
        </pc:spChg>
        <pc:spChg chg="add del mod">
          <ac:chgData name="Ken Popkin" userId="3c94c39e-c43b-4805-99ab-8da17777f1ac" providerId="ADAL" clId="{5A036E17-229D-4AFC-ACC1-80AF1F5D6F63}" dt="2021-04-28T19:39:13.658" v="23" actId="478"/>
          <ac:spMkLst>
            <pc:docMk/>
            <pc:sldMk cId="1353059238" sldId="5614"/>
            <ac:spMk id="46" creationId="{EC0AC341-AFEC-4408-92A8-426CA4CCBF97}"/>
          </ac:spMkLst>
        </pc:spChg>
        <pc:spChg chg="add mod">
          <ac:chgData name="Ken Popkin" userId="3c94c39e-c43b-4805-99ab-8da17777f1ac" providerId="ADAL" clId="{5A036E17-229D-4AFC-ACC1-80AF1F5D6F63}" dt="2021-04-28T22:26:06.079" v="719" actId="1038"/>
          <ac:spMkLst>
            <pc:docMk/>
            <pc:sldMk cId="1353059238" sldId="5614"/>
            <ac:spMk id="47" creationId="{31D4A404-BDC7-40C2-AE09-D7668EE0D9CF}"/>
          </ac:spMkLst>
        </pc:spChg>
        <pc:grpChg chg="add del mod">
          <ac:chgData name="Ken Popkin" userId="3c94c39e-c43b-4805-99ab-8da17777f1ac" providerId="ADAL" clId="{5A036E17-229D-4AFC-ACC1-80AF1F5D6F63}" dt="2021-04-28T22:23:13.196" v="642" actId="165"/>
          <ac:grpSpMkLst>
            <pc:docMk/>
            <pc:sldMk cId="1353059238" sldId="5614"/>
            <ac:grpSpMk id="6" creationId="{FE703129-A740-4307-A4C4-C6B95C019511}"/>
          </ac:grpSpMkLst>
        </pc:grpChg>
        <pc:grpChg chg="mod topLvl">
          <ac:chgData name="Ken Popkin" userId="3c94c39e-c43b-4805-99ab-8da17777f1ac" providerId="ADAL" clId="{5A036E17-229D-4AFC-ACC1-80AF1F5D6F63}" dt="2021-04-28T19:38:44.528" v="17" actId="165"/>
          <ac:grpSpMkLst>
            <pc:docMk/>
            <pc:sldMk cId="1353059238" sldId="5614"/>
            <ac:grpSpMk id="34" creationId="{E313B6D4-2614-4F2D-AEA8-94168A71A609}"/>
          </ac:grpSpMkLst>
        </pc:grpChg>
        <pc:grpChg chg="mod topLvl">
          <ac:chgData name="Ken Popkin" userId="3c94c39e-c43b-4805-99ab-8da17777f1ac" providerId="ADAL" clId="{5A036E17-229D-4AFC-ACC1-80AF1F5D6F63}" dt="2021-04-28T19:38:44.528" v="17" actId="165"/>
          <ac:grpSpMkLst>
            <pc:docMk/>
            <pc:sldMk cId="1353059238" sldId="5614"/>
            <ac:grpSpMk id="39" creationId="{5BBFF2AB-49EB-4255-9091-0D8B29B19BDA}"/>
          </ac:grpSpMkLst>
        </pc:grpChg>
        <pc:grpChg chg="mod">
          <ac:chgData name="Ken Popkin" userId="3c94c39e-c43b-4805-99ab-8da17777f1ac" providerId="ADAL" clId="{5A036E17-229D-4AFC-ACC1-80AF1F5D6F63}" dt="2021-04-28T22:26:13.971" v="742" actId="1038"/>
          <ac:grpSpMkLst>
            <pc:docMk/>
            <pc:sldMk cId="1353059238" sldId="5614"/>
            <ac:grpSpMk id="44" creationId="{12ACBD7F-73DB-4593-AC6A-C50D1C7BF448}"/>
          </ac:grpSpMkLst>
        </pc:grpChg>
        <pc:grpChg chg="del">
          <ac:chgData name="Ken Popkin" userId="3c94c39e-c43b-4805-99ab-8da17777f1ac" providerId="ADAL" clId="{5A036E17-229D-4AFC-ACC1-80AF1F5D6F63}" dt="2021-04-28T19:38:44.528" v="17" actId="165"/>
          <ac:grpSpMkLst>
            <pc:docMk/>
            <pc:sldMk cId="1353059238" sldId="5614"/>
            <ac:grpSpMk id="45" creationId="{9DAD515C-47C0-40CE-B5BD-9DED085EA48C}"/>
          </ac:grpSpMkLst>
        </pc:grpChg>
        <pc:graphicFrameChg chg="add del mod">
          <ac:chgData name="Ken Popkin" userId="3c94c39e-c43b-4805-99ab-8da17777f1ac" providerId="ADAL" clId="{5A036E17-229D-4AFC-ACC1-80AF1F5D6F63}" dt="2021-04-28T22:16:23.283" v="448" actId="478"/>
          <ac:graphicFrameMkLst>
            <pc:docMk/>
            <pc:sldMk cId="1353059238" sldId="5614"/>
            <ac:graphicFrameMk id="48" creationId="{FF7D2FFA-EA99-4E85-B8B1-9069E672BF44}"/>
          </ac:graphicFrameMkLst>
        </pc:graphicFrameChg>
        <pc:cxnChg chg="add del mod">
          <ac:chgData name="Ken Popkin" userId="3c94c39e-c43b-4805-99ab-8da17777f1ac" providerId="ADAL" clId="{5A036E17-229D-4AFC-ACC1-80AF1F5D6F63}" dt="2021-04-28T22:23:38.613" v="646" actId="478"/>
          <ac:cxnSpMkLst>
            <pc:docMk/>
            <pc:sldMk cId="1353059238" sldId="5614"/>
            <ac:cxnSpMk id="8" creationId="{E49409C0-050F-4E17-A6AA-B79ECB382CDD}"/>
          </ac:cxnSpMkLst>
        </pc:cxnChg>
      </pc:sldChg>
      <pc:sldChg chg="addSp delSp modSp add mod modNotesTx">
        <pc:chgData name="Ken Popkin" userId="3c94c39e-c43b-4805-99ab-8da17777f1ac" providerId="ADAL" clId="{5A036E17-229D-4AFC-ACC1-80AF1F5D6F63}" dt="2021-04-29T20:48:54.454" v="2387" actId="1036"/>
        <pc:sldMkLst>
          <pc:docMk/>
          <pc:sldMk cId="2361233300" sldId="2146846004"/>
        </pc:sldMkLst>
        <pc:spChg chg="add del mod">
          <ac:chgData name="Ken Popkin" userId="3c94c39e-c43b-4805-99ab-8da17777f1ac" providerId="ADAL" clId="{5A036E17-229D-4AFC-ACC1-80AF1F5D6F63}" dt="2021-04-29T20:18:36.992" v="925" actId="478"/>
          <ac:spMkLst>
            <pc:docMk/>
            <pc:sldMk cId="2361233300" sldId="2146846004"/>
            <ac:spMk id="2" creationId="{980B941E-700A-4C18-ADE2-C369C8DF5F5C}"/>
          </ac:spMkLst>
        </pc:spChg>
        <pc:spChg chg="add mod">
          <ac:chgData name="Ken Popkin" userId="3c94c39e-c43b-4805-99ab-8da17777f1ac" providerId="ADAL" clId="{5A036E17-229D-4AFC-ACC1-80AF1F5D6F63}" dt="2021-04-29T20:41:49.873" v="2025" actId="1038"/>
          <ac:spMkLst>
            <pc:docMk/>
            <pc:sldMk cId="2361233300" sldId="2146846004"/>
            <ac:spMk id="3" creationId="{68BEFF73-3B4F-4293-B8D3-E19A7E07DF0D}"/>
          </ac:spMkLst>
        </pc:spChg>
        <pc:spChg chg="del">
          <ac:chgData name="Ken Popkin" userId="3c94c39e-c43b-4805-99ab-8da17777f1ac" providerId="ADAL" clId="{5A036E17-229D-4AFC-ACC1-80AF1F5D6F63}" dt="2021-04-29T20:03:22.030" v="911" actId="478"/>
          <ac:spMkLst>
            <pc:docMk/>
            <pc:sldMk cId="2361233300" sldId="2146846004"/>
            <ac:spMk id="21" creationId="{FBE45FB3-E412-4A39-9EBB-A738D2C5E830}"/>
          </ac:spMkLst>
        </pc:spChg>
        <pc:spChg chg="del mod">
          <ac:chgData name="Ken Popkin" userId="3c94c39e-c43b-4805-99ab-8da17777f1ac" providerId="ADAL" clId="{5A036E17-229D-4AFC-ACC1-80AF1F5D6F63}" dt="2021-04-29T20:44:45.480" v="2181" actId="478"/>
          <ac:spMkLst>
            <pc:docMk/>
            <pc:sldMk cId="2361233300" sldId="2146846004"/>
            <ac:spMk id="42" creationId="{5E4C45D9-673E-48D1-8ABC-B8082E3F4A2B}"/>
          </ac:spMkLst>
        </pc:spChg>
        <pc:spChg chg="del mod">
          <ac:chgData name="Ken Popkin" userId="3c94c39e-c43b-4805-99ab-8da17777f1ac" providerId="ADAL" clId="{5A036E17-229D-4AFC-ACC1-80AF1F5D6F63}" dt="2021-04-29T20:44:45.480" v="2181" actId="478"/>
          <ac:spMkLst>
            <pc:docMk/>
            <pc:sldMk cId="2361233300" sldId="2146846004"/>
            <ac:spMk id="46" creationId="{99AC5358-C013-40CD-97C1-8616985CF5DD}"/>
          </ac:spMkLst>
        </pc:spChg>
        <pc:spChg chg="del mod">
          <ac:chgData name="Ken Popkin" userId="3c94c39e-c43b-4805-99ab-8da17777f1ac" providerId="ADAL" clId="{5A036E17-229D-4AFC-ACC1-80AF1F5D6F63}" dt="2021-04-29T20:44:45.480" v="2181" actId="478"/>
          <ac:spMkLst>
            <pc:docMk/>
            <pc:sldMk cId="2361233300" sldId="2146846004"/>
            <ac:spMk id="47" creationId="{AE31D8F5-96E9-4164-BA7A-0AE12C88222A}"/>
          </ac:spMkLst>
        </pc:spChg>
        <pc:spChg chg="del mod">
          <ac:chgData name="Ken Popkin" userId="3c94c39e-c43b-4805-99ab-8da17777f1ac" providerId="ADAL" clId="{5A036E17-229D-4AFC-ACC1-80AF1F5D6F63}" dt="2021-04-29T20:44:45.480" v="2181" actId="478"/>
          <ac:spMkLst>
            <pc:docMk/>
            <pc:sldMk cId="2361233300" sldId="2146846004"/>
            <ac:spMk id="48" creationId="{D13A0C76-F485-4A32-871F-8919D78351AA}"/>
          </ac:spMkLst>
        </pc:spChg>
        <pc:spChg chg="del mod">
          <ac:chgData name="Ken Popkin" userId="3c94c39e-c43b-4805-99ab-8da17777f1ac" providerId="ADAL" clId="{5A036E17-229D-4AFC-ACC1-80AF1F5D6F63}" dt="2021-04-29T20:44:45.480" v="2181" actId="478"/>
          <ac:spMkLst>
            <pc:docMk/>
            <pc:sldMk cId="2361233300" sldId="2146846004"/>
            <ac:spMk id="49" creationId="{74E06AF4-F5CD-4926-8BBC-612F7526521B}"/>
          </ac:spMkLst>
        </pc:spChg>
        <pc:spChg chg="add del mod">
          <ac:chgData name="Ken Popkin" userId="3c94c39e-c43b-4805-99ab-8da17777f1ac" providerId="ADAL" clId="{5A036E17-229D-4AFC-ACC1-80AF1F5D6F63}" dt="2021-04-29T20:36:02.219" v="1667" actId="207"/>
          <ac:spMkLst>
            <pc:docMk/>
            <pc:sldMk cId="2361233300" sldId="2146846004"/>
            <ac:spMk id="59" creationId="{40A83ADB-4DCF-436D-8695-A683C3C4A448}"/>
          </ac:spMkLst>
        </pc:spChg>
        <pc:spChg chg="del mod">
          <ac:chgData name="Ken Popkin" userId="3c94c39e-c43b-4805-99ab-8da17777f1ac" providerId="ADAL" clId="{5A036E17-229D-4AFC-ACC1-80AF1F5D6F63}" dt="2021-04-29T20:44:45.480" v="2181" actId="478"/>
          <ac:spMkLst>
            <pc:docMk/>
            <pc:sldMk cId="2361233300" sldId="2146846004"/>
            <ac:spMk id="60" creationId="{710AD716-A44C-40D6-BCE8-C8BE76351046}"/>
          </ac:spMkLst>
        </pc:spChg>
        <pc:spChg chg="add del mod">
          <ac:chgData name="Ken Popkin" userId="3c94c39e-c43b-4805-99ab-8da17777f1ac" providerId="ADAL" clId="{5A036E17-229D-4AFC-ACC1-80AF1F5D6F63}" dt="2021-04-29T20:45:26.257" v="2226" actId="478"/>
          <ac:spMkLst>
            <pc:docMk/>
            <pc:sldMk cId="2361233300" sldId="2146846004"/>
            <ac:spMk id="61" creationId="{49C1179D-9326-475C-A87E-F4170C1A4913}"/>
          </ac:spMkLst>
        </pc:spChg>
        <pc:spChg chg="add del mod">
          <ac:chgData name="Ken Popkin" userId="3c94c39e-c43b-4805-99ab-8da17777f1ac" providerId="ADAL" clId="{5A036E17-229D-4AFC-ACC1-80AF1F5D6F63}" dt="2021-04-29T20:45:29.268" v="2227" actId="478"/>
          <ac:spMkLst>
            <pc:docMk/>
            <pc:sldMk cId="2361233300" sldId="2146846004"/>
            <ac:spMk id="65" creationId="{7B165CB1-EB4D-4E05-8FAF-8143B946DAF9}"/>
          </ac:spMkLst>
        </pc:spChg>
        <pc:spChg chg="add del mod">
          <ac:chgData name="Ken Popkin" userId="3c94c39e-c43b-4805-99ab-8da17777f1ac" providerId="ADAL" clId="{5A036E17-229D-4AFC-ACC1-80AF1F5D6F63}" dt="2021-04-29T20:45:26.257" v="2226" actId="478"/>
          <ac:spMkLst>
            <pc:docMk/>
            <pc:sldMk cId="2361233300" sldId="2146846004"/>
            <ac:spMk id="66" creationId="{725CCB81-469D-4D87-8803-E7134A9A0201}"/>
          </ac:spMkLst>
        </pc:spChg>
        <pc:spChg chg="add del mod">
          <ac:chgData name="Ken Popkin" userId="3c94c39e-c43b-4805-99ab-8da17777f1ac" providerId="ADAL" clId="{5A036E17-229D-4AFC-ACC1-80AF1F5D6F63}" dt="2021-04-29T20:45:26.257" v="2226" actId="478"/>
          <ac:spMkLst>
            <pc:docMk/>
            <pc:sldMk cId="2361233300" sldId="2146846004"/>
            <ac:spMk id="67" creationId="{D2F46AF0-E138-46E7-AE84-786EE942E6A7}"/>
          </ac:spMkLst>
        </pc:spChg>
        <pc:spChg chg="add del mod">
          <ac:chgData name="Ken Popkin" userId="3c94c39e-c43b-4805-99ab-8da17777f1ac" providerId="ADAL" clId="{5A036E17-229D-4AFC-ACC1-80AF1F5D6F63}" dt="2021-04-29T20:38:34.216" v="1839" actId="478"/>
          <ac:spMkLst>
            <pc:docMk/>
            <pc:sldMk cId="2361233300" sldId="2146846004"/>
            <ac:spMk id="68" creationId="{7D2881DE-4208-442B-9231-A24CCF786F2D}"/>
          </ac:spMkLst>
        </pc:spChg>
        <pc:spChg chg="add del mod">
          <ac:chgData name="Ken Popkin" userId="3c94c39e-c43b-4805-99ab-8da17777f1ac" providerId="ADAL" clId="{5A036E17-229D-4AFC-ACC1-80AF1F5D6F63}" dt="2021-04-29T20:45:26.257" v="2226" actId="478"/>
          <ac:spMkLst>
            <pc:docMk/>
            <pc:sldMk cId="2361233300" sldId="2146846004"/>
            <ac:spMk id="69" creationId="{804D3621-23CF-4EB8-9825-965E1D9C575D}"/>
          </ac:spMkLst>
        </pc:spChg>
        <pc:spChg chg="mod">
          <ac:chgData name="Ken Popkin" userId="3c94c39e-c43b-4805-99ab-8da17777f1ac" providerId="ADAL" clId="{5A036E17-229D-4AFC-ACC1-80AF1F5D6F63}" dt="2021-04-29T20:45:20.383" v="2225" actId="207"/>
          <ac:spMkLst>
            <pc:docMk/>
            <pc:sldMk cId="2361233300" sldId="2146846004"/>
            <ac:spMk id="71" creationId="{346217F1-EE21-4F9A-AAD1-29157B4BA7AA}"/>
          </ac:spMkLst>
        </pc:spChg>
        <pc:spChg chg="mod">
          <ac:chgData name="Ken Popkin" userId="3c94c39e-c43b-4805-99ab-8da17777f1ac" providerId="ADAL" clId="{5A036E17-229D-4AFC-ACC1-80AF1F5D6F63}" dt="2021-04-29T20:45:20.383" v="2225" actId="207"/>
          <ac:spMkLst>
            <pc:docMk/>
            <pc:sldMk cId="2361233300" sldId="2146846004"/>
            <ac:spMk id="72" creationId="{F2113D58-FD6D-4B28-8E84-D5150C701BB5}"/>
          </ac:spMkLst>
        </pc:spChg>
        <pc:spChg chg="mod">
          <ac:chgData name="Ken Popkin" userId="3c94c39e-c43b-4805-99ab-8da17777f1ac" providerId="ADAL" clId="{5A036E17-229D-4AFC-ACC1-80AF1F5D6F63}" dt="2021-04-29T20:45:20.383" v="2225" actId="207"/>
          <ac:spMkLst>
            <pc:docMk/>
            <pc:sldMk cId="2361233300" sldId="2146846004"/>
            <ac:spMk id="73" creationId="{3CAA4E2C-953E-4E78-B6E5-141689B28B79}"/>
          </ac:spMkLst>
        </pc:spChg>
        <pc:spChg chg="mod">
          <ac:chgData name="Ken Popkin" userId="3c94c39e-c43b-4805-99ab-8da17777f1ac" providerId="ADAL" clId="{5A036E17-229D-4AFC-ACC1-80AF1F5D6F63}" dt="2021-04-29T20:45:20.383" v="2225" actId="207"/>
          <ac:spMkLst>
            <pc:docMk/>
            <pc:sldMk cId="2361233300" sldId="2146846004"/>
            <ac:spMk id="74" creationId="{B020E9BC-56A9-42A3-88C8-8F23C1E2C945}"/>
          </ac:spMkLst>
        </pc:spChg>
        <pc:spChg chg="mod">
          <ac:chgData name="Ken Popkin" userId="3c94c39e-c43b-4805-99ab-8da17777f1ac" providerId="ADAL" clId="{5A036E17-229D-4AFC-ACC1-80AF1F5D6F63}" dt="2021-04-29T20:45:36.303" v="2228" actId="207"/>
          <ac:spMkLst>
            <pc:docMk/>
            <pc:sldMk cId="2361233300" sldId="2146846004"/>
            <ac:spMk id="76" creationId="{C032546A-CE26-4F19-816A-B7C57EF93858}"/>
          </ac:spMkLst>
        </pc:spChg>
        <pc:spChg chg="mod">
          <ac:chgData name="Ken Popkin" userId="3c94c39e-c43b-4805-99ab-8da17777f1ac" providerId="ADAL" clId="{5A036E17-229D-4AFC-ACC1-80AF1F5D6F63}" dt="2021-04-29T20:45:20.383" v="2225" actId="207"/>
          <ac:spMkLst>
            <pc:docMk/>
            <pc:sldMk cId="2361233300" sldId="2146846004"/>
            <ac:spMk id="77" creationId="{7DBA30A3-54D2-4BE3-9065-2E3AD414D862}"/>
          </ac:spMkLst>
        </pc:spChg>
        <pc:spChg chg="mod topLvl">
          <ac:chgData name="Ken Popkin" userId="3c94c39e-c43b-4805-99ab-8da17777f1ac" providerId="ADAL" clId="{5A036E17-229D-4AFC-ACC1-80AF1F5D6F63}" dt="2021-04-29T20:48:23.329" v="2366" actId="164"/>
          <ac:spMkLst>
            <pc:docMk/>
            <pc:sldMk cId="2361233300" sldId="2146846004"/>
            <ac:spMk id="79" creationId="{5F3598BA-DF78-4177-955F-F226757FD9AE}"/>
          </ac:spMkLst>
        </pc:spChg>
        <pc:spChg chg="mod topLvl">
          <ac:chgData name="Ken Popkin" userId="3c94c39e-c43b-4805-99ab-8da17777f1ac" providerId="ADAL" clId="{5A036E17-229D-4AFC-ACC1-80AF1F5D6F63}" dt="2021-04-29T20:48:23.329" v="2366" actId="164"/>
          <ac:spMkLst>
            <pc:docMk/>
            <pc:sldMk cId="2361233300" sldId="2146846004"/>
            <ac:spMk id="80" creationId="{0EDDF521-1D17-42D7-81B8-D1721CACFFFF}"/>
          </ac:spMkLst>
        </pc:spChg>
        <pc:spChg chg="mod">
          <ac:chgData name="Ken Popkin" userId="3c94c39e-c43b-4805-99ab-8da17777f1ac" providerId="ADAL" clId="{5A036E17-229D-4AFC-ACC1-80AF1F5D6F63}" dt="2021-04-29T20:44:58.397" v="2182" actId="164"/>
          <ac:spMkLst>
            <pc:docMk/>
            <pc:sldMk cId="2361233300" sldId="2146846004"/>
            <ac:spMk id="81" creationId="{9D05F4A8-99D1-4166-A4E0-E03838F1A20F}"/>
          </ac:spMkLst>
        </pc:spChg>
        <pc:spChg chg="mod">
          <ac:chgData name="Ken Popkin" userId="3c94c39e-c43b-4805-99ab-8da17777f1ac" providerId="ADAL" clId="{5A036E17-229D-4AFC-ACC1-80AF1F5D6F63}" dt="2021-04-29T20:44:58.397" v="2182" actId="164"/>
          <ac:spMkLst>
            <pc:docMk/>
            <pc:sldMk cId="2361233300" sldId="2146846004"/>
            <ac:spMk id="82" creationId="{9A6616EB-9B72-43D7-98AF-D95FCD143F71}"/>
          </ac:spMkLst>
        </pc:spChg>
        <pc:spChg chg="mod">
          <ac:chgData name="Ken Popkin" userId="3c94c39e-c43b-4805-99ab-8da17777f1ac" providerId="ADAL" clId="{5A036E17-229D-4AFC-ACC1-80AF1F5D6F63}" dt="2021-04-29T20:44:58.397" v="2182" actId="164"/>
          <ac:spMkLst>
            <pc:docMk/>
            <pc:sldMk cId="2361233300" sldId="2146846004"/>
            <ac:spMk id="83" creationId="{B9531AE5-357C-4B3F-B08D-D73C0245D10E}"/>
          </ac:spMkLst>
        </pc:spChg>
        <pc:spChg chg="mod">
          <ac:chgData name="Ken Popkin" userId="3c94c39e-c43b-4805-99ab-8da17777f1ac" providerId="ADAL" clId="{5A036E17-229D-4AFC-ACC1-80AF1F5D6F63}" dt="2021-04-29T20:44:58.397" v="2182" actId="164"/>
          <ac:spMkLst>
            <pc:docMk/>
            <pc:sldMk cId="2361233300" sldId="2146846004"/>
            <ac:spMk id="84" creationId="{F7B1FE9B-B315-45D3-B73E-6D62A305BE6F}"/>
          </ac:spMkLst>
        </pc:spChg>
        <pc:spChg chg="mod">
          <ac:chgData name="Ken Popkin" userId="3c94c39e-c43b-4805-99ab-8da17777f1ac" providerId="ADAL" clId="{5A036E17-229D-4AFC-ACC1-80AF1F5D6F63}" dt="2021-04-29T20:44:58.397" v="2182" actId="164"/>
          <ac:spMkLst>
            <pc:docMk/>
            <pc:sldMk cId="2361233300" sldId="2146846004"/>
            <ac:spMk id="85" creationId="{4BACEFFB-FF10-4E39-BBC2-475F1A742E98}"/>
          </ac:spMkLst>
        </pc:spChg>
        <pc:spChg chg="mod">
          <ac:chgData name="Ken Popkin" userId="3c94c39e-c43b-4805-99ab-8da17777f1ac" providerId="ADAL" clId="{5A036E17-229D-4AFC-ACC1-80AF1F5D6F63}" dt="2021-04-29T20:44:58.397" v="2182" actId="164"/>
          <ac:spMkLst>
            <pc:docMk/>
            <pc:sldMk cId="2361233300" sldId="2146846004"/>
            <ac:spMk id="86" creationId="{33A37457-FB9A-409D-B479-03EEAC22F7E2}"/>
          </ac:spMkLst>
        </pc:spChg>
        <pc:spChg chg="mod topLvl">
          <ac:chgData name="Ken Popkin" userId="3c94c39e-c43b-4805-99ab-8da17777f1ac" providerId="ADAL" clId="{5A036E17-229D-4AFC-ACC1-80AF1F5D6F63}" dt="2021-04-29T20:48:23.329" v="2366" actId="164"/>
          <ac:spMkLst>
            <pc:docMk/>
            <pc:sldMk cId="2361233300" sldId="2146846004"/>
            <ac:spMk id="87" creationId="{D7930C3F-5BC6-4C07-BDBF-13559B97C714}"/>
          </ac:spMkLst>
        </pc:spChg>
        <pc:spChg chg="mod topLvl">
          <ac:chgData name="Ken Popkin" userId="3c94c39e-c43b-4805-99ab-8da17777f1ac" providerId="ADAL" clId="{5A036E17-229D-4AFC-ACC1-80AF1F5D6F63}" dt="2021-04-29T20:48:23.329" v="2366" actId="164"/>
          <ac:spMkLst>
            <pc:docMk/>
            <pc:sldMk cId="2361233300" sldId="2146846004"/>
            <ac:spMk id="88" creationId="{CD1CF11B-E55F-4F51-9B0C-40F37E8C07E9}"/>
          </ac:spMkLst>
        </pc:spChg>
        <pc:spChg chg="mod">
          <ac:chgData name="Ken Popkin" userId="3c94c39e-c43b-4805-99ab-8da17777f1ac" providerId="ADAL" clId="{5A036E17-229D-4AFC-ACC1-80AF1F5D6F63}" dt="2021-04-29T20:23:19.562" v="1212" actId="20577"/>
          <ac:spMkLst>
            <pc:docMk/>
            <pc:sldMk cId="2361233300" sldId="2146846004"/>
            <ac:spMk id="89" creationId="{37F5B3B9-6310-4CC8-95E6-B91CF21B5782}"/>
          </ac:spMkLst>
        </pc:spChg>
        <pc:spChg chg="mod">
          <ac:chgData name="Ken Popkin" userId="3c94c39e-c43b-4805-99ab-8da17777f1ac" providerId="ADAL" clId="{5A036E17-229D-4AFC-ACC1-80AF1F5D6F63}" dt="2021-04-29T20:46:23.665" v="2359" actId="1035"/>
          <ac:spMkLst>
            <pc:docMk/>
            <pc:sldMk cId="2361233300" sldId="2146846004"/>
            <ac:spMk id="92" creationId="{C21A4D8A-28BA-4579-952F-17CC12B6B941}"/>
          </ac:spMkLst>
        </pc:spChg>
        <pc:spChg chg="mod topLvl">
          <ac:chgData name="Ken Popkin" userId="3c94c39e-c43b-4805-99ab-8da17777f1ac" providerId="ADAL" clId="{5A036E17-229D-4AFC-ACC1-80AF1F5D6F63}" dt="2021-04-29T20:48:23.329" v="2366" actId="164"/>
          <ac:spMkLst>
            <pc:docMk/>
            <pc:sldMk cId="2361233300" sldId="2146846004"/>
            <ac:spMk id="93" creationId="{40AF6F28-AA5E-4840-849A-B2245BE27CD9}"/>
          </ac:spMkLst>
        </pc:spChg>
        <pc:spChg chg="mod">
          <ac:chgData name="Ken Popkin" userId="3c94c39e-c43b-4805-99ab-8da17777f1ac" providerId="ADAL" clId="{5A036E17-229D-4AFC-ACC1-80AF1F5D6F63}" dt="2021-04-29T20:46:23.665" v="2359" actId="1035"/>
          <ac:spMkLst>
            <pc:docMk/>
            <pc:sldMk cId="2361233300" sldId="2146846004"/>
            <ac:spMk id="94" creationId="{A9AC19A8-F5D8-436A-B158-0818A7B98D60}"/>
          </ac:spMkLst>
        </pc:spChg>
        <pc:spChg chg="mod">
          <ac:chgData name="Ken Popkin" userId="3c94c39e-c43b-4805-99ab-8da17777f1ac" providerId="ADAL" clId="{5A036E17-229D-4AFC-ACC1-80AF1F5D6F63}" dt="2021-04-29T20:35:39.939" v="1623" actId="1037"/>
          <ac:spMkLst>
            <pc:docMk/>
            <pc:sldMk cId="2361233300" sldId="2146846004"/>
            <ac:spMk id="95" creationId="{1CDD08CF-B617-46FE-94DB-5A66B64811AE}"/>
          </ac:spMkLst>
        </pc:spChg>
        <pc:spChg chg="mod">
          <ac:chgData name="Ken Popkin" userId="3c94c39e-c43b-4805-99ab-8da17777f1ac" providerId="ADAL" clId="{5A036E17-229D-4AFC-ACC1-80AF1F5D6F63}" dt="2021-04-29T20:35:44.508" v="1656" actId="1038"/>
          <ac:spMkLst>
            <pc:docMk/>
            <pc:sldMk cId="2361233300" sldId="2146846004"/>
            <ac:spMk id="96" creationId="{C425F798-9DAB-4D1F-A1BD-827CF024AFFC}"/>
          </ac:spMkLst>
        </pc:spChg>
        <pc:spChg chg="mod topLvl">
          <ac:chgData name="Ken Popkin" userId="3c94c39e-c43b-4805-99ab-8da17777f1ac" providerId="ADAL" clId="{5A036E17-229D-4AFC-ACC1-80AF1F5D6F63}" dt="2021-04-29T20:48:23.329" v="2366" actId="164"/>
          <ac:spMkLst>
            <pc:docMk/>
            <pc:sldMk cId="2361233300" sldId="2146846004"/>
            <ac:spMk id="97" creationId="{5CA6CC98-D0E7-4820-B1FE-C6AE931D25E5}"/>
          </ac:spMkLst>
        </pc:spChg>
        <pc:grpChg chg="add mod">
          <ac:chgData name="Ken Popkin" userId="3c94c39e-c43b-4805-99ab-8da17777f1ac" providerId="ADAL" clId="{5A036E17-229D-4AFC-ACC1-80AF1F5D6F63}" dt="2021-04-29T20:48:49.953" v="2381" actId="1035"/>
          <ac:grpSpMkLst>
            <pc:docMk/>
            <pc:sldMk cId="2361233300" sldId="2146846004"/>
            <ac:grpSpMk id="5" creationId="{85968E3B-F45E-4EF0-BA35-639D67BD87D8}"/>
          </ac:grpSpMkLst>
        </pc:grpChg>
        <pc:grpChg chg="add mod">
          <ac:chgData name="Ken Popkin" userId="3c94c39e-c43b-4805-99ab-8da17777f1ac" providerId="ADAL" clId="{5A036E17-229D-4AFC-ACC1-80AF1F5D6F63}" dt="2021-04-29T20:48:44.782" v="2375" actId="1036"/>
          <ac:grpSpMkLst>
            <pc:docMk/>
            <pc:sldMk cId="2361233300" sldId="2146846004"/>
            <ac:grpSpMk id="6" creationId="{F647B573-EE64-4509-B6B6-88A9F0A6C387}"/>
          </ac:grpSpMkLst>
        </pc:grpChg>
        <pc:grpChg chg="add mod">
          <ac:chgData name="Ken Popkin" userId="3c94c39e-c43b-4805-99ab-8da17777f1ac" providerId="ADAL" clId="{5A036E17-229D-4AFC-ACC1-80AF1F5D6F63}" dt="2021-04-29T20:48:54.454" v="2387" actId="1036"/>
          <ac:grpSpMkLst>
            <pc:docMk/>
            <pc:sldMk cId="2361233300" sldId="2146846004"/>
            <ac:grpSpMk id="70" creationId="{0552C808-3758-4B7E-9C73-CB1FB6BB92BF}"/>
          </ac:grpSpMkLst>
        </pc:grpChg>
        <pc:grpChg chg="add del mod">
          <ac:chgData name="Ken Popkin" userId="3c94c39e-c43b-4805-99ab-8da17777f1ac" providerId="ADAL" clId="{5A036E17-229D-4AFC-ACC1-80AF1F5D6F63}" dt="2021-04-29T20:47:09.234" v="2361" actId="165"/>
          <ac:grpSpMkLst>
            <pc:docMk/>
            <pc:sldMk cId="2361233300" sldId="2146846004"/>
            <ac:grpSpMk id="78" creationId="{FCC5ED1B-98C7-4A88-BD56-58FC62F47293}"/>
          </ac:grpSpMkLst>
        </pc:grpChg>
      </pc:sldChg>
      <pc:sldChg chg="modSp mod">
        <pc:chgData name="Ken Popkin" userId="3c94c39e-c43b-4805-99ab-8da17777f1ac" providerId="ADAL" clId="{5A036E17-229D-4AFC-ACC1-80AF1F5D6F63}" dt="2021-04-29T22:30:58.024" v="2787" actId="1036"/>
        <pc:sldMkLst>
          <pc:docMk/>
          <pc:sldMk cId="2181594307" sldId="2146846012"/>
        </pc:sldMkLst>
        <pc:spChg chg="mod">
          <ac:chgData name="Ken Popkin" userId="3c94c39e-c43b-4805-99ab-8da17777f1ac" providerId="ADAL" clId="{5A036E17-229D-4AFC-ACC1-80AF1F5D6F63}" dt="2021-04-29T22:30:58.024" v="2787" actId="1036"/>
          <ac:spMkLst>
            <pc:docMk/>
            <pc:sldMk cId="2181594307" sldId="2146846012"/>
            <ac:spMk id="27" creationId="{4677ACB4-1CAA-4A1B-BA3B-8FBC864CD441}"/>
          </ac:spMkLst>
        </pc:spChg>
      </pc:sldChg>
      <pc:sldChg chg="addSp delSp modSp del mod">
        <pc:chgData name="Ken Popkin" userId="3c94c39e-c43b-4805-99ab-8da17777f1ac" providerId="ADAL" clId="{5A036E17-229D-4AFC-ACC1-80AF1F5D6F63}" dt="2021-04-29T23:08:10.901" v="4699" actId="47"/>
        <pc:sldMkLst>
          <pc:docMk/>
          <pc:sldMk cId="511034043" sldId="2146846013"/>
        </pc:sldMkLst>
        <pc:spChg chg="add mod">
          <ac:chgData name="Ken Popkin" userId="3c94c39e-c43b-4805-99ab-8da17777f1ac" providerId="ADAL" clId="{5A036E17-229D-4AFC-ACC1-80AF1F5D6F63}" dt="2021-04-28T19:43:57.926" v="117" actId="14100"/>
          <ac:spMkLst>
            <pc:docMk/>
            <pc:sldMk cId="511034043" sldId="2146846013"/>
            <ac:spMk id="23" creationId="{63C5DDBC-6E41-4A89-8D93-627714637EAD}"/>
          </ac:spMkLst>
        </pc:spChg>
        <pc:spChg chg="mod topLvl">
          <ac:chgData name="Ken Popkin" userId="3c94c39e-c43b-4805-99ab-8da17777f1ac" providerId="ADAL" clId="{5A036E17-229D-4AFC-ACC1-80AF1F5D6F63}" dt="2021-04-28T19:42:45.472" v="29" actId="165"/>
          <ac:spMkLst>
            <pc:docMk/>
            <pc:sldMk cId="511034043" sldId="2146846013"/>
            <ac:spMk id="55" creationId="{4C5039F1-1EA6-4316-A7BC-5CAD5C5E5870}"/>
          </ac:spMkLst>
        </pc:spChg>
        <pc:spChg chg="mod topLvl">
          <ac:chgData name="Ken Popkin" userId="3c94c39e-c43b-4805-99ab-8da17777f1ac" providerId="ADAL" clId="{5A036E17-229D-4AFC-ACC1-80AF1F5D6F63}" dt="2021-04-28T19:42:45.472" v="29" actId="165"/>
          <ac:spMkLst>
            <pc:docMk/>
            <pc:sldMk cId="511034043" sldId="2146846013"/>
            <ac:spMk id="56" creationId="{2FCF11FC-8381-4E12-8208-37DC953586E9}"/>
          </ac:spMkLst>
        </pc:spChg>
        <pc:spChg chg="mod topLvl">
          <ac:chgData name="Ken Popkin" userId="3c94c39e-c43b-4805-99ab-8da17777f1ac" providerId="ADAL" clId="{5A036E17-229D-4AFC-ACC1-80AF1F5D6F63}" dt="2021-04-28T19:42:45.472" v="29" actId="165"/>
          <ac:spMkLst>
            <pc:docMk/>
            <pc:sldMk cId="511034043" sldId="2146846013"/>
            <ac:spMk id="57" creationId="{0559C183-398B-493C-8ABA-5F46A0D17A3A}"/>
          </ac:spMkLst>
        </pc:spChg>
        <pc:spChg chg="mod topLvl">
          <ac:chgData name="Ken Popkin" userId="3c94c39e-c43b-4805-99ab-8da17777f1ac" providerId="ADAL" clId="{5A036E17-229D-4AFC-ACC1-80AF1F5D6F63}" dt="2021-04-28T19:42:45.472" v="29" actId="165"/>
          <ac:spMkLst>
            <pc:docMk/>
            <pc:sldMk cId="511034043" sldId="2146846013"/>
            <ac:spMk id="59" creationId="{9B297407-5453-4737-B893-EC87BE5A6C91}"/>
          </ac:spMkLst>
        </pc:spChg>
        <pc:spChg chg="mod topLvl">
          <ac:chgData name="Ken Popkin" userId="3c94c39e-c43b-4805-99ab-8da17777f1ac" providerId="ADAL" clId="{5A036E17-229D-4AFC-ACC1-80AF1F5D6F63}" dt="2021-04-28T19:42:45.472" v="29" actId="165"/>
          <ac:spMkLst>
            <pc:docMk/>
            <pc:sldMk cId="511034043" sldId="2146846013"/>
            <ac:spMk id="60" creationId="{5075F22B-75CF-4995-AFB8-143F51A564C9}"/>
          </ac:spMkLst>
        </pc:spChg>
        <pc:spChg chg="mod topLvl">
          <ac:chgData name="Ken Popkin" userId="3c94c39e-c43b-4805-99ab-8da17777f1ac" providerId="ADAL" clId="{5A036E17-229D-4AFC-ACC1-80AF1F5D6F63}" dt="2021-04-28T19:42:45.472" v="29" actId="165"/>
          <ac:spMkLst>
            <pc:docMk/>
            <pc:sldMk cId="511034043" sldId="2146846013"/>
            <ac:spMk id="65" creationId="{72722F28-8416-4C17-A271-AA31A7B32272}"/>
          </ac:spMkLst>
        </pc:spChg>
        <pc:spChg chg="mod topLvl">
          <ac:chgData name="Ken Popkin" userId="3c94c39e-c43b-4805-99ab-8da17777f1ac" providerId="ADAL" clId="{5A036E17-229D-4AFC-ACC1-80AF1F5D6F63}" dt="2021-04-28T19:42:45.472" v="29" actId="165"/>
          <ac:spMkLst>
            <pc:docMk/>
            <pc:sldMk cId="511034043" sldId="2146846013"/>
            <ac:spMk id="67" creationId="{59D20AF3-3156-4818-91E4-796CDB853ABC}"/>
          </ac:spMkLst>
        </pc:spChg>
        <pc:spChg chg="mod topLvl">
          <ac:chgData name="Ken Popkin" userId="3c94c39e-c43b-4805-99ab-8da17777f1ac" providerId="ADAL" clId="{5A036E17-229D-4AFC-ACC1-80AF1F5D6F63}" dt="2021-04-28T19:42:45.472" v="29" actId="165"/>
          <ac:spMkLst>
            <pc:docMk/>
            <pc:sldMk cId="511034043" sldId="2146846013"/>
            <ac:spMk id="68" creationId="{2EF66A26-286F-40CE-8176-98C08B32740B}"/>
          </ac:spMkLst>
        </pc:spChg>
        <pc:spChg chg="del">
          <ac:chgData name="Ken Popkin" userId="3c94c39e-c43b-4805-99ab-8da17777f1ac" providerId="ADAL" clId="{5A036E17-229D-4AFC-ACC1-80AF1F5D6F63}" dt="2021-04-28T19:42:28.090" v="28" actId="478"/>
          <ac:spMkLst>
            <pc:docMk/>
            <pc:sldMk cId="511034043" sldId="2146846013"/>
            <ac:spMk id="69" creationId="{B2EEF8B5-6A70-47A0-A9C7-7F97753E9708}"/>
          </ac:spMkLst>
        </pc:spChg>
        <pc:spChg chg="mod topLvl">
          <ac:chgData name="Ken Popkin" userId="3c94c39e-c43b-4805-99ab-8da17777f1ac" providerId="ADAL" clId="{5A036E17-229D-4AFC-ACC1-80AF1F5D6F63}" dt="2021-04-28T19:42:52.893" v="52" actId="1035"/>
          <ac:spMkLst>
            <pc:docMk/>
            <pc:sldMk cId="511034043" sldId="2146846013"/>
            <ac:spMk id="72" creationId="{32585524-29BA-4290-8F3B-F21076B474D8}"/>
          </ac:spMkLst>
        </pc:spChg>
        <pc:spChg chg="mod topLvl">
          <ac:chgData name="Ken Popkin" userId="3c94c39e-c43b-4805-99ab-8da17777f1ac" providerId="ADAL" clId="{5A036E17-229D-4AFC-ACC1-80AF1F5D6F63}" dt="2021-04-28T19:42:52.893" v="52" actId="1035"/>
          <ac:spMkLst>
            <pc:docMk/>
            <pc:sldMk cId="511034043" sldId="2146846013"/>
            <ac:spMk id="73" creationId="{822A893B-A75A-41DC-A597-52142EFEF959}"/>
          </ac:spMkLst>
        </pc:spChg>
        <pc:spChg chg="mod topLvl">
          <ac:chgData name="Ken Popkin" userId="3c94c39e-c43b-4805-99ab-8da17777f1ac" providerId="ADAL" clId="{5A036E17-229D-4AFC-ACC1-80AF1F5D6F63}" dt="2021-04-28T19:42:52.893" v="52" actId="1035"/>
          <ac:spMkLst>
            <pc:docMk/>
            <pc:sldMk cId="511034043" sldId="2146846013"/>
            <ac:spMk id="74" creationId="{27F8EB21-DA56-47D9-9C9C-C59C9A31C3F2}"/>
          </ac:spMkLst>
        </pc:spChg>
        <pc:spChg chg="mod topLvl">
          <ac:chgData name="Ken Popkin" userId="3c94c39e-c43b-4805-99ab-8da17777f1ac" providerId="ADAL" clId="{5A036E17-229D-4AFC-ACC1-80AF1F5D6F63}" dt="2021-04-28T19:42:52.893" v="52" actId="1035"/>
          <ac:spMkLst>
            <pc:docMk/>
            <pc:sldMk cId="511034043" sldId="2146846013"/>
            <ac:spMk id="76" creationId="{F7C6D098-770E-4887-8ABC-C04D001108C2}"/>
          </ac:spMkLst>
        </pc:spChg>
        <pc:grpChg chg="del">
          <ac:chgData name="Ken Popkin" userId="3c94c39e-c43b-4805-99ab-8da17777f1ac" providerId="ADAL" clId="{5A036E17-229D-4AFC-ACC1-80AF1F5D6F63}" dt="2021-04-28T19:42:45.472" v="29" actId="165"/>
          <ac:grpSpMkLst>
            <pc:docMk/>
            <pc:sldMk cId="511034043" sldId="2146846013"/>
            <ac:grpSpMk id="9" creationId="{D57FBFB0-5693-4CCC-9CFC-E3F0D8AAC308}"/>
          </ac:grpSpMkLst>
        </pc:grpChg>
        <pc:graphicFrameChg chg="modGraphic">
          <ac:chgData name="Ken Popkin" userId="3c94c39e-c43b-4805-99ab-8da17777f1ac" providerId="ADAL" clId="{5A036E17-229D-4AFC-ACC1-80AF1F5D6F63}" dt="2021-04-28T19:44:32.930" v="152" actId="207"/>
          <ac:graphicFrameMkLst>
            <pc:docMk/>
            <pc:sldMk cId="511034043" sldId="2146846013"/>
            <ac:graphicFrameMk id="8" creationId="{E349BB4F-B453-4141-9DE7-6F206519CE0B}"/>
          </ac:graphicFrameMkLst>
        </pc:graphicFrameChg>
        <pc:cxnChg chg="mod topLvl">
          <ac:chgData name="Ken Popkin" userId="3c94c39e-c43b-4805-99ab-8da17777f1ac" providerId="ADAL" clId="{5A036E17-229D-4AFC-ACC1-80AF1F5D6F63}" dt="2021-04-28T19:42:45.472" v="29" actId="165"/>
          <ac:cxnSpMkLst>
            <pc:docMk/>
            <pc:sldMk cId="511034043" sldId="2146846013"/>
            <ac:cxnSpMk id="44" creationId="{8758662A-AA8B-4CBB-A429-A49B3B91A67E}"/>
          </ac:cxnSpMkLst>
        </pc:cxnChg>
        <pc:cxnChg chg="mod topLvl">
          <ac:chgData name="Ken Popkin" userId="3c94c39e-c43b-4805-99ab-8da17777f1ac" providerId="ADAL" clId="{5A036E17-229D-4AFC-ACC1-80AF1F5D6F63}" dt="2021-04-28T19:42:45.472" v="29" actId="165"/>
          <ac:cxnSpMkLst>
            <pc:docMk/>
            <pc:sldMk cId="511034043" sldId="2146846013"/>
            <ac:cxnSpMk id="45" creationId="{B971EA8A-4C75-4DC2-A2F3-FC2FC7B0B54D}"/>
          </ac:cxnSpMkLst>
        </pc:cxnChg>
        <pc:cxnChg chg="mod topLvl">
          <ac:chgData name="Ken Popkin" userId="3c94c39e-c43b-4805-99ab-8da17777f1ac" providerId="ADAL" clId="{5A036E17-229D-4AFC-ACC1-80AF1F5D6F63}" dt="2021-04-28T19:42:45.472" v="29" actId="165"/>
          <ac:cxnSpMkLst>
            <pc:docMk/>
            <pc:sldMk cId="511034043" sldId="2146846013"/>
            <ac:cxnSpMk id="46" creationId="{58F2FC45-BA5A-4C5D-B149-FE1B762D3DEB}"/>
          </ac:cxnSpMkLst>
        </pc:cxnChg>
        <pc:cxnChg chg="mod topLvl">
          <ac:chgData name="Ken Popkin" userId="3c94c39e-c43b-4805-99ab-8da17777f1ac" providerId="ADAL" clId="{5A036E17-229D-4AFC-ACC1-80AF1F5D6F63}" dt="2021-04-28T19:42:45.472" v="29" actId="165"/>
          <ac:cxnSpMkLst>
            <pc:docMk/>
            <pc:sldMk cId="511034043" sldId="2146846013"/>
            <ac:cxnSpMk id="47" creationId="{564829DD-BEB5-4453-A0DD-E53FC5522703}"/>
          </ac:cxnSpMkLst>
        </pc:cxnChg>
        <pc:cxnChg chg="mod topLvl">
          <ac:chgData name="Ken Popkin" userId="3c94c39e-c43b-4805-99ab-8da17777f1ac" providerId="ADAL" clId="{5A036E17-229D-4AFC-ACC1-80AF1F5D6F63}" dt="2021-04-28T19:42:45.472" v="29" actId="165"/>
          <ac:cxnSpMkLst>
            <pc:docMk/>
            <pc:sldMk cId="511034043" sldId="2146846013"/>
            <ac:cxnSpMk id="48" creationId="{0DF169E1-8492-40FA-B754-ADB2450732CA}"/>
          </ac:cxnSpMkLst>
        </pc:cxnChg>
      </pc:sldChg>
      <pc:sldChg chg="modSp del mod">
        <pc:chgData name="Ken Popkin" userId="3c94c39e-c43b-4805-99ab-8da17777f1ac" providerId="ADAL" clId="{5A036E17-229D-4AFC-ACC1-80AF1F5D6F63}" dt="2021-04-29T23:08:14.383" v="4700" actId="47"/>
        <pc:sldMkLst>
          <pc:docMk/>
          <pc:sldMk cId="1225417376" sldId="2146846015"/>
        </pc:sldMkLst>
        <pc:graphicFrameChg chg="modGraphic">
          <ac:chgData name="Ken Popkin" userId="3c94c39e-c43b-4805-99ab-8da17777f1ac" providerId="ADAL" clId="{5A036E17-229D-4AFC-ACC1-80AF1F5D6F63}" dt="2021-04-28T19:46:10.779" v="186" actId="20577"/>
          <ac:graphicFrameMkLst>
            <pc:docMk/>
            <pc:sldMk cId="1225417376" sldId="2146846015"/>
            <ac:graphicFrameMk id="53" creationId="{D95635EB-7620-4878-80ED-E1EA0ABF1791}"/>
          </ac:graphicFrameMkLst>
        </pc:graphicFrameChg>
      </pc:sldChg>
      <pc:sldChg chg="addSp modSp del mod">
        <pc:chgData name="Ken Popkin" userId="3c94c39e-c43b-4805-99ab-8da17777f1ac" providerId="ADAL" clId="{5A036E17-229D-4AFC-ACC1-80AF1F5D6F63}" dt="2021-04-29T23:08:19.123" v="4702" actId="47"/>
        <pc:sldMkLst>
          <pc:docMk/>
          <pc:sldMk cId="3667708167" sldId="2146846016"/>
        </pc:sldMkLst>
        <pc:spChg chg="mod">
          <ac:chgData name="Ken Popkin" userId="3c94c39e-c43b-4805-99ab-8da17777f1ac" providerId="ADAL" clId="{5A036E17-229D-4AFC-ACC1-80AF1F5D6F63}" dt="2021-04-28T22:27:39.074" v="763" actId="1036"/>
          <ac:spMkLst>
            <pc:docMk/>
            <pc:sldMk cId="3667708167" sldId="2146846016"/>
            <ac:spMk id="43" creationId="{A2CC0A82-312A-44E1-92C4-25D1864E9AE6}"/>
          </ac:spMkLst>
        </pc:spChg>
        <pc:spChg chg="mod">
          <ac:chgData name="Ken Popkin" userId="3c94c39e-c43b-4805-99ab-8da17777f1ac" providerId="ADAL" clId="{5A036E17-229D-4AFC-ACC1-80AF1F5D6F63}" dt="2021-04-28T22:27:39.074" v="763" actId="1036"/>
          <ac:spMkLst>
            <pc:docMk/>
            <pc:sldMk cId="3667708167" sldId="2146846016"/>
            <ac:spMk id="44" creationId="{6AE4B8C1-8032-4284-96AC-0270D2BC07F4}"/>
          </ac:spMkLst>
        </pc:spChg>
        <pc:spChg chg="mod">
          <ac:chgData name="Ken Popkin" userId="3c94c39e-c43b-4805-99ab-8da17777f1ac" providerId="ADAL" clId="{5A036E17-229D-4AFC-ACC1-80AF1F5D6F63}" dt="2021-04-28T22:27:39.074" v="763" actId="1036"/>
          <ac:spMkLst>
            <pc:docMk/>
            <pc:sldMk cId="3667708167" sldId="2146846016"/>
            <ac:spMk id="45" creationId="{E37B442F-C545-4365-A872-3145498EA462}"/>
          </ac:spMkLst>
        </pc:spChg>
        <pc:spChg chg="mod">
          <ac:chgData name="Ken Popkin" userId="3c94c39e-c43b-4805-99ab-8da17777f1ac" providerId="ADAL" clId="{5A036E17-229D-4AFC-ACC1-80AF1F5D6F63}" dt="2021-04-28T22:27:39.074" v="763" actId="1036"/>
          <ac:spMkLst>
            <pc:docMk/>
            <pc:sldMk cId="3667708167" sldId="2146846016"/>
            <ac:spMk id="46" creationId="{1DD395A3-E8ED-476B-901B-01AB66D85848}"/>
          </ac:spMkLst>
        </pc:spChg>
        <pc:spChg chg="mod">
          <ac:chgData name="Ken Popkin" userId="3c94c39e-c43b-4805-99ab-8da17777f1ac" providerId="ADAL" clId="{5A036E17-229D-4AFC-ACC1-80AF1F5D6F63}" dt="2021-04-28T22:27:39.074" v="763" actId="1036"/>
          <ac:spMkLst>
            <pc:docMk/>
            <pc:sldMk cId="3667708167" sldId="2146846016"/>
            <ac:spMk id="47" creationId="{D2B9A5E8-B617-48C7-ADD9-18A979F13BC4}"/>
          </ac:spMkLst>
        </pc:spChg>
        <pc:spChg chg="mod">
          <ac:chgData name="Ken Popkin" userId="3c94c39e-c43b-4805-99ab-8da17777f1ac" providerId="ADAL" clId="{5A036E17-229D-4AFC-ACC1-80AF1F5D6F63}" dt="2021-04-28T22:27:39.074" v="763" actId="1036"/>
          <ac:spMkLst>
            <pc:docMk/>
            <pc:sldMk cId="3667708167" sldId="2146846016"/>
            <ac:spMk id="48" creationId="{E01163AE-AC9E-4666-ADC6-AFE4F0B3C4A5}"/>
          </ac:spMkLst>
        </pc:spChg>
        <pc:spChg chg="add mod">
          <ac:chgData name="Ken Popkin" userId="3c94c39e-c43b-4805-99ab-8da17777f1ac" providerId="ADAL" clId="{5A036E17-229D-4AFC-ACC1-80AF1F5D6F63}" dt="2021-04-28T22:28:04.775" v="819" actId="20577"/>
          <ac:spMkLst>
            <pc:docMk/>
            <pc:sldMk cId="3667708167" sldId="2146846016"/>
            <ac:spMk id="50" creationId="{0A0821C7-2A6F-4149-9907-39C45F310528}"/>
          </ac:spMkLst>
        </pc:spChg>
        <pc:spChg chg="mod">
          <ac:chgData name="Ken Popkin" userId="3c94c39e-c43b-4805-99ab-8da17777f1ac" providerId="ADAL" clId="{5A036E17-229D-4AFC-ACC1-80AF1F5D6F63}" dt="2021-04-28T22:27:39.074" v="763" actId="1036"/>
          <ac:spMkLst>
            <pc:docMk/>
            <pc:sldMk cId="3667708167" sldId="2146846016"/>
            <ac:spMk id="93" creationId="{C09E2C9E-3F42-42BD-A437-B1219D869229}"/>
          </ac:spMkLst>
        </pc:spChg>
      </pc:sldChg>
      <pc:sldChg chg="del">
        <pc:chgData name="Ken Popkin" userId="3c94c39e-c43b-4805-99ab-8da17777f1ac" providerId="ADAL" clId="{5A036E17-229D-4AFC-ACC1-80AF1F5D6F63}" dt="2021-04-29T23:08:17.801" v="4701" actId="47"/>
        <pc:sldMkLst>
          <pc:docMk/>
          <pc:sldMk cId="3588134817" sldId="2146846017"/>
        </pc:sldMkLst>
      </pc:sldChg>
      <pc:sldChg chg="addSp delSp modSp del mod ord">
        <pc:chgData name="Ken Popkin" userId="3c94c39e-c43b-4805-99ab-8da17777f1ac" providerId="ADAL" clId="{5A036E17-229D-4AFC-ACC1-80AF1F5D6F63}" dt="2021-04-29T22:43:40.779" v="3330" actId="47"/>
        <pc:sldMkLst>
          <pc:docMk/>
          <pc:sldMk cId="1076860686" sldId="2146846018"/>
        </pc:sldMkLst>
        <pc:spChg chg="mod">
          <ac:chgData name="Ken Popkin" userId="3c94c39e-c43b-4805-99ab-8da17777f1ac" providerId="ADAL" clId="{5A036E17-229D-4AFC-ACC1-80AF1F5D6F63}" dt="2021-04-29T22:13:15.938" v="2394" actId="207"/>
          <ac:spMkLst>
            <pc:docMk/>
            <pc:sldMk cId="1076860686" sldId="2146846018"/>
            <ac:spMk id="50" creationId="{534BAB4C-ABB7-4455-88E6-37D7C90F9E01}"/>
          </ac:spMkLst>
        </pc:spChg>
        <pc:graphicFrameChg chg="del mod modGraphic">
          <ac:chgData name="Ken Popkin" userId="3c94c39e-c43b-4805-99ab-8da17777f1ac" providerId="ADAL" clId="{5A036E17-229D-4AFC-ACC1-80AF1F5D6F63}" dt="2021-04-29T22:10:42.700" v="2389" actId="478"/>
          <ac:graphicFrameMkLst>
            <pc:docMk/>
            <pc:sldMk cId="1076860686" sldId="2146846018"/>
            <ac:graphicFrameMk id="40" creationId="{B15AD606-A505-4274-AF4F-3A8AFD7437FB}"/>
          </ac:graphicFrameMkLst>
        </pc:graphicFrameChg>
        <pc:picChg chg="add mod">
          <ac:chgData name="Ken Popkin" userId="3c94c39e-c43b-4805-99ab-8da17777f1ac" providerId="ADAL" clId="{5A036E17-229D-4AFC-ACC1-80AF1F5D6F63}" dt="2021-04-29T22:12:36.984" v="2393" actId="1076"/>
          <ac:picMkLst>
            <pc:docMk/>
            <pc:sldMk cId="1076860686" sldId="2146846018"/>
            <ac:picMk id="3" creationId="{AD0DAE00-4092-4E94-8C33-7625123F4273}"/>
          </ac:picMkLst>
        </pc:picChg>
      </pc:sldChg>
      <pc:sldChg chg="addSp modSp new del mod">
        <pc:chgData name="Ken Popkin" userId="3c94c39e-c43b-4805-99ab-8da17777f1ac" providerId="ADAL" clId="{5A036E17-229D-4AFC-ACC1-80AF1F5D6F63}" dt="2021-04-29T22:13:56.083" v="2395" actId="47"/>
        <pc:sldMkLst>
          <pc:docMk/>
          <pc:sldMk cId="1938645081" sldId="2146846019"/>
        </pc:sldMkLst>
        <pc:spChg chg="add mod">
          <ac:chgData name="Ken Popkin" userId="3c94c39e-c43b-4805-99ab-8da17777f1ac" providerId="ADAL" clId="{5A036E17-229D-4AFC-ACC1-80AF1F5D6F63}" dt="2021-04-29T16:24:07.241" v="858" actId="207"/>
          <ac:spMkLst>
            <pc:docMk/>
            <pc:sldMk cId="1938645081" sldId="2146846019"/>
            <ac:spMk id="5" creationId="{66F5FA43-1627-45E8-91E2-3CE762261D73}"/>
          </ac:spMkLst>
        </pc:spChg>
        <pc:spChg chg="add mod">
          <ac:chgData name="Ken Popkin" userId="3c94c39e-c43b-4805-99ab-8da17777f1ac" providerId="ADAL" clId="{5A036E17-229D-4AFC-ACC1-80AF1F5D6F63}" dt="2021-04-29T16:24:13.444" v="859" actId="207"/>
          <ac:spMkLst>
            <pc:docMk/>
            <pc:sldMk cId="1938645081" sldId="2146846019"/>
            <ac:spMk id="8" creationId="{08DAA3FA-F492-477E-9F1F-C41945BE9E27}"/>
          </ac:spMkLst>
        </pc:spChg>
        <pc:spChg chg="add mod">
          <ac:chgData name="Ken Popkin" userId="3c94c39e-c43b-4805-99ab-8da17777f1ac" providerId="ADAL" clId="{5A036E17-229D-4AFC-ACC1-80AF1F5D6F63}" dt="2021-04-29T16:23:56.939" v="857" actId="1076"/>
          <ac:spMkLst>
            <pc:docMk/>
            <pc:sldMk cId="1938645081" sldId="2146846019"/>
            <ac:spMk id="10" creationId="{1CC30D4D-6D00-4DB8-8558-7846FBF18C61}"/>
          </ac:spMkLst>
        </pc:spChg>
        <pc:graphicFrameChg chg="add mod">
          <ac:chgData name="Ken Popkin" userId="3c94c39e-c43b-4805-99ab-8da17777f1ac" providerId="ADAL" clId="{5A036E17-229D-4AFC-ACC1-80AF1F5D6F63}" dt="2021-04-29T16:23:56.939" v="857" actId="1076"/>
          <ac:graphicFrameMkLst>
            <pc:docMk/>
            <pc:sldMk cId="1938645081" sldId="2146846019"/>
            <ac:graphicFrameMk id="6" creationId="{A2F7FD10-ADCB-44B0-8B91-C1A89293C6BC}"/>
          </ac:graphicFrameMkLst>
        </pc:graphicFrameChg>
        <pc:graphicFrameChg chg="add mod">
          <ac:chgData name="Ken Popkin" userId="3c94c39e-c43b-4805-99ab-8da17777f1ac" providerId="ADAL" clId="{5A036E17-229D-4AFC-ACC1-80AF1F5D6F63}" dt="2021-04-29T16:23:56.939" v="857" actId="1076"/>
          <ac:graphicFrameMkLst>
            <pc:docMk/>
            <pc:sldMk cId="1938645081" sldId="2146846019"/>
            <ac:graphicFrameMk id="7" creationId="{E88FD590-1016-4C97-BF97-91FF46792F10}"/>
          </ac:graphicFrameMkLst>
        </pc:graphicFrameChg>
        <pc:graphicFrameChg chg="add mod">
          <ac:chgData name="Ken Popkin" userId="3c94c39e-c43b-4805-99ab-8da17777f1ac" providerId="ADAL" clId="{5A036E17-229D-4AFC-ACC1-80AF1F5D6F63}" dt="2021-04-29T16:23:56.939" v="857" actId="1076"/>
          <ac:graphicFrameMkLst>
            <pc:docMk/>
            <pc:sldMk cId="1938645081" sldId="2146846019"/>
            <ac:graphicFrameMk id="9" creationId="{D9F853D2-2103-4006-B3A4-75D1FCBE3855}"/>
          </ac:graphicFrameMkLst>
        </pc:graphicFrameChg>
      </pc:sldChg>
      <pc:sldChg chg="delSp modSp add del mod ord">
        <pc:chgData name="Ken Popkin" userId="3c94c39e-c43b-4805-99ab-8da17777f1ac" providerId="ADAL" clId="{5A036E17-229D-4AFC-ACC1-80AF1F5D6F63}" dt="2021-04-29T22:36:43.907" v="2929" actId="47"/>
        <pc:sldMkLst>
          <pc:docMk/>
          <pc:sldMk cId="2111452328" sldId="2146846020"/>
        </pc:sldMkLst>
        <pc:spChg chg="mod">
          <ac:chgData name="Ken Popkin" userId="3c94c39e-c43b-4805-99ab-8da17777f1ac" providerId="ADAL" clId="{5A036E17-229D-4AFC-ACC1-80AF1F5D6F63}" dt="2021-04-29T22:16:47.116" v="2476" actId="1076"/>
          <ac:spMkLst>
            <pc:docMk/>
            <pc:sldMk cId="2111452328" sldId="2146846020"/>
            <ac:spMk id="4" creationId="{FA8CCE2E-4E27-421F-B61B-BA79E1C45D4E}"/>
          </ac:spMkLst>
        </pc:spChg>
        <pc:spChg chg="del mod topLvl">
          <ac:chgData name="Ken Popkin" userId="3c94c39e-c43b-4805-99ab-8da17777f1ac" providerId="ADAL" clId="{5A036E17-229D-4AFC-ACC1-80AF1F5D6F63}" dt="2021-04-29T22:17:45.903" v="2483" actId="478"/>
          <ac:spMkLst>
            <pc:docMk/>
            <pc:sldMk cId="2111452328" sldId="2146846020"/>
            <ac:spMk id="5" creationId="{1EC3ABA0-C5D3-4C47-A1D5-3FAE1CDE8FE8}"/>
          </ac:spMkLst>
        </pc:spChg>
        <pc:spChg chg="mod topLvl">
          <ac:chgData name="Ken Popkin" userId="3c94c39e-c43b-4805-99ab-8da17777f1ac" providerId="ADAL" clId="{5A036E17-229D-4AFC-ACC1-80AF1F5D6F63}" dt="2021-04-29T22:22:28.477" v="2552" actId="20577"/>
          <ac:spMkLst>
            <pc:docMk/>
            <pc:sldMk cId="2111452328" sldId="2146846020"/>
            <ac:spMk id="19" creationId="{1672C65B-8837-4F6E-9651-CAC4D54296AB}"/>
          </ac:spMkLst>
        </pc:spChg>
        <pc:spChg chg="mod topLvl">
          <ac:chgData name="Ken Popkin" userId="3c94c39e-c43b-4805-99ab-8da17777f1ac" providerId="ADAL" clId="{5A036E17-229D-4AFC-ACC1-80AF1F5D6F63}" dt="2021-04-29T22:20:32.229" v="2517" actId="255"/>
          <ac:spMkLst>
            <pc:docMk/>
            <pc:sldMk cId="2111452328" sldId="2146846020"/>
            <ac:spMk id="20" creationId="{910674F7-E00C-4A5D-BD23-D73144753854}"/>
          </ac:spMkLst>
        </pc:spChg>
        <pc:spChg chg="mod topLvl">
          <ac:chgData name="Ken Popkin" userId="3c94c39e-c43b-4805-99ab-8da17777f1ac" providerId="ADAL" clId="{5A036E17-229D-4AFC-ACC1-80AF1F5D6F63}" dt="2021-04-29T22:20:32.229" v="2517" actId="255"/>
          <ac:spMkLst>
            <pc:docMk/>
            <pc:sldMk cId="2111452328" sldId="2146846020"/>
            <ac:spMk id="21" creationId="{ED01954D-66FF-42E5-BB00-A36555E51650}"/>
          </ac:spMkLst>
        </pc:spChg>
        <pc:spChg chg="mod topLvl">
          <ac:chgData name="Ken Popkin" userId="3c94c39e-c43b-4805-99ab-8da17777f1ac" providerId="ADAL" clId="{5A036E17-229D-4AFC-ACC1-80AF1F5D6F63}" dt="2021-04-29T22:20:32.229" v="2517" actId="255"/>
          <ac:spMkLst>
            <pc:docMk/>
            <pc:sldMk cId="2111452328" sldId="2146846020"/>
            <ac:spMk id="22" creationId="{2D2FFC58-3DDB-4595-B490-5B99D9FBA643}"/>
          </ac:spMkLst>
        </pc:spChg>
        <pc:spChg chg="mod topLvl">
          <ac:chgData name="Ken Popkin" userId="3c94c39e-c43b-4805-99ab-8da17777f1ac" providerId="ADAL" clId="{5A036E17-229D-4AFC-ACC1-80AF1F5D6F63}" dt="2021-04-29T22:20:32.229" v="2517" actId="255"/>
          <ac:spMkLst>
            <pc:docMk/>
            <pc:sldMk cId="2111452328" sldId="2146846020"/>
            <ac:spMk id="23" creationId="{81B53148-3DDB-416B-91F6-2902EA6CB8ED}"/>
          </ac:spMkLst>
        </pc:spChg>
        <pc:spChg chg="mod topLvl">
          <ac:chgData name="Ken Popkin" userId="3c94c39e-c43b-4805-99ab-8da17777f1ac" providerId="ADAL" clId="{5A036E17-229D-4AFC-ACC1-80AF1F5D6F63}" dt="2021-04-29T22:20:32.229" v="2517" actId="255"/>
          <ac:spMkLst>
            <pc:docMk/>
            <pc:sldMk cId="2111452328" sldId="2146846020"/>
            <ac:spMk id="24" creationId="{6BAB99E3-6F4E-48F6-A55D-8A5B93AF5758}"/>
          </ac:spMkLst>
        </pc:spChg>
        <pc:spChg chg="mod topLvl">
          <ac:chgData name="Ken Popkin" userId="3c94c39e-c43b-4805-99ab-8da17777f1ac" providerId="ADAL" clId="{5A036E17-229D-4AFC-ACC1-80AF1F5D6F63}" dt="2021-04-29T22:20:32.229" v="2517" actId="255"/>
          <ac:spMkLst>
            <pc:docMk/>
            <pc:sldMk cId="2111452328" sldId="2146846020"/>
            <ac:spMk id="25" creationId="{5EF3AE1E-2D8C-4FA4-BB0E-84D1CA1CEEE3}"/>
          </ac:spMkLst>
        </pc:spChg>
        <pc:spChg chg="del mod topLvl">
          <ac:chgData name="Ken Popkin" userId="3c94c39e-c43b-4805-99ab-8da17777f1ac" providerId="ADAL" clId="{5A036E17-229D-4AFC-ACC1-80AF1F5D6F63}" dt="2021-04-29T22:22:14.283" v="2550" actId="478"/>
          <ac:spMkLst>
            <pc:docMk/>
            <pc:sldMk cId="2111452328" sldId="2146846020"/>
            <ac:spMk id="26" creationId="{F0009671-0AF0-4B99-9216-2C0358DB3749}"/>
          </ac:spMkLst>
        </pc:spChg>
        <pc:spChg chg="mod topLvl">
          <ac:chgData name="Ken Popkin" userId="3c94c39e-c43b-4805-99ab-8da17777f1ac" providerId="ADAL" clId="{5A036E17-229D-4AFC-ACC1-80AF1F5D6F63}" dt="2021-04-29T22:20:32.229" v="2517" actId="255"/>
          <ac:spMkLst>
            <pc:docMk/>
            <pc:sldMk cId="2111452328" sldId="2146846020"/>
            <ac:spMk id="28" creationId="{FD09FB08-AC31-401C-A9FD-F636CAA73FDD}"/>
          </ac:spMkLst>
        </pc:spChg>
        <pc:spChg chg="mod topLvl">
          <ac:chgData name="Ken Popkin" userId="3c94c39e-c43b-4805-99ab-8da17777f1ac" providerId="ADAL" clId="{5A036E17-229D-4AFC-ACC1-80AF1F5D6F63}" dt="2021-04-29T22:20:32.229" v="2517" actId="255"/>
          <ac:spMkLst>
            <pc:docMk/>
            <pc:sldMk cId="2111452328" sldId="2146846020"/>
            <ac:spMk id="29" creationId="{2D94E9DC-F18E-460E-89FA-96B0353FA16E}"/>
          </ac:spMkLst>
        </pc:spChg>
        <pc:spChg chg="del">
          <ac:chgData name="Ken Popkin" userId="3c94c39e-c43b-4805-99ab-8da17777f1ac" providerId="ADAL" clId="{5A036E17-229D-4AFC-ACC1-80AF1F5D6F63}" dt="2021-04-29T22:16:51.264" v="2477" actId="478"/>
          <ac:spMkLst>
            <pc:docMk/>
            <pc:sldMk cId="2111452328" sldId="2146846020"/>
            <ac:spMk id="30" creationId="{307B9794-BD8A-47B4-959F-5C50A76D45A4}"/>
          </ac:spMkLst>
        </pc:spChg>
        <pc:spChg chg="mod">
          <ac:chgData name="Ken Popkin" userId="3c94c39e-c43b-4805-99ab-8da17777f1ac" providerId="ADAL" clId="{5A036E17-229D-4AFC-ACC1-80AF1F5D6F63}" dt="2021-04-29T22:15:57.550" v="2455" actId="165"/>
          <ac:spMkLst>
            <pc:docMk/>
            <pc:sldMk cId="2111452328" sldId="2146846020"/>
            <ac:spMk id="31" creationId="{DA9B2D1F-E967-4066-A1AC-55DD5FEF6174}"/>
          </ac:spMkLst>
        </pc:spChg>
        <pc:spChg chg="mod">
          <ac:chgData name="Ken Popkin" userId="3c94c39e-c43b-4805-99ab-8da17777f1ac" providerId="ADAL" clId="{5A036E17-229D-4AFC-ACC1-80AF1F5D6F63}" dt="2021-04-29T22:15:57.550" v="2455" actId="165"/>
          <ac:spMkLst>
            <pc:docMk/>
            <pc:sldMk cId="2111452328" sldId="2146846020"/>
            <ac:spMk id="32" creationId="{F8A8A146-3AB9-40F0-A1FA-017EDC28C70F}"/>
          </ac:spMkLst>
        </pc:spChg>
        <pc:spChg chg="del">
          <ac:chgData name="Ken Popkin" userId="3c94c39e-c43b-4805-99ab-8da17777f1ac" providerId="ADAL" clId="{5A036E17-229D-4AFC-ACC1-80AF1F5D6F63}" dt="2021-04-29T22:16:51.264" v="2477" actId="478"/>
          <ac:spMkLst>
            <pc:docMk/>
            <pc:sldMk cId="2111452328" sldId="2146846020"/>
            <ac:spMk id="37" creationId="{CBB8BA7A-39CA-4E5B-ABEC-C84C49AC7958}"/>
          </ac:spMkLst>
        </pc:spChg>
        <pc:spChg chg="del">
          <ac:chgData name="Ken Popkin" userId="3c94c39e-c43b-4805-99ab-8da17777f1ac" providerId="ADAL" clId="{5A036E17-229D-4AFC-ACC1-80AF1F5D6F63}" dt="2021-04-29T22:16:51.264" v="2477" actId="478"/>
          <ac:spMkLst>
            <pc:docMk/>
            <pc:sldMk cId="2111452328" sldId="2146846020"/>
            <ac:spMk id="38" creationId="{5B639EA0-B7D4-4675-8740-B4394FDEEEEA}"/>
          </ac:spMkLst>
        </pc:spChg>
        <pc:spChg chg="del">
          <ac:chgData name="Ken Popkin" userId="3c94c39e-c43b-4805-99ab-8da17777f1ac" providerId="ADAL" clId="{5A036E17-229D-4AFC-ACC1-80AF1F5D6F63}" dt="2021-04-29T22:16:51.264" v="2477" actId="478"/>
          <ac:spMkLst>
            <pc:docMk/>
            <pc:sldMk cId="2111452328" sldId="2146846020"/>
            <ac:spMk id="42" creationId="{417138D5-5AA8-47F8-9E9D-88C6CCCAF5E9}"/>
          </ac:spMkLst>
        </pc:spChg>
        <pc:spChg chg="del">
          <ac:chgData name="Ken Popkin" userId="3c94c39e-c43b-4805-99ab-8da17777f1ac" providerId="ADAL" clId="{5A036E17-229D-4AFC-ACC1-80AF1F5D6F63}" dt="2021-04-29T22:16:51.264" v="2477" actId="478"/>
          <ac:spMkLst>
            <pc:docMk/>
            <pc:sldMk cId="2111452328" sldId="2146846020"/>
            <ac:spMk id="43" creationId="{FD804BA2-2C14-4E34-852B-232FE340C384}"/>
          </ac:spMkLst>
        </pc:spChg>
        <pc:spChg chg="del">
          <ac:chgData name="Ken Popkin" userId="3c94c39e-c43b-4805-99ab-8da17777f1ac" providerId="ADAL" clId="{5A036E17-229D-4AFC-ACC1-80AF1F5D6F63}" dt="2021-04-29T22:16:51.264" v="2477" actId="478"/>
          <ac:spMkLst>
            <pc:docMk/>
            <pc:sldMk cId="2111452328" sldId="2146846020"/>
            <ac:spMk id="47" creationId="{31D4A404-BDC7-40C2-AE09-D7668EE0D9CF}"/>
          </ac:spMkLst>
        </pc:spChg>
        <pc:grpChg chg="del mod topLvl">
          <ac:chgData name="Ken Popkin" userId="3c94c39e-c43b-4805-99ab-8da17777f1ac" providerId="ADAL" clId="{5A036E17-229D-4AFC-ACC1-80AF1F5D6F63}" dt="2021-04-29T22:17:07.977" v="2478" actId="478"/>
          <ac:grpSpMkLst>
            <pc:docMk/>
            <pc:sldMk cId="2111452328" sldId="2146846020"/>
            <ac:grpSpMk id="33" creationId="{D16F0360-D556-40CE-A08A-90F2C319F059}"/>
          </ac:grpSpMkLst>
        </pc:grpChg>
        <pc:grpChg chg="del">
          <ac:chgData name="Ken Popkin" userId="3c94c39e-c43b-4805-99ab-8da17777f1ac" providerId="ADAL" clId="{5A036E17-229D-4AFC-ACC1-80AF1F5D6F63}" dt="2021-04-29T22:17:07.977" v="2478" actId="478"/>
          <ac:grpSpMkLst>
            <pc:docMk/>
            <pc:sldMk cId="2111452328" sldId="2146846020"/>
            <ac:grpSpMk id="34" creationId="{E313B6D4-2614-4F2D-AEA8-94168A71A609}"/>
          </ac:grpSpMkLst>
        </pc:grpChg>
        <pc:grpChg chg="del">
          <ac:chgData name="Ken Popkin" userId="3c94c39e-c43b-4805-99ab-8da17777f1ac" providerId="ADAL" clId="{5A036E17-229D-4AFC-ACC1-80AF1F5D6F63}" dt="2021-04-29T22:17:07.977" v="2478" actId="478"/>
          <ac:grpSpMkLst>
            <pc:docMk/>
            <pc:sldMk cId="2111452328" sldId="2146846020"/>
            <ac:grpSpMk id="39" creationId="{5BBFF2AB-49EB-4255-9091-0D8B29B19BDA}"/>
          </ac:grpSpMkLst>
        </pc:grpChg>
        <pc:grpChg chg="del">
          <ac:chgData name="Ken Popkin" userId="3c94c39e-c43b-4805-99ab-8da17777f1ac" providerId="ADAL" clId="{5A036E17-229D-4AFC-ACC1-80AF1F5D6F63}" dt="2021-04-29T22:15:57.550" v="2455" actId="165"/>
          <ac:grpSpMkLst>
            <pc:docMk/>
            <pc:sldMk cId="2111452328" sldId="2146846020"/>
            <ac:grpSpMk id="44" creationId="{12ACBD7F-73DB-4593-AC6A-C50D1C7BF448}"/>
          </ac:grpSpMkLst>
        </pc:grpChg>
        <pc:graphicFrameChg chg="del">
          <ac:chgData name="Ken Popkin" userId="3c94c39e-c43b-4805-99ab-8da17777f1ac" providerId="ADAL" clId="{5A036E17-229D-4AFC-ACC1-80AF1F5D6F63}" dt="2021-04-29T22:23:30.793" v="2555" actId="478"/>
          <ac:graphicFrameMkLst>
            <pc:docMk/>
            <pc:sldMk cId="2111452328" sldId="2146846020"/>
            <ac:graphicFrameMk id="2" creationId="{92BFB7AB-3B8E-4642-9EA9-712BAD9AEA96}"/>
          </ac:graphicFrameMkLst>
        </pc:graphicFrameChg>
      </pc:sldChg>
      <pc:sldChg chg="delSp modSp add mod">
        <pc:chgData name="Ken Popkin" userId="3c94c39e-c43b-4805-99ab-8da17777f1ac" providerId="ADAL" clId="{5A036E17-229D-4AFC-ACC1-80AF1F5D6F63}" dt="2021-05-07T12:09:19.958" v="4743" actId="20577"/>
        <pc:sldMkLst>
          <pc:docMk/>
          <pc:sldMk cId="1857544993" sldId="2146846021"/>
        </pc:sldMkLst>
        <pc:spChg chg="mod">
          <ac:chgData name="Ken Popkin" userId="3c94c39e-c43b-4805-99ab-8da17777f1ac" providerId="ADAL" clId="{5A036E17-229D-4AFC-ACC1-80AF1F5D6F63}" dt="2021-04-29T20:17:27.861" v="923" actId="20577"/>
          <ac:spMkLst>
            <pc:docMk/>
            <pc:sldMk cId="1857544993" sldId="2146846021"/>
            <ac:spMk id="19" creationId="{431FF642-D80E-4148-B518-F4E87EA10B69}"/>
          </ac:spMkLst>
        </pc:spChg>
        <pc:spChg chg="del">
          <ac:chgData name="Ken Popkin" userId="3c94c39e-c43b-4805-99ab-8da17777f1ac" providerId="ADAL" clId="{5A036E17-229D-4AFC-ACC1-80AF1F5D6F63}" dt="2021-04-30T00:26:39.937" v="4730" actId="478"/>
          <ac:spMkLst>
            <pc:docMk/>
            <pc:sldMk cId="1857544993" sldId="2146846021"/>
            <ac:spMk id="21" creationId="{FBE45FB3-E412-4A39-9EBB-A738D2C5E830}"/>
          </ac:spMkLst>
        </pc:spChg>
        <pc:spChg chg="mod">
          <ac:chgData name="Ken Popkin" userId="3c94c39e-c43b-4805-99ab-8da17777f1ac" providerId="ADAL" clId="{5A036E17-229D-4AFC-ACC1-80AF1F5D6F63}" dt="2021-05-07T12:09:19.958" v="4743" actId="20577"/>
          <ac:spMkLst>
            <pc:docMk/>
            <pc:sldMk cId="1857544993" sldId="2146846021"/>
            <ac:spMk id="95" creationId="{1CDD08CF-B617-46FE-94DB-5A66B64811AE}"/>
          </ac:spMkLst>
        </pc:spChg>
      </pc:sldChg>
      <pc:sldChg chg="add del">
        <pc:chgData name="Ken Popkin" userId="3c94c39e-c43b-4805-99ab-8da17777f1ac" providerId="ADAL" clId="{5A036E17-229D-4AFC-ACC1-80AF1F5D6F63}" dt="2021-04-29T20:16:52.568" v="913"/>
        <pc:sldMkLst>
          <pc:docMk/>
          <pc:sldMk cId="3196509690" sldId="2146846021"/>
        </pc:sldMkLst>
      </pc:sldChg>
      <pc:sldChg chg="add del">
        <pc:chgData name="Ken Popkin" userId="3c94c39e-c43b-4805-99ab-8da17777f1ac" providerId="ADAL" clId="{5A036E17-229D-4AFC-ACC1-80AF1F5D6F63}" dt="2021-04-29T22:42:15.837" v="3288" actId="47"/>
        <pc:sldMkLst>
          <pc:docMk/>
          <pc:sldMk cId="1275532471" sldId="2146846022"/>
        </pc:sldMkLst>
      </pc:sldChg>
      <pc:sldChg chg="addSp delSp modSp add mod ord">
        <pc:chgData name="Ken Popkin" userId="3c94c39e-c43b-4805-99ab-8da17777f1ac" providerId="ADAL" clId="{5A036E17-229D-4AFC-ACC1-80AF1F5D6F63}" dt="2021-04-29T22:41:57.797" v="3287" actId="20577"/>
        <pc:sldMkLst>
          <pc:docMk/>
          <pc:sldMk cId="1212181384" sldId="2146846023"/>
        </pc:sldMkLst>
        <pc:spChg chg="add mod">
          <ac:chgData name="Ken Popkin" userId="3c94c39e-c43b-4805-99ab-8da17777f1ac" providerId="ADAL" clId="{5A036E17-229D-4AFC-ACC1-80AF1F5D6F63}" dt="2021-04-29T22:40:57.105" v="3271" actId="20577"/>
          <ac:spMkLst>
            <pc:docMk/>
            <pc:sldMk cId="1212181384" sldId="2146846023"/>
            <ac:spMk id="2" creationId="{6A0F3DF1-4B42-478B-9DBB-DD1A267160D7}"/>
          </ac:spMkLst>
        </pc:spChg>
        <pc:spChg chg="del">
          <ac:chgData name="Ken Popkin" userId="3c94c39e-c43b-4805-99ab-8da17777f1ac" providerId="ADAL" clId="{5A036E17-229D-4AFC-ACC1-80AF1F5D6F63}" dt="2021-04-29T22:23:57.580" v="2560" actId="478"/>
          <ac:spMkLst>
            <pc:docMk/>
            <pc:sldMk cId="1212181384" sldId="2146846023"/>
            <ac:spMk id="3" creationId="{68BEFF73-3B4F-4293-B8D3-E19A7E07DF0D}"/>
          </ac:spMkLst>
        </pc:spChg>
        <pc:spChg chg="mod">
          <ac:chgData name="Ken Popkin" userId="3c94c39e-c43b-4805-99ab-8da17777f1ac" providerId="ADAL" clId="{5A036E17-229D-4AFC-ACC1-80AF1F5D6F63}" dt="2021-04-29T22:38:36.603" v="3058" actId="1076"/>
          <ac:spMkLst>
            <pc:docMk/>
            <pc:sldMk cId="1212181384" sldId="2146846023"/>
            <ac:spMk id="19" creationId="{431FF642-D80E-4148-B518-F4E87EA10B69}"/>
          </ac:spMkLst>
        </pc:spChg>
        <pc:spChg chg="del">
          <ac:chgData name="Ken Popkin" userId="3c94c39e-c43b-4805-99ab-8da17777f1ac" providerId="ADAL" clId="{5A036E17-229D-4AFC-ACC1-80AF1F5D6F63}" dt="2021-04-29T22:23:54.739" v="2559" actId="478"/>
          <ac:spMkLst>
            <pc:docMk/>
            <pc:sldMk cId="1212181384" sldId="2146846023"/>
            <ac:spMk id="34" creationId="{BB682AE4-F130-4A77-9286-28C73BD6A617}"/>
          </ac:spMkLst>
        </pc:spChg>
        <pc:spChg chg="del">
          <ac:chgData name="Ken Popkin" userId="3c94c39e-c43b-4805-99ab-8da17777f1ac" providerId="ADAL" clId="{5A036E17-229D-4AFC-ACC1-80AF1F5D6F63}" dt="2021-04-29T22:23:54.739" v="2559" actId="478"/>
          <ac:spMkLst>
            <pc:docMk/>
            <pc:sldMk cId="1212181384" sldId="2146846023"/>
            <ac:spMk id="35" creationId="{D530226E-292E-4441-813E-E86676B8B431}"/>
          </ac:spMkLst>
        </pc:spChg>
        <pc:spChg chg="del">
          <ac:chgData name="Ken Popkin" userId="3c94c39e-c43b-4805-99ab-8da17777f1ac" providerId="ADAL" clId="{5A036E17-229D-4AFC-ACC1-80AF1F5D6F63}" dt="2021-04-29T22:23:54.739" v="2559" actId="478"/>
          <ac:spMkLst>
            <pc:docMk/>
            <pc:sldMk cId="1212181384" sldId="2146846023"/>
            <ac:spMk id="36" creationId="{B2E7E7D2-9337-4737-9018-C8E12D85BCFD}"/>
          </ac:spMkLst>
        </pc:spChg>
        <pc:spChg chg="del">
          <ac:chgData name="Ken Popkin" userId="3c94c39e-c43b-4805-99ab-8da17777f1ac" providerId="ADAL" clId="{5A036E17-229D-4AFC-ACC1-80AF1F5D6F63}" dt="2021-04-29T22:23:54.739" v="2559" actId="478"/>
          <ac:spMkLst>
            <pc:docMk/>
            <pc:sldMk cId="1212181384" sldId="2146846023"/>
            <ac:spMk id="37" creationId="{C101CC53-8430-4763-B2A3-CE9CF8B25F21}"/>
          </ac:spMkLst>
        </pc:spChg>
        <pc:spChg chg="del">
          <ac:chgData name="Ken Popkin" userId="3c94c39e-c43b-4805-99ab-8da17777f1ac" providerId="ADAL" clId="{5A036E17-229D-4AFC-ACC1-80AF1F5D6F63}" dt="2021-04-29T22:23:54.739" v="2559" actId="478"/>
          <ac:spMkLst>
            <pc:docMk/>
            <pc:sldMk cId="1212181384" sldId="2146846023"/>
            <ac:spMk id="38" creationId="{245727DB-7E04-406E-9D3F-129B1893FA96}"/>
          </ac:spMkLst>
        </pc:spChg>
        <pc:spChg chg="del">
          <ac:chgData name="Ken Popkin" userId="3c94c39e-c43b-4805-99ab-8da17777f1ac" providerId="ADAL" clId="{5A036E17-229D-4AFC-ACC1-80AF1F5D6F63}" dt="2021-04-29T22:23:54.739" v="2559" actId="478"/>
          <ac:spMkLst>
            <pc:docMk/>
            <pc:sldMk cId="1212181384" sldId="2146846023"/>
            <ac:spMk id="39" creationId="{44A58765-E97B-4597-8100-5794808C0D4A}"/>
          </ac:spMkLst>
        </pc:spChg>
        <pc:spChg chg="del">
          <ac:chgData name="Ken Popkin" userId="3c94c39e-c43b-4805-99ab-8da17777f1ac" providerId="ADAL" clId="{5A036E17-229D-4AFC-ACC1-80AF1F5D6F63}" dt="2021-04-29T22:23:54.739" v="2559" actId="478"/>
          <ac:spMkLst>
            <pc:docMk/>
            <pc:sldMk cId="1212181384" sldId="2146846023"/>
            <ac:spMk id="41" creationId="{AD4BE239-7A27-4312-8D4C-47BFA3A9A149}"/>
          </ac:spMkLst>
        </pc:spChg>
        <pc:spChg chg="del">
          <ac:chgData name="Ken Popkin" userId="3c94c39e-c43b-4805-99ab-8da17777f1ac" providerId="ADAL" clId="{5A036E17-229D-4AFC-ACC1-80AF1F5D6F63}" dt="2021-04-29T22:23:54.739" v="2559" actId="478"/>
          <ac:spMkLst>
            <pc:docMk/>
            <pc:sldMk cId="1212181384" sldId="2146846023"/>
            <ac:spMk id="44" creationId="{51841285-9B1D-43A7-BDBE-CF0E851DAB32}"/>
          </ac:spMkLst>
        </pc:spChg>
        <pc:spChg chg="del">
          <ac:chgData name="Ken Popkin" userId="3c94c39e-c43b-4805-99ab-8da17777f1ac" providerId="ADAL" clId="{5A036E17-229D-4AFC-ACC1-80AF1F5D6F63}" dt="2021-04-29T22:23:54.739" v="2559" actId="478"/>
          <ac:spMkLst>
            <pc:docMk/>
            <pc:sldMk cId="1212181384" sldId="2146846023"/>
            <ac:spMk id="45" creationId="{AA54F2EC-3127-489E-A881-A379E99161A9}"/>
          </ac:spMkLst>
        </pc:spChg>
        <pc:spChg chg="del">
          <ac:chgData name="Ken Popkin" userId="3c94c39e-c43b-4805-99ab-8da17777f1ac" providerId="ADAL" clId="{5A036E17-229D-4AFC-ACC1-80AF1F5D6F63}" dt="2021-04-29T22:23:54.739" v="2559" actId="478"/>
          <ac:spMkLst>
            <pc:docMk/>
            <pc:sldMk cId="1212181384" sldId="2146846023"/>
            <ac:spMk id="51" creationId="{66593A58-4D45-4B8D-B976-F3691E6C212E}"/>
          </ac:spMkLst>
        </pc:spChg>
        <pc:spChg chg="del">
          <ac:chgData name="Ken Popkin" userId="3c94c39e-c43b-4805-99ab-8da17777f1ac" providerId="ADAL" clId="{5A036E17-229D-4AFC-ACC1-80AF1F5D6F63}" dt="2021-04-29T22:23:54.739" v="2559" actId="478"/>
          <ac:spMkLst>
            <pc:docMk/>
            <pc:sldMk cId="1212181384" sldId="2146846023"/>
            <ac:spMk id="52" creationId="{22FEA46B-9099-4319-BC1A-76AEED133A33}"/>
          </ac:spMkLst>
        </pc:spChg>
        <pc:spChg chg="del">
          <ac:chgData name="Ken Popkin" userId="3c94c39e-c43b-4805-99ab-8da17777f1ac" providerId="ADAL" clId="{5A036E17-229D-4AFC-ACC1-80AF1F5D6F63}" dt="2021-04-29T22:23:54.739" v="2559" actId="478"/>
          <ac:spMkLst>
            <pc:docMk/>
            <pc:sldMk cId="1212181384" sldId="2146846023"/>
            <ac:spMk id="54" creationId="{B6127E4E-D310-4A56-B723-BE1CDB571072}"/>
          </ac:spMkLst>
        </pc:spChg>
        <pc:spChg chg="del">
          <ac:chgData name="Ken Popkin" userId="3c94c39e-c43b-4805-99ab-8da17777f1ac" providerId="ADAL" clId="{5A036E17-229D-4AFC-ACC1-80AF1F5D6F63}" dt="2021-04-29T22:23:54.739" v="2559" actId="478"/>
          <ac:spMkLst>
            <pc:docMk/>
            <pc:sldMk cId="1212181384" sldId="2146846023"/>
            <ac:spMk id="55" creationId="{D32F2F90-0E87-4405-ABEF-364A5E76439A}"/>
          </ac:spMkLst>
        </pc:spChg>
        <pc:spChg chg="del">
          <ac:chgData name="Ken Popkin" userId="3c94c39e-c43b-4805-99ab-8da17777f1ac" providerId="ADAL" clId="{5A036E17-229D-4AFC-ACC1-80AF1F5D6F63}" dt="2021-04-29T22:23:54.739" v="2559" actId="478"/>
          <ac:spMkLst>
            <pc:docMk/>
            <pc:sldMk cId="1212181384" sldId="2146846023"/>
            <ac:spMk id="56" creationId="{5297826C-8269-4B37-A093-BC09EF6D146B}"/>
          </ac:spMkLst>
        </pc:spChg>
        <pc:spChg chg="del">
          <ac:chgData name="Ken Popkin" userId="3c94c39e-c43b-4805-99ab-8da17777f1ac" providerId="ADAL" clId="{5A036E17-229D-4AFC-ACC1-80AF1F5D6F63}" dt="2021-04-29T22:23:54.739" v="2559" actId="478"/>
          <ac:spMkLst>
            <pc:docMk/>
            <pc:sldMk cId="1212181384" sldId="2146846023"/>
            <ac:spMk id="57" creationId="{629B0CDD-9A1B-49AA-843B-674141EFCD8A}"/>
          </ac:spMkLst>
        </pc:spChg>
        <pc:spChg chg="del">
          <ac:chgData name="Ken Popkin" userId="3c94c39e-c43b-4805-99ab-8da17777f1ac" providerId="ADAL" clId="{5A036E17-229D-4AFC-ACC1-80AF1F5D6F63}" dt="2021-04-29T22:23:54.739" v="2559" actId="478"/>
          <ac:spMkLst>
            <pc:docMk/>
            <pc:sldMk cId="1212181384" sldId="2146846023"/>
            <ac:spMk id="58" creationId="{03C77808-EF0C-4C54-B114-37686CE8719A}"/>
          </ac:spMkLst>
        </pc:spChg>
        <pc:spChg chg="del">
          <ac:chgData name="Ken Popkin" userId="3c94c39e-c43b-4805-99ab-8da17777f1ac" providerId="ADAL" clId="{5A036E17-229D-4AFC-ACC1-80AF1F5D6F63}" dt="2021-04-29T22:23:54.739" v="2559" actId="478"/>
          <ac:spMkLst>
            <pc:docMk/>
            <pc:sldMk cId="1212181384" sldId="2146846023"/>
            <ac:spMk id="59" creationId="{40A83ADB-4DCF-436D-8695-A683C3C4A448}"/>
          </ac:spMkLst>
        </pc:spChg>
        <pc:spChg chg="del">
          <ac:chgData name="Ken Popkin" userId="3c94c39e-c43b-4805-99ab-8da17777f1ac" providerId="ADAL" clId="{5A036E17-229D-4AFC-ACC1-80AF1F5D6F63}" dt="2021-04-29T22:23:54.739" v="2559" actId="478"/>
          <ac:spMkLst>
            <pc:docMk/>
            <pc:sldMk cId="1212181384" sldId="2146846023"/>
            <ac:spMk id="62" creationId="{40792597-4A8D-4161-BE80-29930E72CCCD}"/>
          </ac:spMkLst>
        </pc:spChg>
        <pc:spChg chg="del">
          <ac:chgData name="Ken Popkin" userId="3c94c39e-c43b-4805-99ab-8da17777f1ac" providerId="ADAL" clId="{5A036E17-229D-4AFC-ACC1-80AF1F5D6F63}" dt="2021-04-29T22:23:54.739" v="2559" actId="478"/>
          <ac:spMkLst>
            <pc:docMk/>
            <pc:sldMk cId="1212181384" sldId="2146846023"/>
            <ac:spMk id="63" creationId="{CB18DB49-674A-41F7-96D9-7EE751D6FE19}"/>
          </ac:spMkLst>
        </pc:spChg>
        <pc:spChg chg="del">
          <ac:chgData name="Ken Popkin" userId="3c94c39e-c43b-4805-99ab-8da17777f1ac" providerId="ADAL" clId="{5A036E17-229D-4AFC-ACC1-80AF1F5D6F63}" dt="2021-04-29T22:23:54.739" v="2559" actId="478"/>
          <ac:spMkLst>
            <pc:docMk/>
            <pc:sldMk cId="1212181384" sldId="2146846023"/>
            <ac:spMk id="64" creationId="{3E6FD0C0-697B-459C-86FC-DA6E9016494C}"/>
          </ac:spMkLst>
        </pc:spChg>
        <pc:spChg chg="add mod">
          <ac:chgData name="Ken Popkin" userId="3c94c39e-c43b-4805-99ab-8da17777f1ac" providerId="ADAL" clId="{5A036E17-229D-4AFC-ACC1-80AF1F5D6F63}" dt="2021-04-29T22:41:57.797" v="3287" actId="20577"/>
          <ac:spMkLst>
            <pc:docMk/>
            <pc:sldMk cId="1212181384" sldId="2146846023"/>
            <ac:spMk id="65" creationId="{02214B5B-EAAF-4929-80F6-60140C7116DB}"/>
          </ac:spMkLst>
        </pc:spChg>
        <pc:spChg chg="add mod">
          <ac:chgData name="Ken Popkin" userId="3c94c39e-c43b-4805-99ab-8da17777f1ac" providerId="ADAL" clId="{5A036E17-229D-4AFC-ACC1-80AF1F5D6F63}" dt="2021-04-29T22:38:46.409" v="3101" actId="1036"/>
          <ac:spMkLst>
            <pc:docMk/>
            <pc:sldMk cId="1212181384" sldId="2146846023"/>
            <ac:spMk id="66" creationId="{941CB895-7EED-46CF-B980-658879E3EF2F}"/>
          </ac:spMkLst>
        </pc:spChg>
        <pc:spChg chg="add mod">
          <ac:chgData name="Ken Popkin" userId="3c94c39e-c43b-4805-99ab-8da17777f1ac" providerId="ADAL" clId="{5A036E17-229D-4AFC-ACC1-80AF1F5D6F63}" dt="2021-04-29T22:41:38.626" v="3279" actId="114"/>
          <ac:spMkLst>
            <pc:docMk/>
            <pc:sldMk cId="1212181384" sldId="2146846023"/>
            <ac:spMk id="67" creationId="{7CE242F3-3C7E-48DC-B7F1-CE3CA7685D6A}"/>
          </ac:spMkLst>
        </pc:spChg>
        <pc:spChg chg="add mod">
          <ac:chgData name="Ken Popkin" userId="3c94c39e-c43b-4805-99ab-8da17777f1ac" providerId="ADAL" clId="{5A036E17-229D-4AFC-ACC1-80AF1F5D6F63}" dt="2021-04-29T22:41:42.949" v="3281" actId="114"/>
          <ac:spMkLst>
            <pc:docMk/>
            <pc:sldMk cId="1212181384" sldId="2146846023"/>
            <ac:spMk id="68" creationId="{53C85440-BEC2-42B3-9133-9C108D9BE733}"/>
          </ac:spMkLst>
        </pc:spChg>
        <pc:spChg chg="add mod">
          <ac:chgData name="Ken Popkin" userId="3c94c39e-c43b-4805-99ab-8da17777f1ac" providerId="ADAL" clId="{5A036E17-229D-4AFC-ACC1-80AF1F5D6F63}" dt="2021-04-29T22:38:46.409" v="3101" actId="1036"/>
          <ac:spMkLst>
            <pc:docMk/>
            <pc:sldMk cId="1212181384" sldId="2146846023"/>
            <ac:spMk id="69" creationId="{2B95CB0E-B0CB-4006-9844-34CB836AC377}"/>
          </ac:spMkLst>
        </pc:spChg>
        <pc:spChg chg="add mod">
          <ac:chgData name="Ken Popkin" userId="3c94c39e-c43b-4805-99ab-8da17777f1ac" providerId="ADAL" clId="{5A036E17-229D-4AFC-ACC1-80AF1F5D6F63}" dt="2021-04-29T22:41:34.628" v="3277" actId="114"/>
          <ac:spMkLst>
            <pc:docMk/>
            <pc:sldMk cId="1212181384" sldId="2146846023"/>
            <ac:spMk id="78" creationId="{97526FD8-FFB3-4F64-A08F-2CE15D4F5801}"/>
          </ac:spMkLst>
        </pc:spChg>
        <pc:spChg chg="del">
          <ac:chgData name="Ken Popkin" userId="3c94c39e-c43b-4805-99ab-8da17777f1ac" providerId="ADAL" clId="{5A036E17-229D-4AFC-ACC1-80AF1F5D6F63}" dt="2021-04-29T22:23:54.739" v="2559" actId="478"/>
          <ac:spMkLst>
            <pc:docMk/>
            <pc:sldMk cId="1212181384" sldId="2146846023"/>
            <ac:spMk id="89" creationId="{37F5B3B9-6310-4CC8-95E6-B91CF21B5782}"/>
          </ac:spMkLst>
        </pc:spChg>
        <pc:spChg chg="del">
          <ac:chgData name="Ken Popkin" userId="3c94c39e-c43b-4805-99ab-8da17777f1ac" providerId="ADAL" clId="{5A036E17-229D-4AFC-ACC1-80AF1F5D6F63}" dt="2021-04-29T22:23:54.739" v="2559" actId="478"/>
          <ac:spMkLst>
            <pc:docMk/>
            <pc:sldMk cId="1212181384" sldId="2146846023"/>
            <ac:spMk id="90" creationId="{72F9B87F-5C0C-44D8-8C2F-1B239D7F2C8B}"/>
          </ac:spMkLst>
        </pc:spChg>
        <pc:spChg chg="del">
          <ac:chgData name="Ken Popkin" userId="3c94c39e-c43b-4805-99ab-8da17777f1ac" providerId="ADAL" clId="{5A036E17-229D-4AFC-ACC1-80AF1F5D6F63}" dt="2021-04-29T22:23:54.739" v="2559" actId="478"/>
          <ac:spMkLst>
            <pc:docMk/>
            <pc:sldMk cId="1212181384" sldId="2146846023"/>
            <ac:spMk id="91" creationId="{005AC9C1-77C9-472D-812B-2A665D20CB43}"/>
          </ac:spMkLst>
        </pc:spChg>
        <pc:spChg chg="del">
          <ac:chgData name="Ken Popkin" userId="3c94c39e-c43b-4805-99ab-8da17777f1ac" providerId="ADAL" clId="{5A036E17-229D-4AFC-ACC1-80AF1F5D6F63}" dt="2021-04-29T22:23:54.739" v="2559" actId="478"/>
          <ac:spMkLst>
            <pc:docMk/>
            <pc:sldMk cId="1212181384" sldId="2146846023"/>
            <ac:spMk id="92" creationId="{C21A4D8A-28BA-4579-952F-17CC12B6B941}"/>
          </ac:spMkLst>
        </pc:spChg>
        <pc:spChg chg="del">
          <ac:chgData name="Ken Popkin" userId="3c94c39e-c43b-4805-99ab-8da17777f1ac" providerId="ADAL" clId="{5A036E17-229D-4AFC-ACC1-80AF1F5D6F63}" dt="2021-04-29T22:23:54.739" v="2559" actId="478"/>
          <ac:spMkLst>
            <pc:docMk/>
            <pc:sldMk cId="1212181384" sldId="2146846023"/>
            <ac:spMk id="94" creationId="{A9AC19A8-F5D8-436A-B158-0818A7B98D60}"/>
          </ac:spMkLst>
        </pc:spChg>
        <pc:spChg chg="del">
          <ac:chgData name="Ken Popkin" userId="3c94c39e-c43b-4805-99ab-8da17777f1ac" providerId="ADAL" clId="{5A036E17-229D-4AFC-ACC1-80AF1F5D6F63}" dt="2021-04-29T22:23:54.739" v="2559" actId="478"/>
          <ac:spMkLst>
            <pc:docMk/>
            <pc:sldMk cId="1212181384" sldId="2146846023"/>
            <ac:spMk id="95" creationId="{1CDD08CF-B617-46FE-94DB-5A66B64811AE}"/>
          </ac:spMkLst>
        </pc:spChg>
        <pc:spChg chg="del">
          <ac:chgData name="Ken Popkin" userId="3c94c39e-c43b-4805-99ab-8da17777f1ac" providerId="ADAL" clId="{5A036E17-229D-4AFC-ACC1-80AF1F5D6F63}" dt="2021-04-29T22:23:54.739" v="2559" actId="478"/>
          <ac:spMkLst>
            <pc:docMk/>
            <pc:sldMk cId="1212181384" sldId="2146846023"/>
            <ac:spMk id="96" creationId="{C425F798-9DAB-4D1F-A1BD-827CF024AFFC}"/>
          </ac:spMkLst>
        </pc:spChg>
        <pc:spChg chg="add mod">
          <ac:chgData name="Ken Popkin" userId="3c94c39e-c43b-4805-99ab-8da17777f1ac" providerId="ADAL" clId="{5A036E17-229D-4AFC-ACC1-80AF1F5D6F63}" dt="2021-04-29T22:41:46.659" v="3283" actId="114"/>
          <ac:spMkLst>
            <pc:docMk/>
            <pc:sldMk cId="1212181384" sldId="2146846023"/>
            <ac:spMk id="98" creationId="{CD7C5AF2-03C8-4456-A565-6E5DD1D260E9}"/>
          </ac:spMkLst>
        </pc:spChg>
        <pc:spChg chg="add del mod">
          <ac:chgData name="Ken Popkin" userId="3c94c39e-c43b-4805-99ab-8da17777f1ac" providerId="ADAL" clId="{5A036E17-229D-4AFC-ACC1-80AF1F5D6F63}" dt="2021-04-29T22:26:29.806" v="2623" actId="478"/>
          <ac:spMkLst>
            <pc:docMk/>
            <pc:sldMk cId="1212181384" sldId="2146846023"/>
            <ac:spMk id="99" creationId="{0DEC1FBB-A854-414C-96BE-5E6A616DBAEF}"/>
          </ac:spMkLst>
        </pc:spChg>
        <pc:spChg chg="add mod">
          <ac:chgData name="Ken Popkin" userId="3c94c39e-c43b-4805-99ab-8da17777f1ac" providerId="ADAL" clId="{5A036E17-229D-4AFC-ACC1-80AF1F5D6F63}" dt="2021-04-29T22:41:57.005" v="3286" actId="20577"/>
          <ac:spMkLst>
            <pc:docMk/>
            <pc:sldMk cId="1212181384" sldId="2146846023"/>
            <ac:spMk id="100" creationId="{28F8F872-5579-49A2-8E27-7E78C371DB10}"/>
          </ac:spMkLst>
        </pc:spChg>
        <pc:grpChg chg="del">
          <ac:chgData name="Ken Popkin" userId="3c94c39e-c43b-4805-99ab-8da17777f1ac" providerId="ADAL" clId="{5A036E17-229D-4AFC-ACC1-80AF1F5D6F63}" dt="2021-04-29T22:23:54.739" v="2559" actId="478"/>
          <ac:grpSpMkLst>
            <pc:docMk/>
            <pc:sldMk cId="1212181384" sldId="2146846023"/>
            <ac:grpSpMk id="5" creationId="{85968E3B-F45E-4EF0-BA35-639D67BD87D8}"/>
          </ac:grpSpMkLst>
        </pc:grpChg>
        <pc:grpChg chg="del">
          <ac:chgData name="Ken Popkin" userId="3c94c39e-c43b-4805-99ab-8da17777f1ac" providerId="ADAL" clId="{5A036E17-229D-4AFC-ACC1-80AF1F5D6F63}" dt="2021-04-29T22:23:54.739" v="2559" actId="478"/>
          <ac:grpSpMkLst>
            <pc:docMk/>
            <pc:sldMk cId="1212181384" sldId="2146846023"/>
            <ac:grpSpMk id="6" creationId="{F647B573-EE64-4509-B6B6-88A9F0A6C387}"/>
          </ac:grpSpMkLst>
        </pc:grpChg>
        <pc:grpChg chg="del">
          <ac:chgData name="Ken Popkin" userId="3c94c39e-c43b-4805-99ab-8da17777f1ac" providerId="ADAL" clId="{5A036E17-229D-4AFC-ACC1-80AF1F5D6F63}" dt="2021-04-29T22:23:54.739" v="2559" actId="478"/>
          <ac:grpSpMkLst>
            <pc:docMk/>
            <pc:sldMk cId="1212181384" sldId="2146846023"/>
            <ac:grpSpMk id="70" creationId="{0552C808-3758-4B7E-9C73-CB1FB6BB92BF}"/>
          </ac:grpSpMkLst>
        </pc:grpChg>
        <pc:cxnChg chg="del">
          <ac:chgData name="Ken Popkin" userId="3c94c39e-c43b-4805-99ab-8da17777f1ac" providerId="ADAL" clId="{5A036E17-229D-4AFC-ACC1-80AF1F5D6F63}" dt="2021-04-29T22:23:54.739" v="2559" actId="478"/>
          <ac:cxnSpMkLst>
            <pc:docMk/>
            <pc:sldMk cId="1212181384" sldId="2146846023"/>
            <ac:cxnSpMk id="4" creationId="{F55061A4-70AB-4CEF-B0D1-A43DDD07D067}"/>
          </ac:cxnSpMkLst>
        </pc:cxnChg>
        <pc:cxnChg chg="del">
          <ac:chgData name="Ken Popkin" userId="3c94c39e-c43b-4805-99ab-8da17777f1ac" providerId="ADAL" clId="{5A036E17-229D-4AFC-ACC1-80AF1F5D6F63}" dt="2021-04-29T22:23:54.739" v="2559" actId="478"/>
          <ac:cxnSpMkLst>
            <pc:docMk/>
            <pc:sldMk cId="1212181384" sldId="2146846023"/>
            <ac:cxnSpMk id="23" creationId="{7841B8DF-1450-4C7B-8D95-54A7ABCA5371}"/>
          </ac:cxnSpMkLst>
        </pc:cxnChg>
        <pc:cxnChg chg="del">
          <ac:chgData name="Ken Popkin" userId="3c94c39e-c43b-4805-99ab-8da17777f1ac" providerId="ADAL" clId="{5A036E17-229D-4AFC-ACC1-80AF1F5D6F63}" dt="2021-04-29T22:23:54.739" v="2559" actId="478"/>
          <ac:cxnSpMkLst>
            <pc:docMk/>
            <pc:sldMk cId="1212181384" sldId="2146846023"/>
            <ac:cxnSpMk id="24" creationId="{206A602B-890D-4E45-A531-9AF310011136}"/>
          </ac:cxnSpMkLst>
        </pc:cxnChg>
        <pc:cxnChg chg="del">
          <ac:chgData name="Ken Popkin" userId="3c94c39e-c43b-4805-99ab-8da17777f1ac" providerId="ADAL" clId="{5A036E17-229D-4AFC-ACC1-80AF1F5D6F63}" dt="2021-04-29T22:23:54.739" v="2559" actId="478"/>
          <ac:cxnSpMkLst>
            <pc:docMk/>
            <pc:sldMk cId="1212181384" sldId="2146846023"/>
            <ac:cxnSpMk id="25" creationId="{B9F0A33D-6D9A-40E9-9553-FD41A8B8B706}"/>
          </ac:cxnSpMkLst>
        </pc:cxnChg>
        <pc:cxnChg chg="del">
          <ac:chgData name="Ken Popkin" userId="3c94c39e-c43b-4805-99ab-8da17777f1ac" providerId="ADAL" clId="{5A036E17-229D-4AFC-ACC1-80AF1F5D6F63}" dt="2021-04-29T22:23:54.739" v="2559" actId="478"/>
          <ac:cxnSpMkLst>
            <pc:docMk/>
            <pc:sldMk cId="1212181384" sldId="2146846023"/>
            <ac:cxnSpMk id="26" creationId="{1776DEBE-E166-4295-84A1-4834C38E3187}"/>
          </ac:cxnSpMkLst>
        </pc:cxnChg>
        <pc:cxnChg chg="del">
          <ac:chgData name="Ken Popkin" userId="3c94c39e-c43b-4805-99ab-8da17777f1ac" providerId="ADAL" clId="{5A036E17-229D-4AFC-ACC1-80AF1F5D6F63}" dt="2021-04-29T22:23:54.739" v="2559" actId="478"/>
          <ac:cxnSpMkLst>
            <pc:docMk/>
            <pc:sldMk cId="1212181384" sldId="2146846023"/>
            <ac:cxnSpMk id="27" creationId="{0DE028B3-650A-4968-8D68-1C3C8D5D681A}"/>
          </ac:cxnSpMkLst>
        </pc:cxnChg>
        <pc:cxnChg chg="del">
          <ac:chgData name="Ken Popkin" userId="3c94c39e-c43b-4805-99ab-8da17777f1ac" providerId="ADAL" clId="{5A036E17-229D-4AFC-ACC1-80AF1F5D6F63}" dt="2021-04-29T22:23:54.739" v="2559" actId="478"/>
          <ac:cxnSpMkLst>
            <pc:docMk/>
            <pc:sldMk cId="1212181384" sldId="2146846023"/>
            <ac:cxnSpMk id="28" creationId="{88A90348-9759-4C47-BB7A-ED545982554C}"/>
          </ac:cxnSpMkLst>
        </pc:cxnChg>
        <pc:cxnChg chg="del">
          <ac:chgData name="Ken Popkin" userId="3c94c39e-c43b-4805-99ab-8da17777f1ac" providerId="ADAL" clId="{5A036E17-229D-4AFC-ACC1-80AF1F5D6F63}" dt="2021-04-29T22:23:54.739" v="2559" actId="478"/>
          <ac:cxnSpMkLst>
            <pc:docMk/>
            <pc:sldMk cId="1212181384" sldId="2146846023"/>
            <ac:cxnSpMk id="29" creationId="{5F83E959-CDD9-409E-A91C-A55AE0F2AE05}"/>
          </ac:cxnSpMkLst>
        </pc:cxnChg>
        <pc:cxnChg chg="del">
          <ac:chgData name="Ken Popkin" userId="3c94c39e-c43b-4805-99ab-8da17777f1ac" providerId="ADAL" clId="{5A036E17-229D-4AFC-ACC1-80AF1F5D6F63}" dt="2021-04-29T22:23:54.739" v="2559" actId="478"/>
          <ac:cxnSpMkLst>
            <pc:docMk/>
            <pc:sldMk cId="1212181384" sldId="2146846023"/>
            <ac:cxnSpMk id="30" creationId="{9B4AF37E-D9B6-4CD8-91E0-6BCC6B63031A}"/>
          </ac:cxnSpMkLst>
        </pc:cxnChg>
        <pc:cxnChg chg="del">
          <ac:chgData name="Ken Popkin" userId="3c94c39e-c43b-4805-99ab-8da17777f1ac" providerId="ADAL" clId="{5A036E17-229D-4AFC-ACC1-80AF1F5D6F63}" dt="2021-04-29T22:23:54.739" v="2559" actId="478"/>
          <ac:cxnSpMkLst>
            <pc:docMk/>
            <pc:sldMk cId="1212181384" sldId="2146846023"/>
            <ac:cxnSpMk id="31" creationId="{64711D1A-E63E-4A98-B1D8-7F82D32F54CB}"/>
          </ac:cxnSpMkLst>
        </pc:cxnChg>
        <pc:cxnChg chg="del">
          <ac:chgData name="Ken Popkin" userId="3c94c39e-c43b-4805-99ab-8da17777f1ac" providerId="ADAL" clId="{5A036E17-229D-4AFC-ACC1-80AF1F5D6F63}" dt="2021-04-29T22:23:54.739" v="2559" actId="478"/>
          <ac:cxnSpMkLst>
            <pc:docMk/>
            <pc:sldMk cId="1212181384" sldId="2146846023"/>
            <ac:cxnSpMk id="33" creationId="{B4BFB4F8-C76B-4A3A-B558-56B99EE9EE8D}"/>
          </ac:cxnSpMkLst>
        </pc:cxnChg>
        <pc:cxnChg chg="del">
          <ac:chgData name="Ken Popkin" userId="3c94c39e-c43b-4805-99ab-8da17777f1ac" providerId="ADAL" clId="{5A036E17-229D-4AFC-ACC1-80AF1F5D6F63}" dt="2021-04-29T22:23:54.739" v="2559" actId="478"/>
          <ac:cxnSpMkLst>
            <pc:docMk/>
            <pc:sldMk cId="1212181384" sldId="2146846023"/>
            <ac:cxnSpMk id="75" creationId="{0B0290BE-79B4-4156-A78A-FF9E064CB585}"/>
          </ac:cxnSpMkLst>
        </pc:cxnChg>
      </pc:sldChg>
      <pc:sldChg chg="add del setBg">
        <pc:chgData name="Ken Popkin" userId="3c94c39e-c43b-4805-99ab-8da17777f1ac" providerId="ADAL" clId="{5A036E17-229D-4AFC-ACC1-80AF1F5D6F63}" dt="2021-04-29T22:22:55.718" v="2554"/>
        <pc:sldMkLst>
          <pc:docMk/>
          <pc:sldMk cId="1972125385" sldId="2146846023"/>
        </pc:sldMkLst>
      </pc:sldChg>
      <pc:sldChg chg="addSp delSp modSp add mod">
        <pc:chgData name="Ken Popkin" userId="3c94c39e-c43b-4805-99ab-8da17777f1ac" providerId="ADAL" clId="{5A036E17-229D-4AFC-ACC1-80AF1F5D6F63}" dt="2021-04-29T23:13:21.809" v="4729" actId="1076"/>
        <pc:sldMkLst>
          <pc:docMk/>
          <pc:sldMk cId="1086001549" sldId="2146846024"/>
        </pc:sldMkLst>
        <pc:spChg chg="del">
          <ac:chgData name="Ken Popkin" userId="3c94c39e-c43b-4805-99ab-8da17777f1ac" providerId="ADAL" clId="{5A036E17-229D-4AFC-ACC1-80AF1F5D6F63}" dt="2021-04-29T22:42:39.139" v="3290" actId="478"/>
          <ac:spMkLst>
            <pc:docMk/>
            <pc:sldMk cId="1086001549" sldId="2146846024"/>
            <ac:spMk id="2" creationId="{6A0F3DF1-4B42-478B-9DBB-DD1A267160D7}"/>
          </ac:spMkLst>
        </pc:spChg>
        <pc:spChg chg="add mod">
          <ac:chgData name="Ken Popkin" userId="3c94c39e-c43b-4805-99ab-8da17777f1ac" providerId="ADAL" clId="{5A036E17-229D-4AFC-ACC1-80AF1F5D6F63}" dt="2021-04-29T23:13:21.809" v="4729" actId="1076"/>
          <ac:spMkLst>
            <pc:docMk/>
            <pc:sldMk cId="1086001549" sldId="2146846024"/>
            <ac:spMk id="2" creationId="{EE40B916-0438-4BCC-979B-1EF20719D3D0}"/>
          </ac:spMkLst>
        </pc:spChg>
        <pc:spChg chg="add mod">
          <ac:chgData name="Ken Popkin" userId="3c94c39e-c43b-4805-99ab-8da17777f1ac" providerId="ADAL" clId="{5A036E17-229D-4AFC-ACC1-80AF1F5D6F63}" dt="2021-04-29T22:43:09.340" v="3308" actId="207"/>
          <ac:spMkLst>
            <pc:docMk/>
            <pc:sldMk cId="1086001549" sldId="2146846024"/>
            <ac:spMk id="12" creationId="{FDCAE3A3-A1A0-4535-AB11-9D76394EA86F}"/>
          </ac:spMkLst>
        </pc:spChg>
        <pc:spChg chg="del">
          <ac:chgData name="Ken Popkin" userId="3c94c39e-c43b-4805-99ab-8da17777f1ac" providerId="ADAL" clId="{5A036E17-229D-4AFC-ACC1-80AF1F5D6F63}" dt="2021-04-29T22:42:42.277" v="3291" actId="478"/>
          <ac:spMkLst>
            <pc:docMk/>
            <pc:sldMk cId="1086001549" sldId="2146846024"/>
            <ac:spMk id="19" creationId="{431FF642-D80E-4148-B518-F4E87EA10B69}"/>
          </ac:spMkLst>
        </pc:spChg>
        <pc:spChg chg="del">
          <ac:chgData name="Ken Popkin" userId="3c94c39e-c43b-4805-99ab-8da17777f1ac" providerId="ADAL" clId="{5A036E17-229D-4AFC-ACC1-80AF1F5D6F63}" dt="2021-04-29T22:42:39.139" v="3290" actId="478"/>
          <ac:spMkLst>
            <pc:docMk/>
            <pc:sldMk cId="1086001549" sldId="2146846024"/>
            <ac:spMk id="65" creationId="{02214B5B-EAAF-4929-80F6-60140C7116DB}"/>
          </ac:spMkLst>
        </pc:spChg>
        <pc:spChg chg="del">
          <ac:chgData name="Ken Popkin" userId="3c94c39e-c43b-4805-99ab-8da17777f1ac" providerId="ADAL" clId="{5A036E17-229D-4AFC-ACC1-80AF1F5D6F63}" dt="2021-04-29T22:42:39.139" v="3290" actId="478"/>
          <ac:spMkLst>
            <pc:docMk/>
            <pc:sldMk cId="1086001549" sldId="2146846024"/>
            <ac:spMk id="66" creationId="{941CB895-7EED-46CF-B980-658879E3EF2F}"/>
          </ac:spMkLst>
        </pc:spChg>
        <pc:spChg chg="del">
          <ac:chgData name="Ken Popkin" userId="3c94c39e-c43b-4805-99ab-8da17777f1ac" providerId="ADAL" clId="{5A036E17-229D-4AFC-ACC1-80AF1F5D6F63}" dt="2021-04-29T22:42:39.139" v="3290" actId="478"/>
          <ac:spMkLst>
            <pc:docMk/>
            <pc:sldMk cId="1086001549" sldId="2146846024"/>
            <ac:spMk id="67" creationId="{7CE242F3-3C7E-48DC-B7F1-CE3CA7685D6A}"/>
          </ac:spMkLst>
        </pc:spChg>
        <pc:spChg chg="del">
          <ac:chgData name="Ken Popkin" userId="3c94c39e-c43b-4805-99ab-8da17777f1ac" providerId="ADAL" clId="{5A036E17-229D-4AFC-ACC1-80AF1F5D6F63}" dt="2021-04-29T22:42:39.139" v="3290" actId="478"/>
          <ac:spMkLst>
            <pc:docMk/>
            <pc:sldMk cId="1086001549" sldId="2146846024"/>
            <ac:spMk id="68" creationId="{53C85440-BEC2-42B3-9133-9C108D9BE733}"/>
          </ac:spMkLst>
        </pc:spChg>
        <pc:spChg chg="del">
          <ac:chgData name="Ken Popkin" userId="3c94c39e-c43b-4805-99ab-8da17777f1ac" providerId="ADAL" clId="{5A036E17-229D-4AFC-ACC1-80AF1F5D6F63}" dt="2021-04-29T22:42:39.139" v="3290" actId="478"/>
          <ac:spMkLst>
            <pc:docMk/>
            <pc:sldMk cId="1086001549" sldId="2146846024"/>
            <ac:spMk id="69" creationId="{2B95CB0E-B0CB-4006-9844-34CB836AC377}"/>
          </ac:spMkLst>
        </pc:spChg>
        <pc:spChg chg="del">
          <ac:chgData name="Ken Popkin" userId="3c94c39e-c43b-4805-99ab-8da17777f1ac" providerId="ADAL" clId="{5A036E17-229D-4AFC-ACC1-80AF1F5D6F63}" dt="2021-04-29T22:42:39.139" v="3290" actId="478"/>
          <ac:spMkLst>
            <pc:docMk/>
            <pc:sldMk cId="1086001549" sldId="2146846024"/>
            <ac:spMk id="78" creationId="{97526FD8-FFB3-4F64-A08F-2CE15D4F5801}"/>
          </ac:spMkLst>
        </pc:spChg>
        <pc:spChg chg="del">
          <ac:chgData name="Ken Popkin" userId="3c94c39e-c43b-4805-99ab-8da17777f1ac" providerId="ADAL" clId="{5A036E17-229D-4AFC-ACC1-80AF1F5D6F63}" dt="2021-04-29T22:42:39.139" v="3290" actId="478"/>
          <ac:spMkLst>
            <pc:docMk/>
            <pc:sldMk cId="1086001549" sldId="2146846024"/>
            <ac:spMk id="98" creationId="{CD7C5AF2-03C8-4456-A565-6E5DD1D260E9}"/>
          </ac:spMkLst>
        </pc:spChg>
        <pc:spChg chg="del">
          <ac:chgData name="Ken Popkin" userId="3c94c39e-c43b-4805-99ab-8da17777f1ac" providerId="ADAL" clId="{5A036E17-229D-4AFC-ACC1-80AF1F5D6F63}" dt="2021-04-29T22:42:39.139" v="3290" actId="478"/>
          <ac:spMkLst>
            <pc:docMk/>
            <pc:sldMk cId="1086001549" sldId="2146846024"/>
            <ac:spMk id="100" creationId="{28F8F872-5579-49A2-8E27-7E78C371DB10}"/>
          </ac:spMkLst>
        </pc:spChg>
        <pc:picChg chg="add mod">
          <ac:chgData name="Ken Popkin" userId="3c94c39e-c43b-4805-99ab-8da17777f1ac" providerId="ADAL" clId="{5A036E17-229D-4AFC-ACC1-80AF1F5D6F63}" dt="2021-04-29T22:43:16.749" v="3329" actId="1037"/>
          <ac:picMkLst>
            <pc:docMk/>
            <pc:sldMk cId="1086001549" sldId="2146846024"/>
            <ac:picMk id="13" creationId="{73F67194-C7A8-4182-8F75-5A3C0FE8FA63}"/>
          </ac:picMkLst>
        </pc:picChg>
      </pc:sldChg>
      <pc:sldChg chg="addSp delSp modSp add mod">
        <pc:chgData name="Ken Popkin" userId="3c94c39e-c43b-4805-99ab-8da17777f1ac" providerId="ADAL" clId="{5A036E17-229D-4AFC-ACC1-80AF1F5D6F63}" dt="2021-04-29T23:06:53.280" v="4698" actId="1076"/>
        <pc:sldMkLst>
          <pc:docMk/>
          <pc:sldMk cId="1622227524" sldId="2146846025"/>
        </pc:sldMkLst>
        <pc:spChg chg="del">
          <ac:chgData name="Ken Popkin" userId="3c94c39e-c43b-4805-99ab-8da17777f1ac" providerId="ADAL" clId="{5A036E17-229D-4AFC-ACC1-80AF1F5D6F63}" dt="2021-04-29T22:45:10.557" v="3358" actId="478"/>
          <ac:spMkLst>
            <pc:docMk/>
            <pc:sldMk cId="1622227524" sldId="2146846025"/>
            <ac:spMk id="2" creationId="{6A0F3DF1-4B42-478B-9DBB-DD1A267160D7}"/>
          </ac:spMkLst>
        </pc:spChg>
        <pc:spChg chg="mod">
          <ac:chgData name="Ken Popkin" userId="3c94c39e-c43b-4805-99ab-8da17777f1ac" providerId="ADAL" clId="{5A036E17-229D-4AFC-ACC1-80AF1F5D6F63}" dt="2021-04-29T22:45:05.804" v="3357" actId="313"/>
          <ac:spMkLst>
            <pc:docMk/>
            <pc:sldMk cId="1622227524" sldId="2146846025"/>
            <ac:spMk id="19" creationId="{431FF642-D80E-4148-B518-F4E87EA10B69}"/>
          </ac:spMkLst>
        </pc:spChg>
        <pc:spChg chg="del">
          <ac:chgData name="Ken Popkin" userId="3c94c39e-c43b-4805-99ab-8da17777f1ac" providerId="ADAL" clId="{5A036E17-229D-4AFC-ACC1-80AF1F5D6F63}" dt="2021-04-29T22:45:10.557" v="3358" actId="478"/>
          <ac:spMkLst>
            <pc:docMk/>
            <pc:sldMk cId="1622227524" sldId="2146846025"/>
            <ac:spMk id="65" creationId="{02214B5B-EAAF-4929-80F6-60140C7116DB}"/>
          </ac:spMkLst>
        </pc:spChg>
        <pc:spChg chg="del">
          <ac:chgData name="Ken Popkin" userId="3c94c39e-c43b-4805-99ab-8da17777f1ac" providerId="ADAL" clId="{5A036E17-229D-4AFC-ACC1-80AF1F5D6F63}" dt="2021-04-29T22:45:10.557" v="3358" actId="478"/>
          <ac:spMkLst>
            <pc:docMk/>
            <pc:sldMk cId="1622227524" sldId="2146846025"/>
            <ac:spMk id="66" creationId="{941CB895-7EED-46CF-B980-658879E3EF2F}"/>
          </ac:spMkLst>
        </pc:spChg>
        <pc:spChg chg="del">
          <ac:chgData name="Ken Popkin" userId="3c94c39e-c43b-4805-99ab-8da17777f1ac" providerId="ADAL" clId="{5A036E17-229D-4AFC-ACC1-80AF1F5D6F63}" dt="2021-04-29T22:45:10.557" v="3358" actId="478"/>
          <ac:spMkLst>
            <pc:docMk/>
            <pc:sldMk cId="1622227524" sldId="2146846025"/>
            <ac:spMk id="67" creationId="{7CE242F3-3C7E-48DC-B7F1-CE3CA7685D6A}"/>
          </ac:spMkLst>
        </pc:spChg>
        <pc:spChg chg="del">
          <ac:chgData name="Ken Popkin" userId="3c94c39e-c43b-4805-99ab-8da17777f1ac" providerId="ADAL" clId="{5A036E17-229D-4AFC-ACC1-80AF1F5D6F63}" dt="2021-04-29T22:45:10.557" v="3358" actId="478"/>
          <ac:spMkLst>
            <pc:docMk/>
            <pc:sldMk cId="1622227524" sldId="2146846025"/>
            <ac:spMk id="68" creationId="{53C85440-BEC2-42B3-9133-9C108D9BE733}"/>
          </ac:spMkLst>
        </pc:spChg>
        <pc:spChg chg="del">
          <ac:chgData name="Ken Popkin" userId="3c94c39e-c43b-4805-99ab-8da17777f1ac" providerId="ADAL" clId="{5A036E17-229D-4AFC-ACC1-80AF1F5D6F63}" dt="2021-04-29T22:45:10.557" v="3358" actId="478"/>
          <ac:spMkLst>
            <pc:docMk/>
            <pc:sldMk cId="1622227524" sldId="2146846025"/>
            <ac:spMk id="69" creationId="{2B95CB0E-B0CB-4006-9844-34CB836AC377}"/>
          </ac:spMkLst>
        </pc:spChg>
        <pc:spChg chg="del">
          <ac:chgData name="Ken Popkin" userId="3c94c39e-c43b-4805-99ab-8da17777f1ac" providerId="ADAL" clId="{5A036E17-229D-4AFC-ACC1-80AF1F5D6F63}" dt="2021-04-29T22:45:10.557" v="3358" actId="478"/>
          <ac:spMkLst>
            <pc:docMk/>
            <pc:sldMk cId="1622227524" sldId="2146846025"/>
            <ac:spMk id="78" creationId="{97526FD8-FFB3-4F64-A08F-2CE15D4F5801}"/>
          </ac:spMkLst>
        </pc:spChg>
        <pc:spChg chg="del">
          <ac:chgData name="Ken Popkin" userId="3c94c39e-c43b-4805-99ab-8da17777f1ac" providerId="ADAL" clId="{5A036E17-229D-4AFC-ACC1-80AF1F5D6F63}" dt="2021-04-29T22:45:10.557" v="3358" actId="478"/>
          <ac:spMkLst>
            <pc:docMk/>
            <pc:sldMk cId="1622227524" sldId="2146846025"/>
            <ac:spMk id="98" creationId="{CD7C5AF2-03C8-4456-A565-6E5DD1D260E9}"/>
          </ac:spMkLst>
        </pc:spChg>
        <pc:spChg chg="del">
          <ac:chgData name="Ken Popkin" userId="3c94c39e-c43b-4805-99ab-8da17777f1ac" providerId="ADAL" clId="{5A036E17-229D-4AFC-ACC1-80AF1F5D6F63}" dt="2021-04-29T22:45:10.557" v="3358" actId="478"/>
          <ac:spMkLst>
            <pc:docMk/>
            <pc:sldMk cId="1622227524" sldId="2146846025"/>
            <ac:spMk id="100" creationId="{28F8F872-5579-49A2-8E27-7E78C371DB10}"/>
          </ac:spMkLst>
        </pc:spChg>
        <pc:graphicFrameChg chg="add mod modGraphic">
          <ac:chgData name="Ken Popkin" userId="3c94c39e-c43b-4805-99ab-8da17777f1ac" providerId="ADAL" clId="{5A036E17-229D-4AFC-ACC1-80AF1F5D6F63}" dt="2021-04-29T23:06:53.280" v="4698" actId="1076"/>
          <ac:graphicFrameMkLst>
            <pc:docMk/>
            <pc:sldMk cId="1622227524" sldId="2146846025"/>
            <ac:graphicFrameMk id="12" creationId="{C77BAEC2-275F-4355-B5D2-6829D9958BC5}"/>
          </ac:graphicFrameMkLst>
        </pc:graphicFrameChg>
      </pc:sldChg>
      <pc:sldChg chg="delSp modSp add del mod setBg">
        <pc:chgData name="Ken Popkin" userId="3c94c39e-c43b-4805-99ab-8da17777f1ac" providerId="ADAL" clId="{5A036E17-229D-4AFC-ACC1-80AF1F5D6F63}" dt="2021-04-29T22:44:41.596" v="3341" actId="47"/>
        <pc:sldMkLst>
          <pc:docMk/>
          <pc:sldMk cId="3633436157" sldId="2146846025"/>
        </pc:sldMkLst>
        <pc:spChg chg="del">
          <ac:chgData name="Ken Popkin" userId="3c94c39e-c43b-4805-99ab-8da17777f1ac" providerId="ADAL" clId="{5A036E17-229D-4AFC-ACC1-80AF1F5D6F63}" dt="2021-04-29T22:43:56.062" v="3340" actId="478"/>
          <ac:spMkLst>
            <pc:docMk/>
            <pc:sldMk cId="3633436157" sldId="2146846025"/>
            <ac:spMk id="2" creationId="{6A0F3DF1-4B42-478B-9DBB-DD1A267160D7}"/>
          </ac:spMkLst>
        </pc:spChg>
        <pc:spChg chg="mod">
          <ac:chgData name="Ken Popkin" userId="3c94c39e-c43b-4805-99ab-8da17777f1ac" providerId="ADAL" clId="{5A036E17-229D-4AFC-ACC1-80AF1F5D6F63}" dt="2021-04-29T22:43:51.352" v="3339" actId="20577"/>
          <ac:spMkLst>
            <pc:docMk/>
            <pc:sldMk cId="3633436157" sldId="2146846025"/>
            <ac:spMk id="19" creationId="{431FF642-D80E-4148-B518-F4E87EA10B69}"/>
          </ac:spMkLst>
        </pc:spChg>
      </pc:sldChg>
    </pc:docChg>
  </pc:docChgLst>
  <pc:docChgLst>
    <pc:chgData name="Ryan" userId="4e0f799b-9dd2-4ed1-b88a-f6f813994f91" providerId="ADAL" clId="{07AD116B-DFCD-41D4-AE45-8D390DFF33E3}"/>
    <pc:docChg chg="modSld">
      <pc:chgData name="Ryan" userId="4e0f799b-9dd2-4ed1-b88a-f6f813994f91" providerId="ADAL" clId="{07AD116B-DFCD-41D4-AE45-8D390DFF33E3}" dt="2021-04-30T02:20:23.677" v="34" actId="20577"/>
      <pc:docMkLst>
        <pc:docMk/>
      </pc:docMkLst>
      <pc:sldChg chg="modSp mod">
        <pc:chgData name="Ryan" userId="4e0f799b-9dd2-4ed1-b88a-f6f813994f91" providerId="ADAL" clId="{07AD116B-DFCD-41D4-AE45-8D390DFF33E3}" dt="2021-04-30T02:20:23.677" v="34" actId="20577"/>
        <pc:sldMkLst>
          <pc:docMk/>
          <pc:sldMk cId="1622227524" sldId="2146846025"/>
        </pc:sldMkLst>
        <pc:graphicFrameChg chg="modGraphic">
          <ac:chgData name="Ryan" userId="4e0f799b-9dd2-4ed1-b88a-f6f813994f91" providerId="ADAL" clId="{07AD116B-DFCD-41D4-AE45-8D390DFF33E3}" dt="2021-04-30T02:20:23.677" v="34" actId="20577"/>
          <ac:graphicFrameMkLst>
            <pc:docMk/>
            <pc:sldMk cId="1622227524" sldId="2146846025"/>
            <ac:graphicFrameMk id="12" creationId="{C77BAEC2-275F-4355-B5D2-6829D9958BC5}"/>
          </ac:graphicFrameMkLst>
        </pc:graphicFrameChg>
      </pc:sldChg>
    </pc:docChg>
  </pc:docChgLst>
  <pc:docChgLst>
    <pc:chgData name="Ryan" userId="4e0f799b-9dd2-4ed1-b88a-f6f813994f91" providerId="ADAL" clId="{418E608B-FCC1-4C90-A249-97A52918F852}"/>
    <pc:docChg chg="undo custSel addSld delSld modSld addSection modSection">
      <pc:chgData name="Ryan" userId="4e0f799b-9dd2-4ed1-b88a-f6f813994f91" providerId="ADAL" clId="{418E608B-FCC1-4C90-A249-97A52918F852}" dt="2021-02-23T23:00:51.892" v="2689" actId="404"/>
      <pc:docMkLst>
        <pc:docMk/>
      </pc:docMkLst>
      <pc:sldChg chg="del">
        <pc:chgData name="Ryan" userId="4e0f799b-9dd2-4ed1-b88a-f6f813994f91" providerId="ADAL" clId="{418E608B-FCC1-4C90-A249-97A52918F852}" dt="2021-02-23T22:02:12.684" v="1519" actId="47"/>
        <pc:sldMkLst>
          <pc:docMk/>
          <pc:sldMk cId="495401053" sldId="256"/>
        </pc:sldMkLst>
      </pc:sldChg>
      <pc:sldChg chg="modSp mod">
        <pc:chgData name="Ryan" userId="4e0f799b-9dd2-4ed1-b88a-f6f813994f91" providerId="ADAL" clId="{418E608B-FCC1-4C90-A249-97A52918F852}" dt="2021-02-23T22:47:46.222" v="2408" actId="20577"/>
        <pc:sldMkLst>
          <pc:docMk/>
          <pc:sldMk cId="486790856" sldId="257"/>
        </pc:sldMkLst>
        <pc:spChg chg="mod">
          <ac:chgData name="Ryan" userId="4e0f799b-9dd2-4ed1-b88a-f6f813994f91" providerId="ADAL" clId="{418E608B-FCC1-4C90-A249-97A52918F852}" dt="2021-02-23T22:47:46.222" v="2408" actId="20577"/>
          <ac:spMkLst>
            <pc:docMk/>
            <pc:sldMk cId="486790856" sldId="257"/>
            <ac:spMk id="2" creationId="{68742525-957B-45EB-A5FD-EDE9AF299EDD}"/>
          </ac:spMkLst>
        </pc:spChg>
      </pc:sldChg>
      <pc:sldChg chg="del">
        <pc:chgData name="Ryan" userId="4e0f799b-9dd2-4ed1-b88a-f6f813994f91" providerId="ADAL" clId="{418E608B-FCC1-4C90-A249-97A52918F852}" dt="2021-02-23T22:02:12.684" v="1519" actId="47"/>
        <pc:sldMkLst>
          <pc:docMk/>
          <pc:sldMk cId="1324582792" sldId="7419"/>
        </pc:sldMkLst>
      </pc:sldChg>
      <pc:sldChg chg="modSp add mod">
        <pc:chgData name="Ryan" userId="4e0f799b-9dd2-4ed1-b88a-f6f813994f91" providerId="ADAL" clId="{418E608B-FCC1-4C90-A249-97A52918F852}" dt="2021-02-23T22:02:00.725" v="1516" actId="20577"/>
        <pc:sldMkLst>
          <pc:docMk/>
          <pc:sldMk cId="298866822" sldId="7423"/>
        </pc:sldMkLst>
        <pc:spChg chg="mod">
          <ac:chgData name="Ryan" userId="4e0f799b-9dd2-4ed1-b88a-f6f813994f91" providerId="ADAL" clId="{418E608B-FCC1-4C90-A249-97A52918F852}" dt="2021-02-23T22:02:00.725" v="1516" actId="20577"/>
          <ac:spMkLst>
            <pc:docMk/>
            <pc:sldMk cId="298866822" sldId="7423"/>
            <ac:spMk id="19" creationId="{A1BF0DE0-1652-4652-B5EC-41F880106A7A}"/>
          </ac:spMkLst>
        </pc:spChg>
      </pc:sldChg>
      <pc:sldChg chg="del">
        <pc:chgData name="Ryan" userId="4e0f799b-9dd2-4ed1-b88a-f6f813994f91" providerId="ADAL" clId="{418E608B-FCC1-4C90-A249-97A52918F852}" dt="2021-02-23T22:02:51.790" v="1521" actId="47"/>
        <pc:sldMkLst>
          <pc:docMk/>
          <pc:sldMk cId="93243010" sldId="7428"/>
        </pc:sldMkLst>
      </pc:sldChg>
      <pc:sldChg chg="del">
        <pc:chgData name="Ryan" userId="4e0f799b-9dd2-4ed1-b88a-f6f813994f91" providerId="ADAL" clId="{418E608B-FCC1-4C90-A249-97A52918F852}" dt="2021-02-23T22:02:12.684" v="1519" actId="47"/>
        <pc:sldMkLst>
          <pc:docMk/>
          <pc:sldMk cId="3865479330" sldId="2142532605"/>
        </pc:sldMkLst>
      </pc:sldChg>
      <pc:sldChg chg="del">
        <pc:chgData name="Ryan" userId="4e0f799b-9dd2-4ed1-b88a-f6f813994f91" providerId="ADAL" clId="{418E608B-FCC1-4C90-A249-97A52918F852}" dt="2021-02-23T22:02:12.684" v="1519" actId="47"/>
        <pc:sldMkLst>
          <pc:docMk/>
          <pc:sldMk cId="2678786716" sldId="2142532606"/>
        </pc:sldMkLst>
      </pc:sldChg>
      <pc:sldChg chg="del">
        <pc:chgData name="Ryan" userId="4e0f799b-9dd2-4ed1-b88a-f6f813994f91" providerId="ADAL" clId="{418E608B-FCC1-4C90-A249-97A52918F852}" dt="2021-02-23T22:02:12.684" v="1519" actId="47"/>
        <pc:sldMkLst>
          <pc:docMk/>
          <pc:sldMk cId="805980193" sldId="2142532637"/>
        </pc:sldMkLst>
      </pc:sldChg>
      <pc:sldChg chg="del">
        <pc:chgData name="Ryan" userId="4e0f799b-9dd2-4ed1-b88a-f6f813994f91" providerId="ADAL" clId="{418E608B-FCC1-4C90-A249-97A52918F852}" dt="2021-02-23T21:43:58.301" v="0" actId="47"/>
        <pc:sldMkLst>
          <pc:docMk/>
          <pc:sldMk cId="400269162" sldId="2142532640"/>
        </pc:sldMkLst>
      </pc:sldChg>
      <pc:sldChg chg="del">
        <pc:chgData name="Ryan" userId="4e0f799b-9dd2-4ed1-b88a-f6f813994f91" providerId="ADAL" clId="{418E608B-FCC1-4C90-A249-97A52918F852}" dt="2021-02-23T22:02:51.790" v="1521" actId="47"/>
        <pc:sldMkLst>
          <pc:docMk/>
          <pc:sldMk cId="3362209346" sldId="2146845939"/>
        </pc:sldMkLst>
      </pc:sldChg>
      <pc:sldChg chg="del">
        <pc:chgData name="Ryan" userId="4e0f799b-9dd2-4ed1-b88a-f6f813994f91" providerId="ADAL" clId="{418E608B-FCC1-4C90-A249-97A52918F852}" dt="2021-02-23T22:02:12.684" v="1519" actId="47"/>
        <pc:sldMkLst>
          <pc:docMk/>
          <pc:sldMk cId="2006542431" sldId="2146845940"/>
        </pc:sldMkLst>
      </pc:sldChg>
      <pc:sldChg chg="del">
        <pc:chgData name="Ryan" userId="4e0f799b-9dd2-4ed1-b88a-f6f813994f91" providerId="ADAL" clId="{418E608B-FCC1-4C90-A249-97A52918F852}" dt="2021-02-23T22:02:12.684" v="1519" actId="47"/>
        <pc:sldMkLst>
          <pc:docMk/>
          <pc:sldMk cId="3049266575" sldId="2146845941"/>
        </pc:sldMkLst>
      </pc:sldChg>
      <pc:sldChg chg="del">
        <pc:chgData name="Ryan" userId="4e0f799b-9dd2-4ed1-b88a-f6f813994f91" providerId="ADAL" clId="{418E608B-FCC1-4C90-A249-97A52918F852}" dt="2021-02-23T22:02:51.790" v="1521" actId="47"/>
        <pc:sldMkLst>
          <pc:docMk/>
          <pc:sldMk cId="2786932547" sldId="2146845943"/>
        </pc:sldMkLst>
      </pc:sldChg>
      <pc:sldChg chg="del">
        <pc:chgData name="Ryan" userId="4e0f799b-9dd2-4ed1-b88a-f6f813994f91" providerId="ADAL" clId="{418E608B-FCC1-4C90-A249-97A52918F852}" dt="2021-02-23T22:02:12.684" v="1519" actId="47"/>
        <pc:sldMkLst>
          <pc:docMk/>
          <pc:sldMk cId="2765825036" sldId="2146845944"/>
        </pc:sldMkLst>
      </pc:sldChg>
      <pc:sldChg chg="addSp delSp modSp new mod addCm delCm modNotesTx">
        <pc:chgData name="Ryan" userId="4e0f799b-9dd2-4ed1-b88a-f6f813994f91" providerId="ADAL" clId="{418E608B-FCC1-4C90-A249-97A52918F852}" dt="2021-02-23T23:00:51.892" v="2689" actId="404"/>
        <pc:sldMkLst>
          <pc:docMk/>
          <pc:sldMk cId="2174113185" sldId="2146845945"/>
        </pc:sldMkLst>
        <pc:spChg chg="mod">
          <ac:chgData name="Ryan" userId="4e0f799b-9dd2-4ed1-b88a-f6f813994f91" providerId="ADAL" clId="{418E608B-FCC1-4C90-A249-97A52918F852}" dt="2021-02-23T21:44:06.203" v="25" actId="20577"/>
          <ac:spMkLst>
            <pc:docMk/>
            <pc:sldMk cId="2174113185" sldId="2146845945"/>
            <ac:spMk id="2" creationId="{09881806-26FA-4FEE-95C5-D3CCFAEAD601}"/>
          </ac:spMkLst>
        </pc:spChg>
        <pc:spChg chg="del">
          <ac:chgData name="Ryan" userId="4e0f799b-9dd2-4ed1-b88a-f6f813994f91" providerId="ADAL" clId="{418E608B-FCC1-4C90-A249-97A52918F852}" dt="2021-02-23T21:44:59.220" v="26" actId="3680"/>
          <ac:spMkLst>
            <pc:docMk/>
            <pc:sldMk cId="2174113185" sldId="2146845945"/>
            <ac:spMk id="3" creationId="{7ABD7B0B-D698-4395-9AB4-668E82CCA719}"/>
          </ac:spMkLst>
        </pc:spChg>
        <pc:spChg chg="add del mod">
          <ac:chgData name="Ryan" userId="4e0f799b-9dd2-4ed1-b88a-f6f813994f91" providerId="ADAL" clId="{418E608B-FCC1-4C90-A249-97A52918F852}" dt="2021-02-23T21:51:21.002" v="223"/>
          <ac:spMkLst>
            <pc:docMk/>
            <pc:sldMk cId="2174113185" sldId="2146845945"/>
            <ac:spMk id="9" creationId="{32A4AA64-B0D4-4CB0-BFE5-375CABD680FC}"/>
          </ac:spMkLst>
        </pc:spChg>
        <pc:spChg chg="add mod">
          <ac:chgData name="Ryan" userId="4e0f799b-9dd2-4ed1-b88a-f6f813994f91" providerId="ADAL" clId="{418E608B-FCC1-4C90-A249-97A52918F852}" dt="2021-02-23T23:00:47.156" v="2688" actId="1076"/>
          <ac:spMkLst>
            <pc:docMk/>
            <pc:sldMk cId="2174113185" sldId="2146845945"/>
            <ac:spMk id="10" creationId="{14343C34-27C3-4137-B17F-5E8A53744555}"/>
          </ac:spMkLst>
        </pc:spChg>
        <pc:spChg chg="add mod">
          <ac:chgData name="Ryan" userId="4e0f799b-9dd2-4ed1-b88a-f6f813994f91" providerId="ADAL" clId="{418E608B-FCC1-4C90-A249-97A52918F852}" dt="2021-02-23T23:00:51.892" v="2689" actId="404"/>
          <ac:spMkLst>
            <pc:docMk/>
            <pc:sldMk cId="2174113185" sldId="2146845945"/>
            <ac:spMk id="11" creationId="{F1E7C6A9-632F-41B7-B9D5-1F99EB95A141}"/>
          </ac:spMkLst>
        </pc:spChg>
        <pc:spChg chg="add del mod">
          <ac:chgData name="Ryan" userId="4e0f799b-9dd2-4ed1-b88a-f6f813994f91" providerId="ADAL" clId="{418E608B-FCC1-4C90-A249-97A52918F852}" dt="2021-02-23T22:34:22.933" v="2104" actId="478"/>
          <ac:spMkLst>
            <pc:docMk/>
            <pc:sldMk cId="2174113185" sldId="2146845945"/>
            <ac:spMk id="12" creationId="{0B0F6B7D-74F8-40AB-851B-D1DB74C5B132}"/>
          </ac:spMkLst>
        </pc:spChg>
        <pc:spChg chg="add del mod">
          <ac:chgData name="Ryan" userId="4e0f799b-9dd2-4ed1-b88a-f6f813994f91" providerId="ADAL" clId="{418E608B-FCC1-4C90-A249-97A52918F852}" dt="2021-02-23T22:34:22.933" v="2104" actId="478"/>
          <ac:spMkLst>
            <pc:docMk/>
            <pc:sldMk cId="2174113185" sldId="2146845945"/>
            <ac:spMk id="13" creationId="{A7165A3F-56EC-4CDE-914E-FC299123F4AC}"/>
          </ac:spMkLst>
        </pc:spChg>
        <pc:spChg chg="add del">
          <ac:chgData name="Ryan" userId="4e0f799b-9dd2-4ed1-b88a-f6f813994f91" providerId="ADAL" clId="{418E608B-FCC1-4C90-A249-97A52918F852}" dt="2021-02-23T22:26:18.752" v="2051"/>
          <ac:spMkLst>
            <pc:docMk/>
            <pc:sldMk cId="2174113185" sldId="2146845945"/>
            <ac:spMk id="15" creationId="{D4A21911-6A89-4748-B157-1E0C22B2A6BD}"/>
          </ac:spMkLst>
        </pc:spChg>
        <pc:spChg chg="add del mod">
          <ac:chgData name="Ryan" userId="4e0f799b-9dd2-4ed1-b88a-f6f813994f91" providerId="ADAL" clId="{418E608B-FCC1-4C90-A249-97A52918F852}" dt="2021-02-23T22:34:22.933" v="2104" actId="478"/>
          <ac:spMkLst>
            <pc:docMk/>
            <pc:sldMk cId="2174113185" sldId="2146845945"/>
            <ac:spMk id="16" creationId="{FC311421-35EE-4213-BEAD-4129DD8359DD}"/>
          </ac:spMkLst>
        </pc:spChg>
        <pc:spChg chg="add mod">
          <ac:chgData name="Ryan" userId="4e0f799b-9dd2-4ed1-b88a-f6f813994f91" providerId="ADAL" clId="{418E608B-FCC1-4C90-A249-97A52918F852}" dt="2021-02-23T22:33:15.604" v="2093" actId="14100"/>
          <ac:spMkLst>
            <pc:docMk/>
            <pc:sldMk cId="2174113185" sldId="2146845945"/>
            <ac:spMk id="17" creationId="{76F03020-2C93-45BD-8ECF-390D4E4C40C0}"/>
          </ac:spMkLst>
        </pc:spChg>
        <pc:spChg chg="add mod">
          <ac:chgData name="Ryan" userId="4e0f799b-9dd2-4ed1-b88a-f6f813994f91" providerId="ADAL" clId="{418E608B-FCC1-4C90-A249-97A52918F852}" dt="2021-02-23T22:31:18.931" v="2078" actId="208"/>
          <ac:spMkLst>
            <pc:docMk/>
            <pc:sldMk cId="2174113185" sldId="2146845945"/>
            <ac:spMk id="18" creationId="{BA4770BF-160C-4F77-B53C-92839D3024A2}"/>
          </ac:spMkLst>
        </pc:spChg>
        <pc:spChg chg="mod">
          <ac:chgData name="Ryan" userId="4e0f799b-9dd2-4ed1-b88a-f6f813994f91" providerId="ADAL" clId="{418E608B-FCC1-4C90-A249-97A52918F852}" dt="2021-02-23T22:33:31.973" v="2097" actId="14100"/>
          <ac:spMkLst>
            <pc:docMk/>
            <pc:sldMk cId="2174113185" sldId="2146845945"/>
            <ac:spMk id="21" creationId="{5FBE75A1-3F39-4B85-902C-6D460F13355E}"/>
          </ac:spMkLst>
        </pc:spChg>
        <pc:spChg chg="mod">
          <ac:chgData name="Ryan" userId="4e0f799b-9dd2-4ed1-b88a-f6f813994f91" providerId="ADAL" clId="{418E608B-FCC1-4C90-A249-97A52918F852}" dt="2021-02-23T22:33:49.583" v="2098" actId="14100"/>
          <ac:spMkLst>
            <pc:docMk/>
            <pc:sldMk cId="2174113185" sldId="2146845945"/>
            <ac:spMk id="24" creationId="{BE3C67A7-2142-4AB0-8D13-3AAE4B89FF23}"/>
          </ac:spMkLst>
        </pc:spChg>
        <pc:spChg chg="mod">
          <ac:chgData name="Ryan" userId="4e0f799b-9dd2-4ed1-b88a-f6f813994f91" providerId="ADAL" clId="{418E608B-FCC1-4C90-A249-97A52918F852}" dt="2021-02-23T22:34:14.197" v="2102" actId="207"/>
          <ac:spMkLst>
            <pc:docMk/>
            <pc:sldMk cId="2174113185" sldId="2146845945"/>
            <ac:spMk id="27" creationId="{BDD96024-7C3E-461A-BCD4-FC965538A68D}"/>
          </ac:spMkLst>
        </pc:spChg>
        <pc:spChg chg="mod">
          <ac:chgData name="Ryan" userId="4e0f799b-9dd2-4ed1-b88a-f6f813994f91" providerId="ADAL" clId="{418E608B-FCC1-4C90-A249-97A52918F852}" dt="2021-02-23T22:34:14.197" v="2102" actId="207"/>
          <ac:spMkLst>
            <pc:docMk/>
            <pc:sldMk cId="2174113185" sldId="2146845945"/>
            <ac:spMk id="28" creationId="{786BA8E4-2293-426C-AF7A-BD3CE947DBCF}"/>
          </ac:spMkLst>
        </pc:spChg>
        <pc:spChg chg="mod">
          <ac:chgData name="Ryan" userId="4e0f799b-9dd2-4ed1-b88a-f6f813994f91" providerId="ADAL" clId="{418E608B-FCC1-4C90-A249-97A52918F852}" dt="2021-02-23T22:36:22.096" v="2196" actId="14100"/>
          <ac:spMkLst>
            <pc:docMk/>
            <pc:sldMk cId="2174113185" sldId="2146845945"/>
            <ac:spMk id="43" creationId="{6880DEC2-890A-4584-83DA-B3F626B83162}"/>
          </ac:spMkLst>
        </pc:spChg>
        <pc:grpChg chg="add mod">
          <ac:chgData name="Ryan" userId="4e0f799b-9dd2-4ed1-b88a-f6f813994f91" providerId="ADAL" clId="{418E608B-FCC1-4C90-A249-97A52918F852}" dt="2021-02-23T22:36:52.881" v="2219" actId="1076"/>
          <ac:grpSpMkLst>
            <pc:docMk/>
            <pc:sldMk cId="2174113185" sldId="2146845945"/>
            <ac:grpSpMk id="19" creationId="{B2457CAE-7513-4B05-A9F8-8C96E320F7B3}"/>
          </ac:grpSpMkLst>
        </pc:grpChg>
        <pc:grpChg chg="add del mod">
          <ac:chgData name="Ryan" userId="4e0f799b-9dd2-4ed1-b88a-f6f813994f91" providerId="ADAL" clId="{418E608B-FCC1-4C90-A249-97A52918F852}" dt="2021-02-23T22:33:57.973" v="2099" actId="478"/>
          <ac:grpSpMkLst>
            <pc:docMk/>
            <pc:sldMk cId="2174113185" sldId="2146845945"/>
            <ac:grpSpMk id="20" creationId="{A5595DA5-7DF1-461A-9687-F6F154505CB4}"/>
          </ac:grpSpMkLst>
        </pc:grpChg>
        <pc:grpChg chg="add del mod">
          <ac:chgData name="Ryan" userId="4e0f799b-9dd2-4ed1-b88a-f6f813994f91" providerId="ADAL" clId="{418E608B-FCC1-4C90-A249-97A52918F852}" dt="2021-02-23T22:35:13.350" v="2112" actId="478"/>
          <ac:grpSpMkLst>
            <pc:docMk/>
            <pc:sldMk cId="2174113185" sldId="2146845945"/>
            <ac:grpSpMk id="23" creationId="{E31732A7-2613-4DC8-A7E3-A131FDCD4D15}"/>
          </ac:grpSpMkLst>
        </pc:grpChg>
        <pc:grpChg chg="add mod">
          <ac:chgData name="Ryan" userId="4e0f799b-9dd2-4ed1-b88a-f6f813994f91" providerId="ADAL" clId="{418E608B-FCC1-4C90-A249-97A52918F852}" dt="2021-02-23T22:45:53.906" v="2391" actId="1076"/>
          <ac:grpSpMkLst>
            <pc:docMk/>
            <pc:sldMk cId="2174113185" sldId="2146845945"/>
            <ac:grpSpMk id="26" creationId="{A965531D-D13F-419C-B3F6-78A6EDC7AFCE}"/>
          </ac:grpSpMkLst>
        </pc:grpChg>
        <pc:grpChg chg="add mod">
          <ac:chgData name="Ryan" userId="4e0f799b-9dd2-4ed1-b88a-f6f813994f91" providerId="ADAL" clId="{418E608B-FCC1-4C90-A249-97A52918F852}" dt="2021-02-23T22:34:51.525" v="2109" actId="1076"/>
          <ac:grpSpMkLst>
            <pc:docMk/>
            <pc:sldMk cId="2174113185" sldId="2146845945"/>
            <ac:grpSpMk id="29" creationId="{DB025DAA-ECB1-4705-97D6-7CA1ECAE3912}"/>
          </ac:grpSpMkLst>
        </pc:grpChg>
        <pc:grpChg chg="add mod">
          <ac:chgData name="Ryan" userId="4e0f799b-9dd2-4ed1-b88a-f6f813994f91" providerId="ADAL" clId="{418E608B-FCC1-4C90-A249-97A52918F852}" dt="2021-02-23T22:34:44.206" v="2107" actId="571"/>
          <ac:grpSpMkLst>
            <pc:docMk/>
            <pc:sldMk cId="2174113185" sldId="2146845945"/>
            <ac:grpSpMk id="32" creationId="{943DD7C6-7C31-40FE-8D10-9DA5B1FD75BB}"/>
          </ac:grpSpMkLst>
        </pc:grpChg>
        <pc:grpChg chg="add mod">
          <ac:chgData name="Ryan" userId="4e0f799b-9dd2-4ed1-b88a-f6f813994f91" providerId="ADAL" clId="{418E608B-FCC1-4C90-A249-97A52918F852}" dt="2021-02-23T22:34:55.743" v="2111" actId="571"/>
          <ac:grpSpMkLst>
            <pc:docMk/>
            <pc:sldMk cId="2174113185" sldId="2146845945"/>
            <ac:grpSpMk id="36" creationId="{E3C8AAE2-AE53-496B-84D5-BBD7FD49408C}"/>
          </ac:grpSpMkLst>
        </pc:grpChg>
        <pc:grpChg chg="add del">
          <ac:chgData name="Ryan" userId="4e0f799b-9dd2-4ed1-b88a-f6f813994f91" providerId="ADAL" clId="{418E608B-FCC1-4C90-A249-97A52918F852}" dt="2021-02-23T22:36:11.975" v="2194"/>
          <ac:grpSpMkLst>
            <pc:docMk/>
            <pc:sldMk cId="2174113185" sldId="2146845945"/>
            <ac:grpSpMk id="39" creationId="{8C0F7589-3733-43FC-8B0E-A4198645737E}"/>
          </ac:grpSpMkLst>
        </pc:grpChg>
        <pc:grpChg chg="add mod">
          <ac:chgData name="Ryan" userId="4e0f799b-9dd2-4ed1-b88a-f6f813994f91" providerId="ADAL" clId="{418E608B-FCC1-4C90-A249-97A52918F852}" dt="2021-02-23T22:44:02.411" v="2372" actId="1076"/>
          <ac:grpSpMkLst>
            <pc:docMk/>
            <pc:sldMk cId="2174113185" sldId="2146845945"/>
            <ac:grpSpMk id="42" creationId="{3AC767CE-F98B-47E9-BE0B-57EE05A3EE2F}"/>
          </ac:grpSpMkLst>
        </pc:grpChg>
        <pc:grpChg chg="add mod">
          <ac:chgData name="Ryan" userId="4e0f799b-9dd2-4ed1-b88a-f6f813994f91" providerId="ADAL" clId="{418E608B-FCC1-4C90-A249-97A52918F852}" dt="2021-02-23T22:36:57.677" v="2221" actId="571"/>
          <ac:grpSpMkLst>
            <pc:docMk/>
            <pc:sldMk cId="2174113185" sldId="2146845945"/>
            <ac:grpSpMk id="45" creationId="{F294CC1E-4449-4C0D-8C9D-B0128C256906}"/>
          </ac:grpSpMkLst>
        </pc:grpChg>
        <pc:grpChg chg="add mod">
          <ac:chgData name="Ryan" userId="4e0f799b-9dd2-4ed1-b88a-f6f813994f91" providerId="ADAL" clId="{418E608B-FCC1-4C90-A249-97A52918F852}" dt="2021-02-23T22:44:14.028" v="2374" actId="1076"/>
          <ac:grpSpMkLst>
            <pc:docMk/>
            <pc:sldMk cId="2174113185" sldId="2146845945"/>
            <ac:grpSpMk id="48" creationId="{8AC168EF-2B08-447E-895C-C50EFB5E76F0}"/>
          </ac:grpSpMkLst>
        </pc:grpChg>
        <pc:grpChg chg="add mod">
          <ac:chgData name="Ryan" userId="4e0f799b-9dd2-4ed1-b88a-f6f813994f91" providerId="ADAL" clId="{418E608B-FCC1-4C90-A249-97A52918F852}" dt="2021-02-23T22:45:10.721" v="2385" actId="1076"/>
          <ac:grpSpMkLst>
            <pc:docMk/>
            <pc:sldMk cId="2174113185" sldId="2146845945"/>
            <ac:grpSpMk id="51" creationId="{CCEB768F-B6FE-4FC2-939D-B9BC44608D5F}"/>
          </ac:grpSpMkLst>
        </pc:grpChg>
        <pc:grpChg chg="add mod">
          <ac:chgData name="Ryan" userId="4e0f799b-9dd2-4ed1-b88a-f6f813994f91" providerId="ADAL" clId="{418E608B-FCC1-4C90-A249-97A52918F852}" dt="2021-02-23T22:44:08.592" v="2373" actId="1076"/>
          <ac:grpSpMkLst>
            <pc:docMk/>
            <pc:sldMk cId="2174113185" sldId="2146845945"/>
            <ac:grpSpMk id="54" creationId="{465ED7CB-CC72-48C5-A719-065E6FB6AAA2}"/>
          </ac:grpSpMkLst>
        </pc:grpChg>
        <pc:grpChg chg="add mod">
          <ac:chgData name="Ryan" userId="4e0f799b-9dd2-4ed1-b88a-f6f813994f91" providerId="ADAL" clId="{418E608B-FCC1-4C90-A249-97A52918F852}" dt="2021-02-23T22:39:53.465" v="2371" actId="1076"/>
          <ac:grpSpMkLst>
            <pc:docMk/>
            <pc:sldMk cId="2174113185" sldId="2146845945"/>
            <ac:grpSpMk id="57" creationId="{084E3CAF-181F-4504-B6B7-A614DB559464}"/>
          </ac:grpSpMkLst>
        </pc:grpChg>
        <pc:grpChg chg="add del mod">
          <ac:chgData name="Ryan" userId="4e0f799b-9dd2-4ed1-b88a-f6f813994f91" providerId="ADAL" clId="{418E608B-FCC1-4C90-A249-97A52918F852}" dt="2021-02-23T22:45:36.543" v="2388" actId="478"/>
          <ac:grpSpMkLst>
            <pc:docMk/>
            <pc:sldMk cId="2174113185" sldId="2146845945"/>
            <ac:grpSpMk id="60" creationId="{558744EF-F7F7-41F1-98F9-B71DDA5C31A9}"/>
          </ac:grpSpMkLst>
        </pc:grpChg>
        <pc:grpChg chg="add mod">
          <ac:chgData name="Ryan" userId="4e0f799b-9dd2-4ed1-b88a-f6f813994f91" providerId="ADAL" clId="{418E608B-FCC1-4C90-A249-97A52918F852}" dt="2021-02-23T22:45:17.386" v="2386" actId="571"/>
          <ac:grpSpMkLst>
            <pc:docMk/>
            <pc:sldMk cId="2174113185" sldId="2146845945"/>
            <ac:grpSpMk id="63" creationId="{F20F51EF-C5E4-4A51-9C92-179738363CCD}"/>
          </ac:grpSpMkLst>
        </pc:grpChg>
        <pc:grpChg chg="add mod">
          <ac:chgData name="Ryan" userId="4e0f799b-9dd2-4ed1-b88a-f6f813994f91" providerId="ADAL" clId="{418E608B-FCC1-4C90-A249-97A52918F852}" dt="2021-02-23T22:45:20.157" v="2387" actId="571"/>
          <ac:grpSpMkLst>
            <pc:docMk/>
            <pc:sldMk cId="2174113185" sldId="2146845945"/>
            <ac:grpSpMk id="66" creationId="{99585D84-0867-4712-9ED4-7D5A63DDDB4D}"/>
          </ac:grpSpMkLst>
        </pc:grpChg>
        <pc:grpChg chg="add mod">
          <ac:chgData name="Ryan" userId="4e0f799b-9dd2-4ed1-b88a-f6f813994f91" providerId="ADAL" clId="{418E608B-FCC1-4C90-A249-97A52918F852}" dt="2021-02-23T22:45:46.962" v="2390" actId="1076"/>
          <ac:grpSpMkLst>
            <pc:docMk/>
            <pc:sldMk cId="2174113185" sldId="2146845945"/>
            <ac:grpSpMk id="69" creationId="{F7D533BE-DDEB-4599-B566-BAAF3993A58A}"/>
          </ac:grpSpMkLst>
        </pc:grpChg>
        <pc:graphicFrameChg chg="add mod ord modGraphic">
          <ac:chgData name="Ryan" userId="4e0f799b-9dd2-4ed1-b88a-f6f813994f91" providerId="ADAL" clId="{418E608B-FCC1-4C90-A249-97A52918F852}" dt="2021-02-23T22:44:48.215" v="2384" actId="20577"/>
          <ac:graphicFrameMkLst>
            <pc:docMk/>
            <pc:sldMk cId="2174113185" sldId="2146845945"/>
            <ac:graphicFrameMk id="7" creationId="{AFD94C55-32D7-4B85-8095-C027521931A9}"/>
          </ac:graphicFrameMkLst>
        </pc:graphicFrameChg>
        <pc:graphicFrameChg chg="add del">
          <ac:chgData name="Ryan" userId="4e0f799b-9dd2-4ed1-b88a-f6f813994f91" providerId="ADAL" clId="{418E608B-FCC1-4C90-A249-97A52918F852}" dt="2021-02-23T22:26:18.752" v="2051"/>
          <ac:graphicFrameMkLst>
            <pc:docMk/>
            <pc:sldMk cId="2174113185" sldId="2146845945"/>
            <ac:graphicFrameMk id="14" creationId="{B57E0839-8E07-4BA9-B125-0DC60F1CF2F4}"/>
          </ac:graphicFrameMkLst>
        </pc:graphicFrameChg>
        <pc:graphicFrameChg chg="add mod">
          <ac:chgData name="Ryan" userId="4e0f799b-9dd2-4ed1-b88a-f6f813994f91" providerId="ADAL" clId="{418E608B-FCC1-4C90-A249-97A52918F852}" dt="2021-02-23T22:34:55.743" v="2111" actId="571"/>
          <ac:graphicFrameMkLst>
            <pc:docMk/>
            <pc:sldMk cId="2174113185" sldId="2146845945"/>
            <ac:graphicFrameMk id="35" creationId="{A9FFA471-0955-4671-9C5D-2497175F2001}"/>
          </ac:graphicFrameMkLst>
        </pc:graphicFrameChg>
      </pc:sldChg>
      <pc:sldChg chg="modSp new mod">
        <pc:chgData name="Ryan" userId="4e0f799b-9dd2-4ed1-b88a-f6f813994f91" providerId="ADAL" clId="{418E608B-FCC1-4C90-A249-97A52918F852}" dt="2021-02-23T22:52:40.608" v="2449" actId="20577"/>
        <pc:sldMkLst>
          <pc:docMk/>
          <pc:sldMk cId="3897242383" sldId="2146845946"/>
        </pc:sldMkLst>
        <pc:spChg chg="mod">
          <ac:chgData name="Ryan" userId="4e0f799b-9dd2-4ed1-b88a-f6f813994f91" providerId="ADAL" clId="{418E608B-FCC1-4C90-A249-97A52918F852}" dt="2021-02-23T21:53:36.260" v="370" actId="20577"/>
          <ac:spMkLst>
            <pc:docMk/>
            <pc:sldMk cId="3897242383" sldId="2146845946"/>
            <ac:spMk id="2" creationId="{CF8834AD-E9DA-45E1-88EE-C74E4C15F2E3}"/>
          </ac:spMkLst>
        </pc:spChg>
        <pc:spChg chg="mod">
          <ac:chgData name="Ryan" userId="4e0f799b-9dd2-4ed1-b88a-f6f813994f91" providerId="ADAL" clId="{418E608B-FCC1-4C90-A249-97A52918F852}" dt="2021-02-23T22:52:40.608" v="2449" actId="20577"/>
          <ac:spMkLst>
            <pc:docMk/>
            <pc:sldMk cId="3897242383" sldId="2146845946"/>
            <ac:spMk id="3" creationId="{281CF5FD-2C69-47F3-A09C-66F2811B5535}"/>
          </ac:spMkLst>
        </pc:spChg>
      </pc:sldChg>
      <pc:sldChg chg="modSp add mod">
        <pc:chgData name="Ryan" userId="4e0f799b-9dd2-4ed1-b88a-f6f813994f91" providerId="ADAL" clId="{418E608B-FCC1-4C90-A249-97A52918F852}" dt="2021-02-23T22:54:28.560" v="2684" actId="404"/>
        <pc:sldMkLst>
          <pc:docMk/>
          <pc:sldMk cId="1417839524" sldId="2146845947"/>
        </pc:sldMkLst>
        <pc:spChg chg="mod">
          <ac:chgData name="Ryan" userId="4e0f799b-9dd2-4ed1-b88a-f6f813994f91" providerId="ADAL" clId="{418E608B-FCC1-4C90-A249-97A52918F852}" dt="2021-02-23T22:53:27.961" v="2525" actId="20577"/>
          <ac:spMkLst>
            <pc:docMk/>
            <pc:sldMk cId="1417839524" sldId="2146845947"/>
            <ac:spMk id="2" creationId="{CF8834AD-E9DA-45E1-88EE-C74E4C15F2E3}"/>
          </ac:spMkLst>
        </pc:spChg>
        <pc:spChg chg="mod">
          <ac:chgData name="Ryan" userId="4e0f799b-9dd2-4ed1-b88a-f6f813994f91" providerId="ADAL" clId="{418E608B-FCC1-4C90-A249-97A52918F852}" dt="2021-02-23T22:54:28.560" v="2684" actId="404"/>
          <ac:spMkLst>
            <pc:docMk/>
            <pc:sldMk cId="1417839524" sldId="2146845947"/>
            <ac:spMk id="3" creationId="{281CF5FD-2C69-47F3-A09C-66F2811B5535}"/>
          </ac:spMkLst>
        </pc:spChg>
      </pc:sldChg>
      <pc:sldChg chg="add">
        <pc:chgData name="Ryan" userId="4e0f799b-9dd2-4ed1-b88a-f6f813994f91" providerId="ADAL" clId="{418E608B-FCC1-4C90-A249-97A52918F852}" dt="2021-02-23T22:02:35.058" v="1520"/>
        <pc:sldMkLst>
          <pc:docMk/>
          <pc:sldMk cId="3915282138" sldId="2146845950"/>
        </pc:sldMkLst>
      </pc:sldChg>
      <pc:sldChg chg="add">
        <pc:chgData name="Ryan" userId="4e0f799b-9dd2-4ed1-b88a-f6f813994f91" providerId="ADAL" clId="{418E608B-FCC1-4C90-A249-97A52918F852}" dt="2021-02-23T22:02:35.058" v="1520"/>
        <pc:sldMkLst>
          <pc:docMk/>
          <pc:sldMk cId="3868737140" sldId="2146845957"/>
        </pc:sldMkLst>
      </pc:sldChg>
      <pc:sldChg chg="add">
        <pc:chgData name="Ryan" userId="4e0f799b-9dd2-4ed1-b88a-f6f813994f91" providerId="ADAL" clId="{418E608B-FCC1-4C90-A249-97A52918F852}" dt="2021-02-23T22:02:35.058" v="1520"/>
        <pc:sldMkLst>
          <pc:docMk/>
          <pc:sldMk cId="3109033921" sldId="2146845958"/>
        </pc:sldMkLst>
      </pc:sldChg>
      <pc:sldMasterChg chg="delSldLayout">
        <pc:chgData name="Ryan" userId="4e0f799b-9dd2-4ed1-b88a-f6f813994f91" providerId="ADAL" clId="{418E608B-FCC1-4C90-A249-97A52918F852}" dt="2021-02-23T22:02:12.684" v="1519" actId="47"/>
        <pc:sldMasterMkLst>
          <pc:docMk/>
          <pc:sldMasterMk cId="4258334832" sldId="2147483661"/>
        </pc:sldMasterMkLst>
        <pc:sldLayoutChg chg="del">
          <pc:chgData name="Ryan" userId="4e0f799b-9dd2-4ed1-b88a-f6f813994f91" providerId="ADAL" clId="{418E608B-FCC1-4C90-A249-97A52918F852}" dt="2021-02-23T22:02:12.684" v="1519" actId="47"/>
          <pc:sldLayoutMkLst>
            <pc:docMk/>
            <pc:sldMasterMk cId="4258334832" sldId="2147483661"/>
            <pc:sldLayoutMk cId="476395289" sldId="2147483663"/>
          </pc:sldLayoutMkLst>
        </pc:sldLayoutChg>
      </pc:sldMasterChg>
    </pc:docChg>
  </pc:docChgLst>
  <pc:docChgLst>
    <pc:chgData name="Ryan" userId="4e0f799b-9dd2-4ed1-b88a-f6f813994f91" providerId="ADAL" clId="{E105F75A-E8A6-4EB3-BCD1-5D38935279D7}"/>
    <pc:docChg chg="undo redo custSel addSld delSld modSld sldOrd modSection">
      <pc:chgData name="Ryan" userId="4e0f799b-9dd2-4ed1-b88a-f6f813994f91" providerId="ADAL" clId="{E105F75A-E8A6-4EB3-BCD1-5D38935279D7}" dt="2021-03-03T20:50:20.886" v="1734" actId="478"/>
      <pc:docMkLst>
        <pc:docMk/>
      </pc:docMkLst>
      <pc:sldChg chg="addSp delSp modSp mod">
        <pc:chgData name="Ryan" userId="4e0f799b-9dd2-4ed1-b88a-f6f813994f91" providerId="ADAL" clId="{E105F75A-E8A6-4EB3-BCD1-5D38935279D7}" dt="2021-03-03T20:50:20.886" v="1734" actId="478"/>
        <pc:sldMkLst>
          <pc:docMk/>
          <pc:sldMk cId="2174113185" sldId="2146845945"/>
        </pc:sldMkLst>
        <pc:spChg chg="mod">
          <ac:chgData name="Ryan" userId="4e0f799b-9dd2-4ed1-b88a-f6f813994f91" providerId="ADAL" clId="{E105F75A-E8A6-4EB3-BCD1-5D38935279D7}" dt="2021-03-03T15:28:07.630" v="1138" actId="1036"/>
          <ac:spMkLst>
            <pc:docMk/>
            <pc:sldMk cId="2174113185" sldId="2146845945"/>
            <ac:spMk id="2" creationId="{09881806-26FA-4FEE-95C5-D3CCFAEAD601}"/>
          </ac:spMkLst>
        </pc:spChg>
        <pc:spChg chg="mod">
          <ac:chgData name="Ryan" userId="4e0f799b-9dd2-4ed1-b88a-f6f813994f91" providerId="ADAL" clId="{E105F75A-E8A6-4EB3-BCD1-5D38935279D7}" dt="2021-03-03T15:28:07.630" v="1138" actId="1036"/>
          <ac:spMkLst>
            <pc:docMk/>
            <pc:sldMk cId="2174113185" sldId="2146845945"/>
            <ac:spMk id="10" creationId="{14343C34-27C3-4137-B17F-5E8A53744555}"/>
          </ac:spMkLst>
        </pc:spChg>
        <pc:spChg chg="mod">
          <ac:chgData name="Ryan" userId="4e0f799b-9dd2-4ed1-b88a-f6f813994f91" providerId="ADAL" clId="{E105F75A-E8A6-4EB3-BCD1-5D38935279D7}" dt="2021-03-03T15:28:07.630" v="1138" actId="1036"/>
          <ac:spMkLst>
            <pc:docMk/>
            <pc:sldMk cId="2174113185" sldId="2146845945"/>
            <ac:spMk id="11" creationId="{F1E7C6A9-632F-41B7-B9D5-1F99EB95A141}"/>
          </ac:spMkLst>
        </pc:spChg>
        <pc:spChg chg="mod">
          <ac:chgData name="Ryan" userId="4e0f799b-9dd2-4ed1-b88a-f6f813994f91" providerId="ADAL" clId="{E105F75A-E8A6-4EB3-BCD1-5D38935279D7}" dt="2021-03-03T15:52:09.213" v="1196" actId="14100"/>
          <ac:spMkLst>
            <pc:docMk/>
            <pc:sldMk cId="2174113185" sldId="2146845945"/>
            <ac:spMk id="43" creationId="{6880DEC2-890A-4584-83DA-B3F626B83162}"/>
          </ac:spMkLst>
        </pc:spChg>
        <pc:spChg chg="mod">
          <ac:chgData name="Ryan" userId="4e0f799b-9dd2-4ed1-b88a-f6f813994f91" providerId="ADAL" clId="{E105F75A-E8A6-4EB3-BCD1-5D38935279D7}" dt="2021-03-03T15:53:17.645" v="1207" actId="14100"/>
          <ac:spMkLst>
            <pc:docMk/>
            <pc:sldMk cId="2174113185" sldId="2146845945"/>
            <ac:spMk id="85" creationId="{6266E821-64E5-4B6D-98B4-C16D76E57B0D}"/>
          </ac:spMkLst>
        </pc:spChg>
        <pc:spChg chg="mod">
          <ac:chgData name="Ryan" userId="4e0f799b-9dd2-4ed1-b88a-f6f813994f91" providerId="ADAL" clId="{E105F75A-E8A6-4EB3-BCD1-5D38935279D7}" dt="2021-03-03T15:53:04.781" v="1205" actId="14100"/>
          <ac:spMkLst>
            <pc:docMk/>
            <pc:sldMk cId="2174113185" sldId="2146845945"/>
            <ac:spMk id="86" creationId="{DA2979E5-9F3B-42E0-82EE-A826EDD251A3}"/>
          </ac:spMkLst>
        </pc:spChg>
        <pc:grpChg chg="mod">
          <ac:chgData name="Ryan" userId="4e0f799b-9dd2-4ed1-b88a-f6f813994f91" providerId="ADAL" clId="{E105F75A-E8A6-4EB3-BCD1-5D38935279D7}" dt="2021-03-03T15:28:21.215" v="1164" actId="1035"/>
          <ac:grpSpMkLst>
            <pc:docMk/>
            <pc:sldMk cId="2174113185" sldId="2146845945"/>
            <ac:grpSpMk id="19" creationId="{B2457CAE-7513-4B05-A9F8-8C96E320F7B3}"/>
          </ac:grpSpMkLst>
        </pc:grpChg>
        <pc:grpChg chg="mod">
          <ac:chgData name="Ryan" userId="4e0f799b-9dd2-4ed1-b88a-f6f813994f91" providerId="ADAL" clId="{E105F75A-E8A6-4EB3-BCD1-5D38935279D7}" dt="2021-03-03T15:28:21.215" v="1164" actId="1035"/>
          <ac:grpSpMkLst>
            <pc:docMk/>
            <pc:sldMk cId="2174113185" sldId="2146845945"/>
            <ac:grpSpMk id="26" creationId="{A965531D-D13F-419C-B3F6-78A6EDC7AFCE}"/>
          </ac:grpSpMkLst>
        </pc:grpChg>
        <pc:grpChg chg="mod">
          <ac:chgData name="Ryan" userId="4e0f799b-9dd2-4ed1-b88a-f6f813994f91" providerId="ADAL" clId="{E105F75A-E8A6-4EB3-BCD1-5D38935279D7}" dt="2021-03-03T15:28:21.215" v="1164" actId="1035"/>
          <ac:grpSpMkLst>
            <pc:docMk/>
            <pc:sldMk cId="2174113185" sldId="2146845945"/>
            <ac:grpSpMk id="29" creationId="{DB025DAA-ECB1-4705-97D6-7CA1ECAE3912}"/>
          </ac:grpSpMkLst>
        </pc:grpChg>
        <pc:grpChg chg="mod">
          <ac:chgData name="Ryan" userId="4e0f799b-9dd2-4ed1-b88a-f6f813994f91" providerId="ADAL" clId="{E105F75A-E8A6-4EB3-BCD1-5D38935279D7}" dt="2021-03-03T15:28:21.215" v="1164" actId="1035"/>
          <ac:grpSpMkLst>
            <pc:docMk/>
            <pc:sldMk cId="2174113185" sldId="2146845945"/>
            <ac:grpSpMk id="32" creationId="{943DD7C6-7C31-40FE-8D10-9DA5B1FD75BB}"/>
          </ac:grpSpMkLst>
        </pc:grpChg>
        <pc:grpChg chg="del">
          <ac:chgData name="Ryan" userId="4e0f799b-9dd2-4ed1-b88a-f6f813994f91" providerId="ADAL" clId="{E105F75A-E8A6-4EB3-BCD1-5D38935279D7}" dt="2021-03-03T20:50:20.886" v="1734" actId="478"/>
          <ac:grpSpMkLst>
            <pc:docMk/>
            <pc:sldMk cId="2174113185" sldId="2146845945"/>
            <ac:grpSpMk id="42" creationId="{3AC767CE-F98B-47E9-BE0B-57EE05A3EE2F}"/>
          </ac:grpSpMkLst>
        </pc:grpChg>
        <pc:grpChg chg="add del mod">
          <ac:chgData name="Ryan" userId="4e0f799b-9dd2-4ed1-b88a-f6f813994f91" providerId="ADAL" clId="{E105F75A-E8A6-4EB3-BCD1-5D38935279D7}" dt="2021-03-03T15:27:06.196" v="1099" actId="478"/>
          <ac:grpSpMkLst>
            <pc:docMk/>
            <pc:sldMk cId="2174113185" sldId="2146845945"/>
            <ac:grpSpMk id="45" creationId="{8A534336-3D53-4E37-B5B4-6CC0ACED3323}"/>
          </ac:grpSpMkLst>
        </pc:grpChg>
        <pc:grpChg chg="del">
          <ac:chgData name="Ryan" userId="4e0f799b-9dd2-4ed1-b88a-f6f813994f91" providerId="ADAL" clId="{E105F75A-E8A6-4EB3-BCD1-5D38935279D7}" dt="2021-03-03T20:50:20.886" v="1734" actId="478"/>
          <ac:grpSpMkLst>
            <pc:docMk/>
            <pc:sldMk cId="2174113185" sldId="2146845945"/>
            <ac:grpSpMk id="48" creationId="{8AC168EF-2B08-447E-895C-C50EFB5E76F0}"/>
          </ac:grpSpMkLst>
        </pc:grpChg>
        <pc:grpChg chg="del mod">
          <ac:chgData name="Ryan" userId="4e0f799b-9dd2-4ed1-b88a-f6f813994f91" providerId="ADAL" clId="{E105F75A-E8A6-4EB3-BCD1-5D38935279D7}" dt="2021-03-03T14:46:29.797" v="1013" actId="478"/>
          <ac:grpSpMkLst>
            <pc:docMk/>
            <pc:sldMk cId="2174113185" sldId="2146845945"/>
            <ac:grpSpMk id="51" creationId="{CCEB768F-B6FE-4FC2-939D-B9BC44608D5F}"/>
          </ac:grpSpMkLst>
        </pc:grpChg>
        <pc:grpChg chg="del">
          <ac:chgData name="Ryan" userId="4e0f799b-9dd2-4ed1-b88a-f6f813994f91" providerId="ADAL" clId="{E105F75A-E8A6-4EB3-BCD1-5D38935279D7}" dt="2021-03-03T20:50:20.886" v="1734" actId="478"/>
          <ac:grpSpMkLst>
            <pc:docMk/>
            <pc:sldMk cId="2174113185" sldId="2146845945"/>
            <ac:grpSpMk id="54" creationId="{465ED7CB-CC72-48C5-A719-065E6FB6AAA2}"/>
          </ac:grpSpMkLst>
        </pc:grpChg>
        <pc:grpChg chg="del mod">
          <ac:chgData name="Ryan" userId="4e0f799b-9dd2-4ed1-b88a-f6f813994f91" providerId="ADAL" clId="{E105F75A-E8A6-4EB3-BCD1-5D38935279D7}" dt="2021-03-03T15:27:29.589" v="1102" actId="478"/>
          <ac:grpSpMkLst>
            <pc:docMk/>
            <pc:sldMk cId="2174113185" sldId="2146845945"/>
            <ac:grpSpMk id="57" creationId="{084E3CAF-181F-4504-B6B7-A614DB559464}"/>
          </ac:grpSpMkLst>
        </pc:grpChg>
        <pc:grpChg chg="add mod">
          <ac:chgData name="Ryan" userId="4e0f799b-9dd2-4ed1-b88a-f6f813994f91" providerId="ADAL" clId="{E105F75A-E8A6-4EB3-BCD1-5D38935279D7}" dt="2021-03-03T15:28:21.215" v="1164" actId="1035"/>
          <ac:grpSpMkLst>
            <pc:docMk/>
            <pc:sldMk cId="2174113185" sldId="2146845945"/>
            <ac:grpSpMk id="60" creationId="{23B2D15F-D695-4543-A1AC-3B01BE37468F}"/>
          </ac:grpSpMkLst>
        </pc:grpChg>
        <pc:grpChg chg="mod">
          <ac:chgData name="Ryan" userId="4e0f799b-9dd2-4ed1-b88a-f6f813994f91" providerId="ADAL" clId="{E105F75A-E8A6-4EB3-BCD1-5D38935279D7}" dt="2021-03-03T15:28:21.215" v="1164" actId="1035"/>
          <ac:grpSpMkLst>
            <pc:docMk/>
            <pc:sldMk cId="2174113185" sldId="2146845945"/>
            <ac:grpSpMk id="63" creationId="{F20F51EF-C5E4-4A51-9C92-179738363CCD}"/>
          </ac:grpSpMkLst>
        </pc:grpChg>
        <pc:grpChg chg="mod">
          <ac:chgData name="Ryan" userId="4e0f799b-9dd2-4ed1-b88a-f6f813994f91" providerId="ADAL" clId="{E105F75A-E8A6-4EB3-BCD1-5D38935279D7}" dt="2021-03-03T15:28:21.215" v="1164" actId="1035"/>
          <ac:grpSpMkLst>
            <pc:docMk/>
            <pc:sldMk cId="2174113185" sldId="2146845945"/>
            <ac:grpSpMk id="66" creationId="{99585D84-0867-4712-9ED4-7D5A63DDDB4D}"/>
          </ac:grpSpMkLst>
        </pc:grpChg>
        <pc:grpChg chg="mod">
          <ac:chgData name="Ryan" userId="4e0f799b-9dd2-4ed1-b88a-f6f813994f91" providerId="ADAL" clId="{E105F75A-E8A6-4EB3-BCD1-5D38935279D7}" dt="2021-03-03T15:28:21.215" v="1164" actId="1035"/>
          <ac:grpSpMkLst>
            <pc:docMk/>
            <pc:sldMk cId="2174113185" sldId="2146845945"/>
            <ac:grpSpMk id="69" creationId="{F7D533BE-DDEB-4599-B566-BAAF3993A58A}"/>
          </ac:grpSpMkLst>
        </pc:grpChg>
        <pc:grpChg chg="add mod">
          <ac:chgData name="Ryan" userId="4e0f799b-9dd2-4ed1-b88a-f6f813994f91" providerId="ADAL" clId="{E105F75A-E8A6-4EB3-BCD1-5D38935279D7}" dt="2021-03-03T15:28:21.215" v="1164" actId="1035"/>
          <ac:grpSpMkLst>
            <pc:docMk/>
            <pc:sldMk cId="2174113185" sldId="2146845945"/>
            <ac:grpSpMk id="72" creationId="{6E376BA4-6508-42FE-9F43-69EE54791F90}"/>
          </ac:grpSpMkLst>
        </pc:grpChg>
        <pc:grpChg chg="add mod">
          <ac:chgData name="Ryan" userId="4e0f799b-9dd2-4ed1-b88a-f6f813994f91" providerId="ADAL" clId="{E105F75A-E8A6-4EB3-BCD1-5D38935279D7}" dt="2021-03-03T15:28:21.215" v="1164" actId="1035"/>
          <ac:grpSpMkLst>
            <pc:docMk/>
            <pc:sldMk cId="2174113185" sldId="2146845945"/>
            <ac:grpSpMk id="75" creationId="{FA14FB52-9DBD-4E0E-8A51-7BB2A0EADC16}"/>
          </ac:grpSpMkLst>
        </pc:grpChg>
        <pc:grpChg chg="add mod">
          <ac:chgData name="Ryan" userId="4e0f799b-9dd2-4ed1-b88a-f6f813994f91" providerId="ADAL" clId="{E105F75A-E8A6-4EB3-BCD1-5D38935279D7}" dt="2021-03-03T15:28:21.215" v="1164" actId="1035"/>
          <ac:grpSpMkLst>
            <pc:docMk/>
            <pc:sldMk cId="2174113185" sldId="2146845945"/>
            <ac:grpSpMk id="78" creationId="{AD7D75D1-ABAF-40F1-B762-99CC1B1148EE}"/>
          </ac:grpSpMkLst>
        </pc:grpChg>
        <pc:grpChg chg="add mod">
          <ac:chgData name="Ryan" userId="4e0f799b-9dd2-4ed1-b88a-f6f813994f91" providerId="ADAL" clId="{E105F75A-E8A6-4EB3-BCD1-5D38935279D7}" dt="2021-03-03T15:52:15.253" v="1198" actId="1076"/>
          <ac:grpSpMkLst>
            <pc:docMk/>
            <pc:sldMk cId="2174113185" sldId="2146845945"/>
            <ac:grpSpMk id="81" creationId="{07F3102D-764D-4CC9-B9D4-4D70C3B255B1}"/>
          </ac:grpSpMkLst>
        </pc:grpChg>
        <pc:grpChg chg="add del mod">
          <ac:chgData name="Ryan" userId="4e0f799b-9dd2-4ed1-b88a-f6f813994f91" providerId="ADAL" clId="{E105F75A-E8A6-4EB3-BCD1-5D38935279D7}" dt="2021-03-03T20:50:20.886" v="1734" actId="478"/>
          <ac:grpSpMkLst>
            <pc:docMk/>
            <pc:sldMk cId="2174113185" sldId="2146845945"/>
            <ac:grpSpMk id="84" creationId="{D7596998-A2C2-4FE2-B1A9-76A03BBB85FF}"/>
          </ac:grpSpMkLst>
        </pc:grpChg>
        <pc:graphicFrameChg chg="mod modGraphic">
          <ac:chgData name="Ryan" userId="4e0f799b-9dd2-4ed1-b88a-f6f813994f91" providerId="ADAL" clId="{E105F75A-E8A6-4EB3-BCD1-5D38935279D7}" dt="2021-03-03T18:54:43.667" v="1731" actId="113"/>
          <ac:graphicFrameMkLst>
            <pc:docMk/>
            <pc:sldMk cId="2174113185" sldId="2146845945"/>
            <ac:graphicFrameMk id="7" creationId="{AFD94C55-32D7-4B85-8095-C027521931A9}"/>
          </ac:graphicFrameMkLst>
        </pc:graphicFrameChg>
      </pc:sldChg>
      <pc:sldChg chg="modSp del mod">
        <pc:chgData name="Ryan" userId="4e0f799b-9dd2-4ed1-b88a-f6f813994f91" providerId="ADAL" clId="{E105F75A-E8A6-4EB3-BCD1-5D38935279D7}" dt="2021-03-03T20:01:28.078" v="1733" actId="47"/>
        <pc:sldMkLst>
          <pc:docMk/>
          <pc:sldMk cId="3897242383" sldId="2146845946"/>
        </pc:sldMkLst>
        <pc:spChg chg="mod">
          <ac:chgData name="Ryan" userId="4e0f799b-9dd2-4ed1-b88a-f6f813994f91" providerId="ADAL" clId="{E105F75A-E8A6-4EB3-BCD1-5D38935279D7}" dt="2021-03-03T17:41:39.700" v="1722" actId="5793"/>
          <ac:spMkLst>
            <pc:docMk/>
            <pc:sldMk cId="3897242383" sldId="2146845946"/>
            <ac:spMk id="3" creationId="{281CF5FD-2C69-47F3-A09C-66F2811B5535}"/>
          </ac:spMkLst>
        </pc:spChg>
      </pc:sldChg>
      <pc:sldChg chg="modSp del mod">
        <pc:chgData name="Ryan" userId="4e0f799b-9dd2-4ed1-b88a-f6f813994f91" providerId="ADAL" clId="{E105F75A-E8A6-4EB3-BCD1-5D38935279D7}" dt="2021-03-03T20:01:26.791" v="1732" actId="47"/>
        <pc:sldMkLst>
          <pc:docMk/>
          <pc:sldMk cId="1417839524" sldId="2146845947"/>
        </pc:sldMkLst>
        <pc:spChg chg="mod">
          <ac:chgData name="Ryan" userId="4e0f799b-9dd2-4ed1-b88a-f6f813994f91" providerId="ADAL" clId="{E105F75A-E8A6-4EB3-BCD1-5D38935279D7}" dt="2021-03-03T17:40:38.572" v="1720" actId="20577"/>
          <ac:spMkLst>
            <pc:docMk/>
            <pc:sldMk cId="1417839524" sldId="2146845947"/>
            <ac:spMk id="3" creationId="{281CF5FD-2C69-47F3-A09C-66F2811B5535}"/>
          </ac:spMkLst>
        </pc:spChg>
      </pc:sldChg>
      <pc:sldChg chg="modSp mod">
        <pc:chgData name="Ryan" userId="4e0f799b-9dd2-4ed1-b88a-f6f813994f91" providerId="ADAL" clId="{E105F75A-E8A6-4EB3-BCD1-5D38935279D7}" dt="2021-02-24T02:35:12.363" v="1" actId="14734"/>
        <pc:sldMkLst>
          <pc:docMk/>
          <pc:sldMk cId="3029326289" sldId="2146845959"/>
        </pc:sldMkLst>
        <pc:graphicFrameChg chg="modGraphic">
          <ac:chgData name="Ryan" userId="4e0f799b-9dd2-4ed1-b88a-f6f813994f91" providerId="ADAL" clId="{E105F75A-E8A6-4EB3-BCD1-5D38935279D7}" dt="2021-02-24T02:35:12.363" v="1" actId="14734"/>
          <ac:graphicFrameMkLst>
            <pc:docMk/>
            <pc:sldMk cId="3029326289" sldId="2146845959"/>
            <ac:graphicFrameMk id="9" creationId="{8B6A4E45-F7A7-44C9-BA54-62B518AA9981}"/>
          </ac:graphicFrameMkLst>
        </pc:graphicFrameChg>
      </pc:sldChg>
      <pc:sldChg chg="addSp modSp new mod">
        <pc:chgData name="Ryan" userId="4e0f799b-9dd2-4ed1-b88a-f6f813994f91" providerId="ADAL" clId="{E105F75A-E8A6-4EB3-BCD1-5D38935279D7}" dt="2021-03-02T23:24:01.794" v="537" actId="1076"/>
        <pc:sldMkLst>
          <pc:docMk/>
          <pc:sldMk cId="2385326984" sldId="2146845960"/>
        </pc:sldMkLst>
        <pc:spChg chg="mod">
          <ac:chgData name="Ryan" userId="4e0f799b-9dd2-4ed1-b88a-f6f813994f91" providerId="ADAL" clId="{E105F75A-E8A6-4EB3-BCD1-5D38935279D7}" dt="2021-03-02T23:20:58.503" v="476" actId="20577"/>
          <ac:spMkLst>
            <pc:docMk/>
            <pc:sldMk cId="2385326984" sldId="2146845960"/>
            <ac:spMk id="2" creationId="{CFD95B9C-44FA-4EA7-BC63-37CD39BF9591}"/>
          </ac:spMkLst>
        </pc:spChg>
        <pc:picChg chg="add mod">
          <ac:chgData name="Ryan" userId="4e0f799b-9dd2-4ed1-b88a-f6f813994f91" providerId="ADAL" clId="{E105F75A-E8A6-4EB3-BCD1-5D38935279D7}" dt="2021-03-02T23:24:01.794" v="537" actId="1076"/>
          <ac:picMkLst>
            <pc:docMk/>
            <pc:sldMk cId="2385326984" sldId="2146845960"/>
            <ac:picMk id="3" creationId="{ACE7DDE6-0AB6-484E-B3DA-3A0667D1EB93}"/>
          </ac:picMkLst>
        </pc:picChg>
      </pc:sldChg>
      <pc:sldChg chg="addSp modSp new mod">
        <pc:chgData name="Ryan" userId="4e0f799b-9dd2-4ed1-b88a-f6f813994f91" providerId="ADAL" clId="{E105F75A-E8A6-4EB3-BCD1-5D38935279D7}" dt="2021-03-02T23:22:52.311" v="515"/>
        <pc:sldMkLst>
          <pc:docMk/>
          <pc:sldMk cId="2661541782" sldId="2146845961"/>
        </pc:sldMkLst>
        <pc:spChg chg="mod">
          <ac:chgData name="Ryan" userId="4e0f799b-9dd2-4ed1-b88a-f6f813994f91" providerId="ADAL" clId="{E105F75A-E8A6-4EB3-BCD1-5D38935279D7}" dt="2021-03-02T23:22:17.866" v="513" actId="20577"/>
          <ac:spMkLst>
            <pc:docMk/>
            <pc:sldMk cId="2661541782" sldId="2146845961"/>
            <ac:spMk id="2" creationId="{19EE1C92-38DF-46BD-9422-E74F13B8A692}"/>
          </ac:spMkLst>
        </pc:spChg>
        <pc:picChg chg="add mod">
          <ac:chgData name="Ryan" userId="4e0f799b-9dd2-4ed1-b88a-f6f813994f91" providerId="ADAL" clId="{E105F75A-E8A6-4EB3-BCD1-5D38935279D7}" dt="2021-03-02T23:22:22.886" v="514" actId="1076"/>
          <ac:picMkLst>
            <pc:docMk/>
            <pc:sldMk cId="2661541782" sldId="2146845961"/>
            <ac:picMk id="3" creationId="{660F950D-AB12-4CED-B3FC-7A9B4EC1094A}"/>
          </ac:picMkLst>
        </pc:picChg>
        <pc:picChg chg="add">
          <ac:chgData name="Ryan" userId="4e0f799b-9dd2-4ed1-b88a-f6f813994f91" providerId="ADAL" clId="{E105F75A-E8A6-4EB3-BCD1-5D38935279D7}" dt="2021-03-02T23:22:52.311" v="515"/>
          <ac:picMkLst>
            <pc:docMk/>
            <pc:sldMk cId="2661541782" sldId="2146845961"/>
            <ac:picMk id="4" creationId="{80E144A8-CFE3-4236-897A-24E7DF727CE7}"/>
          </ac:picMkLst>
        </pc:picChg>
      </pc:sldChg>
      <pc:sldChg chg="addSp delSp modSp new mod ord">
        <pc:chgData name="Ryan" userId="4e0f799b-9dd2-4ed1-b88a-f6f813994f91" providerId="ADAL" clId="{E105F75A-E8A6-4EB3-BCD1-5D38935279D7}" dt="2021-03-02T23:24:46.516" v="541"/>
        <pc:sldMkLst>
          <pc:docMk/>
          <pc:sldMk cId="2053770510" sldId="2146845962"/>
        </pc:sldMkLst>
        <pc:spChg chg="mod">
          <ac:chgData name="Ryan" userId="4e0f799b-9dd2-4ed1-b88a-f6f813994f91" providerId="ADAL" clId="{E105F75A-E8A6-4EB3-BCD1-5D38935279D7}" dt="2021-03-02T23:23:13.171" v="535" actId="20577"/>
          <ac:spMkLst>
            <pc:docMk/>
            <pc:sldMk cId="2053770510" sldId="2146845962"/>
            <ac:spMk id="2" creationId="{DABD9352-4997-4AEB-BB94-1930FFA1B898}"/>
          </ac:spMkLst>
        </pc:spChg>
        <pc:picChg chg="add del">
          <ac:chgData name="Ryan" userId="4e0f799b-9dd2-4ed1-b88a-f6f813994f91" providerId="ADAL" clId="{E105F75A-E8A6-4EB3-BCD1-5D38935279D7}" dt="2021-03-02T23:24:46.285" v="540" actId="478"/>
          <ac:picMkLst>
            <pc:docMk/>
            <pc:sldMk cId="2053770510" sldId="2146845962"/>
            <ac:picMk id="3" creationId="{3A4EE744-63BE-4A53-9093-D5076155F4D6}"/>
          </ac:picMkLst>
        </pc:picChg>
        <pc:picChg chg="add">
          <ac:chgData name="Ryan" userId="4e0f799b-9dd2-4ed1-b88a-f6f813994f91" providerId="ADAL" clId="{E105F75A-E8A6-4EB3-BCD1-5D38935279D7}" dt="2021-03-02T23:24:46.516" v="541"/>
          <ac:picMkLst>
            <pc:docMk/>
            <pc:sldMk cId="2053770510" sldId="2146845962"/>
            <ac:picMk id="4" creationId="{AA74A6D9-186E-4A7C-9098-2F4C39E737D7}"/>
          </ac:picMkLst>
        </pc:picChg>
      </pc:sldChg>
      <pc:sldChg chg="addSp modSp new mod">
        <pc:chgData name="Ryan" userId="4e0f799b-9dd2-4ed1-b88a-f6f813994f91" providerId="ADAL" clId="{E105F75A-E8A6-4EB3-BCD1-5D38935279D7}" dt="2021-03-02T23:25:20.877" v="563"/>
        <pc:sldMkLst>
          <pc:docMk/>
          <pc:sldMk cId="4096410338" sldId="2146845963"/>
        </pc:sldMkLst>
        <pc:spChg chg="mod">
          <ac:chgData name="Ryan" userId="4e0f799b-9dd2-4ed1-b88a-f6f813994f91" providerId="ADAL" clId="{E105F75A-E8A6-4EB3-BCD1-5D38935279D7}" dt="2021-03-02T23:25:19.764" v="562" actId="20577"/>
          <ac:spMkLst>
            <pc:docMk/>
            <pc:sldMk cId="4096410338" sldId="2146845963"/>
            <ac:spMk id="2" creationId="{B8DB1118-5B02-4B2F-9B87-E851E635EE07}"/>
          </ac:spMkLst>
        </pc:spChg>
        <pc:picChg chg="add">
          <ac:chgData name="Ryan" userId="4e0f799b-9dd2-4ed1-b88a-f6f813994f91" providerId="ADAL" clId="{E105F75A-E8A6-4EB3-BCD1-5D38935279D7}" dt="2021-03-02T23:25:20.877" v="563"/>
          <ac:picMkLst>
            <pc:docMk/>
            <pc:sldMk cId="4096410338" sldId="2146845963"/>
            <ac:picMk id="3" creationId="{5B4FDC28-986F-40C5-9991-FA22257093B9}"/>
          </ac:picMkLst>
        </pc:picChg>
      </pc:sldChg>
      <pc:sldChg chg="addSp modSp new mod">
        <pc:chgData name="Ryan" userId="4e0f799b-9dd2-4ed1-b88a-f6f813994f91" providerId="ADAL" clId="{E105F75A-E8A6-4EB3-BCD1-5D38935279D7}" dt="2021-03-02T23:25:55.268" v="601" actId="20577"/>
        <pc:sldMkLst>
          <pc:docMk/>
          <pc:sldMk cId="745352429" sldId="2146845964"/>
        </pc:sldMkLst>
        <pc:spChg chg="mod">
          <ac:chgData name="Ryan" userId="4e0f799b-9dd2-4ed1-b88a-f6f813994f91" providerId="ADAL" clId="{E105F75A-E8A6-4EB3-BCD1-5D38935279D7}" dt="2021-03-02T23:25:55.268" v="601" actId="20577"/>
          <ac:spMkLst>
            <pc:docMk/>
            <pc:sldMk cId="745352429" sldId="2146845964"/>
            <ac:spMk id="2" creationId="{D6B1CC20-4038-4414-830D-75330DEF1250}"/>
          </ac:spMkLst>
        </pc:spChg>
        <pc:picChg chg="add">
          <ac:chgData name="Ryan" userId="4e0f799b-9dd2-4ed1-b88a-f6f813994f91" providerId="ADAL" clId="{E105F75A-E8A6-4EB3-BCD1-5D38935279D7}" dt="2021-03-02T23:25:48.083" v="565"/>
          <ac:picMkLst>
            <pc:docMk/>
            <pc:sldMk cId="745352429" sldId="2146845964"/>
            <ac:picMk id="3" creationId="{31CAE3DD-6D53-4048-99DF-182F8C517681}"/>
          </ac:picMkLst>
        </pc:picChg>
      </pc:sldChg>
      <pc:sldChg chg="addSp modSp new mod">
        <pc:chgData name="Ryan" userId="4e0f799b-9dd2-4ed1-b88a-f6f813994f91" providerId="ADAL" clId="{E105F75A-E8A6-4EB3-BCD1-5D38935279D7}" dt="2021-03-02T23:27:20.769" v="641"/>
        <pc:sldMkLst>
          <pc:docMk/>
          <pc:sldMk cId="3157778664" sldId="2146845965"/>
        </pc:sldMkLst>
        <pc:spChg chg="mod">
          <ac:chgData name="Ryan" userId="4e0f799b-9dd2-4ed1-b88a-f6f813994f91" providerId="ADAL" clId="{E105F75A-E8A6-4EB3-BCD1-5D38935279D7}" dt="2021-03-02T23:27:19.725" v="640" actId="20577"/>
          <ac:spMkLst>
            <pc:docMk/>
            <pc:sldMk cId="3157778664" sldId="2146845965"/>
            <ac:spMk id="2" creationId="{90A22D4E-AC39-418C-8F01-F839C876161F}"/>
          </ac:spMkLst>
        </pc:spChg>
        <pc:picChg chg="add">
          <ac:chgData name="Ryan" userId="4e0f799b-9dd2-4ed1-b88a-f6f813994f91" providerId="ADAL" clId="{E105F75A-E8A6-4EB3-BCD1-5D38935279D7}" dt="2021-03-02T23:27:20.769" v="641"/>
          <ac:picMkLst>
            <pc:docMk/>
            <pc:sldMk cId="3157778664" sldId="2146845965"/>
            <ac:picMk id="3" creationId="{DBC105F2-F377-4818-928A-84CC357C2102}"/>
          </ac:picMkLst>
        </pc:picChg>
      </pc:sldChg>
      <pc:sldChg chg="addSp delSp new mod">
        <pc:chgData name="Ryan" userId="4e0f799b-9dd2-4ed1-b88a-f6f813994f91" providerId="ADAL" clId="{E105F75A-E8A6-4EB3-BCD1-5D38935279D7}" dt="2021-03-02T23:28:00.015" v="645"/>
        <pc:sldMkLst>
          <pc:docMk/>
          <pc:sldMk cId="1553529464" sldId="2146845966"/>
        </pc:sldMkLst>
        <pc:picChg chg="add del">
          <ac:chgData name="Ryan" userId="4e0f799b-9dd2-4ed1-b88a-f6f813994f91" providerId="ADAL" clId="{E105F75A-E8A6-4EB3-BCD1-5D38935279D7}" dt="2021-03-02T23:27:40.673" v="644" actId="478"/>
          <ac:picMkLst>
            <pc:docMk/>
            <pc:sldMk cId="1553529464" sldId="2146845966"/>
            <ac:picMk id="3" creationId="{F47A1011-8DBD-4CE3-9984-4BEEC1C5FDDA}"/>
          </ac:picMkLst>
        </pc:picChg>
        <pc:picChg chg="add">
          <ac:chgData name="Ryan" userId="4e0f799b-9dd2-4ed1-b88a-f6f813994f91" providerId="ADAL" clId="{E105F75A-E8A6-4EB3-BCD1-5D38935279D7}" dt="2021-03-02T23:28:00.015" v="645"/>
          <ac:picMkLst>
            <pc:docMk/>
            <pc:sldMk cId="1553529464" sldId="2146845966"/>
            <ac:picMk id="4" creationId="{D55929B8-BC06-45F1-B275-C5DB56BF1C57}"/>
          </ac:picMkLst>
        </pc:picChg>
      </pc:sldChg>
      <pc:sldChg chg="addSp new">
        <pc:chgData name="Ryan" userId="4e0f799b-9dd2-4ed1-b88a-f6f813994f91" providerId="ADAL" clId="{E105F75A-E8A6-4EB3-BCD1-5D38935279D7}" dt="2021-03-02T23:28:17.603" v="647"/>
        <pc:sldMkLst>
          <pc:docMk/>
          <pc:sldMk cId="1043133902" sldId="2146845967"/>
        </pc:sldMkLst>
        <pc:picChg chg="add">
          <ac:chgData name="Ryan" userId="4e0f799b-9dd2-4ed1-b88a-f6f813994f91" providerId="ADAL" clId="{E105F75A-E8A6-4EB3-BCD1-5D38935279D7}" dt="2021-03-02T23:28:17.603" v="647"/>
          <ac:picMkLst>
            <pc:docMk/>
            <pc:sldMk cId="1043133902" sldId="2146845967"/>
            <ac:picMk id="3" creationId="{C3424ECB-A6F5-4DF3-9EEC-3E9BF8DCB6DC}"/>
          </ac:picMkLst>
        </pc:picChg>
      </pc:sldChg>
      <pc:sldChg chg="addSp modSp new mod">
        <pc:chgData name="Ryan" userId="4e0f799b-9dd2-4ed1-b88a-f6f813994f91" providerId="ADAL" clId="{E105F75A-E8A6-4EB3-BCD1-5D38935279D7}" dt="2021-03-02T23:28:53.956" v="654" actId="1035"/>
        <pc:sldMkLst>
          <pc:docMk/>
          <pc:sldMk cId="1039501811" sldId="2146845968"/>
        </pc:sldMkLst>
        <pc:picChg chg="add mod">
          <ac:chgData name="Ryan" userId="4e0f799b-9dd2-4ed1-b88a-f6f813994f91" providerId="ADAL" clId="{E105F75A-E8A6-4EB3-BCD1-5D38935279D7}" dt="2021-03-02T23:28:53.956" v="654" actId="1035"/>
          <ac:picMkLst>
            <pc:docMk/>
            <pc:sldMk cId="1039501811" sldId="2146845968"/>
            <ac:picMk id="3" creationId="{B6DF0EA3-B6C0-4330-AA45-1BE56FD989C5}"/>
          </ac:picMkLst>
        </pc:picChg>
      </pc:sldChg>
      <pc:sldChg chg="addSp modSp new mod">
        <pc:chgData name="Ryan" userId="4e0f799b-9dd2-4ed1-b88a-f6f813994f91" providerId="ADAL" clId="{E105F75A-E8A6-4EB3-BCD1-5D38935279D7}" dt="2021-03-02T23:29:16.552" v="657" actId="1076"/>
        <pc:sldMkLst>
          <pc:docMk/>
          <pc:sldMk cId="2434110015" sldId="2146845969"/>
        </pc:sldMkLst>
        <pc:picChg chg="add mod">
          <ac:chgData name="Ryan" userId="4e0f799b-9dd2-4ed1-b88a-f6f813994f91" providerId="ADAL" clId="{E105F75A-E8A6-4EB3-BCD1-5D38935279D7}" dt="2021-03-02T23:29:16.552" v="657" actId="1076"/>
          <ac:picMkLst>
            <pc:docMk/>
            <pc:sldMk cId="2434110015" sldId="2146845969"/>
            <ac:picMk id="3" creationId="{1A3C97AF-9FEE-480F-8277-4DBC7ABBF6B5}"/>
          </ac:picMkLst>
        </pc:picChg>
      </pc:sldChg>
      <pc:sldChg chg="addSp new">
        <pc:chgData name="Ryan" userId="4e0f799b-9dd2-4ed1-b88a-f6f813994f91" providerId="ADAL" clId="{E105F75A-E8A6-4EB3-BCD1-5D38935279D7}" dt="2021-03-03T18:53:33.166" v="1724"/>
        <pc:sldMkLst>
          <pc:docMk/>
          <pc:sldMk cId="2541186394" sldId="2146845972"/>
        </pc:sldMkLst>
        <pc:picChg chg="add">
          <ac:chgData name="Ryan" userId="4e0f799b-9dd2-4ed1-b88a-f6f813994f91" providerId="ADAL" clId="{E105F75A-E8A6-4EB3-BCD1-5D38935279D7}" dt="2021-03-03T18:53:33.166" v="1724"/>
          <ac:picMkLst>
            <pc:docMk/>
            <pc:sldMk cId="2541186394" sldId="2146845972"/>
            <ac:picMk id="6" creationId="{D891061F-5CF6-4CFB-9E3F-18CE49595985}"/>
          </ac:picMkLst>
        </pc:picChg>
      </pc:sldChg>
    </pc:docChg>
  </pc:docChgLst>
  <pc:docChgLst>
    <pc:chgData name="Ken Popkin" userId="3c94c39e-c43b-4805-99ab-8da17777f1ac" providerId="ADAL" clId="{F16C0BA9-2BB7-491F-A920-1E1FD74F93D6}"/>
    <pc:docChg chg="undo custSel addSld delSld modSld sldOrd modSection">
      <pc:chgData name="Ken Popkin" userId="3c94c39e-c43b-4805-99ab-8da17777f1ac" providerId="ADAL" clId="{F16C0BA9-2BB7-491F-A920-1E1FD74F93D6}" dt="2021-03-09T21:03:49.693" v="5003" actId="1036"/>
      <pc:docMkLst>
        <pc:docMk/>
      </pc:docMkLst>
      <pc:sldChg chg="addSp delSp modSp mod ord">
        <pc:chgData name="Ken Popkin" userId="3c94c39e-c43b-4805-99ab-8da17777f1ac" providerId="ADAL" clId="{F16C0BA9-2BB7-491F-A920-1E1FD74F93D6}" dt="2021-03-09T21:00:52.465" v="4842" actId="1038"/>
        <pc:sldMkLst>
          <pc:docMk/>
          <pc:sldMk cId="93243010" sldId="7428"/>
        </pc:sldMkLst>
        <pc:spChg chg="del mod">
          <ac:chgData name="Ken Popkin" userId="3c94c39e-c43b-4805-99ab-8da17777f1ac" providerId="ADAL" clId="{F16C0BA9-2BB7-491F-A920-1E1FD74F93D6}" dt="2021-03-09T19:48:18.613" v="2916" actId="478"/>
          <ac:spMkLst>
            <pc:docMk/>
            <pc:sldMk cId="93243010" sldId="7428"/>
            <ac:spMk id="9" creationId="{11361281-1B1E-43F8-AA43-B00647707B7F}"/>
          </ac:spMkLst>
        </pc:spChg>
        <pc:spChg chg="mod">
          <ac:chgData name="Ken Popkin" userId="3c94c39e-c43b-4805-99ab-8da17777f1ac" providerId="ADAL" clId="{F16C0BA9-2BB7-491F-A920-1E1FD74F93D6}" dt="2021-03-09T20:05:10.657" v="3289" actId="207"/>
          <ac:spMkLst>
            <pc:docMk/>
            <pc:sldMk cId="93243010" sldId="7428"/>
            <ac:spMk id="10" creationId="{A78988CF-C0D9-4564-A18C-624985AA8302}"/>
          </ac:spMkLst>
        </pc:spChg>
        <pc:graphicFrameChg chg="del mod modGraphic">
          <ac:chgData name="Ken Popkin" userId="3c94c39e-c43b-4805-99ab-8da17777f1ac" providerId="ADAL" clId="{F16C0BA9-2BB7-491F-A920-1E1FD74F93D6}" dt="2021-03-09T20:00:22.775" v="3156" actId="478"/>
          <ac:graphicFrameMkLst>
            <pc:docMk/>
            <pc:sldMk cId="93243010" sldId="7428"/>
            <ac:graphicFrameMk id="8" creationId="{11C6AFA9-D17F-472D-97FC-23D5883BB9C0}"/>
          </ac:graphicFrameMkLst>
        </pc:graphicFrameChg>
        <pc:graphicFrameChg chg="add mod modGraphic">
          <ac:chgData name="Ken Popkin" userId="3c94c39e-c43b-4805-99ab-8da17777f1ac" providerId="ADAL" clId="{F16C0BA9-2BB7-491F-A920-1E1FD74F93D6}" dt="2021-03-09T21:00:52.465" v="4842" actId="1038"/>
          <ac:graphicFrameMkLst>
            <pc:docMk/>
            <pc:sldMk cId="93243010" sldId="7428"/>
            <ac:graphicFrameMk id="12" creationId="{7A4B9DA2-AC7E-44F5-B1D4-611FD9C75DD2}"/>
          </ac:graphicFrameMkLst>
        </pc:graphicFrameChg>
        <pc:graphicFrameChg chg="add del mod">
          <ac:chgData name="Ken Popkin" userId="3c94c39e-c43b-4805-99ab-8da17777f1ac" providerId="ADAL" clId="{F16C0BA9-2BB7-491F-A920-1E1FD74F93D6}" dt="2021-03-09T21:00:38.229" v="4809" actId="478"/>
          <ac:graphicFrameMkLst>
            <pc:docMk/>
            <pc:sldMk cId="93243010" sldId="7428"/>
            <ac:graphicFrameMk id="13" creationId="{683B3693-8CCB-4091-AF20-94C41DCCAE5B}"/>
          </ac:graphicFrameMkLst>
        </pc:graphicFrameChg>
      </pc:sldChg>
      <pc:sldChg chg="modSp del mod">
        <pc:chgData name="Ken Popkin" userId="3c94c39e-c43b-4805-99ab-8da17777f1ac" providerId="ADAL" clId="{F16C0BA9-2BB7-491F-A920-1E1FD74F93D6}" dt="2021-03-09T20:46:02.605" v="4663" actId="47"/>
        <pc:sldMkLst>
          <pc:docMk/>
          <pc:sldMk cId="371343483" sldId="2146845951"/>
        </pc:sldMkLst>
        <pc:spChg chg="mod">
          <ac:chgData name="Ken Popkin" userId="3c94c39e-c43b-4805-99ab-8da17777f1ac" providerId="ADAL" clId="{F16C0BA9-2BB7-491F-A920-1E1FD74F93D6}" dt="2021-03-09T20:41:42.819" v="4470" actId="207"/>
          <ac:spMkLst>
            <pc:docMk/>
            <pc:sldMk cId="371343483" sldId="2146845951"/>
            <ac:spMk id="10" creationId="{A78988CF-C0D9-4564-A18C-624985AA8302}"/>
          </ac:spMkLst>
        </pc:spChg>
        <pc:spChg chg="mod">
          <ac:chgData name="Ken Popkin" userId="3c94c39e-c43b-4805-99ab-8da17777f1ac" providerId="ADAL" clId="{F16C0BA9-2BB7-491F-A920-1E1FD74F93D6}" dt="2021-03-09T20:43:06.897" v="4550" actId="20577"/>
          <ac:spMkLst>
            <pc:docMk/>
            <pc:sldMk cId="371343483" sldId="2146845951"/>
            <ac:spMk id="49" creationId="{0AEFC690-3C95-4F92-A3B3-6E6F04817297}"/>
          </ac:spMkLst>
        </pc:spChg>
        <pc:spChg chg="mod">
          <ac:chgData name="Ken Popkin" userId="3c94c39e-c43b-4805-99ab-8da17777f1ac" providerId="ADAL" clId="{F16C0BA9-2BB7-491F-A920-1E1FD74F93D6}" dt="2021-03-09T20:40:59.231" v="4469" actId="20577"/>
          <ac:spMkLst>
            <pc:docMk/>
            <pc:sldMk cId="371343483" sldId="2146845951"/>
            <ac:spMk id="50" creationId="{300021EF-427A-4D0E-B6E6-8C0706DC3060}"/>
          </ac:spMkLst>
        </pc:spChg>
        <pc:spChg chg="mod">
          <ac:chgData name="Ken Popkin" userId="3c94c39e-c43b-4805-99ab-8da17777f1ac" providerId="ADAL" clId="{F16C0BA9-2BB7-491F-A920-1E1FD74F93D6}" dt="2021-03-09T20:40:41.899" v="4457" actId="20577"/>
          <ac:spMkLst>
            <pc:docMk/>
            <pc:sldMk cId="371343483" sldId="2146845951"/>
            <ac:spMk id="51" creationId="{FE288D11-7038-402B-848F-FB5A99378125}"/>
          </ac:spMkLst>
        </pc:spChg>
        <pc:grpChg chg="mod">
          <ac:chgData name="Ken Popkin" userId="3c94c39e-c43b-4805-99ab-8da17777f1ac" providerId="ADAL" clId="{F16C0BA9-2BB7-491F-A920-1E1FD74F93D6}" dt="2021-03-09T20:41:53.811" v="4523" actId="1038"/>
          <ac:grpSpMkLst>
            <pc:docMk/>
            <pc:sldMk cId="371343483" sldId="2146845951"/>
            <ac:grpSpMk id="54" creationId="{BF941AD9-3512-4F7B-B463-239306E7F369}"/>
          </ac:grpSpMkLst>
        </pc:grpChg>
      </pc:sldChg>
      <pc:sldChg chg="addSp delSp modSp add mod ord">
        <pc:chgData name="Ken Popkin" userId="3c94c39e-c43b-4805-99ab-8da17777f1ac" providerId="ADAL" clId="{F16C0BA9-2BB7-491F-A920-1E1FD74F93D6}" dt="2021-02-23T23:19:28.032" v="323"/>
        <pc:sldMkLst>
          <pc:docMk/>
          <pc:sldMk cId="3029326289" sldId="2146845959"/>
        </pc:sldMkLst>
        <pc:spChg chg="mod">
          <ac:chgData name="Ken Popkin" userId="3c94c39e-c43b-4805-99ab-8da17777f1ac" providerId="ADAL" clId="{F16C0BA9-2BB7-491F-A920-1E1FD74F93D6}" dt="2021-02-23T23:19:22.632" v="321" actId="20577"/>
          <ac:spMkLst>
            <pc:docMk/>
            <pc:sldMk cId="3029326289" sldId="2146845959"/>
            <ac:spMk id="2" creationId="{CF8834AD-E9DA-45E1-88EE-C74E4C15F2E3}"/>
          </ac:spMkLst>
        </pc:spChg>
        <pc:spChg chg="del">
          <ac:chgData name="Ken Popkin" userId="3c94c39e-c43b-4805-99ab-8da17777f1ac" providerId="ADAL" clId="{F16C0BA9-2BB7-491F-A920-1E1FD74F93D6}" dt="2021-02-23T23:09:51.724" v="21" actId="478"/>
          <ac:spMkLst>
            <pc:docMk/>
            <pc:sldMk cId="3029326289" sldId="2146845959"/>
            <ac:spMk id="3" creationId="{281CF5FD-2C69-47F3-A09C-66F2811B5535}"/>
          </ac:spMkLst>
        </pc:spChg>
        <pc:spChg chg="add del mod">
          <ac:chgData name="Ken Popkin" userId="3c94c39e-c43b-4805-99ab-8da17777f1ac" providerId="ADAL" clId="{F16C0BA9-2BB7-491F-A920-1E1FD74F93D6}" dt="2021-02-23T23:09:55.318" v="22" actId="478"/>
          <ac:spMkLst>
            <pc:docMk/>
            <pc:sldMk cId="3029326289" sldId="2146845959"/>
            <ac:spMk id="8" creationId="{F5B43608-FEB3-4460-B36C-BAB298A6B473}"/>
          </ac:spMkLst>
        </pc:spChg>
        <pc:spChg chg="add mod">
          <ac:chgData name="Ken Popkin" userId="3c94c39e-c43b-4805-99ab-8da17777f1ac" providerId="ADAL" clId="{F16C0BA9-2BB7-491F-A920-1E1FD74F93D6}" dt="2021-02-23T23:18:56.066" v="309" actId="164"/>
          <ac:spMkLst>
            <pc:docMk/>
            <pc:sldMk cId="3029326289" sldId="2146845959"/>
            <ac:spMk id="12" creationId="{3C2FF88A-B339-4E6C-874D-703C4D5A4026}"/>
          </ac:spMkLst>
        </pc:spChg>
        <pc:spChg chg="add mod">
          <ac:chgData name="Ken Popkin" userId="3c94c39e-c43b-4805-99ab-8da17777f1ac" providerId="ADAL" clId="{F16C0BA9-2BB7-491F-A920-1E1FD74F93D6}" dt="2021-02-23T23:18:56.066" v="309" actId="164"/>
          <ac:spMkLst>
            <pc:docMk/>
            <pc:sldMk cId="3029326289" sldId="2146845959"/>
            <ac:spMk id="15" creationId="{2FDA277B-D72B-4DEE-8463-64110803AFF1}"/>
          </ac:spMkLst>
        </pc:spChg>
        <pc:grpChg chg="add mod">
          <ac:chgData name="Ken Popkin" userId="3c94c39e-c43b-4805-99ab-8da17777f1ac" providerId="ADAL" clId="{F16C0BA9-2BB7-491F-A920-1E1FD74F93D6}" dt="2021-02-23T23:19:00.400" v="310" actId="1076"/>
          <ac:grpSpMkLst>
            <pc:docMk/>
            <pc:sldMk cId="3029326289" sldId="2146845959"/>
            <ac:grpSpMk id="16" creationId="{1956D74F-946D-47C3-8AF0-904A4C9B2A6B}"/>
          </ac:grpSpMkLst>
        </pc:grpChg>
        <pc:graphicFrameChg chg="add mod modGraphic">
          <ac:chgData name="Ken Popkin" userId="3c94c39e-c43b-4805-99ab-8da17777f1ac" providerId="ADAL" clId="{F16C0BA9-2BB7-491F-A920-1E1FD74F93D6}" dt="2021-02-23T23:19:14.465" v="311" actId="113"/>
          <ac:graphicFrameMkLst>
            <pc:docMk/>
            <pc:sldMk cId="3029326289" sldId="2146845959"/>
            <ac:graphicFrameMk id="9" creationId="{8B6A4E45-F7A7-44C9-BA54-62B518AA9981}"/>
          </ac:graphicFrameMkLst>
        </pc:graphicFrameChg>
        <pc:picChg chg="add mod">
          <ac:chgData name="Ken Popkin" userId="3c94c39e-c43b-4805-99ab-8da17777f1ac" providerId="ADAL" clId="{F16C0BA9-2BB7-491F-A920-1E1FD74F93D6}" dt="2021-02-23T23:18:56.066" v="309" actId="164"/>
          <ac:picMkLst>
            <pc:docMk/>
            <pc:sldMk cId="3029326289" sldId="2146845959"/>
            <ac:picMk id="11" creationId="{54074386-1B4D-433A-B307-0A3264F5BCD6}"/>
          </ac:picMkLst>
        </pc:picChg>
        <pc:picChg chg="add mod">
          <ac:chgData name="Ken Popkin" userId="3c94c39e-c43b-4805-99ab-8da17777f1ac" providerId="ADAL" clId="{F16C0BA9-2BB7-491F-A920-1E1FD74F93D6}" dt="2021-02-23T23:18:56.066" v="309" actId="164"/>
          <ac:picMkLst>
            <pc:docMk/>
            <pc:sldMk cId="3029326289" sldId="2146845959"/>
            <ac:picMk id="14" creationId="{3ADD264A-690D-43A5-B76E-4C6FC673F392}"/>
          </ac:picMkLst>
        </pc:picChg>
      </pc:sldChg>
      <pc:sldChg chg="addSp delSp modSp add mod ord">
        <pc:chgData name="Ken Popkin" userId="3c94c39e-c43b-4805-99ab-8da17777f1ac" providerId="ADAL" clId="{F16C0BA9-2BB7-491F-A920-1E1FD74F93D6}" dt="2021-03-09T20:48:27.192" v="4678" actId="20577"/>
        <pc:sldMkLst>
          <pc:docMk/>
          <pc:sldMk cId="1405030134" sldId="2146845974"/>
        </pc:sldMkLst>
        <pc:spChg chg="add mod">
          <ac:chgData name="Ken Popkin" userId="3c94c39e-c43b-4805-99ab-8da17777f1ac" providerId="ADAL" clId="{F16C0BA9-2BB7-491F-A920-1E1FD74F93D6}" dt="2021-03-09T19:23:09.992" v="1631" actId="1035"/>
          <ac:spMkLst>
            <pc:docMk/>
            <pc:sldMk cId="1405030134" sldId="2146845974"/>
            <ac:spMk id="2" creationId="{3415D7D4-3680-4192-A583-D468CFFCF507}"/>
          </ac:spMkLst>
        </pc:spChg>
        <pc:spChg chg="add mod ord">
          <ac:chgData name="Ken Popkin" userId="3c94c39e-c43b-4805-99ab-8da17777f1ac" providerId="ADAL" clId="{F16C0BA9-2BB7-491F-A920-1E1FD74F93D6}" dt="2021-03-09T20:38:22.657" v="4380" actId="207"/>
          <ac:spMkLst>
            <pc:docMk/>
            <pc:sldMk cId="1405030134" sldId="2146845974"/>
            <ac:spMk id="3" creationId="{5A5180D7-8212-4090-B8EF-4982B97E608D}"/>
          </ac:spMkLst>
        </pc:spChg>
        <pc:spChg chg="add mod">
          <ac:chgData name="Ken Popkin" userId="3c94c39e-c43b-4805-99ab-8da17777f1ac" providerId="ADAL" clId="{F16C0BA9-2BB7-491F-A920-1E1FD74F93D6}" dt="2021-03-09T17:25:59.115" v="1168" actId="1037"/>
          <ac:spMkLst>
            <pc:docMk/>
            <pc:sldMk cId="1405030134" sldId="2146845974"/>
            <ac:spMk id="4" creationId="{44B068CB-20EF-4B23-B9E2-24273B4407F3}"/>
          </ac:spMkLst>
        </pc:spChg>
        <pc:spChg chg="add del mod">
          <ac:chgData name="Ken Popkin" userId="3c94c39e-c43b-4805-99ab-8da17777f1ac" providerId="ADAL" clId="{F16C0BA9-2BB7-491F-A920-1E1FD74F93D6}" dt="2021-03-09T19:51:51.832" v="2936" actId="478"/>
          <ac:spMkLst>
            <pc:docMk/>
            <pc:sldMk cId="1405030134" sldId="2146845974"/>
            <ac:spMk id="8" creationId="{4D1F4D28-7D3F-4E18-8A96-D05F7831CBC4}"/>
          </ac:spMkLst>
        </pc:spChg>
        <pc:spChg chg="add mod">
          <ac:chgData name="Ken Popkin" userId="3c94c39e-c43b-4805-99ab-8da17777f1ac" providerId="ADAL" clId="{F16C0BA9-2BB7-491F-A920-1E1FD74F93D6}" dt="2021-03-09T19:52:51.423" v="2981" actId="164"/>
          <ac:spMkLst>
            <pc:docMk/>
            <pc:sldMk cId="1405030134" sldId="2146845974"/>
            <ac:spMk id="9" creationId="{2A9E9755-399A-44C5-BD3B-C389D758A086}"/>
          </ac:spMkLst>
        </pc:spChg>
        <pc:spChg chg="mod">
          <ac:chgData name="Ken Popkin" userId="3c94c39e-c43b-4805-99ab-8da17777f1ac" providerId="ADAL" clId="{F16C0BA9-2BB7-491F-A920-1E1FD74F93D6}" dt="2021-03-09T19:28:16.344" v="1844" actId="20577"/>
          <ac:spMkLst>
            <pc:docMk/>
            <pc:sldMk cId="1405030134" sldId="2146845974"/>
            <ac:spMk id="10" creationId="{A78988CF-C0D9-4564-A18C-624985AA8302}"/>
          </ac:spMkLst>
        </pc:spChg>
        <pc:spChg chg="add mod">
          <ac:chgData name="Ken Popkin" userId="3c94c39e-c43b-4805-99ab-8da17777f1ac" providerId="ADAL" clId="{F16C0BA9-2BB7-491F-A920-1E1FD74F93D6}" dt="2021-03-09T20:03:51.623" v="3280" actId="122"/>
          <ac:spMkLst>
            <pc:docMk/>
            <pc:sldMk cId="1405030134" sldId="2146845974"/>
            <ac:spMk id="15" creationId="{109AD77D-D3ED-49F9-AA93-B5A906356E5A}"/>
          </ac:spMkLst>
        </pc:spChg>
        <pc:spChg chg="add mod">
          <ac:chgData name="Ken Popkin" userId="3c94c39e-c43b-4805-99ab-8da17777f1ac" providerId="ADAL" clId="{F16C0BA9-2BB7-491F-A920-1E1FD74F93D6}" dt="2021-03-09T19:23:09.992" v="1631" actId="1035"/>
          <ac:spMkLst>
            <pc:docMk/>
            <pc:sldMk cId="1405030134" sldId="2146845974"/>
            <ac:spMk id="16" creationId="{CA8E94CF-63FF-4642-814A-BBA8D41FE39A}"/>
          </ac:spMkLst>
        </pc:spChg>
        <pc:spChg chg="add del mod">
          <ac:chgData name="Ken Popkin" userId="3c94c39e-c43b-4805-99ab-8da17777f1ac" providerId="ADAL" clId="{F16C0BA9-2BB7-491F-A920-1E1FD74F93D6}" dt="2021-03-09T19:20:29.692" v="1506" actId="478"/>
          <ac:spMkLst>
            <pc:docMk/>
            <pc:sldMk cId="1405030134" sldId="2146845974"/>
            <ac:spMk id="18" creationId="{B3C8660B-B1CB-4EEC-8D1B-5871D2781BBB}"/>
          </ac:spMkLst>
        </pc:spChg>
        <pc:spChg chg="add mod">
          <ac:chgData name="Ken Popkin" userId="3c94c39e-c43b-4805-99ab-8da17777f1ac" providerId="ADAL" clId="{F16C0BA9-2BB7-491F-A920-1E1FD74F93D6}" dt="2021-03-09T17:19:08.557" v="902" actId="6549"/>
          <ac:spMkLst>
            <pc:docMk/>
            <pc:sldMk cId="1405030134" sldId="2146845974"/>
            <ac:spMk id="19" creationId="{87E63596-5D10-4F0A-B1D2-EAB03556FF04}"/>
          </ac:spMkLst>
        </pc:spChg>
        <pc:spChg chg="add mod ord">
          <ac:chgData name="Ken Popkin" userId="3c94c39e-c43b-4805-99ab-8da17777f1ac" providerId="ADAL" clId="{F16C0BA9-2BB7-491F-A920-1E1FD74F93D6}" dt="2021-03-09T17:08:32.516" v="511" actId="164"/>
          <ac:spMkLst>
            <pc:docMk/>
            <pc:sldMk cId="1405030134" sldId="2146845974"/>
            <ac:spMk id="20" creationId="{3BA0BD81-31DB-426A-AC99-F829432AD43D}"/>
          </ac:spMkLst>
        </pc:spChg>
        <pc:spChg chg="add del mod">
          <ac:chgData name="Ken Popkin" userId="3c94c39e-c43b-4805-99ab-8da17777f1ac" providerId="ADAL" clId="{F16C0BA9-2BB7-491F-A920-1E1FD74F93D6}" dt="2021-03-09T19:39:36.576" v="2547" actId="478"/>
          <ac:spMkLst>
            <pc:docMk/>
            <pc:sldMk cId="1405030134" sldId="2146845974"/>
            <ac:spMk id="21" creationId="{A039CFD0-C3A8-4D8D-9D54-17613C608B5F}"/>
          </ac:spMkLst>
        </pc:spChg>
        <pc:spChg chg="add mod">
          <ac:chgData name="Ken Popkin" userId="3c94c39e-c43b-4805-99ab-8da17777f1ac" providerId="ADAL" clId="{F16C0BA9-2BB7-491F-A920-1E1FD74F93D6}" dt="2021-03-09T20:48:27.192" v="4678" actId="20577"/>
          <ac:spMkLst>
            <pc:docMk/>
            <pc:sldMk cId="1405030134" sldId="2146845974"/>
            <ac:spMk id="22" creationId="{30A10D0D-747D-41FA-AF5A-A207F4D58004}"/>
          </ac:spMkLst>
        </pc:spChg>
        <pc:spChg chg="add mod">
          <ac:chgData name="Ken Popkin" userId="3c94c39e-c43b-4805-99ab-8da17777f1ac" providerId="ADAL" clId="{F16C0BA9-2BB7-491F-A920-1E1FD74F93D6}" dt="2021-03-09T19:41:27.649" v="2586" actId="554"/>
          <ac:spMkLst>
            <pc:docMk/>
            <pc:sldMk cId="1405030134" sldId="2146845974"/>
            <ac:spMk id="23" creationId="{FD859B32-40EE-4F32-BA5D-A8C3C598327B}"/>
          </ac:spMkLst>
        </pc:spChg>
        <pc:spChg chg="add del mod">
          <ac:chgData name="Ken Popkin" userId="3c94c39e-c43b-4805-99ab-8da17777f1ac" providerId="ADAL" clId="{F16C0BA9-2BB7-491F-A920-1E1FD74F93D6}" dt="2021-03-09T19:39:33.829" v="2546" actId="478"/>
          <ac:spMkLst>
            <pc:docMk/>
            <pc:sldMk cId="1405030134" sldId="2146845974"/>
            <ac:spMk id="24" creationId="{6562CECC-A88E-4C51-95EB-8DBBE9FDAEA3}"/>
          </ac:spMkLst>
        </pc:spChg>
        <pc:spChg chg="add del mod">
          <ac:chgData name="Ken Popkin" userId="3c94c39e-c43b-4805-99ab-8da17777f1ac" providerId="ADAL" clId="{F16C0BA9-2BB7-491F-A920-1E1FD74F93D6}" dt="2021-03-09T19:38:13.233" v="2509" actId="478"/>
          <ac:spMkLst>
            <pc:docMk/>
            <pc:sldMk cId="1405030134" sldId="2146845974"/>
            <ac:spMk id="25" creationId="{3B14D7B5-6202-4BA2-BCD2-9BAFAA98D731}"/>
          </ac:spMkLst>
        </pc:spChg>
        <pc:spChg chg="add mod">
          <ac:chgData name="Ken Popkin" userId="3c94c39e-c43b-4805-99ab-8da17777f1ac" providerId="ADAL" clId="{F16C0BA9-2BB7-491F-A920-1E1FD74F93D6}" dt="2021-03-09T20:02:27.918" v="3224" actId="1076"/>
          <ac:spMkLst>
            <pc:docMk/>
            <pc:sldMk cId="1405030134" sldId="2146845974"/>
            <ac:spMk id="26" creationId="{92211282-4B21-42CC-9FFE-A1A4AB7A8487}"/>
          </ac:spMkLst>
        </pc:spChg>
        <pc:spChg chg="add mod">
          <ac:chgData name="Ken Popkin" userId="3c94c39e-c43b-4805-99ab-8da17777f1ac" providerId="ADAL" clId="{F16C0BA9-2BB7-491F-A920-1E1FD74F93D6}" dt="2021-03-09T19:41:27.649" v="2586" actId="554"/>
          <ac:spMkLst>
            <pc:docMk/>
            <pc:sldMk cId="1405030134" sldId="2146845974"/>
            <ac:spMk id="27" creationId="{BB366935-10D4-4E2F-B87F-84BE2D8DACCF}"/>
          </ac:spMkLst>
        </pc:spChg>
        <pc:spChg chg="add mod">
          <ac:chgData name="Ken Popkin" userId="3c94c39e-c43b-4805-99ab-8da17777f1ac" providerId="ADAL" clId="{F16C0BA9-2BB7-491F-A920-1E1FD74F93D6}" dt="2021-03-09T20:02:19.874" v="3223" actId="1076"/>
          <ac:spMkLst>
            <pc:docMk/>
            <pc:sldMk cId="1405030134" sldId="2146845974"/>
            <ac:spMk id="28" creationId="{441262D6-1B79-47A3-9609-6152D3A48797}"/>
          </ac:spMkLst>
        </pc:spChg>
        <pc:spChg chg="add mod">
          <ac:chgData name="Ken Popkin" userId="3c94c39e-c43b-4805-99ab-8da17777f1ac" providerId="ADAL" clId="{F16C0BA9-2BB7-491F-A920-1E1FD74F93D6}" dt="2021-03-09T19:52:51.423" v="2981" actId="164"/>
          <ac:spMkLst>
            <pc:docMk/>
            <pc:sldMk cId="1405030134" sldId="2146845974"/>
            <ac:spMk id="29" creationId="{27F8C3B4-6E24-48D2-8626-C9619A7B0D26}"/>
          </ac:spMkLst>
        </pc:spChg>
        <pc:spChg chg="add mod">
          <ac:chgData name="Ken Popkin" userId="3c94c39e-c43b-4805-99ab-8da17777f1ac" providerId="ADAL" clId="{F16C0BA9-2BB7-491F-A920-1E1FD74F93D6}" dt="2021-03-09T20:38:20.967" v="4379" actId="207"/>
          <ac:spMkLst>
            <pc:docMk/>
            <pc:sldMk cId="1405030134" sldId="2146845974"/>
            <ac:spMk id="31" creationId="{2BB5A140-4E9B-469C-943B-0A613219ABA8}"/>
          </ac:spMkLst>
        </pc:spChg>
        <pc:spChg chg="add mod">
          <ac:chgData name="Ken Popkin" userId="3c94c39e-c43b-4805-99ab-8da17777f1ac" providerId="ADAL" clId="{F16C0BA9-2BB7-491F-A920-1E1FD74F93D6}" dt="2021-03-09T20:01:48.324" v="3221" actId="1076"/>
          <ac:spMkLst>
            <pc:docMk/>
            <pc:sldMk cId="1405030134" sldId="2146845974"/>
            <ac:spMk id="33" creationId="{4D797708-BB4D-499B-9A9E-1AB505FFF060}"/>
          </ac:spMkLst>
        </pc:spChg>
        <pc:spChg chg="add mod">
          <ac:chgData name="Ken Popkin" userId="3c94c39e-c43b-4805-99ab-8da17777f1ac" providerId="ADAL" clId="{F16C0BA9-2BB7-491F-A920-1E1FD74F93D6}" dt="2021-03-09T20:05:44.114" v="3306" actId="6549"/>
          <ac:spMkLst>
            <pc:docMk/>
            <pc:sldMk cId="1405030134" sldId="2146845974"/>
            <ac:spMk id="34" creationId="{7974F962-7D7C-46F4-BAD5-B96BC7C4CDD0}"/>
          </ac:spMkLst>
        </pc:spChg>
        <pc:grpChg chg="add mod">
          <ac:chgData name="Ken Popkin" userId="3c94c39e-c43b-4805-99ab-8da17777f1ac" providerId="ADAL" clId="{F16C0BA9-2BB7-491F-A920-1E1FD74F93D6}" dt="2021-03-09T19:23:09.992" v="1631" actId="1035"/>
          <ac:grpSpMkLst>
            <pc:docMk/>
            <pc:sldMk cId="1405030134" sldId="2146845974"/>
            <ac:grpSpMk id="5" creationId="{07D3C7B2-6DE5-4593-9333-F90C7AC4C928}"/>
          </ac:grpSpMkLst>
        </pc:grpChg>
        <pc:grpChg chg="add del mod">
          <ac:chgData name="Ken Popkin" userId="3c94c39e-c43b-4805-99ab-8da17777f1ac" providerId="ADAL" clId="{F16C0BA9-2BB7-491F-A920-1E1FD74F93D6}" dt="2021-03-09T19:54:37.152" v="3044" actId="478"/>
          <ac:grpSpMkLst>
            <pc:docMk/>
            <pc:sldMk cId="1405030134" sldId="2146845974"/>
            <ac:grpSpMk id="11" creationId="{2771D3EF-98C5-4468-ACD8-BEB96A9FC9A3}"/>
          </ac:grpSpMkLst>
        </pc:grpChg>
        <pc:grpChg chg="del">
          <ac:chgData name="Ken Popkin" userId="3c94c39e-c43b-4805-99ab-8da17777f1ac" providerId="ADAL" clId="{F16C0BA9-2BB7-491F-A920-1E1FD74F93D6}" dt="2021-03-09T17:03:32.908" v="326" actId="478"/>
          <ac:grpSpMkLst>
            <pc:docMk/>
            <pc:sldMk cId="1405030134" sldId="2146845974"/>
            <ac:grpSpMk id="54" creationId="{BF941AD9-3512-4F7B-B463-239306E7F369}"/>
          </ac:grpSpMkLst>
        </pc:grpChg>
        <pc:cxnChg chg="add del mod">
          <ac:chgData name="Ken Popkin" userId="3c94c39e-c43b-4805-99ab-8da17777f1ac" providerId="ADAL" clId="{F16C0BA9-2BB7-491F-A920-1E1FD74F93D6}" dt="2021-03-09T19:55:42.021" v="3092" actId="478"/>
          <ac:cxnSpMkLst>
            <pc:docMk/>
            <pc:sldMk cId="1405030134" sldId="2146845974"/>
            <ac:cxnSpMk id="7" creationId="{020F3595-DE9A-4957-96F0-1374925F54A1}"/>
          </ac:cxnSpMkLst>
        </pc:cxnChg>
        <pc:cxnChg chg="add del mod">
          <ac:chgData name="Ken Popkin" userId="3c94c39e-c43b-4805-99ab-8da17777f1ac" providerId="ADAL" clId="{F16C0BA9-2BB7-491F-A920-1E1FD74F93D6}" dt="2021-03-09T17:20:52.271" v="946" actId="478"/>
          <ac:cxnSpMkLst>
            <pc:docMk/>
            <pc:sldMk cId="1405030134" sldId="2146845974"/>
            <ac:cxnSpMk id="9" creationId="{1E27AF9D-9582-42BD-86B0-AA8D4F15394B}"/>
          </ac:cxnSpMkLst>
        </pc:cxnChg>
        <pc:cxnChg chg="add del mod">
          <ac:chgData name="Ken Popkin" userId="3c94c39e-c43b-4805-99ab-8da17777f1ac" providerId="ADAL" clId="{F16C0BA9-2BB7-491F-A920-1E1FD74F93D6}" dt="2021-03-09T19:14:50.982" v="1330" actId="478"/>
          <ac:cxnSpMkLst>
            <pc:docMk/>
            <pc:sldMk cId="1405030134" sldId="2146845974"/>
            <ac:cxnSpMk id="12" creationId="{909B5DD0-5FC5-49DA-BF94-CEFF31D21D98}"/>
          </ac:cxnSpMkLst>
        </pc:cxnChg>
        <pc:cxnChg chg="add del mod">
          <ac:chgData name="Ken Popkin" userId="3c94c39e-c43b-4805-99ab-8da17777f1ac" providerId="ADAL" clId="{F16C0BA9-2BB7-491F-A920-1E1FD74F93D6}" dt="2021-03-09T19:14:53.490" v="1331" actId="478"/>
          <ac:cxnSpMkLst>
            <pc:docMk/>
            <pc:sldMk cId="1405030134" sldId="2146845974"/>
            <ac:cxnSpMk id="32" creationId="{21FFC337-C82F-4E4B-B7C2-9F8F91AC0C5E}"/>
          </ac:cxnSpMkLst>
        </pc:cxnChg>
      </pc:sldChg>
      <pc:sldChg chg="add ord">
        <pc:chgData name="Ken Popkin" userId="3c94c39e-c43b-4805-99ab-8da17777f1ac" providerId="ADAL" clId="{F16C0BA9-2BB7-491F-A920-1E1FD74F93D6}" dt="2021-03-09T19:29:43.485" v="1941"/>
        <pc:sldMkLst>
          <pc:docMk/>
          <pc:sldMk cId="3188655382" sldId="2146845975"/>
        </pc:sldMkLst>
      </pc:sldChg>
      <pc:sldChg chg="modSp add mod ord">
        <pc:chgData name="Ken Popkin" userId="3c94c39e-c43b-4805-99ab-8da17777f1ac" providerId="ADAL" clId="{F16C0BA9-2BB7-491F-A920-1E1FD74F93D6}" dt="2021-03-09T20:55:08.624" v="4723" actId="1076"/>
        <pc:sldMkLst>
          <pc:docMk/>
          <pc:sldMk cId="3445609876" sldId="2146845976"/>
        </pc:sldMkLst>
        <pc:spChg chg="mod">
          <ac:chgData name="Ken Popkin" userId="3c94c39e-c43b-4805-99ab-8da17777f1ac" providerId="ADAL" clId="{F16C0BA9-2BB7-491F-A920-1E1FD74F93D6}" dt="2021-03-09T20:03:29.839" v="3273" actId="207"/>
          <ac:spMkLst>
            <pc:docMk/>
            <pc:sldMk cId="3445609876" sldId="2146845976"/>
            <ac:spMk id="10" creationId="{A78988CF-C0D9-4564-A18C-624985AA8302}"/>
          </ac:spMkLst>
        </pc:spChg>
        <pc:graphicFrameChg chg="mod modGraphic">
          <ac:chgData name="Ken Popkin" userId="3c94c39e-c43b-4805-99ab-8da17777f1ac" providerId="ADAL" clId="{F16C0BA9-2BB7-491F-A920-1E1FD74F93D6}" dt="2021-03-09T20:55:08.624" v="4723" actId="1076"/>
          <ac:graphicFrameMkLst>
            <pc:docMk/>
            <pc:sldMk cId="3445609876" sldId="2146845976"/>
            <ac:graphicFrameMk id="8" creationId="{11C6AFA9-D17F-472D-97FC-23D5883BB9C0}"/>
          </ac:graphicFrameMkLst>
        </pc:graphicFrameChg>
      </pc:sldChg>
      <pc:sldChg chg="modSp add mod">
        <pc:chgData name="Ken Popkin" userId="3c94c39e-c43b-4805-99ab-8da17777f1ac" providerId="ADAL" clId="{F16C0BA9-2BB7-491F-A920-1E1FD74F93D6}" dt="2021-03-09T21:03:49.693" v="5003" actId="1036"/>
        <pc:sldMkLst>
          <pc:docMk/>
          <pc:sldMk cId="1621579523" sldId="2146845977"/>
        </pc:sldMkLst>
        <pc:spChg chg="mod">
          <ac:chgData name="Ken Popkin" userId="3c94c39e-c43b-4805-99ab-8da17777f1ac" providerId="ADAL" clId="{F16C0BA9-2BB7-491F-A920-1E1FD74F93D6}" dt="2021-03-09T21:03:42.028" v="4972" actId="20577"/>
          <ac:spMkLst>
            <pc:docMk/>
            <pc:sldMk cId="1621579523" sldId="2146845977"/>
            <ac:spMk id="10" creationId="{A78988CF-C0D9-4564-A18C-624985AA8302}"/>
          </ac:spMkLst>
        </pc:spChg>
        <pc:spChg chg="mod">
          <ac:chgData name="Ken Popkin" userId="3c94c39e-c43b-4805-99ab-8da17777f1ac" providerId="ADAL" clId="{F16C0BA9-2BB7-491F-A920-1E1FD74F93D6}" dt="2021-03-09T21:01:37.195" v="4843" actId="255"/>
          <ac:spMkLst>
            <pc:docMk/>
            <pc:sldMk cId="1621579523" sldId="2146845977"/>
            <ac:spMk id="41" creationId="{0750FBB1-C718-427A-8ACD-A95952A1F513}"/>
          </ac:spMkLst>
        </pc:spChg>
        <pc:spChg chg="mod">
          <ac:chgData name="Ken Popkin" userId="3c94c39e-c43b-4805-99ab-8da17777f1ac" providerId="ADAL" clId="{F16C0BA9-2BB7-491F-A920-1E1FD74F93D6}" dt="2021-03-09T21:01:37.195" v="4843" actId="255"/>
          <ac:spMkLst>
            <pc:docMk/>
            <pc:sldMk cId="1621579523" sldId="2146845977"/>
            <ac:spMk id="42" creationId="{D698F34E-5E77-4F66-8D3D-37493B526D4F}"/>
          </ac:spMkLst>
        </pc:spChg>
        <pc:spChg chg="mod">
          <ac:chgData name="Ken Popkin" userId="3c94c39e-c43b-4805-99ab-8da17777f1ac" providerId="ADAL" clId="{F16C0BA9-2BB7-491F-A920-1E1FD74F93D6}" dt="2021-03-09T21:01:37.195" v="4843" actId="255"/>
          <ac:spMkLst>
            <pc:docMk/>
            <pc:sldMk cId="1621579523" sldId="2146845977"/>
            <ac:spMk id="43" creationId="{405CEDBF-EA80-4FF2-B646-34ACBBF584D8}"/>
          </ac:spMkLst>
        </pc:spChg>
        <pc:spChg chg="mod">
          <ac:chgData name="Ken Popkin" userId="3c94c39e-c43b-4805-99ab-8da17777f1ac" providerId="ADAL" clId="{F16C0BA9-2BB7-491F-A920-1E1FD74F93D6}" dt="2021-03-09T21:01:43.671" v="4844" actId="255"/>
          <ac:spMkLst>
            <pc:docMk/>
            <pc:sldMk cId="1621579523" sldId="2146845977"/>
            <ac:spMk id="44" creationId="{D9752919-53EE-406D-A1FF-5942CFEA22AE}"/>
          </ac:spMkLst>
        </pc:spChg>
        <pc:spChg chg="mod">
          <ac:chgData name="Ken Popkin" userId="3c94c39e-c43b-4805-99ab-8da17777f1ac" providerId="ADAL" clId="{F16C0BA9-2BB7-491F-A920-1E1FD74F93D6}" dt="2021-03-09T21:02:57.597" v="4865" actId="1037"/>
          <ac:spMkLst>
            <pc:docMk/>
            <pc:sldMk cId="1621579523" sldId="2146845977"/>
            <ac:spMk id="49" creationId="{0AEFC690-3C95-4F92-A3B3-6E6F04817297}"/>
          </ac:spMkLst>
        </pc:spChg>
        <pc:spChg chg="mod">
          <ac:chgData name="Ken Popkin" userId="3c94c39e-c43b-4805-99ab-8da17777f1ac" providerId="ADAL" clId="{F16C0BA9-2BB7-491F-A920-1E1FD74F93D6}" dt="2021-03-09T21:02:14.795" v="4847" actId="255"/>
          <ac:spMkLst>
            <pc:docMk/>
            <pc:sldMk cId="1621579523" sldId="2146845977"/>
            <ac:spMk id="50" creationId="{300021EF-427A-4D0E-B6E6-8C0706DC3060}"/>
          </ac:spMkLst>
        </pc:spChg>
        <pc:spChg chg="mod">
          <ac:chgData name="Ken Popkin" userId="3c94c39e-c43b-4805-99ab-8da17777f1ac" providerId="ADAL" clId="{F16C0BA9-2BB7-491F-A920-1E1FD74F93D6}" dt="2021-03-09T21:03:06.647" v="4884" actId="1038"/>
          <ac:spMkLst>
            <pc:docMk/>
            <pc:sldMk cId="1621579523" sldId="2146845977"/>
            <ac:spMk id="51" creationId="{FE288D11-7038-402B-848F-FB5A99378125}"/>
          </ac:spMkLst>
        </pc:spChg>
        <pc:grpChg chg="mod">
          <ac:chgData name="Ken Popkin" userId="3c94c39e-c43b-4805-99ab-8da17777f1ac" providerId="ADAL" clId="{F16C0BA9-2BB7-491F-A920-1E1FD74F93D6}" dt="2021-03-09T21:03:49.693" v="5003" actId="1036"/>
          <ac:grpSpMkLst>
            <pc:docMk/>
            <pc:sldMk cId="1621579523" sldId="2146845977"/>
            <ac:grpSpMk id="54" creationId="{BF941AD9-3512-4F7B-B463-239306E7F369}"/>
          </ac:grpSpMkLst>
        </pc:grpChg>
        <pc:picChg chg="mod">
          <ac:chgData name="Ken Popkin" userId="3c94c39e-c43b-4805-99ab-8da17777f1ac" providerId="ADAL" clId="{F16C0BA9-2BB7-491F-A920-1E1FD74F93D6}" dt="2021-03-09T21:03:16.801" v="4920" actId="1038"/>
          <ac:picMkLst>
            <pc:docMk/>
            <pc:sldMk cId="1621579523" sldId="2146845977"/>
            <ac:picMk id="52" creationId="{7F668519-5CFB-4EC5-BAA8-2E8E7DA73248}"/>
          </ac:picMkLst>
        </pc:picChg>
        <pc:picChg chg="mod">
          <ac:chgData name="Ken Popkin" userId="3c94c39e-c43b-4805-99ab-8da17777f1ac" providerId="ADAL" clId="{F16C0BA9-2BB7-491F-A920-1E1FD74F93D6}" dt="2021-03-09T20:47:43.724" v="4676" actId="1038"/>
          <ac:picMkLst>
            <pc:docMk/>
            <pc:sldMk cId="1621579523" sldId="2146845977"/>
            <ac:picMk id="53" creationId="{AA293B1F-E6E2-49CA-8ECA-07577FE1B7CD}"/>
          </ac:picMkLst>
        </pc:picChg>
      </pc:sldChg>
    </pc:docChg>
  </pc:docChgLst>
  <pc:docChgLst>
    <pc:chgData name="Ken Popkin" userId="3c94c39e-c43b-4805-99ab-8da17777f1ac" providerId="ADAL" clId="{68297F89-6131-44AD-9F8E-85397584873C}"/>
    <pc:docChg chg="undo custSel addSld delSld modSld sldOrd modSection">
      <pc:chgData name="Ken Popkin" userId="3c94c39e-c43b-4805-99ab-8da17777f1ac" providerId="ADAL" clId="{68297F89-6131-44AD-9F8E-85397584873C}" dt="2021-04-22T12:59:38.635" v="7681"/>
      <pc:docMkLst>
        <pc:docMk/>
      </pc:docMkLst>
      <pc:sldChg chg="modSp mod ord">
        <pc:chgData name="Ken Popkin" userId="3c94c39e-c43b-4805-99ab-8da17777f1ac" providerId="ADAL" clId="{68297F89-6131-44AD-9F8E-85397584873C}" dt="2021-04-09T21:53:51.723" v="6641" actId="20577"/>
        <pc:sldMkLst>
          <pc:docMk/>
          <pc:sldMk cId="1353059238" sldId="5614"/>
        </pc:sldMkLst>
        <pc:spChg chg="mod">
          <ac:chgData name="Ken Popkin" userId="3c94c39e-c43b-4805-99ab-8da17777f1ac" providerId="ADAL" clId="{68297F89-6131-44AD-9F8E-85397584873C}" dt="2021-04-09T14:53:10.137" v="3471" actId="20577"/>
          <ac:spMkLst>
            <pc:docMk/>
            <pc:sldMk cId="1353059238" sldId="5614"/>
            <ac:spMk id="4" creationId="{FA8CCE2E-4E27-421F-B61B-BA79E1C45D4E}"/>
          </ac:spMkLst>
        </pc:spChg>
        <pc:spChg chg="mod">
          <ac:chgData name="Ken Popkin" userId="3c94c39e-c43b-4805-99ab-8da17777f1ac" providerId="ADAL" clId="{68297F89-6131-44AD-9F8E-85397584873C}" dt="2021-04-09T21:53:51.723" v="6641" actId="20577"/>
          <ac:spMkLst>
            <pc:docMk/>
            <pc:sldMk cId="1353059238" sldId="5614"/>
            <ac:spMk id="6" creationId="{CDD39DEB-5925-4BA9-8103-1B0E575C1ABC}"/>
          </ac:spMkLst>
        </pc:spChg>
        <pc:spChg chg="mod">
          <ac:chgData name="Ken Popkin" userId="3c94c39e-c43b-4805-99ab-8da17777f1ac" providerId="ADAL" clId="{68297F89-6131-44AD-9F8E-85397584873C}" dt="2021-04-09T14:20:03.926" v="3452" actId="20577"/>
          <ac:spMkLst>
            <pc:docMk/>
            <pc:sldMk cId="1353059238" sldId="5614"/>
            <ac:spMk id="8" creationId="{75519D4A-774D-414D-B8A8-0D4EB5641677}"/>
          </ac:spMkLst>
        </pc:spChg>
        <pc:spChg chg="mod">
          <ac:chgData name="Ken Popkin" userId="3c94c39e-c43b-4805-99ab-8da17777f1ac" providerId="ADAL" clId="{68297F89-6131-44AD-9F8E-85397584873C}" dt="2021-04-09T14:19:58.932" v="3445" actId="20577"/>
          <ac:spMkLst>
            <pc:docMk/>
            <pc:sldMk cId="1353059238" sldId="5614"/>
            <ac:spMk id="17" creationId="{7FED2470-28CD-4AFF-9BDB-09FA618CDF4C}"/>
          </ac:spMkLst>
        </pc:spChg>
      </pc:sldChg>
      <pc:sldChg chg="del">
        <pc:chgData name="Ken Popkin" userId="3c94c39e-c43b-4805-99ab-8da17777f1ac" providerId="ADAL" clId="{68297F89-6131-44AD-9F8E-85397584873C}" dt="2021-03-26T15:43:33.118" v="3127" actId="47"/>
        <pc:sldMkLst>
          <pc:docMk/>
          <pc:sldMk cId="93243010" sldId="7428"/>
        </pc:sldMkLst>
      </pc:sldChg>
      <pc:sldChg chg="ord">
        <pc:chgData name="Ken Popkin" userId="3c94c39e-c43b-4805-99ab-8da17777f1ac" providerId="ADAL" clId="{68297F89-6131-44AD-9F8E-85397584873C}" dt="2021-04-22T12:59:38.635" v="7681"/>
        <pc:sldMkLst>
          <pc:docMk/>
          <pc:sldMk cId="2678786716" sldId="2142532606"/>
        </pc:sldMkLst>
      </pc:sldChg>
      <pc:sldChg chg="addSp delSp modSp del mod ord setBg">
        <pc:chgData name="Ken Popkin" userId="3c94c39e-c43b-4805-99ab-8da17777f1ac" providerId="ADAL" clId="{68297F89-6131-44AD-9F8E-85397584873C}" dt="2021-04-10T00:05:07.863" v="7240" actId="47"/>
        <pc:sldMkLst>
          <pc:docMk/>
          <pc:sldMk cId="859232145" sldId="2146845971"/>
        </pc:sldMkLst>
        <pc:spChg chg="del mod">
          <ac:chgData name="Ken Popkin" userId="3c94c39e-c43b-4805-99ab-8da17777f1ac" providerId="ADAL" clId="{68297F89-6131-44AD-9F8E-85397584873C}" dt="2021-03-23T20:29:24.720" v="156" actId="478"/>
          <ac:spMkLst>
            <pc:docMk/>
            <pc:sldMk cId="859232145" sldId="2146845971"/>
            <ac:spMk id="2" creationId="{09881806-26FA-4FEE-95C5-D3CCFAEAD601}"/>
          </ac:spMkLst>
        </pc:spChg>
        <pc:spChg chg="del">
          <ac:chgData name="Ken Popkin" userId="3c94c39e-c43b-4805-99ab-8da17777f1ac" providerId="ADAL" clId="{68297F89-6131-44AD-9F8E-85397584873C}" dt="2021-03-23T20:14:54.637" v="83" actId="478"/>
          <ac:spMkLst>
            <pc:docMk/>
            <pc:sldMk cId="859232145" sldId="2146845971"/>
            <ac:spMk id="3" creationId="{36B7A1A3-ADBE-4786-BD7A-915DD7E68E8E}"/>
          </ac:spMkLst>
        </pc:spChg>
        <pc:spChg chg="add del mod">
          <ac:chgData name="Ken Popkin" userId="3c94c39e-c43b-4805-99ab-8da17777f1ac" providerId="ADAL" clId="{68297F89-6131-44AD-9F8E-85397584873C}" dt="2021-03-26T15:42:00.923" v="3122" actId="478"/>
          <ac:spMkLst>
            <pc:docMk/>
            <pc:sldMk cId="859232145" sldId="2146845971"/>
            <ac:spMk id="3" creationId="{98214B0A-7712-4151-94DA-009BBC633F1A}"/>
          </ac:spMkLst>
        </pc:spChg>
        <pc:spChg chg="add del mod">
          <ac:chgData name="Ken Popkin" userId="3c94c39e-c43b-4805-99ab-8da17777f1ac" providerId="ADAL" clId="{68297F89-6131-44AD-9F8E-85397584873C}" dt="2021-03-23T20:29:28.444" v="157" actId="478"/>
          <ac:spMkLst>
            <pc:docMk/>
            <pc:sldMk cId="859232145" sldId="2146845971"/>
            <ac:spMk id="8" creationId="{1AB21C35-7441-4F28-8759-2B665587043E}"/>
          </ac:spMkLst>
        </pc:spChg>
        <pc:spChg chg="del">
          <ac:chgData name="Ken Popkin" userId="3c94c39e-c43b-4805-99ab-8da17777f1ac" providerId="ADAL" clId="{68297F89-6131-44AD-9F8E-85397584873C}" dt="2021-03-23T20:14:23.959" v="61" actId="478"/>
          <ac:spMkLst>
            <pc:docMk/>
            <pc:sldMk cId="859232145" sldId="2146845971"/>
            <ac:spMk id="10" creationId="{14343C34-27C3-4137-B17F-5E8A53744555}"/>
          </ac:spMkLst>
        </pc:spChg>
        <pc:spChg chg="add mod">
          <ac:chgData name="Ken Popkin" userId="3c94c39e-c43b-4805-99ab-8da17777f1ac" providerId="ADAL" clId="{68297F89-6131-44AD-9F8E-85397584873C}" dt="2021-03-23T20:46:18.731" v="199" actId="1076"/>
          <ac:spMkLst>
            <pc:docMk/>
            <pc:sldMk cId="859232145" sldId="2146845971"/>
            <ac:spMk id="13" creationId="{04DDDABC-6927-4E13-AF05-243E9E003108}"/>
          </ac:spMkLst>
        </pc:spChg>
        <pc:spChg chg="add mod">
          <ac:chgData name="Ken Popkin" userId="3c94c39e-c43b-4805-99ab-8da17777f1ac" providerId="ADAL" clId="{68297F89-6131-44AD-9F8E-85397584873C}" dt="2021-03-26T15:43:00.690" v="3126"/>
          <ac:spMkLst>
            <pc:docMk/>
            <pc:sldMk cId="859232145" sldId="2146845971"/>
            <ac:spMk id="13" creationId="{1AF7881F-A81E-40DA-BFF9-DB64C657E5E5}"/>
          </ac:spMkLst>
        </pc:spChg>
        <pc:spChg chg="add mod">
          <ac:chgData name="Ken Popkin" userId="3c94c39e-c43b-4805-99ab-8da17777f1ac" providerId="ADAL" clId="{68297F89-6131-44AD-9F8E-85397584873C}" dt="2021-03-26T15:42:26.957" v="3123" actId="207"/>
          <ac:spMkLst>
            <pc:docMk/>
            <pc:sldMk cId="859232145" sldId="2146845971"/>
            <ac:spMk id="16" creationId="{3DC5E13E-84C8-4A48-9C10-7D4FFF65F2E1}"/>
          </ac:spMkLst>
        </pc:spChg>
        <pc:spChg chg="del mod">
          <ac:chgData name="Ken Popkin" userId="3c94c39e-c43b-4805-99ab-8da17777f1ac" providerId="ADAL" clId="{68297F89-6131-44AD-9F8E-85397584873C}" dt="2021-03-26T15:42:33.446" v="3124" actId="478"/>
          <ac:spMkLst>
            <pc:docMk/>
            <pc:sldMk cId="859232145" sldId="2146845971"/>
            <ac:spMk id="22" creationId="{93B6C7F0-3967-4A39-A878-CE368947C20D}"/>
          </ac:spMkLst>
        </pc:spChg>
        <pc:spChg chg="del">
          <ac:chgData name="Ken Popkin" userId="3c94c39e-c43b-4805-99ab-8da17777f1ac" providerId="ADAL" clId="{68297F89-6131-44AD-9F8E-85397584873C}" dt="2021-03-23T20:14:51.710" v="82" actId="478"/>
          <ac:spMkLst>
            <pc:docMk/>
            <pc:sldMk cId="859232145" sldId="2146845971"/>
            <ac:spMk id="90" creationId="{F108E085-3509-4B5D-8F00-E406CDC8D27B}"/>
          </ac:spMkLst>
        </pc:spChg>
        <pc:grpChg chg="add mod">
          <ac:chgData name="Ken Popkin" userId="3c94c39e-c43b-4805-99ab-8da17777f1ac" providerId="ADAL" clId="{68297F89-6131-44AD-9F8E-85397584873C}" dt="2021-03-26T13:46:00.041" v="268" actId="14100"/>
          <ac:grpSpMkLst>
            <pc:docMk/>
            <pc:sldMk cId="859232145" sldId="2146845971"/>
            <ac:grpSpMk id="9" creationId="{1A26EFCE-55FD-4F91-A60E-3C2DC3F725E7}"/>
          </ac:grpSpMkLst>
        </pc:grpChg>
        <pc:graphicFrameChg chg="del">
          <ac:chgData name="Ken Popkin" userId="3c94c39e-c43b-4805-99ab-8da17777f1ac" providerId="ADAL" clId="{68297F89-6131-44AD-9F8E-85397584873C}" dt="2021-03-23T20:14:49.016" v="81" actId="478"/>
          <ac:graphicFrameMkLst>
            <pc:docMk/>
            <pc:sldMk cId="859232145" sldId="2146845971"/>
            <ac:graphicFrameMk id="12" creationId="{96EC332B-23F2-4F6E-9044-3712989A4222}"/>
          </ac:graphicFrameMkLst>
        </pc:graphicFrameChg>
        <pc:picChg chg="add del mod">
          <ac:chgData name="Ken Popkin" userId="3c94c39e-c43b-4805-99ab-8da17777f1ac" providerId="ADAL" clId="{68297F89-6131-44AD-9F8E-85397584873C}" dt="2021-03-23T20:20:28.728" v="96" actId="478"/>
          <ac:picMkLst>
            <pc:docMk/>
            <pc:sldMk cId="859232145" sldId="2146845971"/>
            <ac:picMk id="8" creationId="{92BB9B87-C6B2-4855-BDB6-D7CFF6C10813}"/>
          </ac:picMkLst>
        </pc:picChg>
        <pc:picChg chg="add del mod">
          <ac:chgData name="Ken Popkin" userId="3c94c39e-c43b-4805-99ab-8da17777f1ac" providerId="ADAL" clId="{68297F89-6131-44AD-9F8E-85397584873C}" dt="2021-03-23T20:23:58.178" v="117" actId="478"/>
          <ac:picMkLst>
            <pc:docMk/>
            <pc:sldMk cId="859232145" sldId="2146845971"/>
            <ac:picMk id="11" creationId="{DC32D41D-F9E6-44B8-B11D-0C3DC38DCEBD}"/>
          </ac:picMkLst>
        </pc:picChg>
        <pc:picChg chg="add mod ord">
          <ac:chgData name="Ken Popkin" userId="3c94c39e-c43b-4805-99ab-8da17777f1ac" providerId="ADAL" clId="{68297F89-6131-44AD-9F8E-85397584873C}" dt="2021-03-23T20:30:00.795" v="166" actId="164"/>
          <ac:picMkLst>
            <pc:docMk/>
            <pc:sldMk cId="859232145" sldId="2146845971"/>
            <ac:picMk id="23" creationId="{22E5233B-235D-4D53-9EEC-73C99EE8B9A4}"/>
          </ac:picMkLst>
        </pc:picChg>
        <pc:cxnChg chg="add mod">
          <ac:chgData name="Ken Popkin" userId="3c94c39e-c43b-4805-99ab-8da17777f1ac" providerId="ADAL" clId="{68297F89-6131-44AD-9F8E-85397584873C}" dt="2021-03-23T20:30:00.795" v="166" actId="164"/>
          <ac:cxnSpMkLst>
            <pc:docMk/>
            <pc:sldMk cId="859232145" sldId="2146845971"/>
            <ac:cxnSpMk id="14" creationId="{BEA9A67B-17D3-4A00-A4C7-A08018EF0EF8}"/>
          </ac:cxnSpMkLst>
        </pc:cxnChg>
        <pc:cxnChg chg="add mod">
          <ac:chgData name="Ken Popkin" userId="3c94c39e-c43b-4805-99ab-8da17777f1ac" providerId="ADAL" clId="{68297F89-6131-44AD-9F8E-85397584873C}" dt="2021-03-23T20:30:00.795" v="166" actId="164"/>
          <ac:cxnSpMkLst>
            <pc:docMk/>
            <pc:sldMk cId="859232145" sldId="2146845971"/>
            <ac:cxnSpMk id="17" creationId="{C0FF894C-EAB7-4195-AB88-8C551501A271}"/>
          </ac:cxnSpMkLst>
        </pc:cxnChg>
        <pc:cxnChg chg="add mod">
          <ac:chgData name="Ken Popkin" userId="3c94c39e-c43b-4805-99ab-8da17777f1ac" providerId="ADAL" clId="{68297F89-6131-44AD-9F8E-85397584873C}" dt="2021-03-23T20:30:00.795" v="166" actId="164"/>
          <ac:cxnSpMkLst>
            <pc:docMk/>
            <pc:sldMk cId="859232145" sldId="2146845971"/>
            <ac:cxnSpMk id="19" creationId="{4CC49B4E-A5BB-4F59-85C0-2C427E828810}"/>
          </ac:cxnSpMkLst>
        </pc:cxnChg>
        <pc:cxnChg chg="add mod">
          <ac:chgData name="Ken Popkin" userId="3c94c39e-c43b-4805-99ab-8da17777f1ac" providerId="ADAL" clId="{68297F89-6131-44AD-9F8E-85397584873C}" dt="2021-03-23T20:30:00.795" v="166" actId="164"/>
          <ac:cxnSpMkLst>
            <pc:docMk/>
            <pc:sldMk cId="859232145" sldId="2146845971"/>
            <ac:cxnSpMk id="21" creationId="{6C512702-D4AA-4E69-A733-9990D830CD35}"/>
          </ac:cxnSpMkLst>
        </pc:cxnChg>
      </pc:sldChg>
      <pc:sldChg chg="modSp mod">
        <pc:chgData name="Ken Popkin" userId="3c94c39e-c43b-4805-99ab-8da17777f1ac" providerId="ADAL" clId="{68297F89-6131-44AD-9F8E-85397584873C}" dt="2021-03-26T13:44:01.511" v="261" actId="20577"/>
        <pc:sldMkLst>
          <pc:docMk/>
          <pc:sldMk cId="2130153696" sldId="2146845973"/>
        </pc:sldMkLst>
        <pc:spChg chg="mod">
          <ac:chgData name="Ken Popkin" userId="3c94c39e-c43b-4805-99ab-8da17777f1ac" providerId="ADAL" clId="{68297F89-6131-44AD-9F8E-85397584873C}" dt="2021-03-26T13:42:52.858" v="242" actId="20577"/>
          <ac:spMkLst>
            <pc:docMk/>
            <pc:sldMk cId="2130153696" sldId="2146845973"/>
            <ac:spMk id="3" creationId="{D73774F1-932B-4974-9CE8-09B029C61858}"/>
          </ac:spMkLst>
        </pc:spChg>
        <pc:spChg chg="mod">
          <ac:chgData name="Ken Popkin" userId="3c94c39e-c43b-4805-99ab-8da17777f1ac" providerId="ADAL" clId="{68297F89-6131-44AD-9F8E-85397584873C}" dt="2021-03-26T13:44:01.511" v="261" actId="20577"/>
          <ac:spMkLst>
            <pc:docMk/>
            <pc:sldMk cId="2130153696" sldId="2146845973"/>
            <ac:spMk id="16" creationId="{344E7F2A-759E-4996-9248-CADB73335B2B}"/>
          </ac:spMkLst>
        </pc:spChg>
        <pc:spChg chg="mod">
          <ac:chgData name="Ken Popkin" userId="3c94c39e-c43b-4805-99ab-8da17777f1ac" providerId="ADAL" clId="{68297F89-6131-44AD-9F8E-85397584873C}" dt="2021-03-26T13:43:29.400" v="243" actId="1076"/>
          <ac:spMkLst>
            <pc:docMk/>
            <pc:sldMk cId="2130153696" sldId="2146845973"/>
            <ac:spMk id="18" creationId="{4A93D7EC-8782-4C89-96A4-F012B0554B8D}"/>
          </ac:spMkLst>
        </pc:spChg>
      </pc:sldChg>
      <pc:sldChg chg="addSp delSp modSp mod">
        <pc:chgData name="Ken Popkin" userId="3c94c39e-c43b-4805-99ab-8da17777f1ac" providerId="ADAL" clId="{68297F89-6131-44AD-9F8E-85397584873C}" dt="2021-04-21T16:54:50.935" v="7675" actId="14100"/>
        <pc:sldMkLst>
          <pc:docMk/>
          <pc:sldMk cId="3445609876" sldId="2146845976"/>
        </pc:sldMkLst>
        <pc:spChg chg="add del">
          <ac:chgData name="Ken Popkin" userId="3c94c39e-c43b-4805-99ab-8da17777f1ac" providerId="ADAL" clId="{68297F89-6131-44AD-9F8E-85397584873C}" dt="2021-04-09T22:13:18.781" v="7209" actId="478"/>
          <ac:spMkLst>
            <pc:docMk/>
            <pc:sldMk cId="3445609876" sldId="2146845976"/>
            <ac:spMk id="2" creationId="{B6F959B6-B56B-4391-ADE1-188F2D2A9C1B}"/>
          </ac:spMkLst>
        </pc:spChg>
        <pc:spChg chg="add del mod">
          <ac:chgData name="Ken Popkin" userId="3c94c39e-c43b-4805-99ab-8da17777f1ac" providerId="ADAL" clId="{68297F89-6131-44AD-9F8E-85397584873C}" dt="2021-04-09T22:14:39.825" v="7224" actId="478"/>
          <ac:spMkLst>
            <pc:docMk/>
            <pc:sldMk cId="3445609876" sldId="2146845976"/>
            <ac:spMk id="3" creationId="{6419B994-A680-4D0C-958B-FC6221E9D382}"/>
          </ac:spMkLst>
        </pc:spChg>
        <pc:spChg chg="add mod">
          <ac:chgData name="Ken Popkin" userId="3c94c39e-c43b-4805-99ab-8da17777f1ac" providerId="ADAL" clId="{68297F89-6131-44AD-9F8E-85397584873C}" dt="2021-04-09T22:16:59.478" v="7239" actId="1076"/>
          <ac:spMkLst>
            <pc:docMk/>
            <pc:sldMk cId="3445609876" sldId="2146845976"/>
            <ac:spMk id="4" creationId="{87A7F968-1EF4-4295-9657-70F65FCDED5D}"/>
          </ac:spMkLst>
        </pc:spChg>
        <pc:spChg chg="mod">
          <ac:chgData name="Ken Popkin" userId="3c94c39e-c43b-4805-99ab-8da17777f1ac" providerId="ADAL" clId="{68297F89-6131-44AD-9F8E-85397584873C}" dt="2021-04-09T22:07:03.499" v="6837" actId="1076"/>
          <ac:spMkLst>
            <pc:docMk/>
            <pc:sldMk cId="3445609876" sldId="2146845976"/>
            <ac:spMk id="10" creationId="{A78988CF-C0D9-4564-A18C-624985AA8302}"/>
          </ac:spMkLst>
        </pc:spChg>
        <pc:graphicFrameChg chg="add del mod modGraphic">
          <ac:chgData name="Ken Popkin" userId="3c94c39e-c43b-4805-99ab-8da17777f1ac" providerId="ADAL" clId="{68297F89-6131-44AD-9F8E-85397584873C}" dt="2021-04-14T19:08:08.799" v="7294" actId="478"/>
          <ac:graphicFrameMkLst>
            <pc:docMk/>
            <pc:sldMk cId="3445609876" sldId="2146845976"/>
            <ac:graphicFrameMk id="2" creationId="{9FF4B6F7-F788-49BD-A895-E378333F3B3F}"/>
          </ac:graphicFrameMkLst>
        </pc:graphicFrameChg>
        <pc:graphicFrameChg chg="add del mod modGraphic">
          <ac:chgData name="Ken Popkin" userId="3c94c39e-c43b-4805-99ab-8da17777f1ac" providerId="ADAL" clId="{68297F89-6131-44AD-9F8E-85397584873C}" dt="2021-04-14T19:08:38.065" v="7297" actId="478"/>
          <ac:graphicFrameMkLst>
            <pc:docMk/>
            <pc:sldMk cId="3445609876" sldId="2146845976"/>
            <ac:graphicFrameMk id="3" creationId="{858F2910-686B-498C-BD5F-F00341D63D9A}"/>
          </ac:graphicFrameMkLst>
        </pc:graphicFrameChg>
        <pc:graphicFrameChg chg="add mod modGraphic">
          <ac:chgData name="Ken Popkin" userId="3c94c39e-c43b-4805-99ab-8da17777f1ac" providerId="ADAL" clId="{68297F89-6131-44AD-9F8E-85397584873C}" dt="2021-04-21T16:54:50.935" v="7675" actId="14100"/>
          <ac:graphicFrameMkLst>
            <pc:docMk/>
            <pc:sldMk cId="3445609876" sldId="2146845976"/>
            <ac:graphicFrameMk id="5" creationId="{C7D92F31-17B5-41DA-BF41-C5836D4683ED}"/>
          </ac:graphicFrameMkLst>
        </pc:graphicFrameChg>
        <pc:graphicFrameChg chg="del mod modGraphic">
          <ac:chgData name="Ken Popkin" userId="3c94c39e-c43b-4805-99ab-8da17777f1ac" providerId="ADAL" clId="{68297F89-6131-44AD-9F8E-85397584873C}" dt="2021-04-14T19:07:38.847" v="7288" actId="478"/>
          <ac:graphicFrameMkLst>
            <pc:docMk/>
            <pc:sldMk cId="3445609876" sldId="2146845976"/>
            <ac:graphicFrameMk id="7" creationId="{3050A818-959D-47B5-9938-7C1566218347}"/>
          </ac:graphicFrameMkLst>
        </pc:graphicFrameChg>
        <pc:graphicFrameChg chg="mod modGraphic">
          <ac:chgData name="Ken Popkin" userId="3c94c39e-c43b-4805-99ab-8da17777f1ac" providerId="ADAL" clId="{68297F89-6131-44AD-9F8E-85397584873C}" dt="2021-04-09T22:12:06.303" v="7180" actId="1037"/>
          <ac:graphicFrameMkLst>
            <pc:docMk/>
            <pc:sldMk cId="3445609876" sldId="2146845976"/>
            <ac:graphicFrameMk id="8" creationId="{11C6AFA9-D17F-472D-97FC-23D5883BB9C0}"/>
          </ac:graphicFrameMkLst>
        </pc:graphicFrameChg>
        <pc:graphicFrameChg chg="del mod modGraphic">
          <ac:chgData name="Ken Popkin" userId="3c94c39e-c43b-4805-99ab-8da17777f1ac" providerId="ADAL" clId="{68297F89-6131-44AD-9F8E-85397584873C}" dt="2021-04-09T22:06:57.917" v="6835" actId="478"/>
          <ac:graphicFrameMkLst>
            <pc:docMk/>
            <pc:sldMk cId="3445609876" sldId="2146845976"/>
            <ac:graphicFrameMk id="9" creationId="{C288DDB8-A596-45DD-8339-81F64AB25786}"/>
          </ac:graphicFrameMkLst>
        </pc:graphicFrameChg>
      </pc:sldChg>
      <pc:sldChg chg="del ord">
        <pc:chgData name="Ken Popkin" userId="3c94c39e-c43b-4805-99ab-8da17777f1ac" providerId="ADAL" clId="{68297F89-6131-44AD-9F8E-85397584873C}" dt="2021-03-26T15:37:23.989" v="3110" actId="47"/>
        <pc:sldMkLst>
          <pc:docMk/>
          <pc:sldMk cId="3118789118" sldId="2146845978"/>
        </pc:sldMkLst>
      </pc:sldChg>
      <pc:sldChg chg="modSp mod ord">
        <pc:chgData name="Ken Popkin" userId="3c94c39e-c43b-4805-99ab-8da17777f1ac" providerId="ADAL" clId="{68297F89-6131-44AD-9F8E-85397584873C}" dt="2021-04-13T18:17:09.306" v="7276" actId="20577"/>
        <pc:sldMkLst>
          <pc:docMk/>
          <pc:sldMk cId="207730898" sldId="2146845982"/>
        </pc:sldMkLst>
        <pc:spChg chg="mod">
          <ac:chgData name="Ken Popkin" userId="3c94c39e-c43b-4805-99ab-8da17777f1ac" providerId="ADAL" clId="{68297F89-6131-44AD-9F8E-85397584873C}" dt="2021-04-13T18:17:09.306" v="7276" actId="20577"/>
          <ac:spMkLst>
            <pc:docMk/>
            <pc:sldMk cId="207730898" sldId="2146845982"/>
            <ac:spMk id="2" creationId="{3B7F2E5F-0D14-4794-8967-57C6BDAD66D4}"/>
          </ac:spMkLst>
        </pc:spChg>
        <pc:spChg chg="mod">
          <ac:chgData name="Ken Popkin" userId="3c94c39e-c43b-4805-99ab-8da17777f1ac" providerId="ADAL" clId="{68297F89-6131-44AD-9F8E-85397584873C}" dt="2021-03-22T12:09:58.383" v="5" actId="207"/>
          <ac:spMkLst>
            <pc:docMk/>
            <pc:sldMk cId="207730898" sldId="2146845982"/>
            <ac:spMk id="10" creationId="{A78988CF-C0D9-4564-A18C-624985AA8302}"/>
          </ac:spMkLst>
        </pc:spChg>
        <pc:spChg chg="mod">
          <ac:chgData name="Ken Popkin" userId="3c94c39e-c43b-4805-99ab-8da17777f1ac" providerId="ADAL" clId="{68297F89-6131-44AD-9F8E-85397584873C}" dt="2021-03-22T12:10:08.384" v="8" actId="207"/>
          <ac:spMkLst>
            <pc:docMk/>
            <pc:sldMk cId="207730898" sldId="2146845982"/>
            <ac:spMk id="17" creationId="{0D16D375-1CF5-477C-9D0F-2E227CD161A0}"/>
          </ac:spMkLst>
        </pc:spChg>
        <pc:spChg chg="mod">
          <ac:chgData name="Ken Popkin" userId="3c94c39e-c43b-4805-99ab-8da17777f1ac" providerId="ADAL" clId="{68297F89-6131-44AD-9F8E-85397584873C}" dt="2021-03-23T20:47:05.537" v="203" actId="255"/>
          <ac:spMkLst>
            <pc:docMk/>
            <pc:sldMk cId="207730898" sldId="2146845982"/>
            <ac:spMk id="18" creationId="{98633BF9-267D-4EA7-927C-7745F66B826F}"/>
          </ac:spMkLst>
        </pc:spChg>
      </pc:sldChg>
      <pc:sldChg chg="ord">
        <pc:chgData name="Ken Popkin" userId="3c94c39e-c43b-4805-99ab-8da17777f1ac" providerId="ADAL" clId="{68297F89-6131-44AD-9F8E-85397584873C}" dt="2021-04-22T12:59:38.635" v="7681"/>
        <pc:sldMkLst>
          <pc:docMk/>
          <pc:sldMk cId="1395122171" sldId="2146845984"/>
        </pc:sldMkLst>
      </pc:sldChg>
      <pc:sldChg chg="ord">
        <pc:chgData name="Ken Popkin" userId="3c94c39e-c43b-4805-99ab-8da17777f1ac" providerId="ADAL" clId="{68297F89-6131-44AD-9F8E-85397584873C}" dt="2021-04-22T12:59:12.371" v="7679"/>
        <pc:sldMkLst>
          <pc:docMk/>
          <pc:sldMk cId="1690488660" sldId="2146845986"/>
        </pc:sldMkLst>
      </pc:sldChg>
      <pc:sldChg chg="addSp modSp add del mod ord">
        <pc:chgData name="Ken Popkin" userId="3c94c39e-c43b-4805-99ab-8da17777f1ac" providerId="ADAL" clId="{68297F89-6131-44AD-9F8E-85397584873C}" dt="2021-03-26T15:43:59.589" v="3128" actId="47"/>
        <pc:sldMkLst>
          <pc:docMk/>
          <pc:sldMk cId="2625122203" sldId="2146845991"/>
        </pc:sldMkLst>
        <pc:spChg chg="add mod">
          <ac:chgData name="Ken Popkin" userId="3c94c39e-c43b-4805-99ab-8da17777f1ac" providerId="ADAL" clId="{68297F89-6131-44AD-9F8E-85397584873C}" dt="2021-03-23T20:14:09.163" v="60" actId="688"/>
          <ac:spMkLst>
            <pc:docMk/>
            <pc:sldMk cId="2625122203" sldId="2146845991"/>
            <ac:spMk id="7" creationId="{CF4C73C4-8A07-4AA2-B5E1-BECF229377A9}"/>
          </ac:spMkLst>
        </pc:spChg>
      </pc:sldChg>
      <pc:sldChg chg="addSp delSp modSp add mod ord">
        <pc:chgData name="Ken Popkin" userId="3c94c39e-c43b-4805-99ab-8da17777f1ac" providerId="ADAL" clId="{68297F89-6131-44AD-9F8E-85397584873C}" dt="2021-04-09T14:31:32.607" v="3465"/>
        <pc:sldMkLst>
          <pc:docMk/>
          <pc:sldMk cId="2657179508" sldId="2146845992"/>
        </pc:sldMkLst>
        <pc:spChg chg="add del mod">
          <ac:chgData name="Ken Popkin" userId="3c94c39e-c43b-4805-99ab-8da17777f1ac" providerId="ADAL" clId="{68297F89-6131-44AD-9F8E-85397584873C}" dt="2021-03-26T14:32:21.040" v="2460" actId="21"/>
          <ac:spMkLst>
            <pc:docMk/>
            <pc:sldMk cId="2657179508" sldId="2146845992"/>
            <ac:spMk id="2" creationId="{E4F225F4-6811-48B8-B67A-871E4E0455B4}"/>
          </ac:spMkLst>
        </pc:spChg>
        <pc:spChg chg="mod">
          <ac:chgData name="Ken Popkin" userId="3c94c39e-c43b-4805-99ab-8da17777f1ac" providerId="ADAL" clId="{68297F89-6131-44AD-9F8E-85397584873C}" dt="2021-03-23T20:15:42.380" v="87" actId="1076"/>
          <ac:spMkLst>
            <pc:docMk/>
            <pc:sldMk cId="2657179508" sldId="2146845992"/>
            <ac:spMk id="3" creationId="{36B7A1A3-ADBE-4786-BD7A-915DD7E68E8E}"/>
          </ac:spMkLst>
        </pc:spChg>
        <pc:spChg chg="del">
          <ac:chgData name="Ken Popkin" userId="3c94c39e-c43b-4805-99ab-8da17777f1ac" providerId="ADAL" clId="{68297F89-6131-44AD-9F8E-85397584873C}" dt="2021-03-23T20:15:32.440" v="86" actId="478"/>
          <ac:spMkLst>
            <pc:docMk/>
            <pc:sldMk cId="2657179508" sldId="2146845992"/>
            <ac:spMk id="7" creationId="{CF4C73C4-8A07-4AA2-B5E1-BECF229377A9}"/>
          </ac:spMkLst>
        </pc:spChg>
        <pc:spChg chg="add mod">
          <ac:chgData name="Ken Popkin" userId="3c94c39e-c43b-4805-99ab-8da17777f1ac" providerId="ADAL" clId="{68297F89-6131-44AD-9F8E-85397584873C}" dt="2021-03-26T15:42:58.644" v="3125"/>
          <ac:spMkLst>
            <pc:docMk/>
            <pc:sldMk cId="2657179508" sldId="2146845992"/>
            <ac:spMk id="8" creationId="{4D0F07B0-F421-422B-B13A-6CD3E36F1213}"/>
          </ac:spMkLst>
        </pc:spChg>
        <pc:spChg chg="del">
          <ac:chgData name="Ken Popkin" userId="3c94c39e-c43b-4805-99ab-8da17777f1ac" providerId="ADAL" clId="{68297F89-6131-44AD-9F8E-85397584873C}" dt="2021-03-23T20:15:28.233" v="85" actId="478"/>
          <ac:spMkLst>
            <pc:docMk/>
            <pc:sldMk cId="2657179508" sldId="2146845992"/>
            <ac:spMk id="10" creationId="{14343C34-27C3-4137-B17F-5E8A53744555}"/>
          </ac:spMkLst>
        </pc:spChg>
        <pc:spChg chg="mod">
          <ac:chgData name="Ken Popkin" userId="3c94c39e-c43b-4805-99ab-8da17777f1ac" providerId="ADAL" clId="{68297F89-6131-44AD-9F8E-85397584873C}" dt="2021-03-23T20:15:42.380" v="87" actId="1076"/>
          <ac:spMkLst>
            <pc:docMk/>
            <pc:sldMk cId="2657179508" sldId="2146845992"/>
            <ac:spMk id="90" creationId="{F108E085-3509-4B5D-8F00-E406CDC8D27B}"/>
          </ac:spMkLst>
        </pc:spChg>
        <pc:graphicFrameChg chg="mod">
          <ac:chgData name="Ken Popkin" userId="3c94c39e-c43b-4805-99ab-8da17777f1ac" providerId="ADAL" clId="{68297F89-6131-44AD-9F8E-85397584873C}" dt="2021-03-23T20:15:42.380" v="87" actId="1076"/>
          <ac:graphicFrameMkLst>
            <pc:docMk/>
            <pc:sldMk cId="2657179508" sldId="2146845992"/>
            <ac:graphicFrameMk id="12" creationId="{96EC332B-23F2-4F6E-9044-3712989A4222}"/>
          </ac:graphicFrameMkLst>
        </pc:graphicFrameChg>
      </pc:sldChg>
      <pc:sldChg chg="add del setBg">
        <pc:chgData name="Ken Popkin" userId="3c94c39e-c43b-4805-99ab-8da17777f1ac" providerId="ADAL" clId="{68297F89-6131-44AD-9F8E-85397584873C}" dt="2021-03-26T13:46:47.721" v="271" actId="47"/>
        <pc:sldMkLst>
          <pc:docMk/>
          <pc:sldMk cId="821345020" sldId="2146845994"/>
        </pc:sldMkLst>
      </pc:sldChg>
      <pc:sldChg chg="addSp delSp modSp add mod ord">
        <pc:chgData name="Ken Popkin" userId="3c94c39e-c43b-4805-99ab-8da17777f1ac" providerId="ADAL" clId="{68297F89-6131-44AD-9F8E-85397584873C}" dt="2021-04-16T15:44:11.228" v="7408" actId="20577"/>
        <pc:sldMkLst>
          <pc:docMk/>
          <pc:sldMk cId="2117334497" sldId="2146845995"/>
        </pc:sldMkLst>
        <pc:spChg chg="mod">
          <ac:chgData name="Ken Popkin" userId="3c94c39e-c43b-4805-99ab-8da17777f1ac" providerId="ADAL" clId="{68297F89-6131-44AD-9F8E-85397584873C}" dt="2021-03-26T15:51:07.440" v="3333" actId="1035"/>
          <ac:spMkLst>
            <pc:docMk/>
            <pc:sldMk cId="2117334497" sldId="2146845995"/>
            <ac:spMk id="2" creationId="{3415D7D4-3680-4192-A583-D468CFFCF507}"/>
          </ac:spMkLst>
        </pc:spChg>
        <pc:spChg chg="del mod">
          <ac:chgData name="Ken Popkin" userId="3c94c39e-c43b-4805-99ab-8da17777f1ac" providerId="ADAL" clId="{68297F89-6131-44AD-9F8E-85397584873C}" dt="2021-03-26T14:11:46.179" v="1843" actId="478"/>
          <ac:spMkLst>
            <pc:docMk/>
            <pc:sldMk cId="2117334497" sldId="2146845995"/>
            <ac:spMk id="3" creationId="{35FEBA87-E5A5-4CAA-8842-CCF9825DDCF0}"/>
          </ac:spMkLst>
        </pc:spChg>
        <pc:spChg chg="add mod">
          <ac:chgData name="Ken Popkin" userId="3c94c39e-c43b-4805-99ab-8da17777f1ac" providerId="ADAL" clId="{68297F89-6131-44AD-9F8E-85397584873C}" dt="2021-03-26T15:50:18.894" v="3295" actId="164"/>
          <ac:spMkLst>
            <pc:docMk/>
            <pc:sldMk cId="2117334497" sldId="2146845995"/>
            <ac:spMk id="6" creationId="{F973CE78-6712-418A-9273-0613B62DC728}"/>
          </ac:spMkLst>
        </pc:spChg>
        <pc:spChg chg="add mod ord">
          <ac:chgData name="Ken Popkin" userId="3c94c39e-c43b-4805-99ab-8da17777f1ac" providerId="ADAL" clId="{68297F89-6131-44AD-9F8E-85397584873C}" dt="2021-03-26T15:50:18.894" v="3295" actId="164"/>
          <ac:spMkLst>
            <pc:docMk/>
            <pc:sldMk cId="2117334497" sldId="2146845995"/>
            <ac:spMk id="7" creationId="{0084863A-6324-4743-8341-2438BDA56123}"/>
          </ac:spMkLst>
        </pc:spChg>
        <pc:spChg chg="mod topLvl">
          <ac:chgData name="Ken Popkin" userId="3c94c39e-c43b-4805-99ab-8da17777f1ac" providerId="ADAL" clId="{68297F89-6131-44AD-9F8E-85397584873C}" dt="2021-04-09T21:48:44.204" v="6633" actId="1076"/>
          <ac:spMkLst>
            <pc:docMk/>
            <pc:sldMk cId="2117334497" sldId="2146845995"/>
            <ac:spMk id="14" creationId="{6932CE2D-FF33-4026-8184-39DD3D48EBEC}"/>
          </ac:spMkLst>
        </pc:spChg>
        <pc:spChg chg="mod">
          <ac:chgData name="Ken Popkin" userId="3c94c39e-c43b-4805-99ab-8da17777f1ac" providerId="ADAL" clId="{68297F89-6131-44AD-9F8E-85397584873C}" dt="2021-03-26T15:51:07.440" v="3333" actId="1035"/>
          <ac:spMkLst>
            <pc:docMk/>
            <pc:sldMk cId="2117334497" sldId="2146845995"/>
            <ac:spMk id="16" creationId="{CA8E94CF-63FF-4642-814A-BBA8D41FE39A}"/>
          </ac:spMkLst>
        </pc:spChg>
        <pc:spChg chg="mod topLvl">
          <ac:chgData name="Ken Popkin" userId="3c94c39e-c43b-4805-99ab-8da17777f1ac" providerId="ADAL" clId="{68297F89-6131-44AD-9F8E-85397584873C}" dt="2021-04-09T21:48:44.204" v="6633" actId="1076"/>
          <ac:spMkLst>
            <pc:docMk/>
            <pc:sldMk cId="2117334497" sldId="2146845995"/>
            <ac:spMk id="19" creationId="{B559C3E5-7805-41E0-97C3-CE61C9F9191F}"/>
          </ac:spMkLst>
        </pc:spChg>
        <pc:spChg chg="mod topLvl">
          <ac:chgData name="Ken Popkin" userId="3c94c39e-c43b-4805-99ab-8da17777f1ac" providerId="ADAL" clId="{68297F89-6131-44AD-9F8E-85397584873C}" dt="2021-04-09T21:48:44.204" v="6633" actId="1076"/>
          <ac:spMkLst>
            <pc:docMk/>
            <pc:sldMk cId="2117334497" sldId="2146845995"/>
            <ac:spMk id="20" creationId="{4BEEE9E4-D698-42AC-8142-6A82F886E7BD}"/>
          </ac:spMkLst>
        </pc:spChg>
        <pc:spChg chg="mod topLvl">
          <ac:chgData name="Ken Popkin" userId="3c94c39e-c43b-4805-99ab-8da17777f1ac" providerId="ADAL" clId="{68297F89-6131-44AD-9F8E-85397584873C}" dt="2021-04-09T21:48:44.204" v="6633" actId="1076"/>
          <ac:spMkLst>
            <pc:docMk/>
            <pc:sldMk cId="2117334497" sldId="2146845995"/>
            <ac:spMk id="21" creationId="{11232FA3-A680-4AD0-8D37-3548E40965AC}"/>
          </ac:spMkLst>
        </pc:spChg>
        <pc:spChg chg="mod">
          <ac:chgData name="Ken Popkin" userId="3c94c39e-c43b-4805-99ab-8da17777f1ac" providerId="ADAL" clId="{68297F89-6131-44AD-9F8E-85397584873C}" dt="2021-03-26T15:51:07.440" v="3333" actId="1035"/>
          <ac:spMkLst>
            <pc:docMk/>
            <pc:sldMk cId="2117334497" sldId="2146845995"/>
            <ac:spMk id="22" creationId="{30A10D0D-747D-41FA-AF5A-A207F4D58004}"/>
          </ac:spMkLst>
        </pc:spChg>
        <pc:spChg chg="mod">
          <ac:chgData name="Ken Popkin" userId="3c94c39e-c43b-4805-99ab-8da17777f1ac" providerId="ADAL" clId="{68297F89-6131-44AD-9F8E-85397584873C}" dt="2021-03-26T14:16:29.728" v="2063" actId="164"/>
          <ac:spMkLst>
            <pc:docMk/>
            <pc:sldMk cId="2117334497" sldId="2146845995"/>
            <ac:spMk id="23" creationId="{FD859B32-40EE-4F32-BA5D-A8C3C598327B}"/>
          </ac:spMkLst>
        </pc:spChg>
        <pc:spChg chg="mod topLvl">
          <ac:chgData name="Ken Popkin" userId="3c94c39e-c43b-4805-99ab-8da17777f1ac" providerId="ADAL" clId="{68297F89-6131-44AD-9F8E-85397584873C}" dt="2021-04-09T21:48:44.204" v="6633" actId="1076"/>
          <ac:spMkLst>
            <pc:docMk/>
            <pc:sldMk cId="2117334497" sldId="2146845995"/>
            <ac:spMk id="24" creationId="{88037950-5BBA-4351-9AD6-D135CE0A8B8A}"/>
          </ac:spMkLst>
        </pc:spChg>
        <pc:spChg chg="mod topLvl">
          <ac:chgData name="Ken Popkin" userId="3c94c39e-c43b-4805-99ab-8da17777f1ac" providerId="ADAL" clId="{68297F89-6131-44AD-9F8E-85397584873C}" dt="2021-04-09T21:48:44.204" v="6633" actId="1076"/>
          <ac:spMkLst>
            <pc:docMk/>
            <pc:sldMk cId="2117334497" sldId="2146845995"/>
            <ac:spMk id="25" creationId="{5DE6353B-7DA2-4346-AC08-0C881659DF8E}"/>
          </ac:spMkLst>
        </pc:spChg>
        <pc:spChg chg="mod">
          <ac:chgData name="Ken Popkin" userId="3c94c39e-c43b-4805-99ab-8da17777f1ac" providerId="ADAL" clId="{68297F89-6131-44AD-9F8E-85397584873C}" dt="2021-03-26T14:16:29.728" v="2063" actId="164"/>
          <ac:spMkLst>
            <pc:docMk/>
            <pc:sldMk cId="2117334497" sldId="2146845995"/>
            <ac:spMk id="26" creationId="{92211282-4B21-42CC-9FFE-A1A4AB7A8487}"/>
          </ac:spMkLst>
        </pc:spChg>
        <pc:spChg chg="mod">
          <ac:chgData name="Ken Popkin" userId="3c94c39e-c43b-4805-99ab-8da17777f1ac" providerId="ADAL" clId="{68297F89-6131-44AD-9F8E-85397584873C}" dt="2021-03-26T14:16:29.728" v="2063" actId="164"/>
          <ac:spMkLst>
            <pc:docMk/>
            <pc:sldMk cId="2117334497" sldId="2146845995"/>
            <ac:spMk id="27" creationId="{BB366935-10D4-4E2F-B87F-84BE2D8DACCF}"/>
          </ac:spMkLst>
        </pc:spChg>
        <pc:spChg chg="mod">
          <ac:chgData name="Ken Popkin" userId="3c94c39e-c43b-4805-99ab-8da17777f1ac" providerId="ADAL" clId="{68297F89-6131-44AD-9F8E-85397584873C}" dt="2021-03-26T14:16:29.728" v="2063" actId="164"/>
          <ac:spMkLst>
            <pc:docMk/>
            <pc:sldMk cId="2117334497" sldId="2146845995"/>
            <ac:spMk id="28" creationId="{441262D6-1B79-47A3-9609-6152D3A48797}"/>
          </ac:spMkLst>
        </pc:spChg>
        <pc:spChg chg="add del mod">
          <ac:chgData name="Ken Popkin" userId="3c94c39e-c43b-4805-99ab-8da17777f1ac" providerId="ADAL" clId="{68297F89-6131-44AD-9F8E-85397584873C}" dt="2021-03-26T14:13:11.822" v="1927" actId="478"/>
          <ac:spMkLst>
            <pc:docMk/>
            <pc:sldMk cId="2117334497" sldId="2146845995"/>
            <ac:spMk id="29" creationId="{40F183E1-D7B6-473A-ACBA-CB6BF2C6AE25}"/>
          </ac:spMkLst>
        </pc:spChg>
        <pc:spChg chg="add mod">
          <ac:chgData name="Ken Popkin" userId="3c94c39e-c43b-4805-99ab-8da17777f1ac" providerId="ADAL" clId="{68297F89-6131-44AD-9F8E-85397584873C}" dt="2021-04-16T15:43:28.018" v="7334" actId="20577"/>
          <ac:spMkLst>
            <pc:docMk/>
            <pc:sldMk cId="2117334497" sldId="2146845995"/>
            <ac:spMk id="30" creationId="{346A32EA-B65B-4810-A00A-A03C89A362C3}"/>
          </ac:spMkLst>
        </pc:spChg>
        <pc:spChg chg="add del mod">
          <ac:chgData name="Ken Popkin" userId="3c94c39e-c43b-4805-99ab-8da17777f1ac" providerId="ADAL" clId="{68297F89-6131-44AD-9F8E-85397584873C}" dt="2021-03-26T14:17:16.209" v="2095" actId="478"/>
          <ac:spMkLst>
            <pc:docMk/>
            <pc:sldMk cId="2117334497" sldId="2146845995"/>
            <ac:spMk id="30" creationId="{900AA9F1-B36A-4D78-9BBE-F2EDFB976A5B}"/>
          </ac:spMkLst>
        </pc:spChg>
        <pc:spChg chg="mod topLvl">
          <ac:chgData name="Ken Popkin" userId="3c94c39e-c43b-4805-99ab-8da17777f1ac" providerId="ADAL" clId="{68297F89-6131-44AD-9F8E-85397584873C}" dt="2021-04-09T21:48:44.204" v="6633" actId="1076"/>
          <ac:spMkLst>
            <pc:docMk/>
            <pc:sldMk cId="2117334497" sldId="2146845995"/>
            <ac:spMk id="31" creationId="{487B0D63-3743-4DD5-A17C-8175F248E3B8}"/>
          </ac:spMkLst>
        </pc:spChg>
        <pc:spChg chg="mod topLvl">
          <ac:chgData name="Ken Popkin" userId="3c94c39e-c43b-4805-99ab-8da17777f1ac" providerId="ADAL" clId="{68297F89-6131-44AD-9F8E-85397584873C}" dt="2021-04-09T21:48:44.204" v="6633" actId="1076"/>
          <ac:spMkLst>
            <pc:docMk/>
            <pc:sldMk cId="2117334497" sldId="2146845995"/>
            <ac:spMk id="32" creationId="{7B8E91E0-3B7E-4C64-AEBC-491343E85454}"/>
          </ac:spMkLst>
        </pc:spChg>
        <pc:spChg chg="add del mod">
          <ac:chgData name="Ken Popkin" userId="3c94c39e-c43b-4805-99ab-8da17777f1ac" providerId="ADAL" clId="{68297F89-6131-44AD-9F8E-85397584873C}" dt="2021-03-26T14:41:01.620" v="2693" actId="478"/>
          <ac:spMkLst>
            <pc:docMk/>
            <pc:sldMk cId="2117334497" sldId="2146845995"/>
            <ac:spMk id="33" creationId="{6459A818-6983-483E-BD1C-BF2F151E7215}"/>
          </ac:spMkLst>
        </pc:spChg>
        <pc:spChg chg="add mod">
          <ac:chgData name="Ken Popkin" userId="3c94c39e-c43b-4805-99ab-8da17777f1ac" providerId="ADAL" clId="{68297F89-6131-44AD-9F8E-85397584873C}" dt="2021-04-16T15:44:11.228" v="7408" actId="20577"/>
          <ac:spMkLst>
            <pc:docMk/>
            <pc:sldMk cId="2117334497" sldId="2146845995"/>
            <ac:spMk id="33" creationId="{E35EF525-1936-4E57-8519-302A31CD1AA9}"/>
          </ac:spMkLst>
        </pc:spChg>
        <pc:spChg chg="add mod">
          <ac:chgData name="Ken Popkin" userId="3c94c39e-c43b-4805-99ab-8da17777f1ac" providerId="ADAL" clId="{68297F89-6131-44AD-9F8E-85397584873C}" dt="2021-03-26T15:51:07.440" v="3333" actId="1035"/>
          <ac:spMkLst>
            <pc:docMk/>
            <pc:sldMk cId="2117334497" sldId="2146845995"/>
            <ac:spMk id="34" creationId="{85351D4C-2272-4405-8E0C-0831B52A9AC1}"/>
          </ac:spMkLst>
        </pc:spChg>
        <pc:spChg chg="add del mod">
          <ac:chgData name="Ken Popkin" userId="3c94c39e-c43b-4805-99ab-8da17777f1ac" providerId="ADAL" clId="{68297F89-6131-44AD-9F8E-85397584873C}" dt="2021-03-26T14:32:32.528" v="2463" actId="478"/>
          <ac:spMkLst>
            <pc:docMk/>
            <pc:sldMk cId="2117334497" sldId="2146845995"/>
            <ac:spMk id="35" creationId="{E5D1A5A8-DEF4-4288-B66D-B3379AAD9082}"/>
          </ac:spMkLst>
        </pc:spChg>
        <pc:spChg chg="add mod">
          <ac:chgData name="Ken Popkin" userId="3c94c39e-c43b-4805-99ab-8da17777f1ac" providerId="ADAL" clId="{68297F89-6131-44AD-9F8E-85397584873C}" dt="2021-03-26T15:50:25.811" v="3296" actId="164"/>
          <ac:spMkLst>
            <pc:docMk/>
            <pc:sldMk cId="2117334497" sldId="2146845995"/>
            <ac:spMk id="36" creationId="{5AD26F7E-7C2A-4548-B882-F635ED0D6E49}"/>
          </ac:spMkLst>
        </pc:spChg>
        <pc:spChg chg="add mod topLvl">
          <ac:chgData name="Ken Popkin" userId="3c94c39e-c43b-4805-99ab-8da17777f1ac" providerId="ADAL" clId="{68297F89-6131-44AD-9F8E-85397584873C}" dt="2021-04-09T21:48:44.204" v="6633" actId="1076"/>
          <ac:spMkLst>
            <pc:docMk/>
            <pc:sldMk cId="2117334497" sldId="2146845995"/>
            <ac:spMk id="37" creationId="{11871784-1DD6-4DD2-AAD7-2C70088B5097}"/>
          </ac:spMkLst>
        </pc:spChg>
        <pc:spChg chg="add del mod">
          <ac:chgData name="Ken Popkin" userId="3c94c39e-c43b-4805-99ab-8da17777f1ac" providerId="ADAL" clId="{68297F89-6131-44AD-9F8E-85397584873C}" dt="2021-03-26T14:44:11.117" v="2791" actId="478"/>
          <ac:spMkLst>
            <pc:docMk/>
            <pc:sldMk cId="2117334497" sldId="2146845995"/>
            <ac:spMk id="38" creationId="{936C49B7-094C-44A4-9CC5-3647A13FF61A}"/>
          </ac:spMkLst>
        </pc:spChg>
        <pc:spChg chg="add del mod">
          <ac:chgData name="Ken Popkin" userId="3c94c39e-c43b-4805-99ab-8da17777f1ac" providerId="ADAL" clId="{68297F89-6131-44AD-9F8E-85397584873C}" dt="2021-03-26T14:44:40.774" v="2803" actId="478"/>
          <ac:spMkLst>
            <pc:docMk/>
            <pc:sldMk cId="2117334497" sldId="2146845995"/>
            <ac:spMk id="39" creationId="{D4D24237-38A7-48D4-9938-0B44B8534D7E}"/>
          </ac:spMkLst>
        </pc:spChg>
        <pc:spChg chg="add del mod">
          <ac:chgData name="Ken Popkin" userId="3c94c39e-c43b-4805-99ab-8da17777f1ac" providerId="ADAL" clId="{68297F89-6131-44AD-9F8E-85397584873C}" dt="2021-03-26T14:44:43.177" v="2804" actId="478"/>
          <ac:spMkLst>
            <pc:docMk/>
            <pc:sldMk cId="2117334497" sldId="2146845995"/>
            <ac:spMk id="40" creationId="{7192623D-378C-4471-B5FF-5D450384C390}"/>
          </ac:spMkLst>
        </pc:spChg>
        <pc:spChg chg="add mod">
          <ac:chgData name="Ken Popkin" userId="3c94c39e-c43b-4805-99ab-8da17777f1ac" providerId="ADAL" clId="{68297F89-6131-44AD-9F8E-85397584873C}" dt="2021-03-26T15:51:07.440" v="3333" actId="1035"/>
          <ac:spMkLst>
            <pc:docMk/>
            <pc:sldMk cId="2117334497" sldId="2146845995"/>
            <ac:spMk id="41" creationId="{A5C2763B-04F8-498B-9726-3D80351C654D}"/>
          </ac:spMkLst>
        </pc:spChg>
        <pc:spChg chg="add mod ord">
          <ac:chgData name="Ken Popkin" userId="3c94c39e-c43b-4805-99ab-8da17777f1ac" providerId="ADAL" clId="{68297F89-6131-44AD-9F8E-85397584873C}" dt="2021-03-26T15:50:25.811" v="3296" actId="164"/>
          <ac:spMkLst>
            <pc:docMk/>
            <pc:sldMk cId="2117334497" sldId="2146845995"/>
            <ac:spMk id="42" creationId="{7E7977D7-FC9D-4EDF-8378-1D3D2B4B5999}"/>
          </ac:spMkLst>
        </pc:spChg>
        <pc:spChg chg="add mod">
          <ac:chgData name="Ken Popkin" userId="3c94c39e-c43b-4805-99ab-8da17777f1ac" providerId="ADAL" clId="{68297F89-6131-44AD-9F8E-85397584873C}" dt="2021-03-26T15:51:07.440" v="3333" actId="1035"/>
          <ac:spMkLst>
            <pc:docMk/>
            <pc:sldMk cId="2117334497" sldId="2146845995"/>
            <ac:spMk id="43" creationId="{127E3CE9-BBC2-405E-9142-16B481C0A520}"/>
          </ac:spMkLst>
        </pc:spChg>
        <pc:spChg chg="add mod">
          <ac:chgData name="Ken Popkin" userId="3c94c39e-c43b-4805-99ab-8da17777f1ac" providerId="ADAL" clId="{68297F89-6131-44AD-9F8E-85397584873C}" dt="2021-03-26T15:51:07.440" v="3333" actId="1035"/>
          <ac:spMkLst>
            <pc:docMk/>
            <pc:sldMk cId="2117334497" sldId="2146845995"/>
            <ac:spMk id="44" creationId="{0AB2BB59-3CD0-4081-82CC-3F7780750F75}"/>
          </ac:spMkLst>
        </pc:spChg>
        <pc:spChg chg="add mod">
          <ac:chgData name="Ken Popkin" userId="3c94c39e-c43b-4805-99ab-8da17777f1ac" providerId="ADAL" clId="{68297F89-6131-44AD-9F8E-85397584873C}" dt="2021-03-26T15:51:07.440" v="3333" actId="1035"/>
          <ac:spMkLst>
            <pc:docMk/>
            <pc:sldMk cId="2117334497" sldId="2146845995"/>
            <ac:spMk id="45" creationId="{6871745E-AE7B-4C15-AB6D-59F6B0B2A431}"/>
          </ac:spMkLst>
        </pc:spChg>
        <pc:spChg chg="add mod">
          <ac:chgData name="Ken Popkin" userId="3c94c39e-c43b-4805-99ab-8da17777f1ac" providerId="ADAL" clId="{68297F89-6131-44AD-9F8E-85397584873C}" dt="2021-03-26T15:51:07.440" v="3333" actId="1035"/>
          <ac:spMkLst>
            <pc:docMk/>
            <pc:sldMk cId="2117334497" sldId="2146845995"/>
            <ac:spMk id="46" creationId="{50F091D5-1BA8-48AC-85C4-A800F65A2C3C}"/>
          </ac:spMkLst>
        </pc:spChg>
        <pc:grpChg chg="add mod">
          <ac:chgData name="Ken Popkin" userId="3c94c39e-c43b-4805-99ab-8da17777f1ac" providerId="ADAL" clId="{68297F89-6131-44AD-9F8E-85397584873C}" dt="2021-04-09T21:38:09.619" v="6599" actId="164"/>
          <ac:grpSpMkLst>
            <pc:docMk/>
            <pc:sldMk cId="2117334497" sldId="2146845995"/>
            <ac:grpSpMk id="3" creationId="{5ABB9D14-27E7-492F-AC95-854BE09D2D5C}"/>
          </ac:grpSpMkLst>
        </pc:grpChg>
        <pc:grpChg chg="add del mod topLvl">
          <ac:chgData name="Ken Popkin" userId="3c94c39e-c43b-4805-99ab-8da17777f1ac" providerId="ADAL" clId="{68297F89-6131-44AD-9F8E-85397584873C}" dt="2021-04-09T21:35:32.713" v="6388" actId="165"/>
          <ac:grpSpMkLst>
            <pc:docMk/>
            <pc:sldMk cId="2117334497" sldId="2146845995"/>
            <ac:grpSpMk id="4" creationId="{A296BBD4-2AD1-46D8-9764-2B4491E19338}"/>
          </ac:grpSpMkLst>
        </pc:grpChg>
        <pc:grpChg chg="add del mod">
          <ac:chgData name="Ken Popkin" userId="3c94c39e-c43b-4805-99ab-8da17777f1ac" providerId="ADAL" clId="{68297F89-6131-44AD-9F8E-85397584873C}" dt="2021-03-26T14:31:12.568" v="2455" actId="478"/>
          <ac:grpSpMkLst>
            <pc:docMk/>
            <pc:sldMk cId="2117334497" sldId="2146845995"/>
            <ac:grpSpMk id="5" creationId="{40A1AEB9-A1AB-4818-8094-4136DF4CDA78}"/>
          </ac:grpSpMkLst>
        </pc:grpChg>
        <pc:grpChg chg="add del mod">
          <ac:chgData name="Ken Popkin" userId="3c94c39e-c43b-4805-99ab-8da17777f1ac" providerId="ADAL" clId="{68297F89-6131-44AD-9F8E-85397584873C}" dt="2021-04-09T21:34:52.795" v="6387" actId="165"/>
          <ac:grpSpMkLst>
            <pc:docMk/>
            <pc:sldMk cId="2117334497" sldId="2146845995"/>
            <ac:grpSpMk id="8" creationId="{2D7C09DD-4FD5-4BD6-BCD0-CBF6719CF1E1}"/>
          </ac:grpSpMkLst>
        </pc:grpChg>
        <pc:grpChg chg="add mod">
          <ac:chgData name="Ken Popkin" userId="3c94c39e-c43b-4805-99ab-8da17777f1ac" providerId="ADAL" clId="{68297F89-6131-44AD-9F8E-85397584873C}" dt="2021-03-26T15:51:07.440" v="3333" actId="1035"/>
          <ac:grpSpMkLst>
            <pc:docMk/>
            <pc:sldMk cId="2117334497" sldId="2146845995"/>
            <ac:grpSpMk id="9" creationId="{76977501-EF23-4AF7-955E-00A2B9B1150C}"/>
          </ac:grpSpMkLst>
        </pc:grpChg>
        <pc:grpChg chg="add mod">
          <ac:chgData name="Ken Popkin" userId="3c94c39e-c43b-4805-99ab-8da17777f1ac" providerId="ADAL" clId="{68297F89-6131-44AD-9F8E-85397584873C}" dt="2021-03-26T15:51:07.440" v="3333" actId="1035"/>
          <ac:grpSpMkLst>
            <pc:docMk/>
            <pc:sldMk cId="2117334497" sldId="2146845995"/>
            <ac:grpSpMk id="11" creationId="{7A3FEA35-F4FB-44AF-972E-A7C023CC4043}"/>
          </ac:grpSpMkLst>
        </pc:grpChg>
      </pc:sldChg>
      <pc:sldChg chg="add del setBg">
        <pc:chgData name="Ken Popkin" userId="3c94c39e-c43b-4805-99ab-8da17777f1ac" providerId="ADAL" clId="{68297F89-6131-44AD-9F8E-85397584873C}" dt="2021-03-26T15:02:43.318" v="3109" actId="47"/>
        <pc:sldMkLst>
          <pc:docMk/>
          <pc:sldMk cId="1287034238" sldId="2146845996"/>
        </pc:sldMkLst>
      </pc:sldChg>
      <pc:sldChg chg="ord">
        <pc:chgData name="Ken Popkin" userId="3c94c39e-c43b-4805-99ab-8da17777f1ac" providerId="ADAL" clId="{68297F89-6131-44AD-9F8E-85397584873C}" dt="2021-04-22T12:58:59.919" v="7677"/>
        <pc:sldMkLst>
          <pc:docMk/>
          <pc:sldMk cId="716058420" sldId="2146846000"/>
        </pc:sldMkLst>
      </pc:sldChg>
      <pc:sldChg chg="addSp delSp modSp add mod">
        <pc:chgData name="Ken Popkin" userId="3c94c39e-c43b-4805-99ab-8da17777f1ac" providerId="ADAL" clId="{68297F89-6131-44AD-9F8E-85397584873C}" dt="2021-04-09T14:54:01.496" v="3491" actId="478"/>
        <pc:sldMkLst>
          <pc:docMk/>
          <pc:sldMk cId="2597472437" sldId="2146846001"/>
        </pc:sldMkLst>
        <pc:spChg chg="mod">
          <ac:chgData name="Ken Popkin" userId="3c94c39e-c43b-4805-99ab-8da17777f1ac" providerId="ADAL" clId="{68297F89-6131-44AD-9F8E-85397584873C}" dt="2021-04-09T14:53:44.204" v="3486" actId="20577"/>
          <ac:spMkLst>
            <pc:docMk/>
            <pc:sldMk cId="2597472437" sldId="2146846001"/>
            <ac:spMk id="4" creationId="{FA8CCE2E-4E27-421F-B61B-BA79E1C45D4E}"/>
          </ac:spMkLst>
        </pc:spChg>
        <pc:spChg chg="mod">
          <ac:chgData name="Ken Popkin" userId="3c94c39e-c43b-4805-99ab-8da17777f1ac" providerId="ADAL" clId="{68297F89-6131-44AD-9F8E-85397584873C}" dt="2021-04-09T14:53:50.863" v="3487" actId="6549"/>
          <ac:spMkLst>
            <pc:docMk/>
            <pc:sldMk cId="2597472437" sldId="2146846001"/>
            <ac:spMk id="6" creationId="{CDD39DEB-5925-4BA9-8103-1B0E575C1ABC}"/>
          </ac:spMkLst>
        </pc:spChg>
        <pc:spChg chg="add del">
          <ac:chgData name="Ken Popkin" userId="3c94c39e-c43b-4805-99ab-8da17777f1ac" providerId="ADAL" clId="{68297F89-6131-44AD-9F8E-85397584873C}" dt="2021-04-09T14:53:59.433" v="3490" actId="478"/>
          <ac:spMkLst>
            <pc:docMk/>
            <pc:sldMk cId="2597472437" sldId="2146846001"/>
            <ac:spMk id="7" creationId="{050C14EF-432D-4754-8710-3DB2550103CC}"/>
          </ac:spMkLst>
        </pc:spChg>
        <pc:spChg chg="add del">
          <ac:chgData name="Ken Popkin" userId="3c94c39e-c43b-4805-99ab-8da17777f1ac" providerId="ADAL" clId="{68297F89-6131-44AD-9F8E-85397584873C}" dt="2021-04-09T14:54:01.496" v="3491" actId="478"/>
          <ac:spMkLst>
            <pc:docMk/>
            <pc:sldMk cId="2597472437" sldId="2146846001"/>
            <ac:spMk id="8" creationId="{75519D4A-774D-414D-B8A8-0D4EB5641677}"/>
          </ac:spMkLst>
        </pc:spChg>
        <pc:spChg chg="add del mod">
          <ac:chgData name="Ken Popkin" userId="3c94c39e-c43b-4805-99ab-8da17777f1ac" providerId="ADAL" clId="{68297F89-6131-44AD-9F8E-85397584873C}" dt="2021-04-09T14:53:56.769" v="3489" actId="478"/>
          <ac:spMkLst>
            <pc:docMk/>
            <pc:sldMk cId="2597472437" sldId="2146846001"/>
            <ac:spMk id="17" creationId="{7FED2470-28CD-4AFF-9BDB-09FA618CDF4C}"/>
          </ac:spMkLst>
        </pc:spChg>
      </pc:sldChg>
      <pc:sldChg chg="del">
        <pc:chgData name="Ken Popkin" userId="3c94c39e-c43b-4805-99ab-8da17777f1ac" providerId="ADAL" clId="{68297F89-6131-44AD-9F8E-85397584873C}" dt="2021-04-09T18:46:10.877" v="6183" actId="47"/>
        <pc:sldMkLst>
          <pc:docMk/>
          <pc:sldMk cId="3917540874" sldId="2146846001"/>
        </pc:sldMkLst>
      </pc:sldChg>
      <pc:sldChg chg="modSp add del mod ord">
        <pc:chgData name="Ken Popkin" userId="3c94c39e-c43b-4805-99ab-8da17777f1ac" providerId="ADAL" clId="{68297F89-6131-44AD-9F8E-85397584873C}" dt="2021-04-09T14:54:36.002" v="3505" actId="47"/>
        <pc:sldMkLst>
          <pc:docMk/>
          <pc:sldMk cId="1517529662" sldId="2146846002"/>
        </pc:sldMkLst>
        <pc:spChg chg="mod">
          <ac:chgData name="Ken Popkin" userId="3c94c39e-c43b-4805-99ab-8da17777f1ac" providerId="ADAL" clId="{68297F89-6131-44AD-9F8E-85397584873C}" dt="2021-04-09T14:54:14.682" v="3502" actId="20577"/>
          <ac:spMkLst>
            <pc:docMk/>
            <pc:sldMk cId="1517529662" sldId="2146846002"/>
            <ac:spMk id="4" creationId="{FA8CCE2E-4E27-421F-B61B-BA79E1C45D4E}"/>
          </ac:spMkLst>
        </pc:spChg>
      </pc:sldChg>
      <pc:sldChg chg="addSp delSp modSp add mod">
        <pc:chgData name="Ken Popkin" userId="3c94c39e-c43b-4805-99ab-8da17777f1ac" providerId="ADAL" clId="{68297F89-6131-44AD-9F8E-85397584873C}" dt="2021-04-09T15:06:59.508" v="3732" actId="554"/>
        <pc:sldMkLst>
          <pc:docMk/>
          <pc:sldMk cId="2361233300" sldId="2146846002"/>
        </pc:sldMkLst>
        <pc:spChg chg="del">
          <ac:chgData name="Ken Popkin" userId="3c94c39e-c43b-4805-99ab-8da17777f1ac" providerId="ADAL" clId="{68297F89-6131-44AD-9F8E-85397584873C}" dt="2021-04-09T14:55:03.681" v="3515" actId="478"/>
          <ac:spMkLst>
            <pc:docMk/>
            <pc:sldMk cId="2361233300" sldId="2146846002"/>
            <ac:spMk id="2" creationId="{56839821-EF95-4699-ADDE-142395DB1C28}"/>
          </ac:spMkLst>
        </pc:spChg>
        <pc:spChg chg="del">
          <ac:chgData name="Ken Popkin" userId="3c94c39e-c43b-4805-99ab-8da17777f1ac" providerId="ADAL" clId="{68297F89-6131-44AD-9F8E-85397584873C}" dt="2021-04-09T14:55:03.681" v="3515" actId="478"/>
          <ac:spMkLst>
            <pc:docMk/>
            <pc:sldMk cId="2361233300" sldId="2146846002"/>
            <ac:spMk id="7" creationId="{57D641DE-5946-4C0A-9AFC-FD7880CD502D}"/>
          </ac:spMkLst>
        </pc:spChg>
        <pc:spChg chg="del">
          <ac:chgData name="Ken Popkin" userId="3c94c39e-c43b-4805-99ab-8da17777f1ac" providerId="ADAL" clId="{68297F89-6131-44AD-9F8E-85397584873C}" dt="2021-04-09T14:55:03.681" v="3515" actId="478"/>
          <ac:spMkLst>
            <pc:docMk/>
            <pc:sldMk cId="2361233300" sldId="2146846002"/>
            <ac:spMk id="8" creationId="{458F1105-4A83-485D-A8B1-94DCCD80A736}"/>
          </ac:spMkLst>
        </pc:spChg>
        <pc:spChg chg="del">
          <ac:chgData name="Ken Popkin" userId="3c94c39e-c43b-4805-99ab-8da17777f1ac" providerId="ADAL" clId="{68297F89-6131-44AD-9F8E-85397584873C}" dt="2021-04-09T14:55:03.681" v="3515" actId="478"/>
          <ac:spMkLst>
            <pc:docMk/>
            <pc:sldMk cId="2361233300" sldId="2146846002"/>
            <ac:spMk id="9" creationId="{8D647B46-2B12-4DF6-9EF8-1BE30C475E83}"/>
          </ac:spMkLst>
        </pc:spChg>
        <pc:spChg chg="del">
          <ac:chgData name="Ken Popkin" userId="3c94c39e-c43b-4805-99ab-8da17777f1ac" providerId="ADAL" clId="{68297F89-6131-44AD-9F8E-85397584873C}" dt="2021-04-09T14:55:03.681" v="3515" actId="478"/>
          <ac:spMkLst>
            <pc:docMk/>
            <pc:sldMk cId="2361233300" sldId="2146846002"/>
            <ac:spMk id="10" creationId="{340A7F5C-15CD-4061-9663-BCCB136FC629}"/>
          </ac:spMkLst>
        </pc:spChg>
        <pc:spChg chg="del">
          <ac:chgData name="Ken Popkin" userId="3c94c39e-c43b-4805-99ab-8da17777f1ac" providerId="ADAL" clId="{68297F89-6131-44AD-9F8E-85397584873C}" dt="2021-04-09T14:55:03.681" v="3515" actId="478"/>
          <ac:spMkLst>
            <pc:docMk/>
            <pc:sldMk cId="2361233300" sldId="2146846002"/>
            <ac:spMk id="11" creationId="{E64F3535-9B02-4076-A739-1415D6B8BA97}"/>
          </ac:spMkLst>
        </pc:spChg>
        <pc:spChg chg="del">
          <ac:chgData name="Ken Popkin" userId="3c94c39e-c43b-4805-99ab-8da17777f1ac" providerId="ADAL" clId="{68297F89-6131-44AD-9F8E-85397584873C}" dt="2021-04-09T14:55:03.681" v="3515" actId="478"/>
          <ac:spMkLst>
            <pc:docMk/>
            <pc:sldMk cId="2361233300" sldId="2146846002"/>
            <ac:spMk id="12" creationId="{8D647B46-2B12-4DF6-9EF8-1BE30C475E83}"/>
          </ac:spMkLst>
        </pc:spChg>
        <pc:spChg chg="del">
          <ac:chgData name="Ken Popkin" userId="3c94c39e-c43b-4805-99ab-8da17777f1ac" providerId="ADAL" clId="{68297F89-6131-44AD-9F8E-85397584873C}" dt="2021-04-09T14:55:03.681" v="3515" actId="478"/>
          <ac:spMkLst>
            <pc:docMk/>
            <pc:sldMk cId="2361233300" sldId="2146846002"/>
            <ac:spMk id="13" creationId="{31A795C4-C377-4F21-B0DA-670239735537}"/>
          </ac:spMkLst>
        </pc:spChg>
        <pc:spChg chg="del">
          <ac:chgData name="Ken Popkin" userId="3c94c39e-c43b-4805-99ab-8da17777f1ac" providerId="ADAL" clId="{68297F89-6131-44AD-9F8E-85397584873C}" dt="2021-04-09T14:55:03.681" v="3515" actId="478"/>
          <ac:spMkLst>
            <pc:docMk/>
            <pc:sldMk cId="2361233300" sldId="2146846002"/>
            <ac:spMk id="14" creationId="{C60CC365-0C32-4FEB-9EE0-432080A89CCA}"/>
          </ac:spMkLst>
        </pc:spChg>
        <pc:spChg chg="del">
          <ac:chgData name="Ken Popkin" userId="3c94c39e-c43b-4805-99ab-8da17777f1ac" providerId="ADAL" clId="{68297F89-6131-44AD-9F8E-85397584873C}" dt="2021-04-09T14:55:03.681" v="3515" actId="478"/>
          <ac:spMkLst>
            <pc:docMk/>
            <pc:sldMk cId="2361233300" sldId="2146846002"/>
            <ac:spMk id="15" creationId="{8D647B46-2B12-4DF6-9EF8-1BE30C475E83}"/>
          </ac:spMkLst>
        </pc:spChg>
        <pc:spChg chg="mod">
          <ac:chgData name="Ken Popkin" userId="3c94c39e-c43b-4805-99ab-8da17777f1ac" providerId="ADAL" clId="{68297F89-6131-44AD-9F8E-85397584873C}" dt="2021-04-09T14:54:58.470" v="3514" actId="20577"/>
          <ac:spMkLst>
            <pc:docMk/>
            <pc:sldMk cId="2361233300" sldId="2146846002"/>
            <ac:spMk id="19" creationId="{431FF642-D80E-4148-B518-F4E87EA10B69}"/>
          </ac:spMkLst>
        </pc:spChg>
        <pc:spChg chg="del">
          <ac:chgData name="Ken Popkin" userId="3c94c39e-c43b-4805-99ab-8da17777f1ac" providerId="ADAL" clId="{68297F89-6131-44AD-9F8E-85397584873C}" dt="2021-04-09T14:55:03.681" v="3515" actId="478"/>
          <ac:spMkLst>
            <pc:docMk/>
            <pc:sldMk cId="2361233300" sldId="2146846002"/>
            <ac:spMk id="20" creationId="{C288D6FD-00C2-4CF8-AE0B-7F4782777554}"/>
          </ac:spMkLst>
        </pc:spChg>
        <pc:spChg chg="add mod">
          <ac:chgData name="Ken Popkin" userId="3c94c39e-c43b-4805-99ab-8da17777f1ac" providerId="ADAL" clId="{68297F89-6131-44AD-9F8E-85397584873C}" dt="2021-04-09T14:55:42.766" v="3520" actId="1076"/>
          <ac:spMkLst>
            <pc:docMk/>
            <pc:sldMk cId="2361233300" sldId="2146846002"/>
            <ac:spMk id="22" creationId="{4A0B5A3E-0131-4E5D-B5F8-C9A299C8C457}"/>
          </ac:spMkLst>
        </pc:spChg>
        <pc:spChg chg="add mod">
          <ac:chgData name="Ken Popkin" userId="3c94c39e-c43b-4805-99ab-8da17777f1ac" providerId="ADAL" clId="{68297F89-6131-44AD-9F8E-85397584873C}" dt="2021-04-09T15:06:37.968" v="3731" actId="554"/>
          <ac:spMkLst>
            <pc:docMk/>
            <pc:sldMk cId="2361233300" sldId="2146846002"/>
            <ac:spMk id="34" creationId="{BB682AE4-F130-4A77-9286-28C73BD6A617}"/>
          </ac:spMkLst>
        </pc:spChg>
        <pc:spChg chg="add mod">
          <ac:chgData name="Ken Popkin" userId="3c94c39e-c43b-4805-99ab-8da17777f1ac" providerId="ADAL" clId="{68297F89-6131-44AD-9F8E-85397584873C}" dt="2021-04-09T15:06:37.968" v="3731" actId="554"/>
          <ac:spMkLst>
            <pc:docMk/>
            <pc:sldMk cId="2361233300" sldId="2146846002"/>
            <ac:spMk id="35" creationId="{D530226E-292E-4441-813E-E86676B8B431}"/>
          </ac:spMkLst>
        </pc:spChg>
        <pc:spChg chg="add mod">
          <ac:chgData name="Ken Popkin" userId="3c94c39e-c43b-4805-99ab-8da17777f1ac" providerId="ADAL" clId="{68297F89-6131-44AD-9F8E-85397584873C}" dt="2021-04-09T15:06:37.968" v="3731" actId="554"/>
          <ac:spMkLst>
            <pc:docMk/>
            <pc:sldMk cId="2361233300" sldId="2146846002"/>
            <ac:spMk id="36" creationId="{B2E7E7D2-9337-4737-9018-C8E12D85BCFD}"/>
          </ac:spMkLst>
        </pc:spChg>
        <pc:spChg chg="add mod">
          <ac:chgData name="Ken Popkin" userId="3c94c39e-c43b-4805-99ab-8da17777f1ac" providerId="ADAL" clId="{68297F89-6131-44AD-9F8E-85397584873C}" dt="2021-04-09T15:06:37.968" v="3731" actId="554"/>
          <ac:spMkLst>
            <pc:docMk/>
            <pc:sldMk cId="2361233300" sldId="2146846002"/>
            <ac:spMk id="37" creationId="{C101CC53-8430-4763-B2A3-CE9CF8B25F21}"/>
          </ac:spMkLst>
        </pc:spChg>
        <pc:spChg chg="add mod">
          <ac:chgData name="Ken Popkin" userId="3c94c39e-c43b-4805-99ab-8da17777f1ac" providerId="ADAL" clId="{68297F89-6131-44AD-9F8E-85397584873C}" dt="2021-04-09T15:06:37.968" v="3731" actId="554"/>
          <ac:spMkLst>
            <pc:docMk/>
            <pc:sldMk cId="2361233300" sldId="2146846002"/>
            <ac:spMk id="38" creationId="{245727DB-7E04-406E-9D3F-129B1893FA96}"/>
          </ac:spMkLst>
        </pc:spChg>
        <pc:spChg chg="add mod">
          <ac:chgData name="Ken Popkin" userId="3c94c39e-c43b-4805-99ab-8da17777f1ac" providerId="ADAL" clId="{68297F89-6131-44AD-9F8E-85397584873C}" dt="2021-04-09T15:06:37.968" v="3731" actId="554"/>
          <ac:spMkLst>
            <pc:docMk/>
            <pc:sldMk cId="2361233300" sldId="2146846002"/>
            <ac:spMk id="39" creationId="{44A58765-E97B-4597-8100-5794808C0D4A}"/>
          </ac:spMkLst>
        </pc:spChg>
        <pc:spChg chg="add mod">
          <ac:chgData name="Ken Popkin" userId="3c94c39e-c43b-4805-99ab-8da17777f1ac" providerId="ADAL" clId="{68297F89-6131-44AD-9F8E-85397584873C}" dt="2021-04-09T15:05:47.429" v="3644" actId="554"/>
          <ac:spMkLst>
            <pc:docMk/>
            <pc:sldMk cId="2361233300" sldId="2146846002"/>
            <ac:spMk id="51" creationId="{66593A58-4D45-4B8D-B976-F3691E6C212E}"/>
          </ac:spMkLst>
        </pc:spChg>
        <pc:spChg chg="add mod">
          <ac:chgData name="Ken Popkin" userId="3c94c39e-c43b-4805-99ab-8da17777f1ac" providerId="ADAL" clId="{68297F89-6131-44AD-9F8E-85397584873C}" dt="2021-04-09T15:05:47.429" v="3644" actId="554"/>
          <ac:spMkLst>
            <pc:docMk/>
            <pc:sldMk cId="2361233300" sldId="2146846002"/>
            <ac:spMk id="52" creationId="{22FEA46B-9099-4319-BC1A-76AEED133A33}"/>
          </ac:spMkLst>
        </pc:spChg>
        <pc:spChg chg="add mod">
          <ac:chgData name="Ken Popkin" userId="3c94c39e-c43b-4805-99ab-8da17777f1ac" providerId="ADAL" clId="{68297F89-6131-44AD-9F8E-85397584873C}" dt="2021-04-09T15:06:37.968" v="3731" actId="554"/>
          <ac:spMkLst>
            <pc:docMk/>
            <pc:sldMk cId="2361233300" sldId="2146846002"/>
            <ac:spMk id="55" creationId="{D32F2F90-0E87-4405-ABEF-364A5E76439A}"/>
          </ac:spMkLst>
        </pc:spChg>
        <pc:spChg chg="add mod">
          <ac:chgData name="Ken Popkin" userId="3c94c39e-c43b-4805-99ab-8da17777f1ac" providerId="ADAL" clId="{68297F89-6131-44AD-9F8E-85397584873C}" dt="2021-04-09T15:06:37.968" v="3731" actId="554"/>
          <ac:spMkLst>
            <pc:docMk/>
            <pc:sldMk cId="2361233300" sldId="2146846002"/>
            <ac:spMk id="56" creationId="{5297826C-8269-4B37-A093-BC09EF6D146B}"/>
          </ac:spMkLst>
        </pc:spChg>
        <pc:spChg chg="add mod">
          <ac:chgData name="Ken Popkin" userId="3c94c39e-c43b-4805-99ab-8da17777f1ac" providerId="ADAL" clId="{68297F89-6131-44AD-9F8E-85397584873C}" dt="2021-04-09T15:06:37.968" v="3731" actId="554"/>
          <ac:spMkLst>
            <pc:docMk/>
            <pc:sldMk cId="2361233300" sldId="2146846002"/>
            <ac:spMk id="57" creationId="{629B0CDD-9A1B-49AA-843B-674141EFCD8A}"/>
          </ac:spMkLst>
        </pc:spChg>
        <pc:spChg chg="add mod">
          <ac:chgData name="Ken Popkin" userId="3c94c39e-c43b-4805-99ab-8da17777f1ac" providerId="ADAL" clId="{68297F89-6131-44AD-9F8E-85397584873C}" dt="2021-04-09T15:06:37.968" v="3731" actId="554"/>
          <ac:spMkLst>
            <pc:docMk/>
            <pc:sldMk cId="2361233300" sldId="2146846002"/>
            <ac:spMk id="58" creationId="{03C77808-EF0C-4C54-B114-37686CE8719A}"/>
          </ac:spMkLst>
        </pc:spChg>
        <pc:grpChg chg="add del mod">
          <ac:chgData name="Ken Popkin" userId="3c94c39e-c43b-4805-99ab-8da17777f1ac" providerId="ADAL" clId="{68297F89-6131-44AD-9F8E-85397584873C}" dt="2021-04-09T15:01:50.128" v="3602" actId="165"/>
          <ac:grpSpMkLst>
            <pc:docMk/>
            <pc:sldMk cId="2361233300" sldId="2146846002"/>
            <ac:grpSpMk id="50" creationId="{AA544E53-7E21-4949-AB90-5E81B30DC0C2}"/>
          </ac:grpSpMkLst>
        </pc:grpChg>
        <pc:picChg chg="del">
          <ac:chgData name="Ken Popkin" userId="3c94c39e-c43b-4805-99ab-8da17777f1ac" providerId="ADAL" clId="{68297F89-6131-44AD-9F8E-85397584873C}" dt="2021-04-09T14:55:03.681" v="3515" actId="478"/>
          <ac:picMkLst>
            <pc:docMk/>
            <pc:sldMk cId="2361233300" sldId="2146846002"/>
            <ac:picMk id="16" creationId="{824AA1EA-5270-41C2-9498-29E7B13A5C77}"/>
          </ac:picMkLst>
        </pc:picChg>
        <pc:picChg chg="del">
          <ac:chgData name="Ken Popkin" userId="3c94c39e-c43b-4805-99ab-8da17777f1ac" providerId="ADAL" clId="{68297F89-6131-44AD-9F8E-85397584873C}" dt="2021-04-09T14:55:03.681" v="3515" actId="478"/>
          <ac:picMkLst>
            <pc:docMk/>
            <pc:sldMk cId="2361233300" sldId="2146846002"/>
            <ac:picMk id="17" creationId="{4E0E5B29-7BA4-45A0-A70E-910504CFF2EB}"/>
          </ac:picMkLst>
        </pc:picChg>
        <pc:picChg chg="del">
          <ac:chgData name="Ken Popkin" userId="3c94c39e-c43b-4805-99ab-8da17777f1ac" providerId="ADAL" clId="{68297F89-6131-44AD-9F8E-85397584873C}" dt="2021-04-09T14:55:03.681" v="3515" actId="478"/>
          <ac:picMkLst>
            <pc:docMk/>
            <pc:sldMk cId="2361233300" sldId="2146846002"/>
            <ac:picMk id="18" creationId="{13C1E9E4-994C-4085-AAFC-19064972255C}"/>
          </ac:picMkLst>
        </pc:picChg>
        <pc:cxnChg chg="add mod">
          <ac:chgData name="Ken Popkin" userId="3c94c39e-c43b-4805-99ab-8da17777f1ac" providerId="ADAL" clId="{68297F89-6131-44AD-9F8E-85397584873C}" dt="2021-04-09T15:04:25.192" v="3627" actId="1038"/>
          <ac:cxnSpMkLst>
            <pc:docMk/>
            <pc:sldMk cId="2361233300" sldId="2146846002"/>
            <ac:cxnSpMk id="4" creationId="{F55061A4-70AB-4CEF-B0D1-A43DDD07D067}"/>
          </ac:cxnSpMkLst>
        </pc:cxnChg>
        <pc:cxnChg chg="add mod">
          <ac:chgData name="Ken Popkin" userId="3c94c39e-c43b-4805-99ab-8da17777f1ac" providerId="ADAL" clId="{68297F89-6131-44AD-9F8E-85397584873C}" dt="2021-04-09T15:06:59.508" v="3732" actId="554"/>
          <ac:cxnSpMkLst>
            <pc:docMk/>
            <pc:sldMk cId="2361233300" sldId="2146846002"/>
            <ac:cxnSpMk id="23" creationId="{7841B8DF-1450-4C7B-8D95-54A7ABCA5371}"/>
          </ac:cxnSpMkLst>
        </pc:cxnChg>
        <pc:cxnChg chg="add mod topLvl">
          <ac:chgData name="Ken Popkin" userId="3c94c39e-c43b-4805-99ab-8da17777f1ac" providerId="ADAL" clId="{68297F89-6131-44AD-9F8E-85397584873C}" dt="2021-04-09T15:06:59.508" v="3732" actId="554"/>
          <ac:cxnSpMkLst>
            <pc:docMk/>
            <pc:sldMk cId="2361233300" sldId="2146846002"/>
            <ac:cxnSpMk id="24" creationId="{206A602B-890D-4E45-A531-9AF310011136}"/>
          </ac:cxnSpMkLst>
        </pc:cxnChg>
        <pc:cxnChg chg="add mod">
          <ac:chgData name="Ken Popkin" userId="3c94c39e-c43b-4805-99ab-8da17777f1ac" providerId="ADAL" clId="{68297F89-6131-44AD-9F8E-85397584873C}" dt="2021-04-09T15:06:59.508" v="3732" actId="554"/>
          <ac:cxnSpMkLst>
            <pc:docMk/>
            <pc:sldMk cId="2361233300" sldId="2146846002"/>
            <ac:cxnSpMk id="25" creationId="{B9F0A33D-6D9A-40E9-9553-FD41A8B8B706}"/>
          </ac:cxnSpMkLst>
        </pc:cxnChg>
        <pc:cxnChg chg="add mod topLvl">
          <ac:chgData name="Ken Popkin" userId="3c94c39e-c43b-4805-99ab-8da17777f1ac" providerId="ADAL" clId="{68297F89-6131-44AD-9F8E-85397584873C}" dt="2021-04-09T15:06:59.508" v="3732" actId="554"/>
          <ac:cxnSpMkLst>
            <pc:docMk/>
            <pc:sldMk cId="2361233300" sldId="2146846002"/>
            <ac:cxnSpMk id="26" creationId="{1776DEBE-E166-4295-84A1-4834C38E3187}"/>
          </ac:cxnSpMkLst>
        </pc:cxnChg>
        <pc:cxnChg chg="add mod">
          <ac:chgData name="Ken Popkin" userId="3c94c39e-c43b-4805-99ab-8da17777f1ac" providerId="ADAL" clId="{68297F89-6131-44AD-9F8E-85397584873C}" dt="2021-04-09T15:06:59.508" v="3732" actId="554"/>
          <ac:cxnSpMkLst>
            <pc:docMk/>
            <pc:sldMk cId="2361233300" sldId="2146846002"/>
            <ac:cxnSpMk id="27" creationId="{0DE028B3-650A-4968-8D68-1C3C8D5D681A}"/>
          </ac:cxnSpMkLst>
        </pc:cxnChg>
        <pc:cxnChg chg="add mod topLvl">
          <ac:chgData name="Ken Popkin" userId="3c94c39e-c43b-4805-99ab-8da17777f1ac" providerId="ADAL" clId="{68297F89-6131-44AD-9F8E-85397584873C}" dt="2021-04-09T15:06:59.508" v="3732" actId="554"/>
          <ac:cxnSpMkLst>
            <pc:docMk/>
            <pc:sldMk cId="2361233300" sldId="2146846002"/>
            <ac:cxnSpMk id="28" creationId="{88A90348-9759-4C47-BB7A-ED545982554C}"/>
          </ac:cxnSpMkLst>
        </pc:cxnChg>
        <pc:cxnChg chg="add mod">
          <ac:chgData name="Ken Popkin" userId="3c94c39e-c43b-4805-99ab-8da17777f1ac" providerId="ADAL" clId="{68297F89-6131-44AD-9F8E-85397584873C}" dt="2021-04-09T15:06:59.508" v="3732" actId="554"/>
          <ac:cxnSpMkLst>
            <pc:docMk/>
            <pc:sldMk cId="2361233300" sldId="2146846002"/>
            <ac:cxnSpMk id="29" creationId="{5F83E959-CDD9-409E-A91C-A55AE0F2AE05}"/>
          </ac:cxnSpMkLst>
        </pc:cxnChg>
        <pc:cxnChg chg="add mod topLvl">
          <ac:chgData name="Ken Popkin" userId="3c94c39e-c43b-4805-99ab-8da17777f1ac" providerId="ADAL" clId="{68297F89-6131-44AD-9F8E-85397584873C}" dt="2021-04-09T15:06:59.508" v="3732" actId="554"/>
          <ac:cxnSpMkLst>
            <pc:docMk/>
            <pc:sldMk cId="2361233300" sldId="2146846002"/>
            <ac:cxnSpMk id="30" creationId="{9B4AF37E-D9B6-4CD8-91E0-6BCC6B63031A}"/>
          </ac:cxnSpMkLst>
        </pc:cxnChg>
        <pc:cxnChg chg="add mod">
          <ac:chgData name="Ken Popkin" userId="3c94c39e-c43b-4805-99ab-8da17777f1ac" providerId="ADAL" clId="{68297F89-6131-44AD-9F8E-85397584873C}" dt="2021-04-09T15:06:59.508" v="3732" actId="554"/>
          <ac:cxnSpMkLst>
            <pc:docMk/>
            <pc:sldMk cId="2361233300" sldId="2146846002"/>
            <ac:cxnSpMk id="31" creationId="{64711D1A-E63E-4A98-B1D8-7F82D32F54CB}"/>
          </ac:cxnSpMkLst>
        </pc:cxnChg>
        <pc:cxnChg chg="add del mod topLvl">
          <ac:chgData name="Ken Popkin" userId="3c94c39e-c43b-4805-99ab-8da17777f1ac" providerId="ADAL" clId="{68297F89-6131-44AD-9F8E-85397584873C}" dt="2021-04-09T15:01:53.002" v="3603" actId="478"/>
          <ac:cxnSpMkLst>
            <pc:docMk/>
            <pc:sldMk cId="2361233300" sldId="2146846002"/>
            <ac:cxnSpMk id="32" creationId="{214C1DC5-FB7A-4113-9A16-4C231B79730F}"/>
          </ac:cxnSpMkLst>
        </pc:cxnChg>
        <pc:cxnChg chg="add mod">
          <ac:chgData name="Ken Popkin" userId="3c94c39e-c43b-4805-99ab-8da17777f1ac" providerId="ADAL" clId="{68297F89-6131-44AD-9F8E-85397584873C}" dt="2021-04-09T15:06:59.508" v="3732" actId="554"/>
          <ac:cxnSpMkLst>
            <pc:docMk/>
            <pc:sldMk cId="2361233300" sldId="2146846002"/>
            <ac:cxnSpMk id="33" creationId="{B4BFB4F8-C76B-4A3A-B558-56B99EE9EE8D}"/>
          </ac:cxnSpMkLst>
        </pc:cxnChg>
        <pc:cxnChg chg="add del">
          <ac:chgData name="Ken Popkin" userId="3c94c39e-c43b-4805-99ab-8da17777f1ac" providerId="ADAL" clId="{68297F89-6131-44AD-9F8E-85397584873C}" dt="2021-04-09T15:06:09.982" v="3646" actId="478"/>
          <ac:cxnSpMkLst>
            <pc:docMk/>
            <pc:sldMk cId="2361233300" sldId="2146846002"/>
            <ac:cxnSpMk id="54" creationId="{E4D2CA90-63BF-492E-98F4-6D90BEF010B5}"/>
          </ac:cxnSpMkLst>
        </pc:cxnChg>
      </pc:sldChg>
      <pc:sldChg chg="del">
        <pc:chgData name="Ken Popkin" userId="3c94c39e-c43b-4805-99ab-8da17777f1ac" providerId="ADAL" clId="{68297F89-6131-44AD-9F8E-85397584873C}" dt="2021-04-09T18:46:35.889" v="6184" actId="47"/>
        <pc:sldMkLst>
          <pc:docMk/>
          <pc:sldMk cId="2597472437" sldId="2146846003"/>
        </pc:sldMkLst>
      </pc:sldChg>
      <pc:sldChg chg="add del setBg">
        <pc:chgData name="Ken Popkin" userId="3c94c39e-c43b-4805-99ab-8da17777f1ac" providerId="ADAL" clId="{68297F89-6131-44AD-9F8E-85397584873C}" dt="2021-04-09T14:54:26.101" v="3504"/>
        <pc:sldMkLst>
          <pc:docMk/>
          <pc:sldMk cId="3292471359" sldId="2146846003"/>
        </pc:sldMkLst>
      </pc:sldChg>
      <pc:sldChg chg="addSp delSp modSp mod">
        <pc:chgData name="Ken Popkin" userId="3c94c39e-c43b-4805-99ab-8da17777f1ac" providerId="ADAL" clId="{68297F89-6131-44AD-9F8E-85397584873C}" dt="2021-04-09T21:58:50.163" v="6664" actId="14100"/>
        <pc:sldMkLst>
          <pc:docMk/>
          <pc:sldMk cId="2361233300" sldId="2146846004"/>
        </pc:sldMkLst>
        <pc:spChg chg="mod">
          <ac:chgData name="Ken Popkin" userId="3c94c39e-c43b-4805-99ab-8da17777f1ac" providerId="ADAL" clId="{68297F89-6131-44AD-9F8E-85397584873C}" dt="2021-04-09T21:49:39.149" v="6638" actId="20577"/>
          <ac:spMkLst>
            <pc:docMk/>
            <pc:sldMk cId="2361233300" sldId="2146846004"/>
            <ac:spMk id="19" creationId="{431FF642-D80E-4148-B518-F4E87EA10B69}"/>
          </ac:spMkLst>
        </pc:spChg>
        <pc:spChg chg="del mod">
          <ac:chgData name="Ken Popkin" userId="3c94c39e-c43b-4805-99ab-8da17777f1ac" providerId="ADAL" clId="{68297F89-6131-44AD-9F8E-85397584873C}" dt="2021-04-09T15:21:44.781" v="3873" actId="478"/>
          <ac:spMkLst>
            <pc:docMk/>
            <pc:sldMk cId="2361233300" sldId="2146846004"/>
            <ac:spMk id="22" creationId="{4A0B5A3E-0131-4E5D-B5F8-C9A299C8C457}"/>
          </ac:spMkLst>
        </pc:spChg>
        <pc:spChg chg="mod">
          <ac:chgData name="Ken Popkin" userId="3c94c39e-c43b-4805-99ab-8da17777f1ac" providerId="ADAL" clId="{68297F89-6131-44AD-9F8E-85397584873C}" dt="2021-04-09T21:55:08.705" v="6643" actId="2711"/>
          <ac:spMkLst>
            <pc:docMk/>
            <pc:sldMk cId="2361233300" sldId="2146846004"/>
            <ac:spMk id="34" creationId="{BB682AE4-F130-4A77-9286-28C73BD6A617}"/>
          </ac:spMkLst>
        </pc:spChg>
        <pc:spChg chg="mod">
          <ac:chgData name="Ken Popkin" userId="3c94c39e-c43b-4805-99ab-8da17777f1ac" providerId="ADAL" clId="{68297F89-6131-44AD-9F8E-85397584873C}" dt="2021-04-09T21:55:08.705" v="6643" actId="2711"/>
          <ac:spMkLst>
            <pc:docMk/>
            <pc:sldMk cId="2361233300" sldId="2146846004"/>
            <ac:spMk id="35" creationId="{D530226E-292E-4441-813E-E86676B8B431}"/>
          </ac:spMkLst>
        </pc:spChg>
        <pc:spChg chg="mod">
          <ac:chgData name="Ken Popkin" userId="3c94c39e-c43b-4805-99ab-8da17777f1ac" providerId="ADAL" clId="{68297F89-6131-44AD-9F8E-85397584873C}" dt="2021-04-09T21:55:08.705" v="6643" actId="2711"/>
          <ac:spMkLst>
            <pc:docMk/>
            <pc:sldMk cId="2361233300" sldId="2146846004"/>
            <ac:spMk id="36" creationId="{B2E7E7D2-9337-4737-9018-C8E12D85BCFD}"/>
          </ac:spMkLst>
        </pc:spChg>
        <pc:spChg chg="mod">
          <ac:chgData name="Ken Popkin" userId="3c94c39e-c43b-4805-99ab-8da17777f1ac" providerId="ADAL" clId="{68297F89-6131-44AD-9F8E-85397584873C}" dt="2021-04-09T21:55:08.705" v="6643" actId="2711"/>
          <ac:spMkLst>
            <pc:docMk/>
            <pc:sldMk cId="2361233300" sldId="2146846004"/>
            <ac:spMk id="37" creationId="{C101CC53-8430-4763-B2A3-CE9CF8B25F21}"/>
          </ac:spMkLst>
        </pc:spChg>
        <pc:spChg chg="mod">
          <ac:chgData name="Ken Popkin" userId="3c94c39e-c43b-4805-99ab-8da17777f1ac" providerId="ADAL" clId="{68297F89-6131-44AD-9F8E-85397584873C}" dt="2021-04-09T21:55:08.705" v="6643" actId="2711"/>
          <ac:spMkLst>
            <pc:docMk/>
            <pc:sldMk cId="2361233300" sldId="2146846004"/>
            <ac:spMk id="38" creationId="{245727DB-7E04-406E-9D3F-129B1893FA96}"/>
          </ac:spMkLst>
        </pc:spChg>
        <pc:spChg chg="mod">
          <ac:chgData name="Ken Popkin" userId="3c94c39e-c43b-4805-99ab-8da17777f1ac" providerId="ADAL" clId="{68297F89-6131-44AD-9F8E-85397584873C}" dt="2021-04-09T21:55:08.705" v="6643" actId="2711"/>
          <ac:spMkLst>
            <pc:docMk/>
            <pc:sldMk cId="2361233300" sldId="2146846004"/>
            <ac:spMk id="39" creationId="{44A58765-E97B-4597-8100-5794808C0D4A}"/>
          </ac:spMkLst>
        </pc:spChg>
        <pc:spChg chg="add del mod">
          <ac:chgData name="Ken Popkin" userId="3c94c39e-c43b-4805-99ab-8da17777f1ac" providerId="ADAL" clId="{68297F89-6131-44AD-9F8E-85397584873C}" dt="2021-04-09T18:03:29.838" v="5438" actId="478"/>
          <ac:spMkLst>
            <pc:docMk/>
            <pc:sldMk cId="2361233300" sldId="2146846004"/>
            <ac:spMk id="41" creationId="{F1588356-11EE-4DC5-8263-B7DF793DA729}"/>
          </ac:spMkLst>
        </pc:spChg>
        <pc:spChg chg="mod">
          <ac:chgData name="Ken Popkin" userId="3c94c39e-c43b-4805-99ab-8da17777f1ac" providerId="ADAL" clId="{68297F89-6131-44AD-9F8E-85397584873C}" dt="2021-04-09T21:55:17.763" v="6644" actId="2711"/>
          <ac:spMkLst>
            <pc:docMk/>
            <pc:sldMk cId="2361233300" sldId="2146846004"/>
            <ac:spMk id="51" creationId="{66593A58-4D45-4B8D-B976-F3691E6C212E}"/>
          </ac:spMkLst>
        </pc:spChg>
        <pc:spChg chg="mod">
          <ac:chgData name="Ken Popkin" userId="3c94c39e-c43b-4805-99ab-8da17777f1ac" providerId="ADAL" clId="{68297F89-6131-44AD-9F8E-85397584873C}" dt="2021-04-09T21:55:17.763" v="6644" actId="2711"/>
          <ac:spMkLst>
            <pc:docMk/>
            <pc:sldMk cId="2361233300" sldId="2146846004"/>
            <ac:spMk id="52" creationId="{22FEA46B-9099-4319-BC1A-76AEED133A33}"/>
          </ac:spMkLst>
        </pc:spChg>
        <pc:spChg chg="mod">
          <ac:chgData name="Ken Popkin" userId="3c94c39e-c43b-4805-99ab-8da17777f1ac" providerId="ADAL" clId="{68297F89-6131-44AD-9F8E-85397584873C}" dt="2021-04-09T21:55:08.705" v="6643" actId="2711"/>
          <ac:spMkLst>
            <pc:docMk/>
            <pc:sldMk cId="2361233300" sldId="2146846004"/>
            <ac:spMk id="55" creationId="{D32F2F90-0E87-4405-ABEF-364A5E76439A}"/>
          </ac:spMkLst>
        </pc:spChg>
        <pc:spChg chg="mod">
          <ac:chgData name="Ken Popkin" userId="3c94c39e-c43b-4805-99ab-8da17777f1ac" providerId="ADAL" clId="{68297F89-6131-44AD-9F8E-85397584873C}" dt="2021-04-09T21:55:08.705" v="6643" actId="2711"/>
          <ac:spMkLst>
            <pc:docMk/>
            <pc:sldMk cId="2361233300" sldId="2146846004"/>
            <ac:spMk id="56" creationId="{5297826C-8269-4B37-A093-BC09EF6D146B}"/>
          </ac:spMkLst>
        </pc:spChg>
        <pc:spChg chg="mod">
          <ac:chgData name="Ken Popkin" userId="3c94c39e-c43b-4805-99ab-8da17777f1ac" providerId="ADAL" clId="{68297F89-6131-44AD-9F8E-85397584873C}" dt="2021-04-09T21:55:08.705" v="6643" actId="2711"/>
          <ac:spMkLst>
            <pc:docMk/>
            <pc:sldMk cId="2361233300" sldId="2146846004"/>
            <ac:spMk id="57" creationId="{629B0CDD-9A1B-49AA-843B-674141EFCD8A}"/>
          </ac:spMkLst>
        </pc:spChg>
        <pc:spChg chg="mod">
          <ac:chgData name="Ken Popkin" userId="3c94c39e-c43b-4805-99ab-8da17777f1ac" providerId="ADAL" clId="{68297F89-6131-44AD-9F8E-85397584873C}" dt="2021-04-09T21:55:08.705" v="6643" actId="2711"/>
          <ac:spMkLst>
            <pc:docMk/>
            <pc:sldMk cId="2361233300" sldId="2146846004"/>
            <ac:spMk id="58" creationId="{03C77808-EF0C-4C54-B114-37686CE8719A}"/>
          </ac:spMkLst>
        </pc:spChg>
        <pc:spChg chg="add del">
          <ac:chgData name="Ken Popkin" userId="3c94c39e-c43b-4805-99ab-8da17777f1ac" providerId="ADAL" clId="{68297F89-6131-44AD-9F8E-85397584873C}" dt="2021-04-09T15:11:45.150" v="3734" actId="478"/>
          <ac:spMkLst>
            <pc:docMk/>
            <pc:sldMk cId="2361233300" sldId="2146846004"/>
            <ac:spMk id="59" creationId="{BD9DC195-794A-49F5-A0E3-3871011E83EE}"/>
          </ac:spMkLst>
        </pc:spChg>
        <pc:spChg chg="add del">
          <ac:chgData name="Ken Popkin" userId="3c94c39e-c43b-4805-99ab-8da17777f1ac" providerId="ADAL" clId="{68297F89-6131-44AD-9F8E-85397584873C}" dt="2021-04-09T15:12:05.115" v="3736" actId="478"/>
          <ac:spMkLst>
            <pc:docMk/>
            <pc:sldMk cId="2361233300" sldId="2146846004"/>
            <ac:spMk id="60" creationId="{CE39C541-088D-4C37-86D1-B0D4AA8D454D}"/>
          </ac:spMkLst>
        </pc:spChg>
        <pc:spChg chg="add mod">
          <ac:chgData name="Ken Popkin" userId="3c94c39e-c43b-4805-99ab-8da17777f1ac" providerId="ADAL" clId="{68297F89-6131-44AD-9F8E-85397584873C}" dt="2021-04-09T21:54:55.510" v="6642" actId="2711"/>
          <ac:spMkLst>
            <pc:docMk/>
            <pc:sldMk cId="2361233300" sldId="2146846004"/>
            <ac:spMk id="61" creationId="{E637BB64-0695-4442-A847-9DD5F0F94170}"/>
          </ac:spMkLst>
        </pc:spChg>
        <pc:spChg chg="add del mod">
          <ac:chgData name="Ken Popkin" userId="3c94c39e-c43b-4805-99ab-8da17777f1ac" providerId="ADAL" clId="{68297F89-6131-44AD-9F8E-85397584873C}" dt="2021-04-09T21:54:55.510" v="6642" actId="2711"/>
          <ac:spMkLst>
            <pc:docMk/>
            <pc:sldMk cId="2361233300" sldId="2146846004"/>
            <ac:spMk id="62" creationId="{40792597-4A8D-4161-BE80-29930E72CCCD}"/>
          </ac:spMkLst>
        </pc:spChg>
        <pc:spChg chg="add mod">
          <ac:chgData name="Ken Popkin" userId="3c94c39e-c43b-4805-99ab-8da17777f1ac" providerId="ADAL" clId="{68297F89-6131-44AD-9F8E-85397584873C}" dt="2021-04-09T21:54:55.510" v="6642" actId="2711"/>
          <ac:spMkLst>
            <pc:docMk/>
            <pc:sldMk cId="2361233300" sldId="2146846004"/>
            <ac:spMk id="63" creationId="{CB18DB49-674A-41F7-96D9-7EE751D6FE19}"/>
          </ac:spMkLst>
        </pc:spChg>
        <pc:spChg chg="add mod">
          <ac:chgData name="Ken Popkin" userId="3c94c39e-c43b-4805-99ab-8da17777f1ac" providerId="ADAL" clId="{68297F89-6131-44AD-9F8E-85397584873C}" dt="2021-04-09T21:54:55.510" v="6642" actId="2711"/>
          <ac:spMkLst>
            <pc:docMk/>
            <pc:sldMk cId="2361233300" sldId="2146846004"/>
            <ac:spMk id="64" creationId="{3E6FD0C0-697B-459C-86FC-DA6E9016494C}"/>
          </ac:spMkLst>
        </pc:spChg>
        <pc:spChg chg="add mod">
          <ac:chgData name="Ken Popkin" userId="3c94c39e-c43b-4805-99ab-8da17777f1ac" providerId="ADAL" clId="{68297F89-6131-44AD-9F8E-85397584873C}" dt="2021-04-09T21:54:55.510" v="6642" actId="2711"/>
          <ac:spMkLst>
            <pc:docMk/>
            <pc:sldMk cId="2361233300" sldId="2146846004"/>
            <ac:spMk id="65" creationId="{5316FA51-5133-43FE-832E-26EB8FD16315}"/>
          </ac:spMkLst>
        </pc:spChg>
        <pc:spChg chg="add mod">
          <ac:chgData name="Ken Popkin" userId="3c94c39e-c43b-4805-99ab-8da17777f1ac" providerId="ADAL" clId="{68297F89-6131-44AD-9F8E-85397584873C}" dt="2021-04-09T21:54:55.510" v="6642" actId="2711"/>
          <ac:spMkLst>
            <pc:docMk/>
            <pc:sldMk cId="2361233300" sldId="2146846004"/>
            <ac:spMk id="66" creationId="{06195E6F-AF39-47EB-A074-D2E698CA9EAF}"/>
          </ac:spMkLst>
        </pc:spChg>
        <pc:spChg chg="add mod">
          <ac:chgData name="Ken Popkin" userId="3c94c39e-c43b-4805-99ab-8da17777f1ac" providerId="ADAL" clId="{68297F89-6131-44AD-9F8E-85397584873C}" dt="2021-04-09T21:58:50.163" v="6664" actId="14100"/>
          <ac:spMkLst>
            <pc:docMk/>
            <pc:sldMk cId="2361233300" sldId="2146846004"/>
            <ac:spMk id="67" creationId="{3857EAFB-8205-4D74-8A8E-9EE85388BC07}"/>
          </ac:spMkLst>
        </pc:spChg>
        <pc:spChg chg="add mod">
          <ac:chgData name="Ken Popkin" userId="3c94c39e-c43b-4805-99ab-8da17777f1ac" providerId="ADAL" clId="{68297F89-6131-44AD-9F8E-85397584873C}" dt="2021-04-09T21:54:55.510" v="6642" actId="2711"/>
          <ac:spMkLst>
            <pc:docMk/>
            <pc:sldMk cId="2361233300" sldId="2146846004"/>
            <ac:spMk id="68" creationId="{51790807-24BD-4600-B0BF-45D00B8AF16F}"/>
          </ac:spMkLst>
        </pc:spChg>
        <pc:spChg chg="add mod">
          <ac:chgData name="Ken Popkin" userId="3c94c39e-c43b-4805-99ab-8da17777f1ac" providerId="ADAL" clId="{68297F89-6131-44AD-9F8E-85397584873C}" dt="2021-04-09T21:54:55.510" v="6642" actId="2711"/>
          <ac:spMkLst>
            <pc:docMk/>
            <pc:sldMk cId="2361233300" sldId="2146846004"/>
            <ac:spMk id="69" creationId="{2DFDF791-DF6F-4815-81E1-5D3A4A54B807}"/>
          </ac:spMkLst>
        </pc:spChg>
        <pc:spChg chg="add mod">
          <ac:chgData name="Ken Popkin" userId="3c94c39e-c43b-4805-99ab-8da17777f1ac" providerId="ADAL" clId="{68297F89-6131-44AD-9F8E-85397584873C}" dt="2021-04-09T21:54:55.510" v="6642" actId="2711"/>
          <ac:spMkLst>
            <pc:docMk/>
            <pc:sldMk cId="2361233300" sldId="2146846004"/>
            <ac:spMk id="70" creationId="{96F3843E-4881-41CA-BAFD-7855CFC2905D}"/>
          </ac:spMkLst>
        </pc:spChg>
        <pc:spChg chg="add mod">
          <ac:chgData name="Ken Popkin" userId="3c94c39e-c43b-4805-99ab-8da17777f1ac" providerId="ADAL" clId="{68297F89-6131-44AD-9F8E-85397584873C}" dt="2021-04-09T21:58:36.291" v="6662" actId="14100"/>
          <ac:spMkLst>
            <pc:docMk/>
            <pc:sldMk cId="2361233300" sldId="2146846004"/>
            <ac:spMk id="71" creationId="{6642AD67-D502-495F-A15F-8264E7690D82}"/>
          </ac:spMkLst>
        </pc:spChg>
        <pc:spChg chg="add mod">
          <ac:chgData name="Ken Popkin" userId="3c94c39e-c43b-4805-99ab-8da17777f1ac" providerId="ADAL" clId="{68297F89-6131-44AD-9F8E-85397584873C}" dt="2021-04-09T21:54:55.510" v="6642" actId="2711"/>
          <ac:spMkLst>
            <pc:docMk/>
            <pc:sldMk cId="2361233300" sldId="2146846004"/>
            <ac:spMk id="72" creationId="{6CB93E27-A49A-4627-A2DA-8757521C2F82}"/>
          </ac:spMkLst>
        </pc:spChg>
        <pc:spChg chg="add mod">
          <ac:chgData name="Ken Popkin" userId="3c94c39e-c43b-4805-99ab-8da17777f1ac" providerId="ADAL" clId="{68297F89-6131-44AD-9F8E-85397584873C}" dt="2021-04-09T21:58:43.080" v="6663" actId="14100"/>
          <ac:spMkLst>
            <pc:docMk/>
            <pc:sldMk cId="2361233300" sldId="2146846004"/>
            <ac:spMk id="73" creationId="{97934A9B-A6C0-4249-A430-9D4691E22970}"/>
          </ac:spMkLst>
        </pc:spChg>
        <pc:cxnChg chg="mod">
          <ac:chgData name="Ken Popkin" userId="3c94c39e-c43b-4805-99ab-8da17777f1ac" providerId="ADAL" clId="{68297F89-6131-44AD-9F8E-85397584873C}" dt="2021-04-09T15:27:28.987" v="4041" actId="1037"/>
          <ac:cxnSpMkLst>
            <pc:docMk/>
            <pc:sldMk cId="2361233300" sldId="2146846004"/>
            <ac:cxnSpMk id="4" creationId="{F55061A4-70AB-4CEF-B0D1-A43DDD07D067}"/>
          </ac:cxnSpMkLst>
        </pc:cxnChg>
        <pc:cxnChg chg="mod">
          <ac:chgData name="Ken Popkin" userId="3c94c39e-c43b-4805-99ab-8da17777f1ac" providerId="ADAL" clId="{68297F89-6131-44AD-9F8E-85397584873C}" dt="2021-04-09T15:27:28.987" v="4041" actId="1037"/>
          <ac:cxnSpMkLst>
            <pc:docMk/>
            <pc:sldMk cId="2361233300" sldId="2146846004"/>
            <ac:cxnSpMk id="23" creationId="{7841B8DF-1450-4C7B-8D95-54A7ABCA5371}"/>
          </ac:cxnSpMkLst>
        </pc:cxnChg>
        <pc:cxnChg chg="mod">
          <ac:chgData name="Ken Popkin" userId="3c94c39e-c43b-4805-99ab-8da17777f1ac" providerId="ADAL" clId="{68297F89-6131-44AD-9F8E-85397584873C}" dt="2021-04-09T15:27:28.987" v="4041" actId="1037"/>
          <ac:cxnSpMkLst>
            <pc:docMk/>
            <pc:sldMk cId="2361233300" sldId="2146846004"/>
            <ac:cxnSpMk id="24" creationId="{206A602B-890D-4E45-A531-9AF310011136}"/>
          </ac:cxnSpMkLst>
        </pc:cxnChg>
        <pc:cxnChg chg="mod">
          <ac:chgData name="Ken Popkin" userId="3c94c39e-c43b-4805-99ab-8da17777f1ac" providerId="ADAL" clId="{68297F89-6131-44AD-9F8E-85397584873C}" dt="2021-04-09T15:27:28.987" v="4041" actId="1037"/>
          <ac:cxnSpMkLst>
            <pc:docMk/>
            <pc:sldMk cId="2361233300" sldId="2146846004"/>
            <ac:cxnSpMk id="25" creationId="{B9F0A33D-6D9A-40E9-9553-FD41A8B8B706}"/>
          </ac:cxnSpMkLst>
        </pc:cxnChg>
        <pc:cxnChg chg="mod">
          <ac:chgData name="Ken Popkin" userId="3c94c39e-c43b-4805-99ab-8da17777f1ac" providerId="ADAL" clId="{68297F89-6131-44AD-9F8E-85397584873C}" dt="2021-04-09T15:27:28.987" v="4041" actId="1037"/>
          <ac:cxnSpMkLst>
            <pc:docMk/>
            <pc:sldMk cId="2361233300" sldId="2146846004"/>
            <ac:cxnSpMk id="26" creationId="{1776DEBE-E166-4295-84A1-4834C38E3187}"/>
          </ac:cxnSpMkLst>
        </pc:cxnChg>
        <pc:cxnChg chg="mod">
          <ac:chgData name="Ken Popkin" userId="3c94c39e-c43b-4805-99ab-8da17777f1ac" providerId="ADAL" clId="{68297F89-6131-44AD-9F8E-85397584873C}" dt="2021-04-09T15:27:28.987" v="4041" actId="1037"/>
          <ac:cxnSpMkLst>
            <pc:docMk/>
            <pc:sldMk cId="2361233300" sldId="2146846004"/>
            <ac:cxnSpMk id="27" creationId="{0DE028B3-650A-4968-8D68-1C3C8D5D681A}"/>
          </ac:cxnSpMkLst>
        </pc:cxnChg>
        <pc:cxnChg chg="mod">
          <ac:chgData name="Ken Popkin" userId="3c94c39e-c43b-4805-99ab-8da17777f1ac" providerId="ADAL" clId="{68297F89-6131-44AD-9F8E-85397584873C}" dt="2021-04-09T15:27:28.987" v="4041" actId="1037"/>
          <ac:cxnSpMkLst>
            <pc:docMk/>
            <pc:sldMk cId="2361233300" sldId="2146846004"/>
            <ac:cxnSpMk id="28" creationId="{88A90348-9759-4C47-BB7A-ED545982554C}"/>
          </ac:cxnSpMkLst>
        </pc:cxnChg>
        <pc:cxnChg chg="mod">
          <ac:chgData name="Ken Popkin" userId="3c94c39e-c43b-4805-99ab-8da17777f1ac" providerId="ADAL" clId="{68297F89-6131-44AD-9F8E-85397584873C}" dt="2021-04-09T15:27:28.987" v="4041" actId="1037"/>
          <ac:cxnSpMkLst>
            <pc:docMk/>
            <pc:sldMk cId="2361233300" sldId="2146846004"/>
            <ac:cxnSpMk id="29" creationId="{5F83E959-CDD9-409E-A91C-A55AE0F2AE05}"/>
          </ac:cxnSpMkLst>
        </pc:cxnChg>
        <pc:cxnChg chg="mod">
          <ac:chgData name="Ken Popkin" userId="3c94c39e-c43b-4805-99ab-8da17777f1ac" providerId="ADAL" clId="{68297F89-6131-44AD-9F8E-85397584873C}" dt="2021-04-09T15:27:28.987" v="4041" actId="1037"/>
          <ac:cxnSpMkLst>
            <pc:docMk/>
            <pc:sldMk cId="2361233300" sldId="2146846004"/>
            <ac:cxnSpMk id="30" creationId="{9B4AF37E-D9B6-4CD8-91E0-6BCC6B63031A}"/>
          </ac:cxnSpMkLst>
        </pc:cxnChg>
        <pc:cxnChg chg="mod">
          <ac:chgData name="Ken Popkin" userId="3c94c39e-c43b-4805-99ab-8da17777f1ac" providerId="ADAL" clId="{68297F89-6131-44AD-9F8E-85397584873C}" dt="2021-04-09T15:27:28.987" v="4041" actId="1037"/>
          <ac:cxnSpMkLst>
            <pc:docMk/>
            <pc:sldMk cId="2361233300" sldId="2146846004"/>
            <ac:cxnSpMk id="31" creationId="{64711D1A-E63E-4A98-B1D8-7F82D32F54CB}"/>
          </ac:cxnSpMkLst>
        </pc:cxnChg>
        <pc:cxnChg chg="mod">
          <ac:chgData name="Ken Popkin" userId="3c94c39e-c43b-4805-99ab-8da17777f1ac" providerId="ADAL" clId="{68297F89-6131-44AD-9F8E-85397584873C}" dt="2021-04-09T15:27:28.987" v="4041" actId="1037"/>
          <ac:cxnSpMkLst>
            <pc:docMk/>
            <pc:sldMk cId="2361233300" sldId="2146846004"/>
            <ac:cxnSpMk id="33" creationId="{B4BFB4F8-C76B-4A3A-B558-56B99EE9EE8D}"/>
          </ac:cxnSpMkLst>
        </pc:cxnChg>
        <pc:cxnChg chg="add mod">
          <ac:chgData name="Ken Popkin" userId="3c94c39e-c43b-4805-99ab-8da17777f1ac" providerId="ADAL" clId="{68297F89-6131-44AD-9F8E-85397584873C}" dt="2021-04-09T15:33:07.842" v="4289" actId="693"/>
          <ac:cxnSpMkLst>
            <pc:docMk/>
            <pc:sldMk cId="2361233300" sldId="2146846004"/>
            <ac:cxnSpMk id="75" creationId="{0B0290BE-79B4-4156-A78A-FF9E064CB585}"/>
          </ac:cxnSpMkLst>
        </pc:cxnChg>
      </pc:sldChg>
      <pc:sldChg chg="modSp add del mod setBg">
        <pc:chgData name="Ken Popkin" userId="3c94c39e-c43b-4805-99ab-8da17777f1ac" providerId="ADAL" clId="{68297F89-6131-44AD-9F8E-85397584873C}" dt="2021-04-09T15:34:47.088" v="4351" actId="47"/>
        <pc:sldMkLst>
          <pc:docMk/>
          <pc:sldMk cId="1185032867" sldId="2146846005"/>
        </pc:sldMkLst>
        <pc:spChg chg="mod">
          <ac:chgData name="Ken Popkin" userId="3c94c39e-c43b-4805-99ab-8da17777f1ac" providerId="ADAL" clId="{68297F89-6131-44AD-9F8E-85397584873C}" dt="2021-04-09T15:34:35.256" v="4350" actId="1035"/>
          <ac:spMkLst>
            <pc:docMk/>
            <pc:sldMk cId="1185032867" sldId="2146846005"/>
            <ac:spMk id="61" creationId="{E637BB64-0695-4442-A847-9DD5F0F94170}"/>
          </ac:spMkLst>
        </pc:spChg>
        <pc:spChg chg="mod">
          <ac:chgData name="Ken Popkin" userId="3c94c39e-c43b-4805-99ab-8da17777f1ac" providerId="ADAL" clId="{68297F89-6131-44AD-9F8E-85397584873C}" dt="2021-04-09T15:34:35.256" v="4350" actId="1035"/>
          <ac:spMkLst>
            <pc:docMk/>
            <pc:sldMk cId="1185032867" sldId="2146846005"/>
            <ac:spMk id="62" creationId="{40792597-4A8D-4161-BE80-29930E72CCCD}"/>
          </ac:spMkLst>
        </pc:spChg>
        <pc:spChg chg="mod">
          <ac:chgData name="Ken Popkin" userId="3c94c39e-c43b-4805-99ab-8da17777f1ac" providerId="ADAL" clId="{68297F89-6131-44AD-9F8E-85397584873C}" dt="2021-04-09T15:34:35.256" v="4350" actId="1035"/>
          <ac:spMkLst>
            <pc:docMk/>
            <pc:sldMk cId="1185032867" sldId="2146846005"/>
            <ac:spMk id="63" creationId="{CB18DB49-674A-41F7-96D9-7EE751D6FE19}"/>
          </ac:spMkLst>
        </pc:spChg>
        <pc:spChg chg="mod">
          <ac:chgData name="Ken Popkin" userId="3c94c39e-c43b-4805-99ab-8da17777f1ac" providerId="ADAL" clId="{68297F89-6131-44AD-9F8E-85397584873C}" dt="2021-04-09T15:34:35.256" v="4350" actId="1035"/>
          <ac:spMkLst>
            <pc:docMk/>
            <pc:sldMk cId="1185032867" sldId="2146846005"/>
            <ac:spMk id="64" creationId="{3E6FD0C0-697B-459C-86FC-DA6E9016494C}"/>
          </ac:spMkLst>
        </pc:spChg>
        <pc:spChg chg="mod">
          <ac:chgData name="Ken Popkin" userId="3c94c39e-c43b-4805-99ab-8da17777f1ac" providerId="ADAL" clId="{68297F89-6131-44AD-9F8E-85397584873C}" dt="2021-04-09T15:34:35.256" v="4350" actId="1035"/>
          <ac:spMkLst>
            <pc:docMk/>
            <pc:sldMk cId="1185032867" sldId="2146846005"/>
            <ac:spMk id="65" creationId="{5316FA51-5133-43FE-832E-26EB8FD16315}"/>
          </ac:spMkLst>
        </pc:spChg>
        <pc:spChg chg="mod">
          <ac:chgData name="Ken Popkin" userId="3c94c39e-c43b-4805-99ab-8da17777f1ac" providerId="ADAL" clId="{68297F89-6131-44AD-9F8E-85397584873C}" dt="2021-04-09T15:34:35.256" v="4350" actId="1035"/>
          <ac:spMkLst>
            <pc:docMk/>
            <pc:sldMk cId="1185032867" sldId="2146846005"/>
            <ac:spMk id="66" creationId="{06195E6F-AF39-47EB-A074-D2E698CA9EAF}"/>
          </ac:spMkLst>
        </pc:spChg>
        <pc:spChg chg="mod">
          <ac:chgData name="Ken Popkin" userId="3c94c39e-c43b-4805-99ab-8da17777f1ac" providerId="ADAL" clId="{68297F89-6131-44AD-9F8E-85397584873C}" dt="2021-04-09T15:34:35.256" v="4350" actId="1035"/>
          <ac:spMkLst>
            <pc:docMk/>
            <pc:sldMk cId="1185032867" sldId="2146846005"/>
            <ac:spMk id="67" creationId="{3857EAFB-8205-4D74-8A8E-9EE85388BC07}"/>
          </ac:spMkLst>
        </pc:spChg>
        <pc:spChg chg="mod">
          <ac:chgData name="Ken Popkin" userId="3c94c39e-c43b-4805-99ab-8da17777f1ac" providerId="ADAL" clId="{68297F89-6131-44AD-9F8E-85397584873C}" dt="2021-04-09T15:34:35.256" v="4350" actId="1035"/>
          <ac:spMkLst>
            <pc:docMk/>
            <pc:sldMk cId="1185032867" sldId="2146846005"/>
            <ac:spMk id="68" creationId="{51790807-24BD-4600-B0BF-45D00B8AF16F}"/>
          </ac:spMkLst>
        </pc:spChg>
        <pc:spChg chg="mod">
          <ac:chgData name="Ken Popkin" userId="3c94c39e-c43b-4805-99ab-8da17777f1ac" providerId="ADAL" clId="{68297F89-6131-44AD-9F8E-85397584873C}" dt="2021-04-09T15:34:35.256" v="4350" actId="1035"/>
          <ac:spMkLst>
            <pc:docMk/>
            <pc:sldMk cId="1185032867" sldId="2146846005"/>
            <ac:spMk id="69" creationId="{2DFDF791-DF6F-4815-81E1-5D3A4A54B807}"/>
          </ac:spMkLst>
        </pc:spChg>
        <pc:spChg chg="mod">
          <ac:chgData name="Ken Popkin" userId="3c94c39e-c43b-4805-99ab-8da17777f1ac" providerId="ADAL" clId="{68297F89-6131-44AD-9F8E-85397584873C}" dt="2021-04-09T15:34:35.256" v="4350" actId="1035"/>
          <ac:spMkLst>
            <pc:docMk/>
            <pc:sldMk cId="1185032867" sldId="2146846005"/>
            <ac:spMk id="70" creationId="{96F3843E-4881-41CA-BAFD-7855CFC2905D}"/>
          </ac:spMkLst>
        </pc:spChg>
        <pc:spChg chg="mod">
          <ac:chgData name="Ken Popkin" userId="3c94c39e-c43b-4805-99ab-8da17777f1ac" providerId="ADAL" clId="{68297F89-6131-44AD-9F8E-85397584873C}" dt="2021-04-09T15:34:35.256" v="4350" actId="1035"/>
          <ac:spMkLst>
            <pc:docMk/>
            <pc:sldMk cId="1185032867" sldId="2146846005"/>
            <ac:spMk id="71" creationId="{6642AD67-D502-495F-A15F-8264E7690D82}"/>
          </ac:spMkLst>
        </pc:spChg>
        <pc:spChg chg="mod">
          <ac:chgData name="Ken Popkin" userId="3c94c39e-c43b-4805-99ab-8da17777f1ac" providerId="ADAL" clId="{68297F89-6131-44AD-9F8E-85397584873C}" dt="2021-04-09T15:34:35.256" v="4350" actId="1035"/>
          <ac:spMkLst>
            <pc:docMk/>
            <pc:sldMk cId="1185032867" sldId="2146846005"/>
            <ac:spMk id="72" creationId="{6CB93E27-A49A-4627-A2DA-8757521C2F82}"/>
          </ac:spMkLst>
        </pc:spChg>
        <pc:spChg chg="mod">
          <ac:chgData name="Ken Popkin" userId="3c94c39e-c43b-4805-99ab-8da17777f1ac" providerId="ADAL" clId="{68297F89-6131-44AD-9F8E-85397584873C}" dt="2021-04-09T15:34:35.256" v="4350" actId="1035"/>
          <ac:spMkLst>
            <pc:docMk/>
            <pc:sldMk cId="1185032867" sldId="2146846005"/>
            <ac:spMk id="73" creationId="{97934A9B-A6C0-4249-A430-9D4691E22970}"/>
          </ac:spMkLst>
        </pc:spChg>
      </pc:sldChg>
      <pc:sldChg chg="addSp delSp modSp add mod">
        <pc:chgData name="Ken Popkin" userId="3c94c39e-c43b-4805-99ab-8da17777f1ac" providerId="ADAL" clId="{68297F89-6131-44AD-9F8E-85397584873C}" dt="2021-04-17T22:36:13.530" v="7471" actId="1036"/>
        <pc:sldMkLst>
          <pc:docMk/>
          <pc:sldMk cId="1920503962" sldId="2146846005"/>
        </pc:sldMkLst>
        <pc:spChg chg="mod">
          <ac:chgData name="Ken Popkin" userId="3c94c39e-c43b-4805-99ab-8da17777f1ac" providerId="ADAL" clId="{68297F89-6131-44AD-9F8E-85397584873C}" dt="2021-04-09T17:34:18.332" v="4510" actId="1076"/>
          <ac:spMkLst>
            <pc:docMk/>
            <pc:sldMk cId="1920503962" sldId="2146846005"/>
            <ac:spMk id="19" creationId="{431FF642-D80E-4148-B518-F4E87EA10B69}"/>
          </ac:spMkLst>
        </pc:spChg>
        <pc:spChg chg="add del mod">
          <ac:chgData name="Ken Popkin" userId="3c94c39e-c43b-4805-99ab-8da17777f1ac" providerId="ADAL" clId="{68297F89-6131-44AD-9F8E-85397584873C}" dt="2021-04-09T17:34:22.491" v="4511" actId="478"/>
          <ac:spMkLst>
            <pc:docMk/>
            <pc:sldMk cId="1920503962" sldId="2146846005"/>
            <ac:spMk id="22" creationId="{B32CFED6-F7A0-4BCA-8500-41E117DB8A77}"/>
          </ac:spMkLst>
        </pc:spChg>
        <pc:spChg chg="add del mod">
          <ac:chgData name="Ken Popkin" userId="3c94c39e-c43b-4805-99ab-8da17777f1ac" providerId="ADAL" clId="{68297F89-6131-44AD-9F8E-85397584873C}" dt="2021-04-09T17:35:48.175" v="4555" actId="478"/>
          <ac:spMkLst>
            <pc:docMk/>
            <pc:sldMk cId="1920503962" sldId="2146846005"/>
            <ac:spMk id="24" creationId="{7A8BCFF0-6061-4425-9F9C-B76EBAF5AEA9}"/>
          </ac:spMkLst>
        </pc:spChg>
        <pc:spChg chg="add mod">
          <ac:chgData name="Ken Popkin" userId="3c94c39e-c43b-4805-99ab-8da17777f1ac" providerId="ADAL" clId="{68297F89-6131-44AD-9F8E-85397584873C}" dt="2021-04-09T21:56:07.439" v="6647" actId="2711"/>
          <ac:spMkLst>
            <pc:docMk/>
            <pc:sldMk cId="1920503962" sldId="2146846005"/>
            <ac:spMk id="26" creationId="{183A8ABC-0A51-4E7A-AA4B-8C409D5908CF}"/>
          </ac:spMkLst>
        </pc:spChg>
        <pc:spChg chg="add mod">
          <ac:chgData name="Ken Popkin" userId="3c94c39e-c43b-4805-99ab-8da17777f1ac" providerId="ADAL" clId="{68297F89-6131-44AD-9F8E-85397584873C}" dt="2021-04-09T21:55:40.771" v="6645" actId="2711"/>
          <ac:spMkLst>
            <pc:docMk/>
            <pc:sldMk cId="1920503962" sldId="2146846005"/>
            <ac:spMk id="28" creationId="{5C7BE149-32B1-4054-91CF-216877DE3A41}"/>
          </ac:spMkLst>
        </pc:spChg>
        <pc:spChg chg="add mod">
          <ac:chgData name="Ken Popkin" userId="3c94c39e-c43b-4805-99ab-8da17777f1ac" providerId="ADAL" clId="{68297F89-6131-44AD-9F8E-85397584873C}" dt="2021-04-17T22:36:04.950" v="7443" actId="1035"/>
          <ac:spMkLst>
            <pc:docMk/>
            <pc:sldMk cId="1920503962" sldId="2146846005"/>
            <ac:spMk id="29" creationId="{AF3183EC-13F0-41C9-B144-8871169580F4}"/>
          </ac:spMkLst>
        </pc:spChg>
        <pc:spChg chg="add mod">
          <ac:chgData name="Ken Popkin" userId="3c94c39e-c43b-4805-99ab-8da17777f1ac" providerId="ADAL" clId="{68297F89-6131-44AD-9F8E-85397584873C}" dt="2021-04-17T22:36:04.950" v="7443" actId="1035"/>
          <ac:spMkLst>
            <pc:docMk/>
            <pc:sldMk cId="1920503962" sldId="2146846005"/>
            <ac:spMk id="30" creationId="{D875CA8B-CA28-4933-8D24-CBD78B81576B}"/>
          </ac:spMkLst>
        </pc:spChg>
        <pc:spChg chg="add mod">
          <ac:chgData name="Ken Popkin" userId="3c94c39e-c43b-4805-99ab-8da17777f1ac" providerId="ADAL" clId="{68297F89-6131-44AD-9F8E-85397584873C}" dt="2021-04-17T22:36:04.950" v="7443" actId="1035"/>
          <ac:spMkLst>
            <pc:docMk/>
            <pc:sldMk cId="1920503962" sldId="2146846005"/>
            <ac:spMk id="31" creationId="{DC2B1B51-C59E-4432-AE92-B3A7E7E1C37E}"/>
          </ac:spMkLst>
        </pc:spChg>
        <pc:spChg chg="add del mod">
          <ac:chgData name="Ken Popkin" userId="3c94c39e-c43b-4805-99ab-8da17777f1ac" providerId="ADAL" clId="{68297F89-6131-44AD-9F8E-85397584873C}" dt="2021-04-17T22:35:54.009" v="7409" actId="21"/>
          <ac:spMkLst>
            <pc:docMk/>
            <pc:sldMk cId="1920503962" sldId="2146846005"/>
            <ac:spMk id="32" creationId="{27F50EA0-26FA-4478-B196-427622D3420E}"/>
          </ac:spMkLst>
        </pc:spChg>
        <pc:spChg chg="add del mod">
          <ac:chgData name="Ken Popkin" userId="3c94c39e-c43b-4805-99ab-8da17777f1ac" providerId="ADAL" clId="{68297F89-6131-44AD-9F8E-85397584873C}" dt="2021-04-17T22:35:54.009" v="7409" actId="21"/>
          <ac:spMkLst>
            <pc:docMk/>
            <pc:sldMk cId="1920503962" sldId="2146846005"/>
            <ac:spMk id="33" creationId="{D0FABDB6-679A-4A53-A966-EAAFB0404474}"/>
          </ac:spMkLst>
        </pc:spChg>
        <pc:spChg chg="mod">
          <ac:chgData name="Ken Popkin" userId="3c94c39e-c43b-4805-99ab-8da17777f1ac" providerId="ADAL" clId="{68297F89-6131-44AD-9F8E-85397584873C}" dt="2021-04-09T21:56:07.439" v="6647" actId="2711"/>
          <ac:spMkLst>
            <pc:docMk/>
            <pc:sldMk cId="1920503962" sldId="2146846005"/>
            <ac:spMk id="34" creationId="{BB682AE4-F130-4A77-9286-28C73BD6A617}"/>
          </ac:spMkLst>
        </pc:spChg>
        <pc:spChg chg="mod">
          <ac:chgData name="Ken Popkin" userId="3c94c39e-c43b-4805-99ab-8da17777f1ac" providerId="ADAL" clId="{68297F89-6131-44AD-9F8E-85397584873C}" dt="2021-04-09T21:56:07.439" v="6647" actId="2711"/>
          <ac:spMkLst>
            <pc:docMk/>
            <pc:sldMk cId="1920503962" sldId="2146846005"/>
            <ac:spMk id="35" creationId="{D530226E-292E-4441-813E-E86676B8B431}"/>
          </ac:spMkLst>
        </pc:spChg>
        <pc:spChg chg="mod">
          <ac:chgData name="Ken Popkin" userId="3c94c39e-c43b-4805-99ab-8da17777f1ac" providerId="ADAL" clId="{68297F89-6131-44AD-9F8E-85397584873C}" dt="2021-04-09T21:56:07.439" v="6647" actId="2711"/>
          <ac:spMkLst>
            <pc:docMk/>
            <pc:sldMk cId="1920503962" sldId="2146846005"/>
            <ac:spMk id="36" creationId="{B2E7E7D2-9337-4737-9018-C8E12D85BCFD}"/>
          </ac:spMkLst>
        </pc:spChg>
        <pc:spChg chg="add mod">
          <ac:chgData name="Ken Popkin" userId="3c94c39e-c43b-4805-99ab-8da17777f1ac" providerId="ADAL" clId="{68297F89-6131-44AD-9F8E-85397584873C}" dt="2021-04-09T21:55:40.771" v="6645" actId="2711"/>
          <ac:spMkLst>
            <pc:docMk/>
            <pc:sldMk cId="1920503962" sldId="2146846005"/>
            <ac:spMk id="37" creationId="{A8236CA9-FE0E-498B-98AE-106E8E45DA0F}"/>
          </ac:spMkLst>
        </pc:spChg>
        <pc:spChg chg="del">
          <ac:chgData name="Ken Popkin" userId="3c94c39e-c43b-4805-99ab-8da17777f1ac" providerId="ADAL" clId="{68297F89-6131-44AD-9F8E-85397584873C}" dt="2021-04-09T15:36:32.480" v="4377" actId="478"/>
          <ac:spMkLst>
            <pc:docMk/>
            <pc:sldMk cId="1920503962" sldId="2146846005"/>
            <ac:spMk id="37" creationId="{C101CC53-8430-4763-B2A3-CE9CF8B25F21}"/>
          </ac:spMkLst>
        </pc:spChg>
        <pc:spChg chg="del">
          <ac:chgData name="Ken Popkin" userId="3c94c39e-c43b-4805-99ab-8da17777f1ac" providerId="ADAL" clId="{68297F89-6131-44AD-9F8E-85397584873C}" dt="2021-04-09T15:36:32.480" v="4377" actId="478"/>
          <ac:spMkLst>
            <pc:docMk/>
            <pc:sldMk cId="1920503962" sldId="2146846005"/>
            <ac:spMk id="38" creationId="{245727DB-7E04-406E-9D3F-129B1893FA96}"/>
          </ac:spMkLst>
        </pc:spChg>
        <pc:spChg chg="add mod">
          <ac:chgData name="Ken Popkin" userId="3c94c39e-c43b-4805-99ab-8da17777f1ac" providerId="ADAL" clId="{68297F89-6131-44AD-9F8E-85397584873C}" dt="2021-04-09T21:55:40.771" v="6645" actId="2711"/>
          <ac:spMkLst>
            <pc:docMk/>
            <pc:sldMk cId="1920503962" sldId="2146846005"/>
            <ac:spMk id="38" creationId="{2C0E70E1-4067-4D83-AD90-7B220125D24D}"/>
          </ac:spMkLst>
        </pc:spChg>
        <pc:spChg chg="add mod">
          <ac:chgData name="Ken Popkin" userId="3c94c39e-c43b-4805-99ab-8da17777f1ac" providerId="ADAL" clId="{68297F89-6131-44AD-9F8E-85397584873C}" dt="2021-04-09T21:55:40.771" v="6645" actId="2711"/>
          <ac:spMkLst>
            <pc:docMk/>
            <pc:sldMk cId="1920503962" sldId="2146846005"/>
            <ac:spMk id="39" creationId="{156BE232-6EEA-416C-9F93-AA6A01C093FD}"/>
          </ac:spMkLst>
        </pc:spChg>
        <pc:spChg chg="del">
          <ac:chgData name="Ken Popkin" userId="3c94c39e-c43b-4805-99ab-8da17777f1ac" providerId="ADAL" clId="{68297F89-6131-44AD-9F8E-85397584873C}" dt="2021-04-09T15:36:32.480" v="4377" actId="478"/>
          <ac:spMkLst>
            <pc:docMk/>
            <pc:sldMk cId="1920503962" sldId="2146846005"/>
            <ac:spMk id="39" creationId="{44A58765-E97B-4597-8100-5794808C0D4A}"/>
          </ac:spMkLst>
        </pc:spChg>
        <pc:spChg chg="add mod">
          <ac:chgData name="Ken Popkin" userId="3c94c39e-c43b-4805-99ab-8da17777f1ac" providerId="ADAL" clId="{68297F89-6131-44AD-9F8E-85397584873C}" dt="2021-04-09T21:55:40.771" v="6645" actId="2711"/>
          <ac:spMkLst>
            <pc:docMk/>
            <pc:sldMk cId="1920503962" sldId="2146846005"/>
            <ac:spMk id="40" creationId="{6F3A073C-5CA7-4226-9D18-D0B5CBF51DED}"/>
          </ac:spMkLst>
        </pc:spChg>
        <pc:spChg chg="add mod">
          <ac:chgData name="Ken Popkin" userId="3c94c39e-c43b-4805-99ab-8da17777f1ac" providerId="ADAL" clId="{68297F89-6131-44AD-9F8E-85397584873C}" dt="2021-04-09T21:55:40.771" v="6645" actId="2711"/>
          <ac:spMkLst>
            <pc:docMk/>
            <pc:sldMk cId="1920503962" sldId="2146846005"/>
            <ac:spMk id="41" creationId="{BD8838D4-0D5C-4A2B-AF6E-D662798CE057}"/>
          </ac:spMkLst>
        </pc:spChg>
        <pc:spChg chg="add del mod">
          <ac:chgData name="Ken Popkin" userId="3c94c39e-c43b-4805-99ab-8da17777f1ac" providerId="ADAL" clId="{68297F89-6131-44AD-9F8E-85397584873C}" dt="2021-04-09T17:44:01.693" v="4817" actId="478"/>
          <ac:spMkLst>
            <pc:docMk/>
            <pc:sldMk cId="1920503962" sldId="2146846005"/>
            <ac:spMk id="42" creationId="{4B071687-CA76-4EB5-9E99-0DC0AEEC31AD}"/>
          </ac:spMkLst>
        </pc:spChg>
        <pc:spChg chg="add mod">
          <ac:chgData name="Ken Popkin" userId="3c94c39e-c43b-4805-99ab-8da17777f1ac" providerId="ADAL" clId="{68297F89-6131-44AD-9F8E-85397584873C}" dt="2021-04-17T22:36:13.530" v="7471" actId="1036"/>
          <ac:spMkLst>
            <pc:docMk/>
            <pc:sldMk cId="1920503962" sldId="2146846005"/>
            <ac:spMk id="42" creationId="{DE25F547-D859-4458-8F4F-5A88AED500B2}"/>
          </ac:spMkLst>
        </pc:spChg>
        <pc:spChg chg="add mod">
          <ac:chgData name="Ken Popkin" userId="3c94c39e-c43b-4805-99ab-8da17777f1ac" providerId="ADAL" clId="{68297F89-6131-44AD-9F8E-85397584873C}" dt="2021-04-09T21:55:54.596" v="6646" actId="2711"/>
          <ac:spMkLst>
            <pc:docMk/>
            <pc:sldMk cId="1920503962" sldId="2146846005"/>
            <ac:spMk id="43" creationId="{E9C3F125-4AF8-4382-A44D-C6102BA14CC2}"/>
          </ac:spMkLst>
        </pc:spChg>
        <pc:spChg chg="add mod">
          <ac:chgData name="Ken Popkin" userId="3c94c39e-c43b-4805-99ab-8da17777f1ac" providerId="ADAL" clId="{68297F89-6131-44AD-9F8E-85397584873C}" dt="2021-04-09T21:55:54.596" v="6646" actId="2711"/>
          <ac:spMkLst>
            <pc:docMk/>
            <pc:sldMk cId="1920503962" sldId="2146846005"/>
            <ac:spMk id="44" creationId="{DDF5535E-2949-443E-8DF0-23C7D912F988}"/>
          </ac:spMkLst>
        </pc:spChg>
        <pc:spChg chg="add del mod">
          <ac:chgData name="Ken Popkin" userId="3c94c39e-c43b-4805-99ab-8da17777f1ac" providerId="ADAL" clId="{68297F89-6131-44AD-9F8E-85397584873C}" dt="2021-04-09T18:29:36.691" v="6121" actId="478"/>
          <ac:spMkLst>
            <pc:docMk/>
            <pc:sldMk cId="1920503962" sldId="2146846005"/>
            <ac:spMk id="45" creationId="{5DDCA643-B8BE-46BC-BCAA-51396942147F}"/>
          </ac:spMkLst>
        </pc:spChg>
        <pc:spChg chg="add mod">
          <ac:chgData name="Ken Popkin" userId="3c94c39e-c43b-4805-99ab-8da17777f1ac" providerId="ADAL" clId="{68297F89-6131-44AD-9F8E-85397584873C}" dt="2021-04-17T22:36:13.530" v="7471" actId="1036"/>
          <ac:spMkLst>
            <pc:docMk/>
            <pc:sldMk cId="1920503962" sldId="2146846005"/>
            <ac:spMk id="45" creationId="{C0FCFD05-BCD7-4831-ACDF-9537DB09CEFE}"/>
          </ac:spMkLst>
        </pc:spChg>
        <pc:spChg chg="add del mod">
          <ac:chgData name="Ken Popkin" userId="3c94c39e-c43b-4805-99ab-8da17777f1ac" providerId="ADAL" clId="{68297F89-6131-44AD-9F8E-85397584873C}" dt="2021-04-09T18:14:33.132" v="5631" actId="478"/>
          <ac:spMkLst>
            <pc:docMk/>
            <pc:sldMk cId="1920503962" sldId="2146846005"/>
            <ac:spMk id="46" creationId="{A263BB64-3A4D-440B-A7BC-0EE0B2DFE0A5}"/>
          </ac:spMkLst>
        </pc:spChg>
        <pc:spChg chg="add del mod">
          <ac:chgData name="Ken Popkin" userId="3c94c39e-c43b-4805-99ab-8da17777f1ac" providerId="ADAL" clId="{68297F89-6131-44AD-9F8E-85397584873C}" dt="2021-04-09T18:06:20.994" v="5440"/>
          <ac:spMkLst>
            <pc:docMk/>
            <pc:sldMk cId="1920503962" sldId="2146846005"/>
            <ac:spMk id="47" creationId="{3CBB3239-8603-4564-97B6-9472241BFFBD}"/>
          </ac:spMkLst>
        </pc:spChg>
        <pc:spChg chg="mod">
          <ac:chgData name="Ken Popkin" userId="3c94c39e-c43b-4805-99ab-8da17777f1ac" providerId="ADAL" clId="{68297F89-6131-44AD-9F8E-85397584873C}" dt="2021-04-09T18:30:58.850" v="6156" actId="552"/>
          <ac:spMkLst>
            <pc:docMk/>
            <pc:sldMk cId="1920503962" sldId="2146846005"/>
            <ac:spMk id="49" creationId="{5D304AB9-2ECA-4C01-94A8-7B8608F370AF}"/>
          </ac:spMkLst>
        </pc:spChg>
        <pc:spChg chg="del">
          <ac:chgData name="Ken Popkin" userId="3c94c39e-c43b-4805-99ab-8da17777f1ac" providerId="ADAL" clId="{68297F89-6131-44AD-9F8E-85397584873C}" dt="2021-04-09T17:50:11.185" v="5042" actId="478"/>
          <ac:spMkLst>
            <pc:docMk/>
            <pc:sldMk cId="1920503962" sldId="2146846005"/>
            <ac:spMk id="51" creationId="{66593A58-4D45-4B8D-B976-F3691E6C212E}"/>
          </ac:spMkLst>
        </pc:spChg>
        <pc:spChg chg="del">
          <ac:chgData name="Ken Popkin" userId="3c94c39e-c43b-4805-99ab-8da17777f1ac" providerId="ADAL" clId="{68297F89-6131-44AD-9F8E-85397584873C}" dt="2021-04-09T15:36:32.480" v="4377" actId="478"/>
          <ac:spMkLst>
            <pc:docMk/>
            <pc:sldMk cId="1920503962" sldId="2146846005"/>
            <ac:spMk id="52" creationId="{22FEA46B-9099-4319-BC1A-76AEED133A33}"/>
          </ac:spMkLst>
        </pc:spChg>
        <pc:spChg chg="mod">
          <ac:chgData name="Ken Popkin" userId="3c94c39e-c43b-4805-99ab-8da17777f1ac" providerId="ADAL" clId="{68297F89-6131-44AD-9F8E-85397584873C}" dt="2021-04-09T18:30:58.850" v="6156" actId="552"/>
          <ac:spMkLst>
            <pc:docMk/>
            <pc:sldMk cId="1920503962" sldId="2146846005"/>
            <ac:spMk id="52" creationId="{91ADD311-3EA9-4C97-A353-DE4A2E99D826}"/>
          </ac:spMkLst>
        </pc:spChg>
        <pc:spChg chg="mod">
          <ac:chgData name="Ken Popkin" userId="3c94c39e-c43b-4805-99ab-8da17777f1ac" providerId="ADAL" clId="{68297F89-6131-44AD-9F8E-85397584873C}" dt="2021-04-09T18:30:58.850" v="6156" actId="552"/>
          <ac:spMkLst>
            <pc:docMk/>
            <pc:sldMk cId="1920503962" sldId="2146846005"/>
            <ac:spMk id="53" creationId="{A81C6292-D71F-4B20-9D59-354F9EC4C23F}"/>
          </ac:spMkLst>
        </pc:spChg>
        <pc:spChg chg="mod">
          <ac:chgData name="Ken Popkin" userId="3c94c39e-c43b-4805-99ab-8da17777f1ac" providerId="ADAL" clId="{68297F89-6131-44AD-9F8E-85397584873C}" dt="2021-04-09T18:30:58.850" v="6156" actId="552"/>
          <ac:spMkLst>
            <pc:docMk/>
            <pc:sldMk cId="1920503962" sldId="2146846005"/>
            <ac:spMk id="54" creationId="{FB95092E-0FBB-4EA8-B01E-1F739A2B11E8}"/>
          </ac:spMkLst>
        </pc:spChg>
        <pc:spChg chg="mod">
          <ac:chgData name="Ken Popkin" userId="3c94c39e-c43b-4805-99ab-8da17777f1ac" providerId="ADAL" clId="{68297F89-6131-44AD-9F8E-85397584873C}" dt="2021-04-09T18:30:58.850" v="6156" actId="552"/>
          <ac:spMkLst>
            <pc:docMk/>
            <pc:sldMk cId="1920503962" sldId="2146846005"/>
            <ac:spMk id="55" creationId="{1AD73698-4C92-4BDE-B9E4-D8515C0E7822}"/>
          </ac:spMkLst>
        </pc:spChg>
        <pc:spChg chg="del">
          <ac:chgData name="Ken Popkin" userId="3c94c39e-c43b-4805-99ab-8da17777f1ac" providerId="ADAL" clId="{68297F89-6131-44AD-9F8E-85397584873C}" dt="2021-04-09T15:36:32.480" v="4377" actId="478"/>
          <ac:spMkLst>
            <pc:docMk/>
            <pc:sldMk cId="1920503962" sldId="2146846005"/>
            <ac:spMk id="55" creationId="{D32F2F90-0E87-4405-ABEF-364A5E76439A}"/>
          </ac:spMkLst>
        </pc:spChg>
        <pc:spChg chg="mod">
          <ac:chgData name="Ken Popkin" userId="3c94c39e-c43b-4805-99ab-8da17777f1ac" providerId="ADAL" clId="{68297F89-6131-44AD-9F8E-85397584873C}" dt="2021-04-09T18:30:58.850" v="6156" actId="552"/>
          <ac:spMkLst>
            <pc:docMk/>
            <pc:sldMk cId="1920503962" sldId="2146846005"/>
            <ac:spMk id="56" creationId="{198D4986-0CCA-4850-BD2E-A700C46BD8EE}"/>
          </ac:spMkLst>
        </pc:spChg>
        <pc:spChg chg="del">
          <ac:chgData name="Ken Popkin" userId="3c94c39e-c43b-4805-99ab-8da17777f1ac" providerId="ADAL" clId="{68297F89-6131-44AD-9F8E-85397584873C}" dt="2021-04-09T15:36:32.480" v="4377" actId="478"/>
          <ac:spMkLst>
            <pc:docMk/>
            <pc:sldMk cId="1920503962" sldId="2146846005"/>
            <ac:spMk id="56" creationId="{5297826C-8269-4B37-A093-BC09EF6D146B}"/>
          </ac:spMkLst>
        </pc:spChg>
        <pc:spChg chg="del">
          <ac:chgData name="Ken Popkin" userId="3c94c39e-c43b-4805-99ab-8da17777f1ac" providerId="ADAL" clId="{68297F89-6131-44AD-9F8E-85397584873C}" dt="2021-04-09T15:36:32.480" v="4377" actId="478"/>
          <ac:spMkLst>
            <pc:docMk/>
            <pc:sldMk cId="1920503962" sldId="2146846005"/>
            <ac:spMk id="57" creationId="{629B0CDD-9A1B-49AA-843B-674141EFCD8A}"/>
          </ac:spMkLst>
        </pc:spChg>
        <pc:spChg chg="add mod">
          <ac:chgData name="Ken Popkin" userId="3c94c39e-c43b-4805-99ab-8da17777f1ac" providerId="ADAL" clId="{68297F89-6131-44AD-9F8E-85397584873C}" dt="2021-04-09T21:56:38.357" v="6649" actId="14100"/>
          <ac:spMkLst>
            <pc:docMk/>
            <pc:sldMk cId="1920503962" sldId="2146846005"/>
            <ac:spMk id="57" creationId="{7C1BEF3D-B0F0-49C1-973B-AF57DE501DE9}"/>
          </ac:spMkLst>
        </pc:spChg>
        <pc:spChg chg="del">
          <ac:chgData name="Ken Popkin" userId="3c94c39e-c43b-4805-99ab-8da17777f1ac" providerId="ADAL" clId="{68297F89-6131-44AD-9F8E-85397584873C}" dt="2021-04-09T15:36:32.480" v="4377" actId="478"/>
          <ac:spMkLst>
            <pc:docMk/>
            <pc:sldMk cId="1920503962" sldId="2146846005"/>
            <ac:spMk id="58" creationId="{03C77808-EF0C-4C54-B114-37686CE8719A}"/>
          </ac:spMkLst>
        </pc:spChg>
        <pc:spChg chg="mod">
          <ac:chgData name="Ken Popkin" userId="3c94c39e-c43b-4805-99ab-8da17777f1ac" providerId="ADAL" clId="{68297F89-6131-44AD-9F8E-85397584873C}" dt="2021-04-09T18:08:52.777" v="5469" actId="1076"/>
          <ac:spMkLst>
            <pc:docMk/>
            <pc:sldMk cId="1920503962" sldId="2146846005"/>
            <ac:spMk id="59" creationId="{767A19EE-616F-4A8A-A356-E83B7DBF6B68}"/>
          </ac:spMkLst>
        </pc:spChg>
        <pc:spChg chg="mod">
          <ac:chgData name="Ken Popkin" userId="3c94c39e-c43b-4805-99ab-8da17777f1ac" providerId="ADAL" clId="{68297F89-6131-44AD-9F8E-85397584873C}" dt="2021-04-09T21:55:40.771" v="6645" actId="2711"/>
          <ac:spMkLst>
            <pc:docMk/>
            <pc:sldMk cId="1920503962" sldId="2146846005"/>
            <ac:spMk id="61" creationId="{E637BB64-0695-4442-A847-9DD5F0F94170}"/>
          </ac:spMkLst>
        </pc:spChg>
        <pc:spChg chg="mod">
          <ac:chgData name="Ken Popkin" userId="3c94c39e-c43b-4805-99ab-8da17777f1ac" providerId="ADAL" clId="{68297F89-6131-44AD-9F8E-85397584873C}" dt="2021-04-09T21:55:40.771" v="6645" actId="2711"/>
          <ac:spMkLst>
            <pc:docMk/>
            <pc:sldMk cId="1920503962" sldId="2146846005"/>
            <ac:spMk id="62" creationId="{40792597-4A8D-4161-BE80-29930E72CCCD}"/>
          </ac:spMkLst>
        </pc:spChg>
        <pc:spChg chg="mod">
          <ac:chgData name="Ken Popkin" userId="3c94c39e-c43b-4805-99ab-8da17777f1ac" providerId="ADAL" clId="{68297F89-6131-44AD-9F8E-85397584873C}" dt="2021-04-09T21:55:40.771" v="6645" actId="2711"/>
          <ac:spMkLst>
            <pc:docMk/>
            <pc:sldMk cId="1920503962" sldId="2146846005"/>
            <ac:spMk id="63" creationId="{CB18DB49-674A-41F7-96D9-7EE751D6FE19}"/>
          </ac:spMkLst>
        </pc:spChg>
        <pc:spChg chg="del">
          <ac:chgData name="Ken Popkin" userId="3c94c39e-c43b-4805-99ab-8da17777f1ac" providerId="ADAL" clId="{68297F89-6131-44AD-9F8E-85397584873C}" dt="2021-04-09T17:32:12.814" v="4393" actId="478"/>
          <ac:spMkLst>
            <pc:docMk/>
            <pc:sldMk cId="1920503962" sldId="2146846005"/>
            <ac:spMk id="64" creationId="{3E6FD0C0-697B-459C-86FC-DA6E9016494C}"/>
          </ac:spMkLst>
        </pc:spChg>
        <pc:spChg chg="del">
          <ac:chgData name="Ken Popkin" userId="3c94c39e-c43b-4805-99ab-8da17777f1ac" providerId="ADAL" clId="{68297F89-6131-44AD-9F8E-85397584873C}" dt="2021-04-09T15:36:15.571" v="4375" actId="478"/>
          <ac:spMkLst>
            <pc:docMk/>
            <pc:sldMk cId="1920503962" sldId="2146846005"/>
            <ac:spMk id="65" creationId="{5316FA51-5133-43FE-832E-26EB8FD16315}"/>
          </ac:spMkLst>
        </pc:spChg>
        <pc:spChg chg="mod">
          <ac:chgData name="Ken Popkin" userId="3c94c39e-c43b-4805-99ab-8da17777f1ac" providerId="ADAL" clId="{68297F89-6131-44AD-9F8E-85397584873C}" dt="2021-04-09T18:08:52.777" v="5469" actId="1076"/>
          <ac:spMkLst>
            <pc:docMk/>
            <pc:sldMk cId="1920503962" sldId="2146846005"/>
            <ac:spMk id="65" creationId="{9146B9C2-E1BD-4E44-B83A-57EEE87B2A87}"/>
          </ac:spMkLst>
        </pc:spChg>
        <pc:spChg chg="del">
          <ac:chgData name="Ken Popkin" userId="3c94c39e-c43b-4805-99ab-8da17777f1ac" providerId="ADAL" clId="{68297F89-6131-44AD-9F8E-85397584873C}" dt="2021-04-09T15:36:15.571" v="4375" actId="478"/>
          <ac:spMkLst>
            <pc:docMk/>
            <pc:sldMk cId="1920503962" sldId="2146846005"/>
            <ac:spMk id="66" creationId="{06195E6F-AF39-47EB-A074-D2E698CA9EAF}"/>
          </ac:spMkLst>
        </pc:spChg>
        <pc:spChg chg="mod">
          <ac:chgData name="Ken Popkin" userId="3c94c39e-c43b-4805-99ab-8da17777f1ac" providerId="ADAL" clId="{68297F89-6131-44AD-9F8E-85397584873C}" dt="2021-04-09T18:08:52.777" v="5469" actId="1076"/>
          <ac:spMkLst>
            <pc:docMk/>
            <pc:sldMk cId="1920503962" sldId="2146846005"/>
            <ac:spMk id="66" creationId="{A6B7E7ED-39FA-4B44-9855-2EFF907C1236}"/>
          </ac:spMkLst>
        </pc:spChg>
        <pc:spChg chg="del">
          <ac:chgData name="Ken Popkin" userId="3c94c39e-c43b-4805-99ab-8da17777f1ac" providerId="ADAL" clId="{68297F89-6131-44AD-9F8E-85397584873C}" dt="2021-04-09T15:36:15.571" v="4375" actId="478"/>
          <ac:spMkLst>
            <pc:docMk/>
            <pc:sldMk cId="1920503962" sldId="2146846005"/>
            <ac:spMk id="67" creationId="{3857EAFB-8205-4D74-8A8E-9EE85388BC07}"/>
          </ac:spMkLst>
        </pc:spChg>
        <pc:spChg chg="mod">
          <ac:chgData name="Ken Popkin" userId="3c94c39e-c43b-4805-99ab-8da17777f1ac" providerId="ADAL" clId="{68297F89-6131-44AD-9F8E-85397584873C}" dt="2021-04-09T18:08:52.777" v="5469" actId="1076"/>
          <ac:spMkLst>
            <pc:docMk/>
            <pc:sldMk cId="1920503962" sldId="2146846005"/>
            <ac:spMk id="67" creationId="{6FAD1378-9C3B-49B4-A2B6-A74EB03B15A8}"/>
          </ac:spMkLst>
        </pc:spChg>
        <pc:spChg chg="del">
          <ac:chgData name="Ken Popkin" userId="3c94c39e-c43b-4805-99ab-8da17777f1ac" providerId="ADAL" clId="{68297F89-6131-44AD-9F8E-85397584873C}" dt="2021-04-09T15:36:15.571" v="4375" actId="478"/>
          <ac:spMkLst>
            <pc:docMk/>
            <pc:sldMk cId="1920503962" sldId="2146846005"/>
            <ac:spMk id="68" creationId="{51790807-24BD-4600-B0BF-45D00B8AF16F}"/>
          </ac:spMkLst>
        </pc:spChg>
        <pc:spChg chg="mod">
          <ac:chgData name="Ken Popkin" userId="3c94c39e-c43b-4805-99ab-8da17777f1ac" providerId="ADAL" clId="{68297F89-6131-44AD-9F8E-85397584873C}" dt="2021-04-09T18:08:52.777" v="5469" actId="1076"/>
          <ac:spMkLst>
            <pc:docMk/>
            <pc:sldMk cId="1920503962" sldId="2146846005"/>
            <ac:spMk id="68" creationId="{BB3551C5-C65A-4F63-8A65-7D494BF2E4D4}"/>
          </ac:spMkLst>
        </pc:spChg>
        <pc:spChg chg="del">
          <ac:chgData name="Ken Popkin" userId="3c94c39e-c43b-4805-99ab-8da17777f1ac" providerId="ADAL" clId="{68297F89-6131-44AD-9F8E-85397584873C}" dt="2021-04-09T15:36:15.571" v="4375" actId="478"/>
          <ac:spMkLst>
            <pc:docMk/>
            <pc:sldMk cId="1920503962" sldId="2146846005"/>
            <ac:spMk id="69" creationId="{2DFDF791-DF6F-4815-81E1-5D3A4A54B807}"/>
          </ac:spMkLst>
        </pc:spChg>
        <pc:spChg chg="mod">
          <ac:chgData name="Ken Popkin" userId="3c94c39e-c43b-4805-99ab-8da17777f1ac" providerId="ADAL" clId="{68297F89-6131-44AD-9F8E-85397584873C}" dt="2021-04-09T18:08:52.777" v="5469" actId="1076"/>
          <ac:spMkLst>
            <pc:docMk/>
            <pc:sldMk cId="1920503962" sldId="2146846005"/>
            <ac:spMk id="69" creationId="{37A76262-41E4-4657-B6D8-EB614EE31311}"/>
          </ac:spMkLst>
        </pc:spChg>
        <pc:spChg chg="add del mod">
          <ac:chgData name="Ken Popkin" userId="3c94c39e-c43b-4805-99ab-8da17777f1ac" providerId="ADAL" clId="{68297F89-6131-44AD-9F8E-85397584873C}" dt="2021-04-09T18:09:04.750" v="5473" actId="478"/>
          <ac:spMkLst>
            <pc:docMk/>
            <pc:sldMk cId="1920503962" sldId="2146846005"/>
            <ac:spMk id="70" creationId="{427A1BF3-CDAF-47CB-BFD6-39A3A7C9ED38}"/>
          </ac:spMkLst>
        </pc:spChg>
        <pc:spChg chg="del">
          <ac:chgData name="Ken Popkin" userId="3c94c39e-c43b-4805-99ab-8da17777f1ac" providerId="ADAL" clId="{68297F89-6131-44AD-9F8E-85397584873C}" dt="2021-04-09T15:36:15.571" v="4375" actId="478"/>
          <ac:spMkLst>
            <pc:docMk/>
            <pc:sldMk cId="1920503962" sldId="2146846005"/>
            <ac:spMk id="70" creationId="{96F3843E-4881-41CA-BAFD-7855CFC2905D}"/>
          </ac:spMkLst>
        </pc:spChg>
        <pc:spChg chg="del">
          <ac:chgData name="Ken Popkin" userId="3c94c39e-c43b-4805-99ab-8da17777f1ac" providerId="ADAL" clId="{68297F89-6131-44AD-9F8E-85397584873C}" dt="2021-04-09T15:36:15.571" v="4375" actId="478"/>
          <ac:spMkLst>
            <pc:docMk/>
            <pc:sldMk cId="1920503962" sldId="2146846005"/>
            <ac:spMk id="71" creationId="{6642AD67-D502-495F-A15F-8264E7690D82}"/>
          </ac:spMkLst>
        </pc:spChg>
        <pc:spChg chg="del">
          <ac:chgData name="Ken Popkin" userId="3c94c39e-c43b-4805-99ab-8da17777f1ac" providerId="ADAL" clId="{68297F89-6131-44AD-9F8E-85397584873C}" dt="2021-04-09T15:36:15.571" v="4375" actId="478"/>
          <ac:spMkLst>
            <pc:docMk/>
            <pc:sldMk cId="1920503962" sldId="2146846005"/>
            <ac:spMk id="72" creationId="{6CB93E27-A49A-4627-A2DA-8757521C2F82}"/>
          </ac:spMkLst>
        </pc:spChg>
        <pc:spChg chg="mod">
          <ac:chgData name="Ken Popkin" userId="3c94c39e-c43b-4805-99ab-8da17777f1ac" providerId="ADAL" clId="{68297F89-6131-44AD-9F8E-85397584873C}" dt="2021-04-09T18:18:44.394" v="5761" actId="1076"/>
          <ac:spMkLst>
            <pc:docMk/>
            <pc:sldMk cId="1920503962" sldId="2146846005"/>
            <ac:spMk id="73" creationId="{0D078A7D-CE7A-41DD-8F63-B6B834BE57A8}"/>
          </ac:spMkLst>
        </pc:spChg>
        <pc:spChg chg="del">
          <ac:chgData name="Ken Popkin" userId="3c94c39e-c43b-4805-99ab-8da17777f1ac" providerId="ADAL" clId="{68297F89-6131-44AD-9F8E-85397584873C}" dt="2021-04-09T15:36:15.571" v="4375" actId="478"/>
          <ac:spMkLst>
            <pc:docMk/>
            <pc:sldMk cId="1920503962" sldId="2146846005"/>
            <ac:spMk id="73" creationId="{97934A9B-A6C0-4249-A430-9D4691E22970}"/>
          </ac:spMkLst>
        </pc:spChg>
        <pc:spChg chg="mod">
          <ac:chgData name="Ken Popkin" userId="3c94c39e-c43b-4805-99ab-8da17777f1ac" providerId="ADAL" clId="{68297F89-6131-44AD-9F8E-85397584873C}" dt="2021-04-09T18:18:44.394" v="5761" actId="1076"/>
          <ac:spMkLst>
            <pc:docMk/>
            <pc:sldMk cId="1920503962" sldId="2146846005"/>
            <ac:spMk id="75" creationId="{307161C5-9AAF-4149-9DEB-B6F7194766C6}"/>
          </ac:spMkLst>
        </pc:spChg>
        <pc:spChg chg="mod">
          <ac:chgData name="Ken Popkin" userId="3c94c39e-c43b-4805-99ab-8da17777f1ac" providerId="ADAL" clId="{68297F89-6131-44AD-9F8E-85397584873C}" dt="2021-04-09T18:18:44.394" v="5761" actId="1076"/>
          <ac:spMkLst>
            <pc:docMk/>
            <pc:sldMk cId="1920503962" sldId="2146846005"/>
            <ac:spMk id="76" creationId="{9ECE73BF-FC03-4E22-B435-46E07CE3AFF8}"/>
          </ac:spMkLst>
        </pc:spChg>
        <pc:spChg chg="mod">
          <ac:chgData name="Ken Popkin" userId="3c94c39e-c43b-4805-99ab-8da17777f1ac" providerId="ADAL" clId="{68297F89-6131-44AD-9F8E-85397584873C}" dt="2021-04-09T18:18:44.394" v="5761" actId="1076"/>
          <ac:spMkLst>
            <pc:docMk/>
            <pc:sldMk cId="1920503962" sldId="2146846005"/>
            <ac:spMk id="77" creationId="{17F0D5C7-CDB5-4FFF-9F4E-498773D375B4}"/>
          </ac:spMkLst>
        </pc:spChg>
        <pc:spChg chg="mod">
          <ac:chgData name="Ken Popkin" userId="3c94c39e-c43b-4805-99ab-8da17777f1ac" providerId="ADAL" clId="{68297F89-6131-44AD-9F8E-85397584873C}" dt="2021-04-09T18:18:44.394" v="5761" actId="1076"/>
          <ac:spMkLst>
            <pc:docMk/>
            <pc:sldMk cId="1920503962" sldId="2146846005"/>
            <ac:spMk id="78" creationId="{BC582489-3DCD-48B5-9AA3-B5CFCE92332D}"/>
          </ac:spMkLst>
        </pc:spChg>
        <pc:spChg chg="mod">
          <ac:chgData name="Ken Popkin" userId="3c94c39e-c43b-4805-99ab-8da17777f1ac" providerId="ADAL" clId="{68297F89-6131-44AD-9F8E-85397584873C}" dt="2021-04-09T18:18:44.394" v="5761" actId="1076"/>
          <ac:spMkLst>
            <pc:docMk/>
            <pc:sldMk cId="1920503962" sldId="2146846005"/>
            <ac:spMk id="79" creationId="{7ED68F92-D955-4B58-9CB8-3B4C39AF8603}"/>
          </ac:spMkLst>
        </pc:spChg>
        <pc:spChg chg="add del mod">
          <ac:chgData name="Ken Popkin" userId="3c94c39e-c43b-4805-99ab-8da17777f1ac" providerId="ADAL" clId="{68297F89-6131-44AD-9F8E-85397584873C}" dt="2021-04-09T18:13:30.834" v="5608" actId="478"/>
          <ac:spMkLst>
            <pc:docMk/>
            <pc:sldMk cId="1920503962" sldId="2146846005"/>
            <ac:spMk id="80" creationId="{6DDBA5C1-2EDD-4289-B9E2-BF641193C681}"/>
          </ac:spMkLst>
        </pc:spChg>
        <pc:spChg chg="add mod">
          <ac:chgData name="Ken Popkin" userId="3c94c39e-c43b-4805-99ab-8da17777f1ac" providerId="ADAL" clId="{68297F89-6131-44AD-9F8E-85397584873C}" dt="2021-04-09T21:56:38.357" v="6649" actId="14100"/>
          <ac:spMkLst>
            <pc:docMk/>
            <pc:sldMk cId="1920503962" sldId="2146846005"/>
            <ac:spMk id="82" creationId="{0239ACCB-06AC-4754-AD85-BABFA24A62AB}"/>
          </ac:spMkLst>
        </pc:spChg>
        <pc:spChg chg="mod">
          <ac:chgData name="Ken Popkin" userId="3c94c39e-c43b-4805-99ab-8da17777f1ac" providerId="ADAL" clId="{68297F89-6131-44AD-9F8E-85397584873C}" dt="2021-04-09T18:30:58.850" v="6156" actId="552"/>
          <ac:spMkLst>
            <pc:docMk/>
            <pc:sldMk cId="1920503962" sldId="2146846005"/>
            <ac:spMk id="86" creationId="{6B553F13-6E4E-41B3-9B00-42CFE0D51923}"/>
          </ac:spMkLst>
        </pc:spChg>
        <pc:spChg chg="mod">
          <ac:chgData name="Ken Popkin" userId="3c94c39e-c43b-4805-99ab-8da17777f1ac" providerId="ADAL" clId="{68297F89-6131-44AD-9F8E-85397584873C}" dt="2021-04-09T18:30:58.850" v="6156" actId="552"/>
          <ac:spMkLst>
            <pc:docMk/>
            <pc:sldMk cId="1920503962" sldId="2146846005"/>
            <ac:spMk id="88" creationId="{64717CE9-0D84-4BD4-BA8E-F135B0880B1D}"/>
          </ac:spMkLst>
        </pc:spChg>
        <pc:spChg chg="mod">
          <ac:chgData name="Ken Popkin" userId="3c94c39e-c43b-4805-99ab-8da17777f1ac" providerId="ADAL" clId="{68297F89-6131-44AD-9F8E-85397584873C}" dt="2021-04-09T18:30:58.850" v="6156" actId="552"/>
          <ac:spMkLst>
            <pc:docMk/>
            <pc:sldMk cId="1920503962" sldId="2146846005"/>
            <ac:spMk id="89" creationId="{E4ED091B-61CC-43F2-A66C-2831D9028A00}"/>
          </ac:spMkLst>
        </pc:spChg>
        <pc:spChg chg="mod">
          <ac:chgData name="Ken Popkin" userId="3c94c39e-c43b-4805-99ab-8da17777f1ac" providerId="ADAL" clId="{68297F89-6131-44AD-9F8E-85397584873C}" dt="2021-04-09T18:30:58.850" v="6156" actId="552"/>
          <ac:spMkLst>
            <pc:docMk/>
            <pc:sldMk cId="1920503962" sldId="2146846005"/>
            <ac:spMk id="90" creationId="{CBAA9E5D-F5EB-4C7E-96F9-6D6390F97292}"/>
          </ac:spMkLst>
        </pc:spChg>
        <pc:spChg chg="mod">
          <ac:chgData name="Ken Popkin" userId="3c94c39e-c43b-4805-99ab-8da17777f1ac" providerId="ADAL" clId="{68297F89-6131-44AD-9F8E-85397584873C}" dt="2021-04-09T18:30:58.850" v="6156" actId="552"/>
          <ac:spMkLst>
            <pc:docMk/>
            <pc:sldMk cId="1920503962" sldId="2146846005"/>
            <ac:spMk id="91" creationId="{EBE4CE3F-4773-4A92-BA13-323BD342741C}"/>
          </ac:spMkLst>
        </pc:spChg>
        <pc:spChg chg="mod">
          <ac:chgData name="Ken Popkin" userId="3c94c39e-c43b-4805-99ab-8da17777f1ac" providerId="ADAL" clId="{68297F89-6131-44AD-9F8E-85397584873C}" dt="2021-04-09T18:30:58.850" v="6156" actId="552"/>
          <ac:spMkLst>
            <pc:docMk/>
            <pc:sldMk cId="1920503962" sldId="2146846005"/>
            <ac:spMk id="92" creationId="{CF1846C2-7472-46D4-A3C4-DAC086F2CCD4}"/>
          </ac:spMkLst>
        </pc:spChg>
        <pc:grpChg chg="add mod">
          <ac:chgData name="Ken Popkin" userId="3c94c39e-c43b-4805-99ab-8da17777f1ac" providerId="ADAL" clId="{68297F89-6131-44AD-9F8E-85397584873C}" dt="2021-04-09T18:30:58.850" v="6156" actId="552"/>
          <ac:grpSpMkLst>
            <pc:docMk/>
            <pc:sldMk cId="1920503962" sldId="2146846005"/>
            <ac:grpSpMk id="48" creationId="{C8AECF86-8E1E-48E4-8049-C33ADEDE2A40}"/>
          </ac:grpSpMkLst>
        </pc:grpChg>
        <pc:grpChg chg="mod">
          <ac:chgData name="Ken Popkin" userId="3c94c39e-c43b-4805-99ab-8da17777f1ac" providerId="ADAL" clId="{68297F89-6131-44AD-9F8E-85397584873C}" dt="2021-04-09T18:30:58.850" v="6156" actId="552"/>
          <ac:grpSpMkLst>
            <pc:docMk/>
            <pc:sldMk cId="1920503962" sldId="2146846005"/>
            <ac:grpSpMk id="50" creationId="{682C8F23-EEC0-443F-9899-DC045F507A05}"/>
          </ac:grpSpMkLst>
        </pc:grpChg>
        <pc:grpChg chg="add del mod">
          <ac:chgData name="Ken Popkin" userId="3c94c39e-c43b-4805-99ab-8da17777f1ac" providerId="ADAL" clId="{68297F89-6131-44AD-9F8E-85397584873C}" dt="2021-04-09T18:09:01.705" v="5472" actId="478"/>
          <ac:grpSpMkLst>
            <pc:docMk/>
            <pc:sldMk cId="1920503962" sldId="2146846005"/>
            <ac:grpSpMk id="58" creationId="{E02525C8-F681-4E8E-9D0D-4868FC0E87EF}"/>
          </ac:grpSpMkLst>
        </pc:grpChg>
        <pc:grpChg chg="mod">
          <ac:chgData name="Ken Popkin" userId="3c94c39e-c43b-4805-99ab-8da17777f1ac" providerId="ADAL" clId="{68297F89-6131-44AD-9F8E-85397584873C}" dt="2021-04-09T18:08:52.777" v="5469" actId="1076"/>
          <ac:grpSpMkLst>
            <pc:docMk/>
            <pc:sldMk cId="1920503962" sldId="2146846005"/>
            <ac:grpSpMk id="60" creationId="{14B11821-357D-4DB0-BAA3-B1955FF99002}"/>
          </ac:grpSpMkLst>
        </pc:grpChg>
        <pc:grpChg chg="add del mod">
          <ac:chgData name="Ken Popkin" userId="3c94c39e-c43b-4805-99ab-8da17777f1ac" providerId="ADAL" clId="{68297F89-6131-44AD-9F8E-85397584873C}" dt="2021-04-09T18:19:08.197" v="5762" actId="478"/>
          <ac:grpSpMkLst>
            <pc:docMk/>
            <pc:sldMk cId="1920503962" sldId="2146846005"/>
            <ac:grpSpMk id="72" creationId="{BC193F91-4E0E-4EF8-8015-909ACF26BC2D}"/>
          </ac:grpSpMkLst>
        </pc:grpChg>
        <pc:grpChg chg="mod">
          <ac:chgData name="Ken Popkin" userId="3c94c39e-c43b-4805-99ab-8da17777f1ac" providerId="ADAL" clId="{68297F89-6131-44AD-9F8E-85397584873C}" dt="2021-04-09T18:18:44.394" v="5761" actId="1076"/>
          <ac:grpSpMkLst>
            <pc:docMk/>
            <pc:sldMk cId="1920503962" sldId="2146846005"/>
            <ac:grpSpMk id="74" creationId="{D33B867D-B9C8-4E2C-B520-DDA652C6ABEB}"/>
          </ac:grpSpMkLst>
        </pc:grpChg>
        <pc:grpChg chg="add mod">
          <ac:chgData name="Ken Popkin" userId="3c94c39e-c43b-4805-99ab-8da17777f1ac" providerId="ADAL" clId="{68297F89-6131-44AD-9F8E-85397584873C}" dt="2021-04-09T18:30:58.850" v="6156" actId="552"/>
          <ac:grpSpMkLst>
            <pc:docMk/>
            <pc:sldMk cId="1920503962" sldId="2146846005"/>
            <ac:grpSpMk id="85" creationId="{B44A08A4-1B45-4BCD-9D54-EA7BF805E77A}"/>
          </ac:grpSpMkLst>
        </pc:grpChg>
        <pc:grpChg chg="mod">
          <ac:chgData name="Ken Popkin" userId="3c94c39e-c43b-4805-99ab-8da17777f1ac" providerId="ADAL" clId="{68297F89-6131-44AD-9F8E-85397584873C}" dt="2021-04-09T18:30:58.850" v="6156" actId="552"/>
          <ac:grpSpMkLst>
            <pc:docMk/>
            <pc:sldMk cId="1920503962" sldId="2146846005"/>
            <ac:grpSpMk id="87" creationId="{AF6EF135-0AB6-4BF6-A2FB-296C2FC9C749}"/>
          </ac:grpSpMkLst>
        </pc:grpChg>
        <pc:graphicFrameChg chg="add mod modGraphic">
          <ac:chgData name="Ken Popkin" userId="3c94c39e-c43b-4805-99ab-8da17777f1ac" providerId="ADAL" clId="{68297F89-6131-44AD-9F8E-85397584873C}" dt="2021-04-09T21:57:49.832" v="6658" actId="14100"/>
          <ac:graphicFrameMkLst>
            <pc:docMk/>
            <pc:sldMk cId="1920503962" sldId="2146846005"/>
            <ac:graphicFrameMk id="5" creationId="{96AFFF34-F76D-41AE-AA36-80DD546DE5F8}"/>
          </ac:graphicFrameMkLst>
        </pc:graphicFrameChg>
        <pc:graphicFrameChg chg="add mod modGraphic">
          <ac:chgData name="Ken Popkin" userId="3c94c39e-c43b-4805-99ab-8da17777f1ac" providerId="ADAL" clId="{68297F89-6131-44AD-9F8E-85397584873C}" dt="2021-04-09T21:57:55.297" v="6659" actId="14100"/>
          <ac:graphicFrameMkLst>
            <pc:docMk/>
            <pc:sldMk cId="1920503962" sldId="2146846005"/>
            <ac:graphicFrameMk id="81" creationId="{36A71B13-A20F-4B89-8BD3-F8854EA4F7F9}"/>
          </ac:graphicFrameMkLst>
        </pc:graphicFrameChg>
        <pc:graphicFrameChg chg="add del mod">
          <ac:chgData name="Ken Popkin" userId="3c94c39e-c43b-4805-99ab-8da17777f1ac" providerId="ADAL" clId="{68297F89-6131-44AD-9F8E-85397584873C}" dt="2021-04-09T18:24:54.369" v="5924"/>
          <ac:graphicFrameMkLst>
            <pc:docMk/>
            <pc:sldMk cId="1920503962" sldId="2146846005"/>
            <ac:graphicFrameMk id="83" creationId="{5C124E98-B5F8-4E4C-B11B-281EC396BF61}"/>
          </ac:graphicFrameMkLst>
        </pc:graphicFrameChg>
        <pc:graphicFrameChg chg="add mod modGraphic">
          <ac:chgData name="Ken Popkin" userId="3c94c39e-c43b-4805-99ab-8da17777f1ac" providerId="ADAL" clId="{68297F89-6131-44AD-9F8E-85397584873C}" dt="2021-04-09T21:58:03.398" v="6660" actId="14100"/>
          <ac:graphicFrameMkLst>
            <pc:docMk/>
            <pc:sldMk cId="1920503962" sldId="2146846005"/>
            <ac:graphicFrameMk id="84" creationId="{76CC712C-41A9-45C5-9167-F1F1EAA56856}"/>
          </ac:graphicFrameMkLst>
        </pc:graphicFrameChg>
        <pc:cxnChg chg="mod">
          <ac:chgData name="Ken Popkin" userId="3c94c39e-c43b-4805-99ab-8da17777f1ac" providerId="ADAL" clId="{68297F89-6131-44AD-9F8E-85397584873C}" dt="2021-04-09T17:59:36.808" v="5421" actId="1035"/>
          <ac:cxnSpMkLst>
            <pc:docMk/>
            <pc:sldMk cId="1920503962" sldId="2146846005"/>
            <ac:cxnSpMk id="4" creationId="{F55061A4-70AB-4CEF-B0D1-A43DDD07D067}"/>
          </ac:cxnSpMkLst>
        </pc:cxnChg>
        <pc:cxnChg chg="add del mod">
          <ac:chgData name="Ken Popkin" userId="3c94c39e-c43b-4805-99ab-8da17777f1ac" providerId="ADAL" clId="{68297F89-6131-44AD-9F8E-85397584873C}" dt="2021-04-09T17:34:22.491" v="4511" actId="478"/>
          <ac:cxnSpMkLst>
            <pc:docMk/>
            <pc:sldMk cId="1920503962" sldId="2146846005"/>
            <ac:cxnSpMk id="17" creationId="{BC2CAB5E-DBDB-45C5-BC17-687C17E04ACC}"/>
          </ac:cxnSpMkLst>
        </pc:cxnChg>
        <pc:cxnChg chg="add mod">
          <ac:chgData name="Ken Popkin" userId="3c94c39e-c43b-4805-99ab-8da17777f1ac" providerId="ADAL" clId="{68297F89-6131-44AD-9F8E-85397584873C}" dt="2021-04-09T17:59:36.808" v="5421" actId="1035"/>
          <ac:cxnSpMkLst>
            <pc:docMk/>
            <pc:sldMk cId="1920503962" sldId="2146846005"/>
            <ac:cxnSpMk id="18" creationId="{CB33C16E-70C9-4758-89AE-0F79FD429FB2}"/>
          </ac:cxnSpMkLst>
        </pc:cxnChg>
        <pc:cxnChg chg="add del mod">
          <ac:chgData name="Ken Popkin" userId="3c94c39e-c43b-4805-99ab-8da17777f1ac" providerId="ADAL" clId="{68297F89-6131-44AD-9F8E-85397584873C}" dt="2021-04-09T17:35:49.930" v="4556" actId="478"/>
          <ac:cxnSpMkLst>
            <pc:docMk/>
            <pc:sldMk cId="1920503962" sldId="2146846005"/>
            <ac:cxnSpMk id="20" creationId="{1CF0DA70-8D26-43A4-8E77-A55C66B6450A}"/>
          </ac:cxnSpMkLst>
        </pc:cxnChg>
        <pc:cxnChg chg="mod">
          <ac:chgData name="Ken Popkin" userId="3c94c39e-c43b-4805-99ab-8da17777f1ac" providerId="ADAL" clId="{68297F89-6131-44AD-9F8E-85397584873C}" dt="2021-04-09T17:59:36.808" v="5421" actId="1035"/>
          <ac:cxnSpMkLst>
            <pc:docMk/>
            <pc:sldMk cId="1920503962" sldId="2146846005"/>
            <ac:cxnSpMk id="23" creationId="{7841B8DF-1450-4C7B-8D95-54A7ABCA5371}"/>
          </ac:cxnSpMkLst>
        </pc:cxnChg>
        <pc:cxnChg chg="del">
          <ac:chgData name="Ken Popkin" userId="3c94c39e-c43b-4805-99ab-8da17777f1ac" providerId="ADAL" clId="{68297F89-6131-44AD-9F8E-85397584873C}" dt="2021-04-09T15:36:32.480" v="4377" actId="478"/>
          <ac:cxnSpMkLst>
            <pc:docMk/>
            <pc:sldMk cId="1920503962" sldId="2146846005"/>
            <ac:cxnSpMk id="24" creationId="{206A602B-890D-4E45-A531-9AF310011136}"/>
          </ac:cxnSpMkLst>
        </pc:cxnChg>
        <pc:cxnChg chg="mod">
          <ac:chgData name="Ken Popkin" userId="3c94c39e-c43b-4805-99ab-8da17777f1ac" providerId="ADAL" clId="{68297F89-6131-44AD-9F8E-85397584873C}" dt="2021-04-09T17:59:36.808" v="5421" actId="1035"/>
          <ac:cxnSpMkLst>
            <pc:docMk/>
            <pc:sldMk cId="1920503962" sldId="2146846005"/>
            <ac:cxnSpMk id="25" creationId="{B9F0A33D-6D9A-40E9-9553-FD41A8B8B706}"/>
          </ac:cxnSpMkLst>
        </pc:cxnChg>
        <pc:cxnChg chg="del">
          <ac:chgData name="Ken Popkin" userId="3c94c39e-c43b-4805-99ab-8da17777f1ac" providerId="ADAL" clId="{68297F89-6131-44AD-9F8E-85397584873C}" dt="2021-04-09T15:36:32.480" v="4377" actId="478"/>
          <ac:cxnSpMkLst>
            <pc:docMk/>
            <pc:sldMk cId="1920503962" sldId="2146846005"/>
            <ac:cxnSpMk id="26" creationId="{1776DEBE-E166-4295-84A1-4834C38E3187}"/>
          </ac:cxnSpMkLst>
        </pc:cxnChg>
        <pc:cxnChg chg="mod">
          <ac:chgData name="Ken Popkin" userId="3c94c39e-c43b-4805-99ab-8da17777f1ac" providerId="ADAL" clId="{68297F89-6131-44AD-9F8E-85397584873C}" dt="2021-04-09T17:59:36.808" v="5421" actId="1035"/>
          <ac:cxnSpMkLst>
            <pc:docMk/>
            <pc:sldMk cId="1920503962" sldId="2146846005"/>
            <ac:cxnSpMk id="27" creationId="{0DE028B3-650A-4968-8D68-1C3C8D5D681A}"/>
          </ac:cxnSpMkLst>
        </pc:cxnChg>
        <pc:cxnChg chg="del">
          <ac:chgData name="Ken Popkin" userId="3c94c39e-c43b-4805-99ab-8da17777f1ac" providerId="ADAL" clId="{68297F89-6131-44AD-9F8E-85397584873C}" dt="2021-04-09T15:36:32.480" v="4377" actId="478"/>
          <ac:cxnSpMkLst>
            <pc:docMk/>
            <pc:sldMk cId="1920503962" sldId="2146846005"/>
            <ac:cxnSpMk id="28" creationId="{88A90348-9759-4C47-BB7A-ED545982554C}"/>
          </ac:cxnSpMkLst>
        </pc:cxnChg>
        <pc:cxnChg chg="del">
          <ac:chgData name="Ken Popkin" userId="3c94c39e-c43b-4805-99ab-8da17777f1ac" providerId="ADAL" clId="{68297F89-6131-44AD-9F8E-85397584873C}" dt="2021-04-09T15:36:32.480" v="4377" actId="478"/>
          <ac:cxnSpMkLst>
            <pc:docMk/>
            <pc:sldMk cId="1920503962" sldId="2146846005"/>
            <ac:cxnSpMk id="29" creationId="{5F83E959-CDD9-409E-A91C-A55AE0F2AE05}"/>
          </ac:cxnSpMkLst>
        </pc:cxnChg>
        <pc:cxnChg chg="del">
          <ac:chgData name="Ken Popkin" userId="3c94c39e-c43b-4805-99ab-8da17777f1ac" providerId="ADAL" clId="{68297F89-6131-44AD-9F8E-85397584873C}" dt="2021-04-09T15:36:32.480" v="4377" actId="478"/>
          <ac:cxnSpMkLst>
            <pc:docMk/>
            <pc:sldMk cId="1920503962" sldId="2146846005"/>
            <ac:cxnSpMk id="30" creationId="{9B4AF37E-D9B6-4CD8-91E0-6BCC6B63031A}"/>
          </ac:cxnSpMkLst>
        </pc:cxnChg>
        <pc:cxnChg chg="del">
          <ac:chgData name="Ken Popkin" userId="3c94c39e-c43b-4805-99ab-8da17777f1ac" providerId="ADAL" clId="{68297F89-6131-44AD-9F8E-85397584873C}" dt="2021-04-09T15:36:32.480" v="4377" actId="478"/>
          <ac:cxnSpMkLst>
            <pc:docMk/>
            <pc:sldMk cId="1920503962" sldId="2146846005"/>
            <ac:cxnSpMk id="31" creationId="{64711D1A-E63E-4A98-B1D8-7F82D32F54CB}"/>
          </ac:cxnSpMkLst>
        </pc:cxnChg>
        <pc:cxnChg chg="del">
          <ac:chgData name="Ken Popkin" userId="3c94c39e-c43b-4805-99ab-8da17777f1ac" providerId="ADAL" clId="{68297F89-6131-44AD-9F8E-85397584873C}" dt="2021-04-09T15:36:32.480" v="4377" actId="478"/>
          <ac:cxnSpMkLst>
            <pc:docMk/>
            <pc:sldMk cId="1920503962" sldId="2146846005"/>
            <ac:cxnSpMk id="33" creationId="{B4BFB4F8-C76B-4A3A-B558-56B99EE9EE8D}"/>
          </ac:cxnSpMkLst>
        </pc:cxnChg>
        <pc:cxnChg chg="add mod">
          <ac:chgData name="Ken Popkin" userId="3c94c39e-c43b-4805-99ab-8da17777f1ac" providerId="ADAL" clId="{68297F89-6131-44AD-9F8E-85397584873C}" dt="2021-04-09T18:09:20.369" v="5476" actId="14100"/>
          <ac:cxnSpMkLst>
            <pc:docMk/>
            <pc:sldMk cId="1920503962" sldId="2146846005"/>
            <ac:cxnSpMk id="71" creationId="{989A27C3-1E6F-46ED-AA72-FB96029DF201}"/>
          </ac:cxnSpMkLst>
        </pc:cxnChg>
        <pc:cxnChg chg="del">
          <ac:chgData name="Ken Popkin" userId="3c94c39e-c43b-4805-99ab-8da17777f1ac" providerId="ADAL" clId="{68297F89-6131-44AD-9F8E-85397584873C}" dt="2021-04-09T15:36:19.369" v="4376" actId="478"/>
          <ac:cxnSpMkLst>
            <pc:docMk/>
            <pc:sldMk cId="1920503962" sldId="2146846005"/>
            <ac:cxnSpMk id="75" creationId="{0B0290BE-79B4-4156-A78A-FF9E064CB585}"/>
          </ac:cxnSpMkLst>
        </pc:cxnChg>
      </pc:sldChg>
      <pc:sldChg chg="add del setBg">
        <pc:chgData name="Ken Popkin" userId="3c94c39e-c43b-4805-99ab-8da17777f1ac" providerId="ADAL" clId="{68297F89-6131-44AD-9F8E-85397584873C}" dt="2021-04-09T15:35:43.072" v="4358"/>
        <pc:sldMkLst>
          <pc:docMk/>
          <pc:sldMk cId="3563671846" sldId="2146846005"/>
        </pc:sldMkLst>
      </pc:sldChg>
      <pc:sldChg chg="modSp add del mod setBg">
        <pc:chgData name="Ken Popkin" userId="3c94c39e-c43b-4805-99ab-8da17777f1ac" providerId="ADAL" clId="{68297F89-6131-44AD-9F8E-85397584873C}" dt="2021-04-16T14:31:04.997" v="7320" actId="47"/>
        <pc:sldMkLst>
          <pc:docMk/>
          <pc:sldMk cId="1739682261" sldId="2146846006"/>
        </pc:sldMkLst>
        <pc:spChg chg="mod">
          <ac:chgData name="Ken Popkin" userId="3c94c39e-c43b-4805-99ab-8da17777f1ac" providerId="ADAL" clId="{68297F89-6131-44AD-9F8E-85397584873C}" dt="2021-04-16T14:26:44.728" v="7316" actId="207"/>
          <ac:spMkLst>
            <pc:docMk/>
            <pc:sldMk cId="1739682261" sldId="2146846006"/>
            <ac:spMk id="26" creationId="{183A8ABC-0A51-4E7A-AA4B-8C409D5908CF}"/>
          </ac:spMkLst>
        </pc:spChg>
        <pc:spChg chg="mod">
          <ac:chgData name="Ken Popkin" userId="3c94c39e-c43b-4805-99ab-8da17777f1ac" providerId="ADAL" clId="{68297F89-6131-44AD-9F8E-85397584873C}" dt="2021-04-16T14:26:55.354" v="7317" actId="207"/>
          <ac:spMkLst>
            <pc:docMk/>
            <pc:sldMk cId="1739682261" sldId="2146846006"/>
            <ac:spMk id="28" creationId="{5C7BE149-32B1-4054-91CF-216877DE3A41}"/>
          </ac:spMkLst>
        </pc:spChg>
        <pc:spChg chg="mod">
          <ac:chgData name="Ken Popkin" userId="3c94c39e-c43b-4805-99ab-8da17777f1ac" providerId="ADAL" clId="{68297F89-6131-44AD-9F8E-85397584873C}" dt="2021-04-16T14:26:55.354" v="7317" actId="207"/>
          <ac:spMkLst>
            <pc:docMk/>
            <pc:sldMk cId="1739682261" sldId="2146846006"/>
            <ac:spMk id="29" creationId="{AF3183EC-13F0-41C9-B144-8871169580F4}"/>
          </ac:spMkLst>
        </pc:spChg>
        <pc:spChg chg="mod">
          <ac:chgData name="Ken Popkin" userId="3c94c39e-c43b-4805-99ab-8da17777f1ac" providerId="ADAL" clId="{68297F89-6131-44AD-9F8E-85397584873C}" dt="2021-04-16T14:26:55.354" v="7317" actId="207"/>
          <ac:spMkLst>
            <pc:docMk/>
            <pc:sldMk cId="1739682261" sldId="2146846006"/>
            <ac:spMk id="30" creationId="{D875CA8B-CA28-4933-8D24-CBD78B81576B}"/>
          </ac:spMkLst>
        </pc:spChg>
        <pc:spChg chg="mod">
          <ac:chgData name="Ken Popkin" userId="3c94c39e-c43b-4805-99ab-8da17777f1ac" providerId="ADAL" clId="{68297F89-6131-44AD-9F8E-85397584873C}" dt="2021-04-16T14:26:55.354" v="7317" actId="207"/>
          <ac:spMkLst>
            <pc:docMk/>
            <pc:sldMk cId="1739682261" sldId="2146846006"/>
            <ac:spMk id="31" creationId="{DC2B1B51-C59E-4432-AE92-B3A7E7E1C37E}"/>
          </ac:spMkLst>
        </pc:spChg>
        <pc:spChg chg="mod">
          <ac:chgData name="Ken Popkin" userId="3c94c39e-c43b-4805-99ab-8da17777f1ac" providerId="ADAL" clId="{68297F89-6131-44AD-9F8E-85397584873C}" dt="2021-04-16T14:26:55.354" v="7317" actId="207"/>
          <ac:spMkLst>
            <pc:docMk/>
            <pc:sldMk cId="1739682261" sldId="2146846006"/>
            <ac:spMk id="32" creationId="{27F50EA0-26FA-4478-B196-427622D3420E}"/>
          </ac:spMkLst>
        </pc:spChg>
        <pc:spChg chg="mod">
          <ac:chgData name="Ken Popkin" userId="3c94c39e-c43b-4805-99ab-8da17777f1ac" providerId="ADAL" clId="{68297F89-6131-44AD-9F8E-85397584873C}" dt="2021-04-16T14:26:55.354" v="7317" actId="207"/>
          <ac:spMkLst>
            <pc:docMk/>
            <pc:sldMk cId="1739682261" sldId="2146846006"/>
            <ac:spMk id="33" creationId="{D0FABDB6-679A-4A53-A966-EAAFB0404474}"/>
          </ac:spMkLst>
        </pc:spChg>
        <pc:spChg chg="mod">
          <ac:chgData name="Ken Popkin" userId="3c94c39e-c43b-4805-99ab-8da17777f1ac" providerId="ADAL" clId="{68297F89-6131-44AD-9F8E-85397584873C}" dt="2021-04-16T14:26:44.728" v="7316" actId="207"/>
          <ac:spMkLst>
            <pc:docMk/>
            <pc:sldMk cId="1739682261" sldId="2146846006"/>
            <ac:spMk id="34" creationId="{BB682AE4-F130-4A77-9286-28C73BD6A617}"/>
          </ac:spMkLst>
        </pc:spChg>
        <pc:spChg chg="mod">
          <ac:chgData name="Ken Popkin" userId="3c94c39e-c43b-4805-99ab-8da17777f1ac" providerId="ADAL" clId="{68297F89-6131-44AD-9F8E-85397584873C}" dt="2021-04-16T14:26:44.728" v="7316" actId="207"/>
          <ac:spMkLst>
            <pc:docMk/>
            <pc:sldMk cId="1739682261" sldId="2146846006"/>
            <ac:spMk id="35" creationId="{D530226E-292E-4441-813E-E86676B8B431}"/>
          </ac:spMkLst>
        </pc:spChg>
        <pc:spChg chg="mod">
          <ac:chgData name="Ken Popkin" userId="3c94c39e-c43b-4805-99ab-8da17777f1ac" providerId="ADAL" clId="{68297F89-6131-44AD-9F8E-85397584873C}" dt="2021-04-16T14:26:44.728" v="7316" actId="207"/>
          <ac:spMkLst>
            <pc:docMk/>
            <pc:sldMk cId="1739682261" sldId="2146846006"/>
            <ac:spMk id="36" creationId="{B2E7E7D2-9337-4737-9018-C8E12D85BCFD}"/>
          </ac:spMkLst>
        </pc:spChg>
        <pc:spChg chg="mod">
          <ac:chgData name="Ken Popkin" userId="3c94c39e-c43b-4805-99ab-8da17777f1ac" providerId="ADAL" clId="{68297F89-6131-44AD-9F8E-85397584873C}" dt="2021-04-16T14:27:01.649" v="7318" actId="207"/>
          <ac:spMkLst>
            <pc:docMk/>
            <pc:sldMk cId="1739682261" sldId="2146846006"/>
            <ac:spMk id="37" creationId="{A8236CA9-FE0E-498B-98AE-106E8E45DA0F}"/>
          </ac:spMkLst>
        </pc:spChg>
        <pc:spChg chg="mod">
          <ac:chgData name="Ken Popkin" userId="3c94c39e-c43b-4805-99ab-8da17777f1ac" providerId="ADAL" clId="{68297F89-6131-44AD-9F8E-85397584873C}" dt="2021-04-16T14:27:01.649" v="7318" actId="207"/>
          <ac:spMkLst>
            <pc:docMk/>
            <pc:sldMk cId="1739682261" sldId="2146846006"/>
            <ac:spMk id="38" creationId="{2C0E70E1-4067-4D83-AD90-7B220125D24D}"/>
          </ac:spMkLst>
        </pc:spChg>
        <pc:spChg chg="mod">
          <ac:chgData name="Ken Popkin" userId="3c94c39e-c43b-4805-99ab-8da17777f1ac" providerId="ADAL" clId="{68297F89-6131-44AD-9F8E-85397584873C}" dt="2021-04-16T14:27:01.649" v="7318" actId="207"/>
          <ac:spMkLst>
            <pc:docMk/>
            <pc:sldMk cId="1739682261" sldId="2146846006"/>
            <ac:spMk id="39" creationId="{156BE232-6EEA-416C-9F93-AA6A01C093FD}"/>
          </ac:spMkLst>
        </pc:spChg>
        <pc:spChg chg="mod">
          <ac:chgData name="Ken Popkin" userId="3c94c39e-c43b-4805-99ab-8da17777f1ac" providerId="ADAL" clId="{68297F89-6131-44AD-9F8E-85397584873C}" dt="2021-04-16T14:27:01.649" v="7318" actId="207"/>
          <ac:spMkLst>
            <pc:docMk/>
            <pc:sldMk cId="1739682261" sldId="2146846006"/>
            <ac:spMk id="40" creationId="{6F3A073C-5CA7-4226-9D18-D0B5CBF51DED}"/>
          </ac:spMkLst>
        </pc:spChg>
        <pc:spChg chg="mod">
          <ac:chgData name="Ken Popkin" userId="3c94c39e-c43b-4805-99ab-8da17777f1ac" providerId="ADAL" clId="{68297F89-6131-44AD-9F8E-85397584873C}" dt="2021-04-16T14:27:01.649" v="7318" actId="207"/>
          <ac:spMkLst>
            <pc:docMk/>
            <pc:sldMk cId="1739682261" sldId="2146846006"/>
            <ac:spMk id="41" creationId="{BD8838D4-0D5C-4A2B-AF6E-D662798CE057}"/>
          </ac:spMkLst>
        </pc:spChg>
        <pc:spChg chg="mod">
          <ac:chgData name="Ken Popkin" userId="3c94c39e-c43b-4805-99ab-8da17777f1ac" providerId="ADAL" clId="{68297F89-6131-44AD-9F8E-85397584873C}" dt="2021-04-16T14:27:16.479" v="7319" actId="207"/>
          <ac:spMkLst>
            <pc:docMk/>
            <pc:sldMk cId="1739682261" sldId="2146846006"/>
            <ac:spMk id="43" creationId="{E9C3F125-4AF8-4382-A44D-C6102BA14CC2}"/>
          </ac:spMkLst>
        </pc:spChg>
        <pc:spChg chg="mod">
          <ac:chgData name="Ken Popkin" userId="3c94c39e-c43b-4805-99ab-8da17777f1ac" providerId="ADAL" clId="{68297F89-6131-44AD-9F8E-85397584873C}" dt="2021-04-16T14:27:01.649" v="7318" actId="207"/>
          <ac:spMkLst>
            <pc:docMk/>
            <pc:sldMk cId="1739682261" sldId="2146846006"/>
            <ac:spMk id="44" creationId="{DDF5535E-2949-443E-8DF0-23C7D912F988}"/>
          </ac:spMkLst>
        </pc:spChg>
      </pc:sldChg>
      <pc:sldChg chg="delSp add del mod setBg">
        <pc:chgData name="Ken Popkin" userId="3c94c39e-c43b-4805-99ab-8da17777f1ac" providerId="ADAL" clId="{68297F89-6131-44AD-9F8E-85397584873C}" dt="2021-04-16T14:44:03.660" v="7323" actId="47"/>
        <pc:sldMkLst>
          <pc:docMk/>
          <pc:sldMk cId="2296927644" sldId="2146846006"/>
        </pc:sldMkLst>
        <pc:spChg chg="del">
          <ac:chgData name="Ken Popkin" userId="3c94c39e-c43b-4805-99ab-8da17777f1ac" providerId="ADAL" clId="{68297F89-6131-44AD-9F8E-85397584873C}" dt="2021-04-16T14:31:37.074" v="7322" actId="478"/>
          <ac:spMkLst>
            <pc:docMk/>
            <pc:sldMk cId="2296927644" sldId="2146846006"/>
            <ac:spMk id="10" creationId="{A78988CF-C0D9-4564-A18C-624985AA8302}"/>
          </ac:spMkLst>
        </pc:spChg>
      </pc:sldChg>
      <pc:sldChg chg="delSp modSp add mod setBg">
        <pc:chgData name="Ken Popkin" userId="3c94c39e-c43b-4805-99ab-8da17777f1ac" providerId="ADAL" clId="{68297F89-6131-44AD-9F8E-85397584873C}" dt="2021-04-17T22:39:53.965" v="7601" actId="207"/>
        <pc:sldMkLst>
          <pc:docMk/>
          <pc:sldMk cId="4290718314" sldId="2146846006"/>
        </pc:sldMkLst>
        <pc:spChg chg="mod">
          <ac:chgData name="Ken Popkin" userId="3c94c39e-c43b-4805-99ab-8da17777f1ac" providerId="ADAL" clId="{68297F89-6131-44AD-9F8E-85397584873C}" dt="2021-04-17T22:38:11.053" v="7509" actId="20577"/>
          <ac:spMkLst>
            <pc:docMk/>
            <pc:sldMk cId="4290718314" sldId="2146846006"/>
            <ac:spMk id="19" creationId="{431FF642-D80E-4148-B518-F4E87EA10B69}"/>
          </ac:spMkLst>
        </pc:spChg>
        <pc:spChg chg="mod">
          <ac:chgData name="Ken Popkin" userId="3c94c39e-c43b-4805-99ab-8da17777f1ac" providerId="ADAL" clId="{68297F89-6131-44AD-9F8E-85397584873C}" dt="2021-04-17T22:39:53.965" v="7601" actId="207"/>
          <ac:spMkLst>
            <pc:docMk/>
            <pc:sldMk cId="4290718314" sldId="2146846006"/>
            <ac:spMk id="26" creationId="{183A8ABC-0A51-4E7A-AA4B-8C409D5908CF}"/>
          </ac:spMkLst>
        </pc:spChg>
        <pc:spChg chg="mod">
          <ac:chgData name="Ken Popkin" userId="3c94c39e-c43b-4805-99ab-8da17777f1ac" providerId="ADAL" clId="{68297F89-6131-44AD-9F8E-85397584873C}" dt="2021-04-17T22:39:40.758" v="7600" actId="1036"/>
          <ac:spMkLst>
            <pc:docMk/>
            <pc:sldMk cId="4290718314" sldId="2146846006"/>
            <ac:spMk id="28" creationId="{5C7BE149-32B1-4054-91CF-216877DE3A41}"/>
          </ac:spMkLst>
        </pc:spChg>
        <pc:spChg chg="mod">
          <ac:chgData name="Ken Popkin" userId="3c94c39e-c43b-4805-99ab-8da17777f1ac" providerId="ADAL" clId="{68297F89-6131-44AD-9F8E-85397584873C}" dt="2021-04-17T22:39:40.758" v="7600" actId="1036"/>
          <ac:spMkLst>
            <pc:docMk/>
            <pc:sldMk cId="4290718314" sldId="2146846006"/>
            <ac:spMk id="29" creationId="{AF3183EC-13F0-41C9-B144-8871169580F4}"/>
          </ac:spMkLst>
        </pc:spChg>
        <pc:spChg chg="mod">
          <ac:chgData name="Ken Popkin" userId="3c94c39e-c43b-4805-99ab-8da17777f1ac" providerId="ADAL" clId="{68297F89-6131-44AD-9F8E-85397584873C}" dt="2021-04-17T22:39:40.758" v="7600" actId="1036"/>
          <ac:spMkLst>
            <pc:docMk/>
            <pc:sldMk cId="4290718314" sldId="2146846006"/>
            <ac:spMk id="30" creationId="{D875CA8B-CA28-4933-8D24-CBD78B81576B}"/>
          </ac:spMkLst>
        </pc:spChg>
        <pc:spChg chg="mod">
          <ac:chgData name="Ken Popkin" userId="3c94c39e-c43b-4805-99ab-8da17777f1ac" providerId="ADAL" clId="{68297F89-6131-44AD-9F8E-85397584873C}" dt="2021-04-17T22:39:40.758" v="7600" actId="1036"/>
          <ac:spMkLst>
            <pc:docMk/>
            <pc:sldMk cId="4290718314" sldId="2146846006"/>
            <ac:spMk id="31" creationId="{DC2B1B51-C59E-4432-AE92-B3A7E7E1C37E}"/>
          </ac:spMkLst>
        </pc:spChg>
        <pc:spChg chg="mod">
          <ac:chgData name="Ken Popkin" userId="3c94c39e-c43b-4805-99ab-8da17777f1ac" providerId="ADAL" clId="{68297F89-6131-44AD-9F8E-85397584873C}" dt="2021-04-17T22:39:53.965" v="7601" actId="207"/>
          <ac:spMkLst>
            <pc:docMk/>
            <pc:sldMk cId="4290718314" sldId="2146846006"/>
            <ac:spMk id="34" creationId="{BB682AE4-F130-4A77-9286-28C73BD6A617}"/>
          </ac:spMkLst>
        </pc:spChg>
        <pc:spChg chg="mod">
          <ac:chgData name="Ken Popkin" userId="3c94c39e-c43b-4805-99ab-8da17777f1ac" providerId="ADAL" clId="{68297F89-6131-44AD-9F8E-85397584873C}" dt="2021-04-17T22:39:53.965" v="7601" actId="207"/>
          <ac:spMkLst>
            <pc:docMk/>
            <pc:sldMk cId="4290718314" sldId="2146846006"/>
            <ac:spMk id="35" creationId="{D530226E-292E-4441-813E-E86676B8B431}"/>
          </ac:spMkLst>
        </pc:spChg>
        <pc:spChg chg="mod">
          <ac:chgData name="Ken Popkin" userId="3c94c39e-c43b-4805-99ab-8da17777f1ac" providerId="ADAL" clId="{68297F89-6131-44AD-9F8E-85397584873C}" dt="2021-04-17T22:39:53.965" v="7601" actId="207"/>
          <ac:spMkLst>
            <pc:docMk/>
            <pc:sldMk cId="4290718314" sldId="2146846006"/>
            <ac:spMk id="36" creationId="{B2E7E7D2-9337-4737-9018-C8E12D85BCFD}"/>
          </ac:spMkLst>
        </pc:spChg>
        <pc:spChg chg="mod">
          <ac:chgData name="Ken Popkin" userId="3c94c39e-c43b-4805-99ab-8da17777f1ac" providerId="ADAL" clId="{68297F89-6131-44AD-9F8E-85397584873C}" dt="2021-04-17T22:39:40.758" v="7600" actId="1036"/>
          <ac:spMkLst>
            <pc:docMk/>
            <pc:sldMk cId="4290718314" sldId="2146846006"/>
            <ac:spMk id="37" creationId="{A8236CA9-FE0E-498B-98AE-106E8E45DA0F}"/>
          </ac:spMkLst>
        </pc:spChg>
        <pc:spChg chg="mod">
          <ac:chgData name="Ken Popkin" userId="3c94c39e-c43b-4805-99ab-8da17777f1ac" providerId="ADAL" clId="{68297F89-6131-44AD-9F8E-85397584873C}" dt="2021-04-17T22:39:40.758" v="7600" actId="1036"/>
          <ac:spMkLst>
            <pc:docMk/>
            <pc:sldMk cId="4290718314" sldId="2146846006"/>
            <ac:spMk id="38" creationId="{2C0E70E1-4067-4D83-AD90-7B220125D24D}"/>
          </ac:spMkLst>
        </pc:spChg>
        <pc:spChg chg="mod">
          <ac:chgData name="Ken Popkin" userId="3c94c39e-c43b-4805-99ab-8da17777f1ac" providerId="ADAL" clId="{68297F89-6131-44AD-9F8E-85397584873C}" dt="2021-04-17T22:39:40.758" v="7600" actId="1036"/>
          <ac:spMkLst>
            <pc:docMk/>
            <pc:sldMk cId="4290718314" sldId="2146846006"/>
            <ac:spMk id="39" creationId="{156BE232-6EEA-416C-9F93-AA6A01C093FD}"/>
          </ac:spMkLst>
        </pc:spChg>
        <pc:spChg chg="mod">
          <ac:chgData name="Ken Popkin" userId="3c94c39e-c43b-4805-99ab-8da17777f1ac" providerId="ADAL" clId="{68297F89-6131-44AD-9F8E-85397584873C}" dt="2021-04-17T22:39:40.758" v="7600" actId="1036"/>
          <ac:spMkLst>
            <pc:docMk/>
            <pc:sldMk cId="4290718314" sldId="2146846006"/>
            <ac:spMk id="40" creationId="{6F3A073C-5CA7-4226-9D18-D0B5CBF51DED}"/>
          </ac:spMkLst>
        </pc:spChg>
        <pc:spChg chg="mod">
          <ac:chgData name="Ken Popkin" userId="3c94c39e-c43b-4805-99ab-8da17777f1ac" providerId="ADAL" clId="{68297F89-6131-44AD-9F8E-85397584873C}" dt="2021-04-17T22:39:40.758" v="7600" actId="1036"/>
          <ac:spMkLst>
            <pc:docMk/>
            <pc:sldMk cId="4290718314" sldId="2146846006"/>
            <ac:spMk id="41" creationId="{BD8838D4-0D5C-4A2B-AF6E-D662798CE057}"/>
          </ac:spMkLst>
        </pc:spChg>
        <pc:spChg chg="del">
          <ac:chgData name="Ken Popkin" userId="3c94c39e-c43b-4805-99ab-8da17777f1ac" providerId="ADAL" clId="{68297F89-6131-44AD-9F8E-85397584873C}" dt="2021-04-17T22:37:54.520" v="7473" actId="478"/>
          <ac:spMkLst>
            <pc:docMk/>
            <pc:sldMk cId="4290718314" sldId="2146846006"/>
            <ac:spMk id="42" creationId="{DE25F547-D859-4458-8F4F-5A88AED500B2}"/>
          </ac:spMkLst>
        </pc:spChg>
        <pc:spChg chg="mod">
          <ac:chgData name="Ken Popkin" userId="3c94c39e-c43b-4805-99ab-8da17777f1ac" providerId="ADAL" clId="{68297F89-6131-44AD-9F8E-85397584873C}" dt="2021-04-17T22:39:40.758" v="7600" actId="1036"/>
          <ac:spMkLst>
            <pc:docMk/>
            <pc:sldMk cId="4290718314" sldId="2146846006"/>
            <ac:spMk id="43" creationId="{E9C3F125-4AF8-4382-A44D-C6102BA14CC2}"/>
          </ac:spMkLst>
        </pc:spChg>
        <pc:spChg chg="mod">
          <ac:chgData name="Ken Popkin" userId="3c94c39e-c43b-4805-99ab-8da17777f1ac" providerId="ADAL" clId="{68297F89-6131-44AD-9F8E-85397584873C}" dt="2021-04-17T22:39:40.758" v="7600" actId="1036"/>
          <ac:spMkLst>
            <pc:docMk/>
            <pc:sldMk cId="4290718314" sldId="2146846006"/>
            <ac:spMk id="44" creationId="{DDF5535E-2949-443E-8DF0-23C7D912F988}"/>
          </ac:spMkLst>
        </pc:spChg>
        <pc:spChg chg="del">
          <ac:chgData name="Ken Popkin" userId="3c94c39e-c43b-4805-99ab-8da17777f1ac" providerId="ADAL" clId="{68297F89-6131-44AD-9F8E-85397584873C}" dt="2021-04-17T22:37:54.520" v="7473" actId="478"/>
          <ac:spMkLst>
            <pc:docMk/>
            <pc:sldMk cId="4290718314" sldId="2146846006"/>
            <ac:spMk id="45" creationId="{C0FCFD05-BCD7-4831-ACDF-9537DB09CEFE}"/>
          </ac:spMkLst>
        </pc:spChg>
        <pc:spChg chg="mod">
          <ac:chgData name="Ken Popkin" userId="3c94c39e-c43b-4805-99ab-8da17777f1ac" providerId="ADAL" clId="{68297F89-6131-44AD-9F8E-85397584873C}" dt="2021-04-17T22:39:40.758" v="7600" actId="1036"/>
          <ac:spMkLst>
            <pc:docMk/>
            <pc:sldMk cId="4290718314" sldId="2146846006"/>
            <ac:spMk id="62" creationId="{40792597-4A8D-4161-BE80-29930E72CCCD}"/>
          </ac:spMkLst>
        </pc:spChg>
        <pc:spChg chg="mod">
          <ac:chgData name="Ken Popkin" userId="3c94c39e-c43b-4805-99ab-8da17777f1ac" providerId="ADAL" clId="{68297F89-6131-44AD-9F8E-85397584873C}" dt="2021-04-17T22:39:40.758" v="7600" actId="1036"/>
          <ac:spMkLst>
            <pc:docMk/>
            <pc:sldMk cId="4290718314" sldId="2146846006"/>
            <ac:spMk id="63" creationId="{CB18DB49-674A-41F7-96D9-7EE751D6FE19}"/>
          </ac:spMkLst>
        </pc:spChg>
        <pc:spChg chg="del">
          <ac:chgData name="Ken Popkin" userId="3c94c39e-c43b-4805-99ab-8da17777f1ac" providerId="ADAL" clId="{68297F89-6131-44AD-9F8E-85397584873C}" dt="2021-04-17T22:38:17.574" v="7510" actId="478"/>
          <ac:spMkLst>
            <pc:docMk/>
            <pc:sldMk cId="4290718314" sldId="2146846006"/>
            <ac:spMk id="82" creationId="{0239ACCB-06AC-4754-AD85-BABFA24A62AB}"/>
          </ac:spMkLst>
        </pc:spChg>
        <pc:graphicFrameChg chg="del">
          <ac:chgData name="Ken Popkin" userId="3c94c39e-c43b-4805-99ab-8da17777f1ac" providerId="ADAL" clId="{68297F89-6131-44AD-9F8E-85397584873C}" dt="2021-04-17T22:38:17.574" v="7510" actId="478"/>
          <ac:graphicFrameMkLst>
            <pc:docMk/>
            <pc:sldMk cId="4290718314" sldId="2146846006"/>
            <ac:graphicFrameMk id="5" creationId="{96AFFF34-F76D-41AE-AA36-80DD546DE5F8}"/>
          </ac:graphicFrameMkLst>
        </pc:graphicFrameChg>
        <pc:graphicFrameChg chg="del">
          <ac:chgData name="Ken Popkin" userId="3c94c39e-c43b-4805-99ab-8da17777f1ac" providerId="ADAL" clId="{68297F89-6131-44AD-9F8E-85397584873C}" dt="2021-04-17T22:38:17.574" v="7510" actId="478"/>
          <ac:graphicFrameMkLst>
            <pc:docMk/>
            <pc:sldMk cId="4290718314" sldId="2146846006"/>
            <ac:graphicFrameMk id="81" creationId="{36A71B13-A20F-4B89-8BD3-F8854EA4F7F9}"/>
          </ac:graphicFrameMkLst>
        </pc:graphicFrameChg>
        <pc:graphicFrameChg chg="del">
          <ac:chgData name="Ken Popkin" userId="3c94c39e-c43b-4805-99ab-8da17777f1ac" providerId="ADAL" clId="{68297F89-6131-44AD-9F8E-85397584873C}" dt="2021-04-17T22:38:17.574" v="7510" actId="478"/>
          <ac:graphicFrameMkLst>
            <pc:docMk/>
            <pc:sldMk cId="4290718314" sldId="2146846006"/>
            <ac:graphicFrameMk id="84" creationId="{76CC712C-41A9-45C5-9167-F1F1EAA56856}"/>
          </ac:graphicFrameMkLst>
        </pc:graphicFrameChg>
      </pc:sldChg>
    </pc:docChg>
  </pc:docChgLst>
  <pc:docChgLst>
    <pc:chgData name="Ken Popkin" userId="3c94c39e-c43b-4805-99ab-8da17777f1ac" providerId="ADAL" clId="{EB4A11D7-973B-404E-9237-59B28C20ABDB}"/>
    <pc:docChg chg="undo custSel addSld modSld sldOrd modSection">
      <pc:chgData name="Ken Popkin" userId="3c94c39e-c43b-4805-99ab-8da17777f1ac" providerId="ADAL" clId="{EB4A11D7-973B-404E-9237-59B28C20ABDB}" dt="2021-03-12T19:18:37.202" v="2307" actId="207"/>
      <pc:docMkLst>
        <pc:docMk/>
      </pc:docMkLst>
      <pc:sldChg chg="ord">
        <pc:chgData name="Ken Popkin" userId="3c94c39e-c43b-4805-99ab-8da17777f1ac" providerId="ADAL" clId="{EB4A11D7-973B-404E-9237-59B28C20ABDB}" dt="2021-03-12T18:34:49.260" v="2037"/>
        <pc:sldMkLst>
          <pc:docMk/>
          <pc:sldMk cId="495401053" sldId="256"/>
        </pc:sldMkLst>
      </pc:sldChg>
      <pc:sldChg chg="modSp mod">
        <pc:chgData name="Ken Popkin" userId="3c94c39e-c43b-4805-99ab-8da17777f1ac" providerId="ADAL" clId="{EB4A11D7-973B-404E-9237-59B28C20ABDB}" dt="2021-03-12T18:29:37.849" v="1963" actId="122"/>
        <pc:sldMkLst>
          <pc:docMk/>
          <pc:sldMk cId="486790856" sldId="257"/>
        </pc:sldMkLst>
        <pc:spChg chg="mod">
          <ac:chgData name="Ken Popkin" userId="3c94c39e-c43b-4805-99ab-8da17777f1ac" providerId="ADAL" clId="{EB4A11D7-973B-404E-9237-59B28C20ABDB}" dt="2021-03-12T18:29:37.849" v="1963" actId="122"/>
          <ac:spMkLst>
            <pc:docMk/>
            <pc:sldMk cId="486790856" sldId="257"/>
            <ac:spMk id="2" creationId="{68742525-957B-45EB-A5FD-EDE9AF299EDD}"/>
          </ac:spMkLst>
        </pc:spChg>
      </pc:sldChg>
      <pc:sldChg chg="addSp delSp modSp mod">
        <pc:chgData name="Ken Popkin" userId="3c94c39e-c43b-4805-99ab-8da17777f1ac" providerId="ADAL" clId="{EB4A11D7-973B-404E-9237-59B28C20ABDB}" dt="2021-03-10T22:37:02.122" v="1845" actId="20577"/>
        <pc:sldMkLst>
          <pc:docMk/>
          <pc:sldMk cId="93243010" sldId="7428"/>
        </pc:sldMkLst>
        <pc:spChg chg="add mod">
          <ac:chgData name="Ken Popkin" userId="3c94c39e-c43b-4805-99ab-8da17777f1ac" providerId="ADAL" clId="{EB4A11D7-973B-404E-9237-59B28C20ABDB}" dt="2021-03-10T22:34:19.399" v="1720" actId="207"/>
          <ac:spMkLst>
            <pc:docMk/>
            <pc:sldMk cId="93243010" sldId="7428"/>
            <ac:spMk id="2" creationId="{3B7F2E5F-0D14-4794-8967-57C6BDAD66D4}"/>
          </ac:spMkLst>
        </pc:spChg>
        <pc:spChg chg="add mod">
          <ac:chgData name="Ken Popkin" userId="3c94c39e-c43b-4805-99ab-8da17777f1ac" providerId="ADAL" clId="{EB4A11D7-973B-404E-9237-59B28C20ABDB}" dt="2021-03-10T22:33:55.618" v="1718" actId="255"/>
          <ac:spMkLst>
            <pc:docMk/>
            <pc:sldMk cId="93243010" sldId="7428"/>
            <ac:spMk id="7" creationId="{8977C36B-9337-4C0C-B45C-907197C77D1C}"/>
          </ac:spMkLst>
        </pc:spChg>
        <pc:spChg chg="add mod">
          <ac:chgData name="Ken Popkin" userId="3c94c39e-c43b-4805-99ab-8da17777f1ac" providerId="ADAL" clId="{EB4A11D7-973B-404E-9237-59B28C20ABDB}" dt="2021-03-10T22:36:29.876" v="1812" actId="20577"/>
          <ac:spMkLst>
            <pc:docMk/>
            <pc:sldMk cId="93243010" sldId="7428"/>
            <ac:spMk id="8" creationId="{6C128E16-C932-421B-B707-4AEB3E0DFCA9}"/>
          </ac:spMkLst>
        </pc:spChg>
        <pc:spChg chg="add mod">
          <ac:chgData name="Ken Popkin" userId="3c94c39e-c43b-4805-99ab-8da17777f1ac" providerId="ADAL" clId="{EB4A11D7-973B-404E-9237-59B28C20ABDB}" dt="2021-03-10T22:33:55.618" v="1718" actId="255"/>
          <ac:spMkLst>
            <pc:docMk/>
            <pc:sldMk cId="93243010" sldId="7428"/>
            <ac:spMk id="9" creationId="{36A28BDD-8026-4018-80A7-4D62D8F58EF6}"/>
          </ac:spMkLst>
        </pc:spChg>
        <pc:spChg chg="mod">
          <ac:chgData name="Ken Popkin" userId="3c94c39e-c43b-4805-99ab-8da17777f1ac" providerId="ADAL" clId="{EB4A11D7-973B-404E-9237-59B28C20ABDB}" dt="2021-03-10T22:30:04.694" v="1573" actId="1076"/>
          <ac:spMkLst>
            <pc:docMk/>
            <pc:sldMk cId="93243010" sldId="7428"/>
            <ac:spMk id="10" creationId="{A78988CF-C0D9-4564-A18C-624985AA8302}"/>
          </ac:spMkLst>
        </pc:spChg>
        <pc:spChg chg="mod">
          <ac:chgData name="Ken Popkin" userId="3c94c39e-c43b-4805-99ab-8da17777f1ac" providerId="ADAL" clId="{EB4A11D7-973B-404E-9237-59B28C20ABDB}" dt="2021-03-10T22:31:12.586" v="1625" actId="1076"/>
          <ac:spMkLst>
            <pc:docMk/>
            <pc:sldMk cId="93243010" sldId="7428"/>
            <ac:spMk id="11" creationId="{10F230E1-0B00-4323-AA94-CE50E12B3BB5}"/>
          </ac:spMkLst>
        </pc:spChg>
        <pc:spChg chg="add del mod">
          <ac:chgData name="Ken Popkin" userId="3c94c39e-c43b-4805-99ab-8da17777f1ac" providerId="ADAL" clId="{EB4A11D7-973B-404E-9237-59B28C20ABDB}" dt="2021-03-10T22:19:52.325" v="1326" actId="478"/>
          <ac:spMkLst>
            <pc:docMk/>
            <pc:sldMk cId="93243010" sldId="7428"/>
            <ac:spMk id="13" creationId="{74E0BC68-79D1-4BF5-924E-1A45BC33B9B3}"/>
          </ac:spMkLst>
        </pc:spChg>
        <pc:spChg chg="add del mod">
          <ac:chgData name="Ken Popkin" userId="3c94c39e-c43b-4805-99ab-8da17777f1ac" providerId="ADAL" clId="{EB4A11D7-973B-404E-9237-59B28C20ABDB}" dt="2021-03-10T22:20:51.266" v="1330" actId="478"/>
          <ac:spMkLst>
            <pc:docMk/>
            <pc:sldMk cId="93243010" sldId="7428"/>
            <ac:spMk id="14" creationId="{72F5FF91-8815-4A1A-A3C8-24F6727C87D8}"/>
          </ac:spMkLst>
        </pc:spChg>
        <pc:spChg chg="add del mod">
          <ac:chgData name="Ken Popkin" userId="3c94c39e-c43b-4805-99ab-8da17777f1ac" providerId="ADAL" clId="{EB4A11D7-973B-404E-9237-59B28C20ABDB}" dt="2021-03-10T22:20:51.266" v="1330" actId="478"/>
          <ac:spMkLst>
            <pc:docMk/>
            <pc:sldMk cId="93243010" sldId="7428"/>
            <ac:spMk id="16" creationId="{DE64865A-3EDB-4A7E-A7B1-902B8957790A}"/>
          </ac:spMkLst>
        </pc:spChg>
        <pc:spChg chg="add del mod">
          <ac:chgData name="Ken Popkin" userId="3c94c39e-c43b-4805-99ab-8da17777f1ac" providerId="ADAL" clId="{EB4A11D7-973B-404E-9237-59B28C20ABDB}" dt="2021-03-10T22:20:51.266" v="1330" actId="478"/>
          <ac:spMkLst>
            <pc:docMk/>
            <pc:sldMk cId="93243010" sldId="7428"/>
            <ac:spMk id="18" creationId="{FD62F75F-29D7-42AF-BA67-71AEDD4A17DC}"/>
          </ac:spMkLst>
        </pc:spChg>
        <pc:spChg chg="add mod">
          <ac:chgData name="Ken Popkin" userId="3c94c39e-c43b-4805-99ab-8da17777f1ac" providerId="ADAL" clId="{EB4A11D7-973B-404E-9237-59B28C20ABDB}" dt="2021-03-10T22:34:02.120" v="1719" actId="255"/>
          <ac:spMkLst>
            <pc:docMk/>
            <pc:sldMk cId="93243010" sldId="7428"/>
            <ac:spMk id="19" creationId="{546FBC52-7F06-44A1-81F2-34063F9674B3}"/>
          </ac:spMkLst>
        </pc:spChg>
        <pc:spChg chg="add mod">
          <ac:chgData name="Ken Popkin" userId="3c94c39e-c43b-4805-99ab-8da17777f1ac" providerId="ADAL" clId="{EB4A11D7-973B-404E-9237-59B28C20ABDB}" dt="2021-03-10T22:33:55.618" v="1718" actId="255"/>
          <ac:spMkLst>
            <pc:docMk/>
            <pc:sldMk cId="93243010" sldId="7428"/>
            <ac:spMk id="20" creationId="{CE49BD6E-3453-41BA-A609-1BB2E7CA7AB1}"/>
          </ac:spMkLst>
        </pc:spChg>
        <pc:spChg chg="add mod">
          <ac:chgData name="Ken Popkin" userId="3c94c39e-c43b-4805-99ab-8da17777f1ac" providerId="ADAL" clId="{EB4A11D7-973B-404E-9237-59B28C20ABDB}" dt="2021-03-10T22:33:55.618" v="1718" actId="255"/>
          <ac:spMkLst>
            <pc:docMk/>
            <pc:sldMk cId="93243010" sldId="7428"/>
            <ac:spMk id="21" creationId="{48FFF42E-D3FE-4EEF-9365-722E9F5819BC}"/>
          </ac:spMkLst>
        </pc:spChg>
        <pc:spChg chg="add mod">
          <ac:chgData name="Ken Popkin" userId="3c94c39e-c43b-4805-99ab-8da17777f1ac" providerId="ADAL" clId="{EB4A11D7-973B-404E-9237-59B28C20ABDB}" dt="2021-03-10T22:33:55.618" v="1718" actId="255"/>
          <ac:spMkLst>
            <pc:docMk/>
            <pc:sldMk cId="93243010" sldId="7428"/>
            <ac:spMk id="22" creationId="{0455313F-DEF8-4285-B54B-583AD513F2D6}"/>
          </ac:spMkLst>
        </pc:spChg>
        <pc:spChg chg="add mod">
          <ac:chgData name="Ken Popkin" userId="3c94c39e-c43b-4805-99ab-8da17777f1ac" providerId="ADAL" clId="{EB4A11D7-973B-404E-9237-59B28C20ABDB}" dt="2021-03-10T22:34:02.120" v="1719" actId="255"/>
          <ac:spMkLst>
            <pc:docMk/>
            <pc:sldMk cId="93243010" sldId="7428"/>
            <ac:spMk id="23" creationId="{C16D4BF1-3486-48C1-A856-6F3C5EFD7FE4}"/>
          </ac:spMkLst>
        </pc:spChg>
        <pc:spChg chg="add del">
          <ac:chgData name="Ken Popkin" userId="3c94c39e-c43b-4805-99ab-8da17777f1ac" providerId="ADAL" clId="{EB4A11D7-973B-404E-9237-59B28C20ABDB}" dt="2021-03-10T22:28:47.219" v="1566" actId="478"/>
          <ac:spMkLst>
            <pc:docMk/>
            <pc:sldMk cId="93243010" sldId="7428"/>
            <ac:spMk id="24" creationId="{747A029C-9781-4B75-8E0F-9FECAF2376D2}"/>
          </ac:spMkLst>
        </pc:spChg>
        <pc:spChg chg="add mod">
          <ac:chgData name="Ken Popkin" userId="3c94c39e-c43b-4805-99ab-8da17777f1ac" providerId="ADAL" clId="{EB4A11D7-973B-404E-9237-59B28C20ABDB}" dt="2021-03-10T22:35:17.308" v="1768" actId="20577"/>
          <ac:spMkLst>
            <pc:docMk/>
            <pc:sldMk cId="93243010" sldId="7428"/>
            <ac:spMk id="25" creationId="{7BF7BEB0-B472-40A0-8653-7EA54D825E12}"/>
          </ac:spMkLst>
        </pc:spChg>
        <pc:spChg chg="add mod">
          <ac:chgData name="Ken Popkin" userId="3c94c39e-c43b-4805-99ab-8da17777f1ac" providerId="ADAL" clId="{EB4A11D7-973B-404E-9237-59B28C20ABDB}" dt="2021-03-10T22:36:15.333" v="1797" actId="1076"/>
          <ac:spMkLst>
            <pc:docMk/>
            <pc:sldMk cId="93243010" sldId="7428"/>
            <ac:spMk id="26" creationId="{433B21FE-FF6A-4D1E-993D-0A7F6DFBFC69}"/>
          </ac:spMkLst>
        </pc:spChg>
        <pc:spChg chg="add mod">
          <ac:chgData name="Ken Popkin" userId="3c94c39e-c43b-4805-99ab-8da17777f1ac" providerId="ADAL" clId="{EB4A11D7-973B-404E-9237-59B28C20ABDB}" dt="2021-03-10T22:37:02.122" v="1845" actId="20577"/>
          <ac:spMkLst>
            <pc:docMk/>
            <pc:sldMk cId="93243010" sldId="7428"/>
            <ac:spMk id="27" creationId="{12224042-C4EA-4FC4-BA89-18AE3DA894BC}"/>
          </ac:spMkLst>
        </pc:spChg>
        <pc:graphicFrameChg chg="del modGraphic">
          <ac:chgData name="Ken Popkin" userId="3c94c39e-c43b-4805-99ab-8da17777f1ac" providerId="ADAL" clId="{EB4A11D7-973B-404E-9237-59B28C20ABDB}" dt="2021-03-10T22:18:35.850" v="1245" actId="478"/>
          <ac:graphicFrameMkLst>
            <pc:docMk/>
            <pc:sldMk cId="93243010" sldId="7428"/>
            <ac:graphicFrameMk id="12" creationId="{7A4B9DA2-AC7E-44F5-B1D4-611FD9C75DD2}"/>
          </ac:graphicFrameMkLst>
        </pc:graphicFrameChg>
      </pc:sldChg>
      <pc:sldChg chg="addSp delSp modSp mod">
        <pc:chgData name="Ken Popkin" userId="3c94c39e-c43b-4805-99ab-8da17777f1ac" providerId="ADAL" clId="{EB4A11D7-973B-404E-9237-59B28C20ABDB}" dt="2021-03-12T19:16:53.361" v="2302" actId="22"/>
        <pc:sldMkLst>
          <pc:docMk/>
          <pc:sldMk cId="2678786716" sldId="2142532606"/>
        </pc:sldMkLst>
        <pc:spChg chg="del">
          <ac:chgData name="Ken Popkin" userId="3c94c39e-c43b-4805-99ab-8da17777f1ac" providerId="ADAL" clId="{EB4A11D7-973B-404E-9237-59B28C20ABDB}" dt="2021-03-12T18:33:32.525" v="1986" actId="478"/>
          <ac:spMkLst>
            <pc:docMk/>
            <pc:sldMk cId="2678786716" sldId="2142532606"/>
            <ac:spMk id="2" creationId="{29BFE20A-AB95-45E0-8136-B26BBF405C93}"/>
          </ac:spMkLst>
        </pc:spChg>
        <pc:spChg chg="del">
          <ac:chgData name="Ken Popkin" userId="3c94c39e-c43b-4805-99ab-8da17777f1ac" providerId="ADAL" clId="{EB4A11D7-973B-404E-9237-59B28C20ABDB}" dt="2021-03-12T18:33:38.539" v="1987" actId="478"/>
          <ac:spMkLst>
            <pc:docMk/>
            <pc:sldMk cId="2678786716" sldId="2142532606"/>
            <ac:spMk id="6" creationId="{5F2423E7-619E-4D0C-8E71-69FD8F619A0C}"/>
          </ac:spMkLst>
        </pc:spChg>
        <pc:spChg chg="add mod">
          <ac:chgData name="Ken Popkin" userId="3c94c39e-c43b-4805-99ab-8da17777f1ac" providerId="ADAL" clId="{EB4A11D7-973B-404E-9237-59B28C20ABDB}" dt="2021-03-12T19:16:24.523" v="2294" actId="207"/>
          <ac:spMkLst>
            <pc:docMk/>
            <pc:sldMk cId="2678786716" sldId="2142532606"/>
            <ac:spMk id="11" creationId="{C7B9C39F-BA53-47EE-A68D-2080C5CFB52F}"/>
          </ac:spMkLst>
        </pc:spChg>
        <pc:spChg chg="add">
          <ac:chgData name="Ken Popkin" userId="3c94c39e-c43b-4805-99ab-8da17777f1ac" providerId="ADAL" clId="{EB4A11D7-973B-404E-9237-59B28C20ABDB}" dt="2021-03-12T19:16:53.361" v="2302" actId="22"/>
          <ac:spMkLst>
            <pc:docMk/>
            <pc:sldMk cId="2678786716" sldId="2142532606"/>
            <ac:spMk id="13" creationId="{5F30DCD0-65B7-495C-90FE-E3881BD3A59B}"/>
          </ac:spMkLst>
        </pc:spChg>
        <pc:picChg chg="del">
          <ac:chgData name="Ken Popkin" userId="3c94c39e-c43b-4805-99ab-8da17777f1ac" providerId="ADAL" clId="{EB4A11D7-973B-404E-9237-59B28C20ABDB}" dt="2021-03-12T18:33:32.525" v="1986" actId="478"/>
          <ac:picMkLst>
            <pc:docMk/>
            <pc:sldMk cId="2678786716" sldId="2142532606"/>
            <ac:picMk id="4" creationId="{1218A51A-CB64-48D9-BF5F-1B89F4FAB29F}"/>
          </ac:picMkLst>
        </pc:picChg>
        <pc:picChg chg="add del">
          <ac:chgData name="Ken Popkin" userId="3c94c39e-c43b-4805-99ab-8da17777f1ac" providerId="ADAL" clId="{EB4A11D7-973B-404E-9237-59B28C20ABDB}" dt="2021-03-12T18:32:29.924" v="1977" actId="22"/>
          <ac:picMkLst>
            <pc:docMk/>
            <pc:sldMk cId="2678786716" sldId="2142532606"/>
            <ac:picMk id="5" creationId="{75D00E98-BDAF-42DD-ABD7-A832B1B8DA86}"/>
          </ac:picMkLst>
        </pc:picChg>
        <pc:picChg chg="add mod">
          <ac:chgData name="Ken Popkin" userId="3c94c39e-c43b-4805-99ab-8da17777f1ac" providerId="ADAL" clId="{EB4A11D7-973B-404E-9237-59B28C20ABDB}" dt="2021-03-12T18:34:34.998" v="2035" actId="14100"/>
          <ac:picMkLst>
            <pc:docMk/>
            <pc:sldMk cId="2678786716" sldId="2142532606"/>
            <ac:picMk id="9" creationId="{EE1EFBCE-35C7-4186-B82E-226C55D4E1EC}"/>
          </ac:picMkLst>
        </pc:picChg>
        <pc:picChg chg="add del">
          <ac:chgData name="Ken Popkin" userId="3c94c39e-c43b-4805-99ab-8da17777f1ac" providerId="ADAL" clId="{EB4A11D7-973B-404E-9237-59B28C20ABDB}" dt="2021-03-12T18:33:27.858" v="1985" actId="478"/>
          <ac:picMkLst>
            <pc:docMk/>
            <pc:sldMk cId="2678786716" sldId="2142532606"/>
            <ac:picMk id="3074" creationId="{43E40BD0-E757-46E3-A90C-57E1DFA2C23C}"/>
          </ac:picMkLst>
        </pc:picChg>
      </pc:sldChg>
      <pc:sldChg chg="ord">
        <pc:chgData name="Ken Popkin" userId="3c94c39e-c43b-4805-99ab-8da17777f1ac" providerId="ADAL" clId="{EB4A11D7-973B-404E-9237-59B28C20ABDB}" dt="2021-03-12T18:34:49.260" v="2037"/>
        <pc:sldMkLst>
          <pc:docMk/>
          <pc:sldMk cId="3362209346" sldId="2146845939"/>
        </pc:sldMkLst>
      </pc:sldChg>
      <pc:sldChg chg="addSp delSp modSp add mod">
        <pc:chgData name="Ken Popkin" userId="3c94c39e-c43b-4805-99ab-8da17777f1ac" providerId="ADAL" clId="{EB4A11D7-973B-404E-9237-59B28C20ABDB}" dt="2021-03-12T19:13:54.885" v="2287" actId="465"/>
        <pc:sldMkLst>
          <pc:docMk/>
          <pc:sldMk cId="2765825036" sldId="2146845944"/>
        </pc:sldMkLst>
        <pc:spChg chg="mod">
          <ac:chgData name="Ken Popkin" userId="3c94c39e-c43b-4805-99ab-8da17777f1ac" providerId="ADAL" clId="{EB4A11D7-973B-404E-9237-59B28C20ABDB}" dt="2021-03-12T19:13:27.869" v="2283" actId="164"/>
          <ac:spMkLst>
            <pc:docMk/>
            <pc:sldMk cId="2765825036" sldId="2146845944"/>
            <ac:spMk id="8" creationId="{F49D6F13-826A-47FA-B782-45E0FDBFBAC7}"/>
          </ac:spMkLst>
        </pc:spChg>
        <pc:spChg chg="mod">
          <ac:chgData name="Ken Popkin" userId="3c94c39e-c43b-4805-99ab-8da17777f1ac" providerId="ADAL" clId="{EB4A11D7-973B-404E-9237-59B28C20ABDB}" dt="2021-03-12T19:13:38.979" v="2285" actId="164"/>
          <ac:spMkLst>
            <pc:docMk/>
            <pc:sldMk cId="2765825036" sldId="2146845944"/>
            <ac:spMk id="9" creationId="{2D554152-6DC2-4782-8D10-FF061745C5FF}"/>
          </ac:spMkLst>
        </pc:spChg>
        <pc:spChg chg="mod">
          <ac:chgData name="Ken Popkin" userId="3c94c39e-c43b-4805-99ab-8da17777f1ac" providerId="ADAL" clId="{EB4A11D7-973B-404E-9237-59B28C20ABDB}" dt="2021-03-12T19:13:38.979" v="2285" actId="164"/>
          <ac:spMkLst>
            <pc:docMk/>
            <pc:sldMk cId="2765825036" sldId="2146845944"/>
            <ac:spMk id="10" creationId="{25231A58-D39B-40C4-80E3-B7AFB6245609}"/>
          </ac:spMkLst>
        </pc:spChg>
        <pc:spChg chg="mod">
          <ac:chgData name="Ken Popkin" userId="3c94c39e-c43b-4805-99ab-8da17777f1ac" providerId="ADAL" clId="{EB4A11D7-973B-404E-9237-59B28C20ABDB}" dt="2021-03-12T19:13:38.979" v="2285" actId="164"/>
          <ac:spMkLst>
            <pc:docMk/>
            <pc:sldMk cId="2765825036" sldId="2146845944"/>
            <ac:spMk id="11" creationId="{CC18BC19-BA76-47F4-8E48-BEA5DCB43D16}"/>
          </ac:spMkLst>
        </pc:spChg>
        <pc:spChg chg="del">
          <ac:chgData name="Ken Popkin" userId="3c94c39e-c43b-4805-99ab-8da17777f1ac" providerId="ADAL" clId="{EB4A11D7-973B-404E-9237-59B28C20ABDB}" dt="2021-03-12T19:11:59.987" v="2206" actId="478"/>
          <ac:spMkLst>
            <pc:docMk/>
            <pc:sldMk cId="2765825036" sldId="2146845944"/>
            <ac:spMk id="13" creationId="{97ABCD2B-80BD-4BBE-BBDE-DA28CE66F499}"/>
          </ac:spMkLst>
        </pc:spChg>
        <pc:spChg chg="del mod">
          <ac:chgData name="Ken Popkin" userId="3c94c39e-c43b-4805-99ab-8da17777f1ac" providerId="ADAL" clId="{EB4A11D7-973B-404E-9237-59B28C20ABDB}" dt="2021-03-12T19:10:28.880" v="2087" actId="478"/>
          <ac:spMkLst>
            <pc:docMk/>
            <pc:sldMk cId="2765825036" sldId="2146845944"/>
            <ac:spMk id="14" creationId="{6C735BFF-9771-438C-9657-0199D33145AB}"/>
          </ac:spMkLst>
        </pc:spChg>
        <pc:spChg chg="add mod">
          <ac:chgData name="Ken Popkin" userId="3c94c39e-c43b-4805-99ab-8da17777f1ac" providerId="ADAL" clId="{EB4A11D7-973B-404E-9237-59B28C20ABDB}" dt="2021-03-12T19:13:27.869" v="2283" actId="164"/>
          <ac:spMkLst>
            <pc:docMk/>
            <pc:sldMk cId="2765825036" sldId="2146845944"/>
            <ac:spMk id="15" creationId="{C1C09959-8F21-4004-BE6B-F9F03EA28CB9}"/>
          </ac:spMkLst>
        </pc:spChg>
        <pc:spChg chg="mod">
          <ac:chgData name="Ken Popkin" userId="3c94c39e-c43b-4805-99ab-8da17777f1ac" providerId="ADAL" clId="{EB4A11D7-973B-404E-9237-59B28C20ABDB}" dt="2021-03-12T19:13:27.869" v="2283" actId="164"/>
          <ac:spMkLst>
            <pc:docMk/>
            <pc:sldMk cId="2765825036" sldId="2146845944"/>
            <ac:spMk id="21" creationId="{833C9A8E-1405-4283-A70B-5FB4EF50591D}"/>
          </ac:spMkLst>
        </pc:spChg>
        <pc:spChg chg="mod">
          <ac:chgData name="Ken Popkin" userId="3c94c39e-c43b-4805-99ab-8da17777f1ac" providerId="ADAL" clId="{EB4A11D7-973B-404E-9237-59B28C20ABDB}" dt="2021-03-12T19:13:27.869" v="2283" actId="164"/>
          <ac:spMkLst>
            <pc:docMk/>
            <pc:sldMk cId="2765825036" sldId="2146845944"/>
            <ac:spMk id="22" creationId="{AC71E712-5958-4BEE-A83B-8B9D0ED9C5DA}"/>
          </ac:spMkLst>
        </pc:spChg>
        <pc:spChg chg="mod">
          <ac:chgData name="Ken Popkin" userId="3c94c39e-c43b-4805-99ab-8da17777f1ac" providerId="ADAL" clId="{EB4A11D7-973B-404E-9237-59B28C20ABDB}" dt="2021-03-12T19:13:12.672" v="2281" actId="164"/>
          <ac:spMkLst>
            <pc:docMk/>
            <pc:sldMk cId="2765825036" sldId="2146845944"/>
            <ac:spMk id="24" creationId="{C63B75C3-CA5F-4185-AAD6-D9A64FFA0B37}"/>
          </ac:spMkLst>
        </pc:spChg>
        <pc:spChg chg="mod">
          <ac:chgData name="Ken Popkin" userId="3c94c39e-c43b-4805-99ab-8da17777f1ac" providerId="ADAL" clId="{EB4A11D7-973B-404E-9237-59B28C20ABDB}" dt="2021-03-12T19:13:12.672" v="2281" actId="164"/>
          <ac:spMkLst>
            <pc:docMk/>
            <pc:sldMk cId="2765825036" sldId="2146845944"/>
            <ac:spMk id="25" creationId="{C6E40F0C-86A4-4C46-9044-25A2D45C33BC}"/>
          </ac:spMkLst>
        </pc:spChg>
        <pc:spChg chg="del">
          <ac:chgData name="Ken Popkin" userId="3c94c39e-c43b-4805-99ab-8da17777f1ac" providerId="ADAL" clId="{EB4A11D7-973B-404E-9237-59B28C20ABDB}" dt="2021-03-12T19:12:27.936" v="2239" actId="478"/>
          <ac:spMkLst>
            <pc:docMk/>
            <pc:sldMk cId="2765825036" sldId="2146845944"/>
            <ac:spMk id="26" creationId="{F4017E98-AC4A-49C8-84F5-A9AF5F1A9739}"/>
          </ac:spMkLst>
        </pc:spChg>
        <pc:spChg chg="mod">
          <ac:chgData name="Ken Popkin" userId="3c94c39e-c43b-4805-99ab-8da17777f1ac" providerId="ADAL" clId="{EB4A11D7-973B-404E-9237-59B28C20ABDB}" dt="2021-03-12T19:13:12.672" v="2281" actId="164"/>
          <ac:spMkLst>
            <pc:docMk/>
            <pc:sldMk cId="2765825036" sldId="2146845944"/>
            <ac:spMk id="27" creationId="{7E40325D-3EB0-4F74-8740-475B6C937539}"/>
          </ac:spMkLst>
        </pc:spChg>
        <pc:grpChg chg="add mod">
          <ac:chgData name="Ken Popkin" userId="3c94c39e-c43b-4805-99ab-8da17777f1ac" providerId="ADAL" clId="{EB4A11D7-973B-404E-9237-59B28C20ABDB}" dt="2021-03-12T19:13:54.885" v="2287" actId="465"/>
          <ac:grpSpMkLst>
            <pc:docMk/>
            <pc:sldMk cId="2765825036" sldId="2146845944"/>
            <ac:grpSpMk id="2" creationId="{A79D6C4B-A81A-4EA9-9D66-8C9B9DD4214F}"/>
          </ac:grpSpMkLst>
        </pc:grpChg>
        <pc:grpChg chg="add mod">
          <ac:chgData name="Ken Popkin" userId="3c94c39e-c43b-4805-99ab-8da17777f1ac" providerId="ADAL" clId="{EB4A11D7-973B-404E-9237-59B28C20ABDB}" dt="2021-03-12T19:13:49.483" v="2286" actId="552"/>
          <ac:grpSpMkLst>
            <pc:docMk/>
            <pc:sldMk cId="2765825036" sldId="2146845944"/>
            <ac:grpSpMk id="3" creationId="{D4035510-1EF3-4B1F-B16A-56D7E2CC6348}"/>
          </ac:grpSpMkLst>
        </pc:grpChg>
        <pc:grpChg chg="add mod">
          <ac:chgData name="Ken Popkin" userId="3c94c39e-c43b-4805-99ab-8da17777f1ac" providerId="ADAL" clId="{EB4A11D7-973B-404E-9237-59B28C20ABDB}" dt="2021-03-12T19:13:49.483" v="2286" actId="552"/>
          <ac:grpSpMkLst>
            <pc:docMk/>
            <pc:sldMk cId="2765825036" sldId="2146845944"/>
            <ac:grpSpMk id="4" creationId="{A06BADCE-0843-4CA3-8A9A-1C271804B3D4}"/>
          </ac:grpSpMkLst>
        </pc:grpChg>
      </pc:sldChg>
      <pc:sldChg chg="ord">
        <pc:chgData name="Ken Popkin" userId="3c94c39e-c43b-4805-99ab-8da17777f1ac" providerId="ADAL" clId="{EB4A11D7-973B-404E-9237-59B28C20ABDB}" dt="2021-03-12T18:30:04.389" v="1965"/>
        <pc:sldMkLst>
          <pc:docMk/>
          <pc:sldMk cId="2174113185" sldId="2146845945"/>
        </pc:sldMkLst>
      </pc:sldChg>
      <pc:sldChg chg="ord">
        <pc:chgData name="Ken Popkin" userId="3c94c39e-c43b-4805-99ab-8da17777f1ac" providerId="ADAL" clId="{EB4A11D7-973B-404E-9237-59B28C20ABDB}" dt="2021-03-12T18:32:48.532" v="1981"/>
        <pc:sldMkLst>
          <pc:docMk/>
          <pc:sldMk cId="3995845475" sldId="2146845953"/>
        </pc:sldMkLst>
      </pc:sldChg>
      <pc:sldChg chg="modSp mod">
        <pc:chgData name="Ken Popkin" userId="3c94c39e-c43b-4805-99ab-8da17777f1ac" providerId="ADAL" clId="{EB4A11D7-973B-404E-9237-59B28C20ABDB}" dt="2021-03-12T19:16:12.793" v="2293" actId="207"/>
        <pc:sldMkLst>
          <pc:docMk/>
          <pc:sldMk cId="859232145" sldId="2146845971"/>
        </pc:sldMkLst>
        <pc:spChg chg="mod">
          <ac:chgData name="Ken Popkin" userId="3c94c39e-c43b-4805-99ab-8da17777f1ac" providerId="ADAL" clId="{EB4A11D7-973B-404E-9237-59B28C20ABDB}" dt="2021-03-12T19:16:12.793" v="2293" actId="207"/>
          <ac:spMkLst>
            <pc:docMk/>
            <pc:sldMk cId="859232145" sldId="2146845971"/>
            <ac:spMk id="2" creationId="{09881806-26FA-4FEE-95C5-D3CCFAEAD601}"/>
          </ac:spMkLst>
        </pc:spChg>
      </pc:sldChg>
      <pc:sldChg chg="modSp mod ord">
        <pc:chgData name="Ken Popkin" userId="3c94c39e-c43b-4805-99ab-8da17777f1ac" providerId="ADAL" clId="{EB4A11D7-973B-404E-9237-59B28C20ABDB}" dt="2021-03-10T21:45:18.315" v="644"/>
        <pc:sldMkLst>
          <pc:docMk/>
          <pc:sldMk cId="1405030134" sldId="2146845974"/>
        </pc:sldMkLst>
        <pc:spChg chg="mod">
          <ac:chgData name="Ken Popkin" userId="3c94c39e-c43b-4805-99ab-8da17777f1ac" providerId="ADAL" clId="{EB4A11D7-973B-404E-9237-59B28C20ABDB}" dt="2021-03-10T14:12:55.057" v="201" actId="14100"/>
          <ac:spMkLst>
            <pc:docMk/>
            <pc:sldMk cId="1405030134" sldId="2146845974"/>
            <ac:spMk id="2" creationId="{3415D7D4-3680-4192-A583-D468CFFCF507}"/>
          </ac:spMkLst>
        </pc:spChg>
        <pc:spChg chg="mod">
          <ac:chgData name="Ken Popkin" userId="3c94c39e-c43b-4805-99ab-8da17777f1ac" providerId="ADAL" clId="{EB4A11D7-973B-404E-9237-59B28C20ABDB}" dt="2021-03-10T14:12:51.567" v="200" actId="14100"/>
          <ac:spMkLst>
            <pc:docMk/>
            <pc:sldMk cId="1405030134" sldId="2146845974"/>
            <ac:spMk id="16" creationId="{CA8E94CF-63FF-4642-814A-BBA8D41FE39A}"/>
          </ac:spMkLst>
        </pc:spChg>
      </pc:sldChg>
      <pc:sldChg chg="addSp modSp mod">
        <pc:chgData name="Ken Popkin" userId="3c94c39e-c43b-4805-99ab-8da17777f1ac" providerId="ADAL" clId="{EB4A11D7-973B-404E-9237-59B28C20ABDB}" dt="2021-03-10T22:38:22.617" v="1864" actId="6549"/>
        <pc:sldMkLst>
          <pc:docMk/>
          <pc:sldMk cId="3445609876" sldId="2146845976"/>
        </pc:sldMkLst>
        <pc:graphicFrameChg chg="add mod modGraphic">
          <ac:chgData name="Ken Popkin" userId="3c94c39e-c43b-4805-99ab-8da17777f1ac" providerId="ADAL" clId="{EB4A11D7-973B-404E-9237-59B28C20ABDB}" dt="2021-03-10T22:38:22.617" v="1864" actId="6549"/>
          <ac:graphicFrameMkLst>
            <pc:docMk/>
            <pc:sldMk cId="3445609876" sldId="2146845976"/>
            <ac:graphicFrameMk id="7" creationId="{3050A818-959D-47B5-9938-7C1566218347}"/>
          </ac:graphicFrameMkLst>
        </pc:graphicFrameChg>
        <pc:graphicFrameChg chg="mod modGraphic">
          <ac:chgData name="Ken Popkin" userId="3c94c39e-c43b-4805-99ab-8da17777f1ac" providerId="ADAL" clId="{EB4A11D7-973B-404E-9237-59B28C20ABDB}" dt="2021-03-10T22:14:22.716" v="1207" actId="255"/>
          <ac:graphicFrameMkLst>
            <pc:docMk/>
            <pc:sldMk cId="3445609876" sldId="2146845976"/>
            <ac:graphicFrameMk id="8" creationId="{11C6AFA9-D17F-472D-97FC-23D5883BB9C0}"/>
          </ac:graphicFrameMkLst>
        </pc:graphicFrameChg>
        <pc:graphicFrameChg chg="add mod modGraphic">
          <ac:chgData name="Ken Popkin" userId="3c94c39e-c43b-4805-99ab-8da17777f1ac" providerId="ADAL" clId="{EB4A11D7-973B-404E-9237-59B28C20ABDB}" dt="2021-03-10T22:15:34.452" v="1237" actId="20577"/>
          <ac:graphicFrameMkLst>
            <pc:docMk/>
            <pc:sldMk cId="3445609876" sldId="2146845976"/>
            <ac:graphicFrameMk id="9" creationId="{C288DDB8-A596-45DD-8339-81F64AB25786}"/>
          </ac:graphicFrameMkLst>
        </pc:graphicFrameChg>
      </pc:sldChg>
      <pc:sldChg chg="modSp mod">
        <pc:chgData name="Ken Popkin" userId="3c94c39e-c43b-4805-99ab-8da17777f1ac" providerId="ADAL" clId="{EB4A11D7-973B-404E-9237-59B28C20ABDB}" dt="2021-03-10T21:58:14.634" v="902" actId="20577"/>
        <pc:sldMkLst>
          <pc:docMk/>
          <pc:sldMk cId="1621579523" sldId="2146845977"/>
        </pc:sldMkLst>
        <pc:spChg chg="mod">
          <ac:chgData name="Ken Popkin" userId="3c94c39e-c43b-4805-99ab-8da17777f1ac" providerId="ADAL" clId="{EB4A11D7-973B-404E-9237-59B28C20ABDB}" dt="2021-03-10T21:58:14.634" v="902" actId="20577"/>
          <ac:spMkLst>
            <pc:docMk/>
            <pc:sldMk cId="1621579523" sldId="2146845977"/>
            <ac:spMk id="51" creationId="{FE288D11-7038-402B-848F-FB5A99378125}"/>
          </ac:spMkLst>
        </pc:spChg>
      </pc:sldChg>
      <pc:sldChg chg="addSp delSp modSp add mod">
        <pc:chgData name="Ken Popkin" userId="3c94c39e-c43b-4805-99ab-8da17777f1ac" providerId="ADAL" clId="{EB4A11D7-973B-404E-9237-59B28C20ABDB}" dt="2021-03-10T22:22:53.651" v="1351" actId="207"/>
        <pc:sldMkLst>
          <pc:docMk/>
          <pc:sldMk cId="3118789118" sldId="2146845978"/>
        </pc:sldMkLst>
        <pc:spChg chg="mod">
          <ac:chgData name="Ken Popkin" userId="3c94c39e-c43b-4805-99ab-8da17777f1ac" providerId="ADAL" clId="{EB4A11D7-973B-404E-9237-59B28C20ABDB}" dt="2021-03-10T22:03:11.374" v="1032" actId="1037"/>
          <ac:spMkLst>
            <pc:docMk/>
            <pc:sldMk cId="3118789118" sldId="2146845978"/>
            <ac:spMk id="2" creationId="{3415D7D4-3680-4192-A583-D468CFFCF507}"/>
          </ac:spMkLst>
        </pc:spChg>
        <pc:spChg chg="del">
          <ac:chgData name="Ken Popkin" userId="3c94c39e-c43b-4805-99ab-8da17777f1ac" providerId="ADAL" clId="{EB4A11D7-973B-404E-9237-59B28C20ABDB}" dt="2021-03-10T21:45:49.773" v="647" actId="478"/>
          <ac:spMkLst>
            <pc:docMk/>
            <pc:sldMk cId="3118789118" sldId="2146845978"/>
            <ac:spMk id="3" creationId="{5A5180D7-8212-4090-B8EF-4982B97E608D}"/>
          </ac:spMkLst>
        </pc:spChg>
        <pc:spChg chg="mod">
          <ac:chgData name="Ken Popkin" userId="3c94c39e-c43b-4805-99ab-8da17777f1ac" providerId="ADAL" clId="{EB4A11D7-973B-404E-9237-59B28C20ABDB}" dt="2021-03-10T22:09:21.709" v="1085" actId="1076"/>
          <ac:spMkLst>
            <pc:docMk/>
            <pc:sldMk cId="3118789118" sldId="2146845978"/>
            <ac:spMk id="15" creationId="{109AD77D-D3ED-49F9-AA93-B5A906356E5A}"/>
          </ac:spMkLst>
        </pc:spChg>
        <pc:spChg chg="mod">
          <ac:chgData name="Ken Popkin" userId="3c94c39e-c43b-4805-99ab-8da17777f1ac" providerId="ADAL" clId="{EB4A11D7-973B-404E-9237-59B28C20ABDB}" dt="2021-03-10T22:03:44.964" v="1035" actId="14100"/>
          <ac:spMkLst>
            <pc:docMk/>
            <pc:sldMk cId="3118789118" sldId="2146845978"/>
            <ac:spMk id="16" creationId="{CA8E94CF-63FF-4642-814A-BBA8D41FE39A}"/>
          </ac:spMkLst>
        </pc:spChg>
        <pc:spChg chg="add mod">
          <ac:chgData name="Ken Popkin" userId="3c94c39e-c43b-4805-99ab-8da17777f1ac" providerId="ADAL" clId="{EB4A11D7-973B-404E-9237-59B28C20ABDB}" dt="2021-03-10T22:22:53.651" v="1351" actId="207"/>
          <ac:spMkLst>
            <pc:docMk/>
            <pc:sldMk cId="3118789118" sldId="2146845978"/>
            <ac:spMk id="21" creationId="{FF478EE5-C377-43ED-BAF9-D9DF00AF5A70}"/>
          </ac:spMkLst>
        </pc:spChg>
        <pc:spChg chg="mod">
          <ac:chgData name="Ken Popkin" userId="3c94c39e-c43b-4805-99ab-8da17777f1ac" providerId="ADAL" clId="{EB4A11D7-973B-404E-9237-59B28C20ABDB}" dt="2021-03-10T22:07:29.690" v="1078" actId="207"/>
          <ac:spMkLst>
            <pc:docMk/>
            <pc:sldMk cId="3118789118" sldId="2146845978"/>
            <ac:spMk id="22" creationId="{30A10D0D-747D-41FA-AF5A-A207F4D58004}"/>
          </ac:spMkLst>
        </pc:spChg>
        <pc:spChg chg="mod">
          <ac:chgData name="Ken Popkin" userId="3c94c39e-c43b-4805-99ab-8da17777f1ac" providerId="ADAL" clId="{EB4A11D7-973B-404E-9237-59B28C20ABDB}" dt="2021-03-10T22:07:22.088" v="1077" actId="207"/>
          <ac:spMkLst>
            <pc:docMk/>
            <pc:sldMk cId="3118789118" sldId="2146845978"/>
            <ac:spMk id="23" creationId="{FD859B32-40EE-4F32-BA5D-A8C3C598327B}"/>
          </ac:spMkLst>
        </pc:spChg>
        <pc:spChg chg="add mod">
          <ac:chgData name="Ken Popkin" userId="3c94c39e-c43b-4805-99ab-8da17777f1ac" providerId="ADAL" clId="{EB4A11D7-973B-404E-9237-59B28C20ABDB}" dt="2021-03-10T22:22:53.651" v="1351" actId="207"/>
          <ac:spMkLst>
            <pc:docMk/>
            <pc:sldMk cId="3118789118" sldId="2146845978"/>
            <ac:spMk id="24" creationId="{4F4ED715-9F63-4A29-95EF-1E6B0263B9D7}"/>
          </ac:spMkLst>
        </pc:spChg>
        <pc:spChg chg="mod">
          <ac:chgData name="Ken Popkin" userId="3c94c39e-c43b-4805-99ab-8da17777f1ac" providerId="ADAL" clId="{EB4A11D7-973B-404E-9237-59B28C20ABDB}" dt="2021-03-10T22:07:22.088" v="1077" actId="207"/>
          <ac:spMkLst>
            <pc:docMk/>
            <pc:sldMk cId="3118789118" sldId="2146845978"/>
            <ac:spMk id="26" creationId="{92211282-4B21-42CC-9FFE-A1A4AB7A8487}"/>
          </ac:spMkLst>
        </pc:spChg>
        <pc:spChg chg="mod">
          <ac:chgData name="Ken Popkin" userId="3c94c39e-c43b-4805-99ab-8da17777f1ac" providerId="ADAL" clId="{EB4A11D7-973B-404E-9237-59B28C20ABDB}" dt="2021-03-10T22:07:22.088" v="1077" actId="207"/>
          <ac:spMkLst>
            <pc:docMk/>
            <pc:sldMk cId="3118789118" sldId="2146845978"/>
            <ac:spMk id="27" creationId="{BB366935-10D4-4E2F-B87F-84BE2D8DACCF}"/>
          </ac:spMkLst>
        </pc:spChg>
        <pc:spChg chg="mod">
          <ac:chgData name="Ken Popkin" userId="3c94c39e-c43b-4805-99ab-8da17777f1ac" providerId="ADAL" clId="{EB4A11D7-973B-404E-9237-59B28C20ABDB}" dt="2021-03-10T22:07:22.088" v="1077" actId="207"/>
          <ac:spMkLst>
            <pc:docMk/>
            <pc:sldMk cId="3118789118" sldId="2146845978"/>
            <ac:spMk id="28" creationId="{441262D6-1B79-47A3-9609-6152D3A48797}"/>
          </ac:spMkLst>
        </pc:spChg>
        <pc:spChg chg="mod">
          <ac:chgData name="Ken Popkin" userId="3c94c39e-c43b-4805-99ab-8da17777f1ac" providerId="ADAL" clId="{EB4A11D7-973B-404E-9237-59B28C20ABDB}" dt="2021-03-10T22:09:28.762" v="1086" actId="1076"/>
          <ac:spMkLst>
            <pc:docMk/>
            <pc:sldMk cId="3118789118" sldId="2146845978"/>
            <ac:spMk id="31" creationId="{2BB5A140-4E9B-469C-943B-0A613219ABA8}"/>
          </ac:spMkLst>
        </pc:spChg>
        <pc:spChg chg="mod">
          <ac:chgData name="Ken Popkin" userId="3c94c39e-c43b-4805-99ab-8da17777f1ac" providerId="ADAL" clId="{EB4A11D7-973B-404E-9237-59B28C20ABDB}" dt="2021-03-10T22:22:53.651" v="1351" actId="207"/>
          <ac:spMkLst>
            <pc:docMk/>
            <pc:sldMk cId="3118789118" sldId="2146845978"/>
            <ac:spMk id="33" creationId="{4D797708-BB4D-499B-9A9E-1AB505FFF060}"/>
          </ac:spMkLst>
        </pc:spChg>
        <pc:spChg chg="del mod">
          <ac:chgData name="Ken Popkin" userId="3c94c39e-c43b-4805-99ab-8da17777f1ac" providerId="ADAL" clId="{EB4A11D7-973B-404E-9237-59B28C20ABDB}" dt="2021-03-10T21:56:44.494" v="765" actId="478"/>
          <ac:spMkLst>
            <pc:docMk/>
            <pc:sldMk cId="3118789118" sldId="2146845978"/>
            <ac:spMk id="34" creationId="{7974F962-7D7C-46F4-BAD5-B96BC7C4CDD0}"/>
          </ac:spMkLst>
        </pc:spChg>
        <pc:grpChg chg="del">
          <ac:chgData name="Ken Popkin" userId="3c94c39e-c43b-4805-99ab-8da17777f1ac" providerId="ADAL" clId="{EB4A11D7-973B-404E-9237-59B28C20ABDB}" dt="2021-03-10T21:45:53.195" v="648" actId="478"/>
          <ac:grpSpMkLst>
            <pc:docMk/>
            <pc:sldMk cId="3118789118" sldId="2146845978"/>
            <ac:grpSpMk id="5" creationId="{07D3C7B2-6DE5-4593-9333-F90C7AC4C928}"/>
          </ac:grpSpMkLst>
        </pc:grpChg>
      </pc:sldChg>
      <pc:sldChg chg="add ord">
        <pc:chgData name="Ken Popkin" userId="3c94c39e-c43b-4805-99ab-8da17777f1ac" providerId="ADAL" clId="{EB4A11D7-973B-404E-9237-59B28C20ABDB}" dt="2021-03-10T22:37:49.246" v="1847"/>
        <pc:sldMkLst>
          <pc:docMk/>
          <pc:sldMk cId="2109709174" sldId="2146845979"/>
        </pc:sldMkLst>
      </pc:sldChg>
      <pc:sldChg chg="add ord">
        <pc:chgData name="Ken Popkin" userId="3c94c39e-c43b-4805-99ab-8da17777f1ac" providerId="ADAL" clId="{EB4A11D7-973B-404E-9237-59B28C20ABDB}" dt="2021-03-12T18:33:11.335" v="1984"/>
        <pc:sldMkLst>
          <pc:docMk/>
          <pc:sldMk cId="158459451" sldId="2146845980"/>
        </pc:sldMkLst>
      </pc:sldChg>
      <pc:sldChg chg="addSp delSp modSp add mod">
        <pc:chgData name="Ken Popkin" userId="3c94c39e-c43b-4805-99ab-8da17777f1ac" providerId="ADAL" clId="{EB4A11D7-973B-404E-9237-59B28C20ABDB}" dt="2021-03-12T19:18:37.202" v="2307" actId="207"/>
        <pc:sldMkLst>
          <pc:docMk/>
          <pc:sldMk cId="3160662492" sldId="2146845981"/>
        </pc:sldMkLst>
        <pc:spChg chg="mod topLvl">
          <ac:chgData name="Ken Popkin" userId="3c94c39e-c43b-4805-99ab-8da17777f1ac" providerId="ADAL" clId="{EB4A11D7-973B-404E-9237-59B28C20ABDB}" dt="2021-03-12T19:18:37.202" v="2307" actId="207"/>
          <ac:spMkLst>
            <pc:docMk/>
            <pc:sldMk cId="3160662492" sldId="2146845981"/>
            <ac:spMk id="8" creationId="{F49D6F13-826A-47FA-B782-45E0FDBFBAC7}"/>
          </ac:spMkLst>
        </pc:spChg>
        <pc:spChg chg="mod">
          <ac:chgData name="Ken Popkin" userId="3c94c39e-c43b-4805-99ab-8da17777f1ac" providerId="ADAL" clId="{EB4A11D7-973B-404E-9237-59B28C20ABDB}" dt="2021-03-12T19:18:37.202" v="2307" actId="207"/>
          <ac:spMkLst>
            <pc:docMk/>
            <pc:sldMk cId="3160662492" sldId="2146845981"/>
            <ac:spMk id="9" creationId="{2D554152-6DC2-4782-8D10-FF061745C5FF}"/>
          </ac:spMkLst>
        </pc:spChg>
        <pc:spChg chg="mod">
          <ac:chgData name="Ken Popkin" userId="3c94c39e-c43b-4805-99ab-8da17777f1ac" providerId="ADAL" clId="{EB4A11D7-973B-404E-9237-59B28C20ABDB}" dt="2021-03-12T19:18:37.202" v="2307" actId="207"/>
          <ac:spMkLst>
            <pc:docMk/>
            <pc:sldMk cId="3160662492" sldId="2146845981"/>
            <ac:spMk id="10" creationId="{25231A58-D39B-40C4-80E3-B7AFB6245609}"/>
          </ac:spMkLst>
        </pc:spChg>
        <pc:spChg chg="mod">
          <ac:chgData name="Ken Popkin" userId="3c94c39e-c43b-4805-99ab-8da17777f1ac" providerId="ADAL" clId="{EB4A11D7-973B-404E-9237-59B28C20ABDB}" dt="2021-03-12T19:18:37.202" v="2307" actId="207"/>
          <ac:spMkLst>
            <pc:docMk/>
            <pc:sldMk cId="3160662492" sldId="2146845981"/>
            <ac:spMk id="11" creationId="{CC18BC19-BA76-47F4-8E48-BEA5DCB43D16}"/>
          </ac:spMkLst>
        </pc:spChg>
        <pc:spChg chg="mod topLvl">
          <ac:chgData name="Ken Popkin" userId="3c94c39e-c43b-4805-99ab-8da17777f1ac" providerId="ADAL" clId="{EB4A11D7-973B-404E-9237-59B28C20ABDB}" dt="2021-03-12T19:18:37.202" v="2307" actId="207"/>
          <ac:spMkLst>
            <pc:docMk/>
            <pc:sldMk cId="3160662492" sldId="2146845981"/>
            <ac:spMk id="15" creationId="{C1C09959-8F21-4004-BE6B-F9F03EA28CB9}"/>
          </ac:spMkLst>
        </pc:spChg>
        <pc:spChg chg="mod topLvl">
          <ac:chgData name="Ken Popkin" userId="3c94c39e-c43b-4805-99ab-8da17777f1ac" providerId="ADAL" clId="{EB4A11D7-973B-404E-9237-59B28C20ABDB}" dt="2021-03-12T19:18:37.202" v="2307" actId="207"/>
          <ac:spMkLst>
            <pc:docMk/>
            <pc:sldMk cId="3160662492" sldId="2146845981"/>
            <ac:spMk id="21" creationId="{833C9A8E-1405-4283-A70B-5FB4EF50591D}"/>
          </ac:spMkLst>
        </pc:spChg>
        <pc:spChg chg="mod topLvl">
          <ac:chgData name="Ken Popkin" userId="3c94c39e-c43b-4805-99ab-8da17777f1ac" providerId="ADAL" clId="{EB4A11D7-973B-404E-9237-59B28C20ABDB}" dt="2021-03-12T19:18:37.202" v="2307" actId="207"/>
          <ac:spMkLst>
            <pc:docMk/>
            <pc:sldMk cId="3160662492" sldId="2146845981"/>
            <ac:spMk id="22" creationId="{AC71E712-5958-4BEE-A83B-8B9D0ED9C5DA}"/>
          </ac:spMkLst>
        </pc:spChg>
        <pc:spChg chg="mod">
          <ac:chgData name="Ken Popkin" userId="3c94c39e-c43b-4805-99ab-8da17777f1ac" providerId="ADAL" clId="{EB4A11D7-973B-404E-9237-59B28C20ABDB}" dt="2021-03-12T19:16:33.750" v="2301" actId="20577"/>
          <ac:spMkLst>
            <pc:docMk/>
            <pc:sldMk cId="3160662492" sldId="2146845981"/>
            <ac:spMk id="27" creationId="{7E40325D-3EB0-4F74-8740-475B6C937539}"/>
          </ac:spMkLst>
        </pc:spChg>
        <pc:grpChg chg="del">
          <ac:chgData name="Ken Popkin" userId="3c94c39e-c43b-4805-99ab-8da17777f1ac" providerId="ADAL" clId="{EB4A11D7-973B-404E-9237-59B28C20ABDB}" dt="2021-03-12T19:14:25.986" v="2289" actId="165"/>
          <ac:grpSpMkLst>
            <pc:docMk/>
            <pc:sldMk cId="3160662492" sldId="2146845981"/>
            <ac:grpSpMk id="3" creationId="{D4035510-1EF3-4B1F-B16A-56D7E2CC6348}"/>
          </ac:grpSpMkLst>
        </pc:grpChg>
        <pc:grpChg chg="mod">
          <ac:chgData name="Ken Popkin" userId="3c94c39e-c43b-4805-99ab-8da17777f1ac" providerId="ADAL" clId="{EB4A11D7-973B-404E-9237-59B28C20ABDB}" dt="2021-03-12T19:15:34.036" v="2291" actId="207"/>
          <ac:grpSpMkLst>
            <pc:docMk/>
            <pc:sldMk cId="3160662492" sldId="2146845981"/>
            <ac:grpSpMk id="4" creationId="{A06BADCE-0843-4CA3-8A9A-1C271804B3D4}"/>
          </ac:grpSpMkLst>
        </pc:grpChg>
        <pc:grpChg chg="add mod">
          <ac:chgData name="Ken Popkin" userId="3c94c39e-c43b-4805-99ab-8da17777f1ac" providerId="ADAL" clId="{EB4A11D7-973B-404E-9237-59B28C20ABDB}" dt="2021-03-12T19:15:40.857" v="2292" actId="164"/>
          <ac:grpSpMkLst>
            <pc:docMk/>
            <pc:sldMk cId="3160662492" sldId="2146845981"/>
            <ac:grpSpMk id="5" creationId="{41302270-CEF1-4B70-A784-CE34446620E6}"/>
          </ac:grpSpMkLst>
        </pc:grpChg>
      </pc:sldChg>
      <pc:sldChg chg="modSp add mod">
        <pc:chgData name="Ken Popkin" userId="3c94c39e-c43b-4805-99ab-8da17777f1ac" providerId="ADAL" clId="{EB4A11D7-973B-404E-9237-59B28C20ABDB}" dt="2021-03-12T19:18:26.565" v="2306" actId="207"/>
        <pc:sldMkLst>
          <pc:docMk/>
          <pc:sldMk cId="3587735239" sldId="2146845982"/>
        </pc:sldMkLst>
        <pc:spChg chg="mod">
          <ac:chgData name="Ken Popkin" userId="3c94c39e-c43b-4805-99ab-8da17777f1ac" providerId="ADAL" clId="{EB4A11D7-973B-404E-9237-59B28C20ABDB}" dt="2021-03-12T19:18:26.565" v="2306" actId="207"/>
          <ac:spMkLst>
            <pc:docMk/>
            <pc:sldMk cId="3587735239" sldId="2146845982"/>
            <ac:spMk id="8" creationId="{F49D6F13-826A-47FA-B782-45E0FDBFBAC7}"/>
          </ac:spMkLst>
        </pc:spChg>
        <pc:spChg chg="mod">
          <ac:chgData name="Ken Popkin" userId="3c94c39e-c43b-4805-99ab-8da17777f1ac" providerId="ADAL" clId="{EB4A11D7-973B-404E-9237-59B28C20ABDB}" dt="2021-03-12T19:17:33.781" v="2305" actId="207"/>
          <ac:spMkLst>
            <pc:docMk/>
            <pc:sldMk cId="3587735239" sldId="2146845982"/>
            <ac:spMk id="9" creationId="{2D554152-6DC2-4782-8D10-FF061745C5FF}"/>
          </ac:spMkLst>
        </pc:spChg>
        <pc:spChg chg="mod">
          <ac:chgData name="Ken Popkin" userId="3c94c39e-c43b-4805-99ab-8da17777f1ac" providerId="ADAL" clId="{EB4A11D7-973B-404E-9237-59B28C20ABDB}" dt="2021-03-12T19:17:33.781" v="2305" actId="207"/>
          <ac:spMkLst>
            <pc:docMk/>
            <pc:sldMk cId="3587735239" sldId="2146845982"/>
            <ac:spMk id="10" creationId="{25231A58-D39B-40C4-80E3-B7AFB6245609}"/>
          </ac:spMkLst>
        </pc:spChg>
        <pc:spChg chg="mod">
          <ac:chgData name="Ken Popkin" userId="3c94c39e-c43b-4805-99ab-8da17777f1ac" providerId="ADAL" clId="{EB4A11D7-973B-404E-9237-59B28C20ABDB}" dt="2021-03-12T19:17:33.781" v="2305" actId="207"/>
          <ac:spMkLst>
            <pc:docMk/>
            <pc:sldMk cId="3587735239" sldId="2146845982"/>
            <ac:spMk id="11" creationId="{CC18BC19-BA76-47F4-8E48-BEA5DCB43D16}"/>
          </ac:spMkLst>
        </pc:spChg>
        <pc:spChg chg="mod">
          <ac:chgData name="Ken Popkin" userId="3c94c39e-c43b-4805-99ab-8da17777f1ac" providerId="ADAL" clId="{EB4A11D7-973B-404E-9237-59B28C20ABDB}" dt="2021-03-12T19:18:26.565" v="2306" actId="207"/>
          <ac:spMkLst>
            <pc:docMk/>
            <pc:sldMk cId="3587735239" sldId="2146845982"/>
            <ac:spMk id="15" creationId="{C1C09959-8F21-4004-BE6B-F9F03EA28CB9}"/>
          </ac:spMkLst>
        </pc:spChg>
        <pc:spChg chg="mod">
          <ac:chgData name="Ken Popkin" userId="3c94c39e-c43b-4805-99ab-8da17777f1ac" providerId="ADAL" clId="{EB4A11D7-973B-404E-9237-59B28C20ABDB}" dt="2021-03-12T19:18:26.565" v="2306" actId="207"/>
          <ac:spMkLst>
            <pc:docMk/>
            <pc:sldMk cId="3587735239" sldId="2146845982"/>
            <ac:spMk id="21" creationId="{833C9A8E-1405-4283-A70B-5FB4EF50591D}"/>
          </ac:spMkLst>
        </pc:spChg>
        <pc:spChg chg="mod">
          <ac:chgData name="Ken Popkin" userId="3c94c39e-c43b-4805-99ab-8da17777f1ac" providerId="ADAL" clId="{EB4A11D7-973B-404E-9237-59B28C20ABDB}" dt="2021-03-12T19:18:26.565" v="2306" actId="207"/>
          <ac:spMkLst>
            <pc:docMk/>
            <pc:sldMk cId="3587735239" sldId="2146845982"/>
            <ac:spMk id="22" creationId="{AC71E712-5958-4BEE-A83B-8B9D0ED9C5DA}"/>
          </ac:spMkLst>
        </pc:spChg>
        <pc:spChg chg="mod">
          <ac:chgData name="Ken Popkin" userId="3c94c39e-c43b-4805-99ab-8da17777f1ac" providerId="ADAL" clId="{EB4A11D7-973B-404E-9237-59B28C20ABDB}" dt="2021-03-12T19:18:26.565" v="2306" actId="207"/>
          <ac:spMkLst>
            <pc:docMk/>
            <pc:sldMk cId="3587735239" sldId="2146845982"/>
            <ac:spMk id="24" creationId="{C63B75C3-CA5F-4185-AAD6-D9A64FFA0B37}"/>
          </ac:spMkLst>
        </pc:spChg>
        <pc:spChg chg="mod">
          <ac:chgData name="Ken Popkin" userId="3c94c39e-c43b-4805-99ab-8da17777f1ac" providerId="ADAL" clId="{EB4A11D7-973B-404E-9237-59B28C20ABDB}" dt="2021-03-12T19:18:26.565" v="2306" actId="207"/>
          <ac:spMkLst>
            <pc:docMk/>
            <pc:sldMk cId="3587735239" sldId="2146845982"/>
            <ac:spMk id="25" creationId="{C6E40F0C-86A4-4C46-9044-25A2D45C33BC}"/>
          </ac:spMkLst>
        </pc:spChg>
        <pc:spChg chg="mod">
          <ac:chgData name="Ken Popkin" userId="3c94c39e-c43b-4805-99ab-8da17777f1ac" providerId="ADAL" clId="{EB4A11D7-973B-404E-9237-59B28C20ABDB}" dt="2021-03-12T19:18:26.565" v="2306" actId="207"/>
          <ac:spMkLst>
            <pc:docMk/>
            <pc:sldMk cId="3587735239" sldId="2146845982"/>
            <ac:spMk id="27" creationId="{7E40325D-3EB0-4F74-8740-475B6C937539}"/>
          </ac:spMkLst>
        </pc:spChg>
        <pc:grpChg chg="mod">
          <ac:chgData name="Ken Popkin" userId="3c94c39e-c43b-4805-99ab-8da17777f1ac" providerId="ADAL" clId="{EB4A11D7-973B-404E-9237-59B28C20ABDB}" dt="2021-03-12T19:17:24.235" v="2304" actId="207"/>
          <ac:grpSpMkLst>
            <pc:docMk/>
            <pc:sldMk cId="3587735239" sldId="2146845982"/>
            <ac:grpSpMk id="2" creationId="{A79D6C4B-A81A-4EA9-9D66-8C9B9DD4214F}"/>
          </ac:grpSpMkLst>
        </pc:grpChg>
        <pc:grpChg chg="mod">
          <ac:chgData name="Ken Popkin" userId="3c94c39e-c43b-4805-99ab-8da17777f1ac" providerId="ADAL" clId="{EB4A11D7-973B-404E-9237-59B28C20ABDB}" dt="2021-03-12T19:17:33.781" v="2305" actId="207"/>
          <ac:grpSpMkLst>
            <pc:docMk/>
            <pc:sldMk cId="3587735239" sldId="2146845982"/>
            <ac:grpSpMk id="4" creationId="{A06BADCE-0843-4CA3-8A9A-1C271804B3D4}"/>
          </ac:grpSpMkLst>
        </pc:grpChg>
      </pc:sldChg>
    </pc:docChg>
  </pc:docChgLst>
  <pc:docChgLst>
    <pc:chgData name="Ryan Vetter" userId="S::aiuhe42@amway.com::4e0f799b-9dd2-4ed1-b88a-f6f813994f91" providerId="AD" clId="Web-{1BA1C148-DDBD-44F7-9A39-2D586AFC1C75}"/>
    <pc:docChg chg="modSld">
      <pc:chgData name="Ryan Vetter" userId="S::aiuhe42@amway.com::4e0f799b-9dd2-4ed1-b88a-f6f813994f91" providerId="AD" clId="Web-{1BA1C148-DDBD-44F7-9A39-2D586AFC1C75}" dt="2021-03-10T21:10:50.212" v="1"/>
      <pc:docMkLst>
        <pc:docMk/>
      </pc:docMkLst>
      <pc:sldChg chg="modSp">
        <pc:chgData name="Ryan Vetter" userId="S::aiuhe42@amway.com::4e0f799b-9dd2-4ed1-b88a-f6f813994f91" providerId="AD" clId="Web-{1BA1C148-DDBD-44F7-9A39-2D586AFC1C75}" dt="2021-03-10T21:10:50.212" v="1"/>
        <pc:sldMkLst>
          <pc:docMk/>
          <pc:sldMk cId="3445609876" sldId="2146845976"/>
        </pc:sldMkLst>
        <pc:graphicFrameChg chg="mod modGraphic">
          <ac:chgData name="Ryan Vetter" userId="S::aiuhe42@amway.com::4e0f799b-9dd2-4ed1-b88a-f6f813994f91" providerId="AD" clId="Web-{1BA1C148-DDBD-44F7-9A39-2D586AFC1C75}" dt="2021-03-10T21:10:50.212" v="1"/>
          <ac:graphicFrameMkLst>
            <pc:docMk/>
            <pc:sldMk cId="3445609876" sldId="2146845976"/>
            <ac:graphicFrameMk id="8" creationId="{11C6AFA9-D17F-472D-97FC-23D5883BB9C0}"/>
          </ac:graphicFrameMkLst>
        </pc:graphicFrameChg>
      </pc:sldChg>
    </pc:docChg>
  </pc:docChgLst>
  <pc:docChgLst>
    <pc:chgData name="Gaurav" userId="cf3cfb45-d90b-4d10-b0a3-97e0956283ba" providerId="ADAL" clId="{262E7ADF-6978-427B-AAB0-09A477C77110}"/>
    <pc:docChg chg="undo custSel addSld delSld modSld sldOrd modSection">
      <pc:chgData name="Gaurav" userId="cf3cfb45-d90b-4d10-b0a3-97e0956283ba" providerId="ADAL" clId="{262E7ADF-6978-427B-AAB0-09A477C77110}" dt="2021-04-15T13:02:58.078" v="4430" actId="20577"/>
      <pc:docMkLst>
        <pc:docMk/>
      </pc:docMkLst>
      <pc:sldChg chg="delSp modSp del mod">
        <pc:chgData name="Gaurav" userId="cf3cfb45-d90b-4d10-b0a3-97e0956283ba" providerId="ADAL" clId="{262E7ADF-6978-427B-AAB0-09A477C77110}" dt="2021-03-23T20:48:47.012" v="1650" actId="47"/>
        <pc:sldMkLst>
          <pc:docMk/>
          <pc:sldMk cId="486790856" sldId="257"/>
        </pc:sldMkLst>
        <pc:spChg chg="mod">
          <ac:chgData name="Gaurav" userId="cf3cfb45-d90b-4d10-b0a3-97e0956283ba" providerId="ADAL" clId="{262E7ADF-6978-427B-AAB0-09A477C77110}" dt="2021-03-22T23:19:20.293" v="681" actId="20577"/>
          <ac:spMkLst>
            <pc:docMk/>
            <pc:sldMk cId="486790856" sldId="257"/>
            <ac:spMk id="2" creationId="{68742525-957B-45EB-A5FD-EDE9AF299EDD}"/>
          </ac:spMkLst>
        </pc:spChg>
        <pc:spChg chg="del">
          <ac:chgData name="Gaurav" userId="cf3cfb45-d90b-4d10-b0a3-97e0956283ba" providerId="ADAL" clId="{262E7ADF-6978-427B-AAB0-09A477C77110}" dt="2021-03-23T01:48:46.114" v="1079" actId="478"/>
          <ac:spMkLst>
            <pc:docMk/>
            <pc:sldMk cId="486790856" sldId="257"/>
            <ac:spMk id="76" creationId="{779F0859-7FED-432A-AA1F-E554EC24B32D}"/>
          </ac:spMkLst>
        </pc:spChg>
      </pc:sldChg>
      <pc:sldChg chg="addSp delSp modSp mod">
        <pc:chgData name="Gaurav" userId="cf3cfb45-d90b-4d10-b0a3-97e0956283ba" providerId="ADAL" clId="{262E7ADF-6978-427B-AAB0-09A477C77110}" dt="2021-04-15T13:02:58.078" v="4430" actId="20577"/>
        <pc:sldMkLst>
          <pc:docMk/>
          <pc:sldMk cId="1353059238" sldId="5614"/>
        </pc:sldMkLst>
        <pc:spChg chg="mod">
          <ac:chgData name="Gaurav" userId="cf3cfb45-d90b-4d10-b0a3-97e0956283ba" providerId="ADAL" clId="{262E7ADF-6978-427B-AAB0-09A477C77110}" dt="2021-04-15T11:01:40.597" v="4343" actId="20577"/>
          <ac:spMkLst>
            <pc:docMk/>
            <pc:sldMk cId="1353059238" sldId="5614"/>
            <ac:spMk id="2" creationId="{1B29515A-2667-4C67-81A0-7CB1D2C6FE3E}"/>
          </ac:spMkLst>
        </pc:spChg>
        <pc:spChg chg="add del">
          <ac:chgData name="Gaurav" userId="cf3cfb45-d90b-4d10-b0a3-97e0956283ba" providerId="ADAL" clId="{262E7ADF-6978-427B-AAB0-09A477C77110}" dt="2021-04-09T22:14:06.644" v="2782" actId="478"/>
          <ac:spMkLst>
            <pc:docMk/>
            <pc:sldMk cId="1353059238" sldId="5614"/>
            <ac:spMk id="3" creationId="{ACF020FD-6C9C-4D45-AB30-2F19F065BE83}"/>
          </ac:spMkLst>
        </pc:spChg>
        <pc:spChg chg="mod">
          <ac:chgData name="Gaurav" userId="cf3cfb45-d90b-4d10-b0a3-97e0956283ba" providerId="ADAL" clId="{262E7ADF-6978-427B-AAB0-09A477C77110}" dt="2021-04-09T22:15:56.570" v="2795" actId="20577"/>
          <ac:spMkLst>
            <pc:docMk/>
            <pc:sldMk cId="1353059238" sldId="5614"/>
            <ac:spMk id="4" creationId="{FA8CCE2E-4E27-421F-B61B-BA79E1C45D4E}"/>
          </ac:spMkLst>
        </pc:spChg>
        <pc:spChg chg="mod">
          <ac:chgData name="Gaurav" userId="cf3cfb45-d90b-4d10-b0a3-97e0956283ba" providerId="ADAL" clId="{262E7ADF-6978-427B-AAB0-09A477C77110}" dt="2021-04-09T22:17:28.430" v="2831" actId="1035"/>
          <ac:spMkLst>
            <pc:docMk/>
            <pc:sldMk cId="1353059238" sldId="5614"/>
            <ac:spMk id="6" creationId="{CDD39DEB-5925-4BA9-8103-1B0E575C1ABC}"/>
          </ac:spMkLst>
        </pc:spChg>
        <pc:spChg chg="mod">
          <ac:chgData name="Gaurav" userId="cf3cfb45-d90b-4d10-b0a3-97e0956283ba" providerId="ADAL" clId="{262E7ADF-6978-427B-AAB0-09A477C77110}" dt="2021-04-15T13:02:58.078" v="4430" actId="20577"/>
          <ac:spMkLst>
            <pc:docMk/>
            <pc:sldMk cId="1353059238" sldId="5614"/>
            <ac:spMk id="9" creationId="{048EA9D9-62CF-43E6-9F77-7B2A1DA05A55}"/>
          </ac:spMkLst>
        </pc:spChg>
      </pc:sldChg>
      <pc:sldChg chg="ord">
        <pc:chgData name="Gaurav" userId="cf3cfb45-d90b-4d10-b0a3-97e0956283ba" providerId="ADAL" clId="{262E7ADF-6978-427B-AAB0-09A477C77110}" dt="2021-03-23T21:24:29.336" v="2420"/>
        <pc:sldMkLst>
          <pc:docMk/>
          <pc:sldMk cId="93243010" sldId="7428"/>
        </pc:sldMkLst>
      </pc:sldChg>
      <pc:sldChg chg="addSp delSp modSp mod setBg">
        <pc:chgData name="Gaurav" userId="cf3cfb45-d90b-4d10-b0a3-97e0956283ba" providerId="ADAL" clId="{262E7ADF-6978-427B-AAB0-09A477C77110}" dt="2021-03-23T21:24:01.655" v="2418" actId="207"/>
        <pc:sldMkLst>
          <pc:docMk/>
          <pc:sldMk cId="2678786716" sldId="2142532606"/>
        </pc:sldMkLst>
        <pc:spChg chg="mod">
          <ac:chgData name="Gaurav" userId="cf3cfb45-d90b-4d10-b0a3-97e0956283ba" providerId="ADAL" clId="{262E7ADF-6978-427B-AAB0-09A477C77110}" dt="2021-03-23T21:24:01.655" v="2418" actId="207"/>
          <ac:spMkLst>
            <pc:docMk/>
            <pc:sldMk cId="2678786716" sldId="2142532606"/>
            <ac:spMk id="7" creationId="{DBC50519-B749-4B4D-9907-6E4EBC01BCD5}"/>
          </ac:spMkLst>
        </pc:spChg>
        <pc:spChg chg="del">
          <ac:chgData name="Gaurav" userId="cf3cfb45-d90b-4d10-b0a3-97e0956283ba" providerId="ADAL" clId="{262E7ADF-6978-427B-AAB0-09A477C77110}" dt="2021-03-23T21:17:22.022" v="2274" actId="478"/>
          <ac:spMkLst>
            <pc:docMk/>
            <pc:sldMk cId="2678786716" sldId="2142532606"/>
            <ac:spMk id="11" creationId="{C7B9C39F-BA53-47EE-A68D-2080C5CFB52F}"/>
          </ac:spMkLst>
        </pc:spChg>
        <pc:spChg chg="add mod">
          <ac:chgData name="Gaurav" userId="cf3cfb45-d90b-4d10-b0a3-97e0956283ba" providerId="ADAL" clId="{262E7ADF-6978-427B-AAB0-09A477C77110}" dt="2021-03-23T21:18:33.797" v="2358" actId="20577"/>
          <ac:spMkLst>
            <pc:docMk/>
            <pc:sldMk cId="2678786716" sldId="2142532606"/>
            <ac:spMk id="131" creationId="{8A67DC96-97A9-4E91-B891-AFADF3746073}"/>
          </ac:spMkLst>
        </pc:spChg>
        <pc:spChg chg="mod">
          <ac:chgData name="Gaurav" userId="cf3cfb45-d90b-4d10-b0a3-97e0956283ba" providerId="ADAL" clId="{262E7ADF-6978-427B-AAB0-09A477C77110}" dt="2021-03-23T21:23:12.230" v="2413" actId="2711"/>
          <ac:spMkLst>
            <pc:docMk/>
            <pc:sldMk cId="2678786716" sldId="2142532606"/>
            <ac:spMk id="240" creationId="{73940116-3A68-4466-8AAC-05D3B503B9C1}"/>
          </ac:spMkLst>
        </pc:spChg>
        <pc:spChg chg="mod">
          <ac:chgData name="Gaurav" userId="cf3cfb45-d90b-4d10-b0a3-97e0956283ba" providerId="ADAL" clId="{262E7ADF-6978-427B-AAB0-09A477C77110}" dt="2021-03-23T21:23:12.230" v="2413" actId="2711"/>
          <ac:spMkLst>
            <pc:docMk/>
            <pc:sldMk cId="2678786716" sldId="2142532606"/>
            <ac:spMk id="241" creationId="{A57C0C09-D0DC-44B8-A21A-7D4C1EF48848}"/>
          </ac:spMkLst>
        </pc:spChg>
        <pc:spChg chg="mod">
          <ac:chgData name="Gaurav" userId="cf3cfb45-d90b-4d10-b0a3-97e0956283ba" providerId="ADAL" clId="{262E7ADF-6978-427B-AAB0-09A477C77110}" dt="2021-03-23T21:23:12.230" v="2413" actId="2711"/>
          <ac:spMkLst>
            <pc:docMk/>
            <pc:sldMk cId="2678786716" sldId="2142532606"/>
            <ac:spMk id="242" creationId="{6EC8F43B-B681-44F5-83AF-1A71E503D7B0}"/>
          </ac:spMkLst>
        </pc:spChg>
        <pc:spChg chg="mod">
          <ac:chgData name="Gaurav" userId="cf3cfb45-d90b-4d10-b0a3-97e0956283ba" providerId="ADAL" clId="{262E7ADF-6978-427B-AAB0-09A477C77110}" dt="2021-03-23T21:23:12.230" v="2413" actId="2711"/>
          <ac:spMkLst>
            <pc:docMk/>
            <pc:sldMk cId="2678786716" sldId="2142532606"/>
            <ac:spMk id="243" creationId="{8B004525-F163-4A71-9E6D-52165D7B3CF3}"/>
          </ac:spMkLst>
        </pc:spChg>
        <pc:spChg chg="mod">
          <ac:chgData name="Gaurav" userId="cf3cfb45-d90b-4d10-b0a3-97e0956283ba" providerId="ADAL" clId="{262E7ADF-6978-427B-AAB0-09A477C77110}" dt="2021-03-23T21:23:12.230" v="2413" actId="2711"/>
          <ac:spMkLst>
            <pc:docMk/>
            <pc:sldMk cId="2678786716" sldId="2142532606"/>
            <ac:spMk id="244" creationId="{8D1F6896-C8E4-499A-B7E7-66FEDD062227}"/>
          </ac:spMkLst>
        </pc:spChg>
        <pc:spChg chg="mod">
          <ac:chgData name="Gaurav" userId="cf3cfb45-d90b-4d10-b0a3-97e0956283ba" providerId="ADAL" clId="{262E7ADF-6978-427B-AAB0-09A477C77110}" dt="2021-03-23T21:23:44.188" v="2416" actId="404"/>
          <ac:spMkLst>
            <pc:docMk/>
            <pc:sldMk cId="2678786716" sldId="2142532606"/>
            <ac:spMk id="249" creationId="{9B02BF84-F218-474E-A927-4FB512F35B8B}"/>
          </ac:spMkLst>
        </pc:spChg>
        <pc:spChg chg="mod">
          <ac:chgData name="Gaurav" userId="cf3cfb45-d90b-4d10-b0a3-97e0956283ba" providerId="ADAL" clId="{262E7ADF-6978-427B-AAB0-09A477C77110}" dt="2021-03-23T21:23:50.083" v="2417" actId="404"/>
          <ac:spMkLst>
            <pc:docMk/>
            <pc:sldMk cId="2678786716" sldId="2142532606"/>
            <ac:spMk id="250" creationId="{BCE9E8CB-608F-472B-B5E8-B2EFC231FD6C}"/>
          </ac:spMkLst>
        </pc:spChg>
        <pc:spChg chg="mod">
          <ac:chgData name="Gaurav" userId="cf3cfb45-d90b-4d10-b0a3-97e0956283ba" providerId="ADAL" clId="{262E7ADF-6978-427B-AAB0-09A477C77110}" dt="2021-03-23T21:23:50.083" v="2417" actId="404"/>
          <ac:spMkLst>
            <pc:docMk/>
            <pc:sldMk cId="2678786716" sldId="2142532606"/>
            <ac:spMk id="251" creationId="{64561C83-E4CD-4CA9-B9C7-BB03A2AAC4F8}"/>
          </ac:spMkLst>
        </pc:spChg>
        <pc:spChg chg="mod">
          <ac:chgData name="Gaurav" userId="cf3cfb45-d90b-4d10-b0a3-97e0956283ba" providerId="ADAL" clId="{262E7ADF-6978-427B-AAB0-09A477C77110}" dt="2021-03-23T21:23:44.188" v="2416" actId="404"/>
          <ac:spMkLst>
            <pc:docMk/>
            <pc:sldMk cId="2678786716" sldId="2142532606"/>
            <ac:spMk id="252" creationId="{BC4C982E-9EA7-41A4-B44E-2981DE4B5D9A}"/>
          </ac:spMkLst>
        </pc:spChg>
        <pc:spChg chg="mod">
          <ac:chgData name="Gaurav" userId="cf3cfb45-d90b-4d10-b0a3-97e0956283ba" providerId="ADAL" clId="{262E7ADF-6978-427B-AAB0-09A477C77110}" dt="2021-03-23T21:23:50.083" v="2417" actId="404"/>
          <ac:spMkLst>
            <pc:docMk/>
            <pc:sldMk cId="2678786716" sldId="2142532606"/>
            <ac:spMk id="253" creationId="{E84B96DC-19F9-483B-B028-3ABCD09E7138}"/>
          </ac:spMkLst>
        </pc:spChg>
        <pc:cxnChg chg="mod">
          <ac:chgData name="Gaurav" userId="cf3cfb45-d90b-4d10-b0a3-97e0956283ba" providerId="ADAL" clId="{262E7ADF-6978-427B-AAB0-09A477C77110}" dt="2021-03-23T21:23:44.188" v="2416" actId="404"/>
          <ac:cxnSpMkLst>
            <pc:docMk/>
            <pc:sldMk cId="2678786716" sldId="2142532606"/>
            <ac:cxnSpMk id="255" creationId="{2B18603B-18E5-4A43-B62D-7F5AE8315CCC}"/>
          </ac:cxnSpMkLst>
        </pc:cxnChg>
      </pc:sldChg>
      <pc:sldChg chg="delSp modSp mod setBg">
        <pc:chgData name="Gaurav" userId="cf3cfb45-d90b-4d10-b0a3-97e0956283ba" providerId="ADAL" clId="{262E7ADF-6978-427B-AAB0-09A477C77110}" dt="2021-04-06T11:19:00.622" v="2661" actId="6549"/>
        <pc:sldMkLst>
          <pc:docMk/>
          <pc:sldMk cId="400269162" sldId="2142532640"/>
        </pc:sldMkLst>
        <pc:spChg chg="mod">
          <ac:chgData name="Gaurav" userId="cf3cfb45-d90b-4d10-b0a3-97e0956283ba" providerId="ADAL" clId="{262E7ADF-6978-427B-AAB0-09A477C77110}" dt="2021-04-06T10:56:26.416" v="2620" actId="20577"/>
          <ac:spMkLst>
            <pc:docMk/>
            <pc:sldMk cId="400269162" sldId="2142532640"/>
            <ac:spMk id="3" creationId="{D73774F1-932B-4974-9CE8-09B029C61858}"/>
          </ac:spMkLst>
        </pc:spChg>
        <pc:spChg chg="del">
          <ac:chgData name="Gaurav" userId="cf3cfb45-d90b-4d10-b0a3-97e0956283ba" providerId="ADAL" clId="{262E7ADF-6978-427B-AAB0-09A477C77110}" dt="2021-03-23T01:48:21.408" v="1077" actId="478"/>
          <ac:spMkLst>
            <pc:docMk/>
            <pc:sldMk cId="400269162" sldId="2142532640"/>
            <ac:spMk id="11" creationId="{1F3CE078-8045-458D-B371-C60FDAE68826}"/>
          </ac:spMkLst>
        </pc:spChg>
        <pc:spChg chg="del">
          <ac:chgData name="Gaurav" userId="cf3cfb45-d90b-4d10-b0a3-97e0956283ba" providerId="ADAL" clId="{262E7ADF-6978-427B-AAB0-09A477C77110}" dt="2021-03-23T01:48:21.408" v="1077" actId="478"/>
          <ac:spMkLst>
            <pc:docMk/>
            <pc:sldMk cId="400269162" sldId="2142532640"/>
            <ac:spMk id="12" creationId="{802EB219-8AF0-40B8-88FA-6E127A4454A9}"/>
          </ac:spMkLst>
        </pc:spChg>
        <pc:spChg chg="mod">
          <ac:chgData name="Gaurav" userId="cf3cfb45-d90b-4d10-b0a3-97e0956283ba" providerId="ADAL" clId="{262E7ADF-6978-427B-AAB0-09A477C77110}" dt="2021-03-23T14:28:27.716" v="1483" actId="6549"/>
          <ac:spMkLst>
            <pc:docMk/>
            <pc:sldMk cId="400269162" sldId="2142532640"/>
            <ac:spMk id="16" creationId="{344E7F2A-759E-4996-9248-CADB73335B2B}"/>
          </ac:spMkLst>
        </pc:spChg>
        <pc:spChg chg="mod">
          <ac:chgData name="Gaurav" userId="cf3cfb45-d90b-4d10-b0a3-97e0956283ba" providerId="ADAL" clId="{262E7ADF-6978-427B-AAB0-09A477C77110}" dt="2021-04-06T11:19:00.622" v="2661" actId="6549"/>
          <ac:spMkLst>
            <pc:docMk/>
            <pc:sldMk cId="400269162" sldId="2142532640"/>
            <ac:spMk id="18" creationId="{4A93D7EC-8782-4C89-96A4-F012B0554B8D}"/>
          </ac:spMkLst>
        </pc:spChg>
      </pc:sldChg>
      <pc:sldChg chg="modSp del mod">
        <pc:chgData name="Gaurav" userId="cf3cfb45-d90b-4d10-b0a3-97e0956283ba" providerId="ADAL" clId="{262E7ADF-6978-427B-AAB0-09A477C77110}" dt="2021-03-23T20:54:35.363" v="1717" actId="47"/>
        <pc:sldMkLst>
          <pc:docMk/>
          <pc:sldMk cId="2765825036" sldId="2146845944"/>
        </pc:sldMkLst>
        <pc:spChg chg="mod">
          <ac:chgData name="Gaurav" userId="cf3cfb45-d90b-4d10-b0a3-97e0956283ba" providerId="ADAL" clId="{262E7ADF-6978-427B-AAB0-09A477C77110}" dt="2021-03-12T20:40:56.683" v="366" actId="6549"/>
          <ac:spMkLst>
            <pc:docMk/>
            <pc:sldMk cId="2765825036" sldId="2146845944"/>
            <ac:spMk id="8" creationId="{F49D6F13-826A-47FA-B782-45E0FDBFBAC7}"/>
          </ac:spMkLst>
        </pc:spChg>
        <pc:spChg chg="mod">
          <ac:chgData name="Gaurav" userId="cf3cfb45-d90b-4d10-b0a3-97e0956283ba" providerId="ADAL" clId="{262E7ADF-6978-427B-AAB0-09A477C77110}" dt="2021-03-12T20:41:03.372" v="368" actId="6549"/>
          <ac:spMkLst>
            <pc:docMk/>
            <pc:sldMk cId="2765825036" sldId="2146845944"/>
            <ac:spMk id="9" creationId="{2D554152-6DC2-4782-8D10-FF061745C5FF}"/>
          </ac:spMkLst>
        </pc:spChg>
        <pc:spChg chg="mod">
          <ac:chgData name="Gaurav" userId="cf3cfb45-d90b-4d10-b0a3-97e0956283ba" providerId="ADAL" clId="{262E7ADF-6978-427B-AAB0-09A477C77110}" dt="2021-03-12T20:41:00.189" v="367" actId="6549"/>
          <ac:spMkLst>
            <pc:docMk/>
            <pc:sldMk cId="2765825036" sldId="2146845944"/>
            <ac:spMk id="24" creationId="{C63B75C3-CA5F-4185-AAD6-D9A64FFA0B37}"/>
          </ac:spMkLst>
        </pc:spChg>
      </pc:sldChg>
      <pc:sldChg chg="addSp delSp modSp mod ord setBg">
        <pc:chgData name="Gaurav" userId="cf3cfb45-d90b-4d10-b0a3-97e0956283ba" providerId="ADAL" clId="{262E7ADF-6978-427B-AAB0-09A477C77110}" dt="2021-03-23T21:22:08.386" v="2410" actId="207"/>
        <pc:sldMkLst>
          <pc:docMk/>
          <pc:sldMk cId="859232145" sldId="2146845971"/>
        </pc:sldMkLst>
        <pc:spChg chg="mod">
          <ac:chgData name="Gaurav" userId="cf3cfb45-d90b-4d10-b0a3-97e0956283ba" providerId="ADAL" clId="{262E7ADF-6978-427B-AAB0-09A477C77110}" dt="2021-03-23T21:15:39.216" v="2269" actId="1076"/>
          <ac:spMkLst>
            <pc:docMk/>
            <pc:sldMk cId="859232145" sldId="2146845971"/>
            <ac:spMk id="3" creationId="{98214B0A-7712-4151-94DA-009BBC633F1A}"/>
          </ac:spMkLst>
        </pc:spChg>
        <pc:spChg chg="del">
          <ac:chgData name="Gaurav" userId="cf3cfb45-d90b-4d10-b0a3-97e0956283ba" providerId="ADAL" clId="{262E7ADF-6978-427B-AAB0-09A477C77110}" dt="2021-03-23T21:16:02.981" v="2270" actId="478"/>
          <ac:spMkLst>
            <pc:docMk/>
            <pc:sldMk cId="859232145" sldId="2146845971"/>
            <ac:spMk id="4" creationId="{C0CEA278-8EA6-4F8A-A1B6-09A52E5939EE}"/>
          </ac:spMkLst>
        </pc:spChg>
        <pc:spChg chg="del">
          <ac:chgData name="Gaurav" userId="cf3cfb45-d90b-4d10-b0a3-97e0956283ba" providerId="ADAL" clId="{262E7ADF-6978-427B-AAB0-09A477C77110}" dt="2021-03-23T21:16:02.981" v="2270" actId="478"/>
          <ac:spMkLst>
            <pc:docMk/>
            <pc:sldMk cId="859232145" sldId="2146845971"/>
            <ac:spMk id="5" creationId="{CA32B1CF-F03E-4677-8C05-EBD91DE3FA2E}"/>
          </ac:spMkLst>
        </pc:spChg>
        <pc:spChg chg="mod">
          <ac:chgData name="Gaurav" userId="cf3cfb45-d90b-4d10-b0a3-97e0956283ba" providerId="ADAL" clId="{262E7ADF-6978-427B-AAB0-09A477C77110}" dt="2021-03-23T13:50:35.122" v="1428" actId="20577"/>
          <ac:spMkLst>
            <pc:docMk/>
            <pc:sldMk cId="859232145" sldId="2146845971"/>
            <ac:spMk id="10" creationId="{14343C34-27C3-4137-B17F-5E8A53744555}"/>
          </ac:spMkLst>
        </pc:spChg>
        <pc:spChg chg="del">
          <ac:chgData name="Gaurav" userId="cf3cfb45-d90b-4d10-b0a3-97e0956283ba" providerId="ADAL" clId="{262E7ADF-6978-427B-AAB0-09A477C77110}" dt="2021-03-23T21:15:27.541" v="2267" actId="478"/>
          <ac:spMkLst>
            <pc:docMk/>
            <pc:sldMk cId="859232145" sldId="2146845971"/>
            <ac:spMk id="13" creationId="{04DDDABC-6927-4E13-AF05-243E9E003108}"/>
          </ac:spMkLst>
        </pc:spChg>
        <pc:spChg chg="add mod">
          <ac:chgData name="Gaurav" userId="cf3cfb45-d90b-4d10-b0a3-97e0956283ba" providerId="ADAL" clId="{262E7ADF-6978-427B-AAB0-09A477C77110}" dt="2021-03-23T20:55:54.657" v="1733" actId="1076"/>
          <ac:spMkLst>
            <pc:docMk/>
            <pc:sldMk cId="859232145" sldId="2146845971"/>
            <ac:spMk id="24" creationId="{7F316DA2-311E-4F16-B028-395A65DB58CB}"/>
          </ac:spMkLst>
        </pc:spChg>
        <pc:grpChg chg="mod">
          <ac:chgData name="Gaurav" userId="cf3cfb45-d90b-4d10-b0a3-97e0956283ba" providerId="ADAL" clId="{262E7ADF-6978-427B-AAB0-09A477C77110}" dt="2021-03-23T21:22:08.386" v="2410" actId="207"/>
          <ac:grpSpMkLst>
            <pc:docMk/>
            <pc:sldMk cId="859232145" sldId="2146845971"/>
            <ac:grpSpMk id="9" creationId="{1A26EFCE-55FD-4F91-A60E-3C2DC3F725E7}"/>
          </ac:grpSpMkLst>
        </pc:grpChg>
        <pc:picChg chg="mod">
          <ac:chgData name="Gaurav" userId="cf3cfb45-d90b-4d10-b0a3-97e0956283ba" providerId="ADAL" clId="{262E7ADF-6978-427B-AAB0-09A477C77110}" dt="2021-03-23T21:22:08.386" v="2410" actId="207"/>
          <ac:picMkLst>
            <pc:docMk/>
            <pc:sldMk cId="859232145" sldId="2146845971"/>
            <ac:picMk id="23" creationId="{22E5233B-235D-4D53-9EEC-73C99EE8B9A4}"/>
          </ac:picMkLst>
        </pc:picChg>
        <pc:cxnChg chg="mod">
          <ac:chgData name="Gaurav" userId="cf3cfb45-d90b-4d10-b0a3-97e0956283ba" providerId="ADAL" clId="{262E7ADF-6978-427B-AAB0-09A477C77110}" dt="2021-03-23T21:22:08.386" v="2410" actId="207"/>
          <ac:cxnSpMkLst>
            <pc:docMk/>
            <pc:sldMk cId="859232145" sldId="2146845971"/>
            <ac:cxnSpMk id="14" creationId="{BEA9A67B-17D3-4A00-A4C7-A08018EF0EF8}"/>
          </ac:cxnSpMkLst>
        </pc:cxnChg>
        <pc:cxnChg chg="mod">
          <ac:chgData name="Gaurav" userId="cf3cfb45-d90b-4d10-b0a3-97e0956283ba" providerId="ADAL" clId="{262E7ADF-6978-427B-AAB0-09A477C77110}" dt="2021-03-23T21:22:08.386" v="2410" actId="207"/>
          <ac:cxnSpMkLst>
            <pc:docMk/>
            <pc:sldMk cId="859232145" sldId="2146845971"/>
            <ac:cxnSpMk id="17" creationId="{C0FF894C-EAB7-4195-AB88-8C551501A271}"/>
          </ac:cxnSpMkLst>
        </pc:cxnChg>
        <pc:cxnChg chg="mod">
          <ac:chgData name="Gaurav" userId="cf3cfb45-d90b-4d10-b0a3-97e0956283ba" providerId="ADAL" clId="{262E7ADF-6978-427B-AAB0-09A477C77110}" dt="2021-03-23T21:22:08.386" v="2410" actId="207"/>
          <ac:cxnSpMkLst>
            <pc:docMk/>
            <pc:sldMk cId="859232145" sldId="2146845971"/>
            <ac:cxnSpMk id="19" creationId="{4CC49B4E-A5BB-4F59-85C0-2C427E828810}"/>
          </ac:cxnSpMkLst>
        </pc:cxnChg>
        <pc:cxnChg chg="mod">
          <ac:chgData name="Gaurav" userId="cf3cfb45-d90b-4d10-b0a3-97e0956283ba" providerId="ADAL" clId="{262E7ADF-6978-427B-AAB0-09A477C77110}" dt="2021-03-23T21:22:08.386" v="2410" actId="207"/>
          <ac:cxnSpMkLst>
            <pc:docMk/>
            <pc:sldMk cId="859232145" sldId="2146845971"/>
            <ac:cxnSpMk id="21" creationId="{6C512702-D4AA-4E69-A733-9990D830CD35}"/>
          </ac:cxnSpMkLst>
        </pc:cxnChg>
      </pc:sldChg>
      <pc:sldChg chg="delSp modSp mod setBg">
        <pc:chgData name="Gaurav" userId="cf3cfb45-d90b-4d10-b0a3-97e0956283ba" providerId="ADAL" clId="{262E7ADF-6978-427B-AAB0-09A477C77110}" dt="2021-04-15T11:03:47.717" v="4348" actId="20577"/>
        <pc:sldMkLst>
          <pc:docMk/>
          <pc:sldMk cId="2130153696" sldId="2146845973"/>
        </pc:sldMkLst>
        <pc:spChg chg="mod">
          <ac:chgData name="Gaurav" userId="cf3cfb45-d90b-4d10-b0a3-97e0956283ba" providerId="ADAL" clId="{262E7ADF-6978-427B-AAB0-09A477C77110}" dt="2021-04-15T11:03:47.717" v="4348" actId="20577"/>
          <ac:spMkLst>
            <pc:docMk/>
            <pc:sldMk cId="2130153696" sldId="2146845973"/>
            <ac:spMk id="3" creationId="{D73774F1-932B-4974-9CE8-09B029C61858}"/>
          </ac:spMkLst>
        </pc:spChg>
        <pc:spChg chg="mod">
          <ac:chgData name="Gaurav" userId="cf3cfb45-d90b-4d10-b0a3-97e0956283ba" providerId="ADAL" clId="{262E7ADF-6978-427B-AAB0-09A477C77110}" dt="2021-03-23T14:23:33.144" v="1461" actId="20577"/>
          <ac:spMkLst>
            <pc:docMk/>
            <pc:sldMk cId="2130153696" sldId="2146845973"/>
            <ac:spMk id="9" creationId="{3C3A0B57-29A1-4D03-B6E0-4997F7FA6E9C}"/>
          </ac:spMkLst>
        </pc:spChg>
        <pc:spChg chg="del">
          <ac:chgData name="Gaurav" userId="cf3cfb45-d90b-4d10-b0a3-97e0956283ba" providerId="ADAL" clId="{262E7ADF-6978-427B-AAB0-09A477C77110}" dt="2021-03-23T01:48:12.025" v="1076" actId="478"/>
          <ac:spMkLst>
            <pc:docMk/>
            <pc:sldMk cId="2130153696" sldId="2146845973"/>
            <ac:spMk id="11" creationId="{1F3CE078-8045-458D-B371-C60FDAE68826}"/>
          </ac:spMkLst>
        </pc:spChg>
        <pc:spChg chg="del">
          <ac:chgData name="Gaurav" userId="cf3cfb45-d90b-4d10-b0a3-97e0956283ba" providerId="ADAL" clId="{262E7ADF-6978-427B-AAB0-09A477C77110}" dt="2021-03-23T01:48:12.025" v="1076" actId="478"/>
          <ac:spMkLst>
            <pc:docMk/>
            <pc:sldMk cId="2130153696" sldId="2146845973"/>
            <ac:spMk id="12" creationId="{802EB219-8AF0-40B8-88FA-6E127A4454A9}"/>
          </ac:spMkLst>
        </pc:spChg>
        <pc:spChg chg="mod">
          <ac:chgData name="Gaurav" userId="cf3cfb45-d90b-4d10-b0a3-97e0956283ba" providerId="ADAL" clId="{262E7ADF-6978-427B-AAB0-09A477C77110}" dt="2021-04-06T10:55:53.949" v="2607" actId="20577"/>
          <ac:spMkLst>
            <pc:docMk/>
            <pc:sldMk cId="2130153696" sldId="2146845973"/>
            <ac:spMk id="16" creationId="{344E7F2A-759E-4996-9248-CADB73335B2B}"/>
          </ac:spMkLst>
        </pc:spChg>
        <pc:spChg chg="mod">
          <ac:chgData name="Gaurav" userId="cf3cfb45-d90b-4d10-b0a3-97e0956283ba" providerId="ADAL" clId="{262E7ADF-6978-427B-AAB0-09A477C77110}" dt="2021-04-06T10:54:56.649" v="2588" actId="6549"/>
          <ac:spMkLst>
            <pc:docMk/>
            <pc:sldMk cId="2130153696" sldId="2146845973"/>
            <ac:spMk id="18" creationId="{4A93D7EC-8782-4C89-96A4-F012B0554B8D}"/>
          </ac:spMkLst>
        </pc:spChg>
        <pc:cxnChg chg="mod">
          <ac:chgData name="Gaurav" userId="cf3cfb45-d90b-4d10-b0a3-97e0956283ba" providerId="ADAL" clId="{262E7ADF-6978-427B-AAB0-09A477C77110}" dt="2021-03-22T10:36:44.069" v="465" actId="14100"/>
          <ac:cxnSpMkLst>
            <pc:docMk/>
            <pc:sldMk cId="2130153696" sldId="2146845973"/>
            <ac:cxnSpMk id="5" creationId="{E7D8F235-3C92-45C7-B55D-19AA96D743B7}"/>
          </ac:cxnSpMkLst>
        </pc:cxnChg>
      </pc:sldChg>
      <pc:sldChg chg="modSp mod ord setBg">
        <pc:chgData name="Gaurav" userId="cf3cfb45-d90b-4d10-b0a3-97e0956283ba" providerId="ADAL" clId="{262E7ADF-6978-427B-AAB0-09A477C77110}" dt="2021-04-06T12:58:50.219" v="2742" actId="6549"/>
        <pc:sldMkLst>
          <pc:docMk/>
          <pc:sldMk cId="3445609876" sldId="2146845976"/>
        </pc:sldMkLst>
        <pc:graphicFrameChg chg="mod modGraphic">
          <ac:chgData name="Gaurav" userId="cf3cfb45-d90b-4d10-b0a3-97e0956283ba" providerId="ADAL" clId="{262E7ADF-6978-427B-AAB0-09A477C77110}" dt="2021-03-23T01:49:40.078" v="1086" actId="20577"/>
          <ac:graphicFrameMkLst>
            <pc:docMk/>
            <pc:sldMk cId="3445609876" sldId="2146845976"/>
            <ac:graphicFrameMk id="7" creationId="{3050A818-959D-47B5-9938-7C1566218347}"/>
          </ac:graphicFrameMkLst>
        </pc:graphicFrameChg>
        <pc:graphicFrameChg chg="mod modGraphic">
          <ac:chgData name="Gaurav" userId="cf3cfb45-d90b-4d10-b0a3-97e0956283ba" providerId="ADAL" clId="{262E7ADF-6978-427B-AAB0-09A477C77110}" dt="2021-03-23T01:49:02.911" v="1080" actId="6549"/>
          <ac:graphicFrameMkLst>
            <pc:docMk/>
            <pc:sldMk cId="3445609876" sldId="2146845976"/>
            <ac:graphicFrameMk id="8" creationId="{11C6AFA9-D17F-472D-97FC-23D5883BB9C0}"/>
          </ac:graphicFrameMkLst>
        </pc:graphicFrameChg>
        <pc:graphicFrameChg chg="mod modGraphic">
          <ac:chgData name="Gaurav" userId="cf3cfb45-d90b-4d10-b0a3-97e0956283ba" providerId="ADAL" clId="{262E7ADF-6978-427B-AAB0-09A477C77110}" dt="2021-04-06T12:58:50.219" v="2742" actId="6549"/>
          <ac:graphicFrameMkLst>
            <pc:docMk/>
            <pc:sldMk cId="3445609876" sldId="2146845976"/>
            <ac:graphicFrameMk id="9" creationId="{C288DDB8-A596-45DD-8339-81F64AB25786}"/>
          </ac:graphicFrameMkLst>
        </pc:graphicFrameChg>
      </pc:sldChg>
      <pc:sldChg chg="addSp delSp modSp mod ord setBg">
        <pc:chgData name="Gaurav" userId="cf3cfb45-d90b-4d10-b0a3-97e0956283ba" providerId="ADAL" clId="{262E7ADF-6978-427B-AAB0-09A477C77110}" dt="2021-03-23T21:21:08.216" v="2402"/>
        <pc:sldMkLst>
          <pc:docMk/>
          <pc:sldMk cId="3118789118" sldId="2146845978"/>
        </pc:sldMkLst>
        <pc:spChg chg="mod">
          <ac:chgData name="Gaurav" userId="cf3cfb45-d90b-4d10-b0a3-97e0956283ba" providerId="ADAL" clId="{262E7ADF-6978-427B-AAB0-09A477C77110}" dt="2021-03-23T21:11:41.111" v="2255" actId="1076"/>
          <ac:spMkLst>
            <pc:docMk/>
            <pc:sldMk cId="3118789118" sldId="2146845978"/>
            <ac:spMk id="2" creationId="{3415D7D4-3680-4192-A583-D468CFFCF507}"/>
          </ac:spMkLst>
        </pc:spChg>
        <pc:spChg chg="add mod">
          <ac:chgData name="Gaurav" userId="cf3cfb45-d90b-4d10-b0a3-97e0956283ba" providerId="ADAL" clId="{262E7ADF-6978-427B-AAB0-09A477C77110}" dt="2021-03-23T21:14:28.386" v="2264" actId="207"/>
          <ac:spMkLst>
            <pc:docMk/>
            <pc:sldMk cId="3118789118" sldId="2146845978"/>
            <ac:spMk id="3" creationId="{35FEBA87-E5A5-4CAA-8842-CCF9825DDCF0}"/>
          </ac:spMkLst>
        </pc:spChg>
        <pc:spChg chg="mod">
          <ac:chgData name="Gaurav" userId="cf3cfb45-d90b-4d10-b0a3-97e0956283ba" providerId="ADAL" clId="{262E7ADF-6978-427B-AAB0-09A477C77110}" dt="2021-03-12T20:28:55.462" v="1" actId="2711"/>
          <ac:spMkLst>
            <pc:docMk/>
            <pc:sldMk cId="3118789118" sldId="2146845978"/>
            <ac:spMk id="10" creationId="{A78988CF-C0D9-4564-A18C-624985AA8302}"/>
          </ac:spMkLst>
        </pc:spChg>
        <pc:spChg chg="del">
          <ac:chgData name="Gaurav" userId="cf3cfb45-d90b-4d10-b0a3-97e0956283ba" providerId="ADAL" clId="{262E7ADF-6978-427B-AAB0-09A477C77110}" dt="2021-03-23T21:04:26.517" v="1880" actId="478"/>
          <ac:spMkLst>
            <pc:docMk/>
            <pc:sldMk cId="3118789118" sldId="2146845978"/>
            <ac:spMk id="12" creationId="{55EC26CC-4743-4B58-A4EB-383A6EA303E2}"/>
          </ac:spMkLst>
        </pc:spChg>
        <pc:spChg chg="del">
          <ac:chgData name="Gaurav" userId="cf3cfb45-d90b-4d10-b0a3-97e0956283ba" providerId="ADAL" clId="{262E7ADF-6978-427B-AAB0-09A477C77110}" dt="2021-03-23T21:04:58.829" v="1933" actId="478"/>
          <ac:spMkLst>
            <pc:docMk/>
            <pc:sldMk cId="3118789118" sldId="2146845978"/>
            <ac:spMk id="13" creationId="{A976B790-752C-4992-95CD-CF5DBD7A5C08}"/>
          </ac:spMkLst>
        </pc:spChg>
        <pc:spChg chg="mod">
          <ac:chgData name="Gaurav" userId="cf3cfb45-d90b-4d10-b0a3-97e0956283ba" providerId="ADAL" clId="{262E7ADF-6978-427B-AAB0-09A477C77110}" dt="2021-03-23T21:11:41.111" v="2255" actId="1076"/>
          <ac:spMkLst>
            <pc:docMk/>
            <pc:sldMk cId="3118789118" sldId="2146845978"/>
            <ac:spMk id="14" creationId="{6932CE2D-FF33-4026-8184-39DD3D48EBEC}"/>
          </ac:spMkLst>
        </pc:spChg>
        <pc:spChg chg="del mod">
          <ac:chgData name="Gaurav" userId="cf3cfb45-d90b-4d10-b0a3-97e0956283ba" providerId="ADAL" clId="{262E7ADF-6978-427B-AAB0-09A477C77110}" dt="2021-03-12T20:35:17.310" v="53" actId="478"/>
          <ac:spMkLst>
            <pc:docMk/>
            <pc:sldMk cId="3118789118" sldId="2146845978"/>
            <ac:spMk id="15" creationId="{109AD77D-D3ED-49F9-AA93-B5A906356E5A}"/>
          </ac:spMkLst>
        </pc:spChg>
        <pc:spChg chg="add del">
          <ac:chgData name="Gaurav" userId="cf3cfb45-d90b-4d10-b0a3-97e0956283ba" providerId="ADAL" clId="{262E7ADF-6978-427B-AAB0-09A477C77110}" dt="2021-03-23T21:06:37.807" v="2018" actId="478"/>
          <ac:spMkLst>
            <pc:docMk/>
            <pc:sldMk cId="3118789118" sldId="2146845978"/>
            <ac:spMk id="15" creationId="{B25528A1-338B-49D0-9349-0503426ABB9E}"/>
          </ac:spMkLst>
        </pc:spChg>
        <pc:spChg chg="mod">
          <ac:chgData name="Gaurav" userId="cf3cfb45-d90b-4d10-b0a3-97e0956283ba" providerId="ADAL" clId="{262E7ADF-6978-427B-AAB0-09A477C77110}" dt="2021-03-23T21:11:41.111" v="2255" actId="1076"/>
          <ac:spMkLst>
            <pc:docMk/>
            <pc:sldMk cId="3118789118" sldId="2146845978"/>
            <ac:spMk id="16" creationId="{CA8E94CF-63FF-4642-814A-BBA8D41FE39A}"/>
          </ac:spMkLst>
        </pc:spChg>
        <pc:spChg chg="mod">
          <ac:chgData name="Gaurav" userId="cf3cfb45-d90b-4d10-b0a3-97e0956283ba" providerId="ADAL" clId="{262E7ADF-6978-427B-AAB0-09A477C77110}" dt="2021-03-12T20:28:55.462" v="1" actId="2711"/>
          <ac:spMkLst>
            <pc:docMk/>
            <pc:sldMk cId="3118789118" sldId="2146845978"/>
            <ac:spMk id="17" creationId="{0D16D375-1CF5-477C-9D0F-2E227CD161A0}"/>
          </ac:spMkLst>
        </pc:spChg>
        <pc:spChg chg="add del mod">
          <ac:chgData name="Gaurav" userId="cf3cfb45-d90b-4d10-b0a3-97e0956283ba" providerId="ADAL" clId="{262E7ADF-6978-427B-AAB0-09A477C77110}" dt="2021-03-23T21:03:46.591" v="1835" actId="478"/>
          <ac:spMkLst>
            <pc:docMk/>
            <pc:sldMk cId="3118789118" sldId="2146845978"/>
            <ac:spMk id="18" creationId="{2D435904-5361-43D1-BC4F-677714AC3EF7}"/>
          </ac:spMkLst>
        </pc:spChg>
        <pc:spChg chg="add mod">
          <ac:chgData name="Gaurav" userId="cf3cfb45-d90b-4d10-b0a3-97e0956283ba" providerId="ADAL" clId="{262E7ADF-6978-427B-AAB0-09A477C77110}" dt="2021-03-23T21:11:41.111" v="2255" actId="1076"/>
          <ac:spMkLst>
            <pc:docMk/>
            <pc:sldMk cId="3118789118" sldId="2146845978"/>
            <ac:spMk id="19" creationId="{B559C3E5-7805-41E0-97C3-CE61C9F9191F}"/>
          </ac:spMkLst>
        </pc:spChg>
        <pc:spChg chg="add mod">
          <ac:chgData name="Gaurav" userId="cf3cfb45-d90b-4d10-b0a3-97e0956283ba" providerId="ADAL" clId="{262E7ADF-6978-427B-AAB0-09A477C77110}" dt="2021-03-23T21:11:41.111" v="2255" actId="1076"/>
          <ac:spMkLst>
            <pc:docMk/>
            <pc:sldMk cId="3118789118" sldId="2146845978"/>
            <ac:spMk id="20" creationId="{4BEEE9E4-D698-42AC-8142-6A82F886E7BD}"/>
          </ac:spMkLst>
        </pc:spChg>
        <pc:spChg chg="add mod">
          <ac:chgData name="Gaurav" userId="cf3cfb45-d90b-4d10-b0a3-97e0956283ba" providerId="ADAL" clId="{262E7ADF-6978-427B-AAB0-09A477C77110}" dt="2021-03-23T21:11:41.111" v="2255" actId="1076"/>
          <ac:spMkLst>
            <pc:docMk/>
            <pc:sldMk cId="3118789118" sldId="2146845978"/>
            <ac:spMk id="21" creationId="{11232FA3-A680-4AD0-8D37-3548E40965AC}"/>
          </ac:spMkLst>
        </pc:spChg>
        <pc:spChg chg="del mod">
          <ac:chgData name="Gaurav" userId="cf3cfb45-d90b-4d10-b0a3-97e0956283ba" providerId="ADAL" clId="{262E7ADF-6978-427B-AAB0-09A477C77110}" dt="2021-03-12T20:35:26.736" v="54" actId="478"/>
          <ac:spMkLst>
            <pc:docMk/>
            <pc:sldMk cId="3118789118" sldId="2146845978"/>
            <ac:spMk id="21" creationId="{FF478EE5-C377-43ED-BAF9-D9DF00AF5A70}"/>
          </ac:spMkLst>
        </pc:spChg>
        <pc:spChg chg="mod">
          <ac:chgData name="Gaurav" userId="cf3cfb45-d90b-4d10-b0a3-97e0956283ba" providerId="ADAL" clId="{262E7ADF-6978-427B-AAB0-09A477C77110}" dt="2021-03-23T21:11:41.111" v="2255" actId="1076"/>
          <ac:spMkLst>
            <pc:docMk/>
            <pc:sldMk cId="3118789118" sldId="2146845978"/>
            <ac:spMk id="22" creationId="{30A10D0D-747D-41FA-AF5A-A207F4D58004}"/>
          </ac:spMkLst>
        </pc:spChg>
        <pc:spChg chg="mod">
          <ac:chgData name="Gaurav" userId="cf3cfb45-d90b-4d10-b0a3-97e0956283ba" providerId="ADAL" clId="{262E7ADF-6978-427B-AAB0-09A477C77110}" dt="2021-03-23T21:11:41.111" v="2255" actId="1076"/>
          <ac:spMkLst>
            <pc:docMk/>
            <pc:sldMk cId="3118789118" sldId="2146845978"/>
            <ac:spMk id="23" creationId="{FD859B32-40EE-4F32-BA5D-A8C3C598327B}"/>
          </ac:spMkLst>
        </pc:spChg>
        <pc:spChg chg="del mod">
          <ac:chgData name="Gaurav" userId="cf3cfb45-d90b-4d10-b0a3-97e0956283ba" providerId="ADAL" clId="{262E7ADF-6978-427B-AAB0-09A477C77110}" dt="2021-03-12T20:35:26.736" v="54" actId="478"/>
          <ac:spMkLst>
            <pc:docMk/>
            <pc:sldMk cId="3118789118" sldId="2146845978"/>
            <ac:spMk id="24" creationId="{4F4ED715-9F63-4A29-95EF-1E6B0263B9D7}"/>
          </ac:spMkLst>
        </pc:spChg>
        <pc:spChg chg="add mod">
          <ac:chgData name="Gaurav" userId="cf3cfb45-d90b-4d10-b0a3-97e0956283ba" providerId="ADAL" clId="{262E7ADF-6978-427B-AAB0-09A477C77110}" dt="2021-03-23T21:11:41.111" v="2255" actId="1076"/>
          <ac:spMkLst>
            <pc:docMk/>
            <pc:sldMk cId="3118789118" sldId="2146845978"/>
            <ac:spMk id="24" creationId="{88037950-5BBA-4351-9AD6-D135CE0A8B8A}"/>
          </ac:spMkLst>
        </pc:spChg>
        <pc:spChg chg="add mod">
          <ac:chgData name="Gaurav" userId="cf3cfb45-d90b-4d10-b0a3-97e0956283ba" providerId="ADAL" clId="{262E7ADF-6978-427B-AAB0-09A477C77110}" dt="2021-03-23T21:11:41.111" v="2255" actId="1076"/>
          <ac:spMkLst>
            <pc:docMk/>
            <pc:sldMk cId="3118789118" sldId="2146845978"/>
            <ac:spMk id="25" creationId="{5DE6353B-7DA2-4346-AC08-0C881659DF8E}"/>
          </ac:spMkLst>
        </pc:spChg>
        <pc:spChg chg="mod">
          <ac:chgData name="Gaurav" userId="cf3cfb45-d90b-4d10-b0a3-97e0956283ba" providerId="ADAL" clId="{262E7ADF-6978-427B-AAB0-09A477C77110}" dt="2021-03-23T21:11:41.111" v="2255" actId="1076"/>
          <ac:spMkLst>
            <pc:docMk/>
            <pc:sldMk cId="3118789118" sldId="2146845978"/>
            <ac:spMk id="26" creationId="{92211282-4B21-42CC-9FFE-A1A4AB7A8487}"/>
          </ac:spMkLst>
        </pc:spChg>
        <pc:spChg chg="mod">
          <ac:chgData name="Gaurav" userId="cf3cfb45-d90b-4d10-b0a3-97e0956283ba" providerId="ADAL" clId="{262E7ADF-6978-427B-AAB0-09A477C77110}" dt="2021-03-23T21:11:41.111" v="2255" actId="1076"/>
          <ac:spMkLst>
            <pc:docMk/>
            <pc:sldMk cId="3118789118" sldId="2146845978"/>
            <ac:spMk id="27" creationId="{BB366935-10D4-4E2F-B87F-84BE2D8DACCF}"/>
          </ac:spMkLst>
        </pc:spChg>
        <pc:spChg chg="mod">
          <ac:chgData name="Gaurav" userId="cf3cfb45-d90b-4d10-b0a3-97e0956283ba" providerId="ADAL" clId="{262E7ADF-6978-427B-AAB0-09A477C77110}" dt="2021-03-23T21:11:41.111" v="2255" actId="1076"/>
          <ac:spMkLst>
            <pc:docMk/>
            <pc:sldMk cId="3118789118" sldId="2146845978"/>
            <ac:spMk id="28" creationId="{441262D6-1B79-47A3-9609-6152D3A48797}"/>
          </ac:spMkLst>
        </pc:spChg>
        <pc:spChg chg="add del mod">
          <ac:chgData name="Gaurav" userId="cf3cfb45-d90b-4d10-b0a3-97e0956283ba" providerId="ADAL" clId="{262E7ADF-6978-427B-AAB0-09A477C77110}" dt="2021-03-23T21:06:34.174" v="2016"/>
          <ac:spMkLst>
            <pc:docMk/>
            <pc:sldMk cId="3118789118" sldId="2146845978"/>
            <ac:spMk id="29" creationId="{8DCC7589-5283-4EE2-BC8E-ED894678FDBC}"/>
          </ac:spMkLst>
        </pc:spChg>
        <pc:spChg chg="add del mod">
          <ac:chgData name="Gaurav" userId="cf3cfb45-d90b-4d10-b0a3-97e0956283ba" providerId="ADAL" clId="{262E7ADF-6978-427B-AAB0-09A477C77110}" dt="2021-03-23T21:06:34.174" v="2016"/>
          <ac:spMkLst>
            <pc:docMk/>
            <pc:sldMk cId="3118789118" sldId="2146845978"/>
            <ac:spMk id="30" creationId="{70B38587-79CA-4AC4-83A0-8BF2543589C4}"/>
          </ac:spMkLst>
        </pc:spChg>
        <pc:spChg chg="del mod">
          <ac:chgData name="Gaurav" userId="cf3cfb45-d90b-4d10-b0a3-97e0956283ba" providerId="ADAL" clId="{262E7ADF-6978-427B-AAB0-09A477C77110}" dt="2021-03-12T20:37:09.980" v="87" actId="478"/>
          <ac:spMkLst>
            <pc:docMk/>
            <pc:sldMk cId="3118789118" sldId="2146845978"/>
            <ac:spMk id="31" creationId="{2BB5A140-4E9B-469C-943B-0A613219ABA8}"/>
          </ac:spMkLst>
        </pc:spChg>
        <pc:spChg chg="add mod">
          <ac:chgData name="Gaurav" userId="cf3cfb45-d90b-4d10-b0a3-97e0956283ba" providerId="ADAL" clId="{262E7ADF-6978-427B-AAB0-09A477C77110}" dt="2021-03-23T21:11:41.111" v="2255" actId="1076"/>
          <ac:spMkLst>
            <pc:docMk/>
            <pc:sldMk cId="3118789118" sldId="2146845978"/>
            <ac:spMk id="31" creationId="{487B0D63-3743-4DD5-A17C-8175F248E3B8}"/>
          </ac:spMkLst>
        </pc:spChg>
        <pc:spChg chg="add mod">
          <ac:chgData name="Gaurav" userId="cf3cfb45-d90b-4d10-b0a3-97e0956283ba" providerId="ADAL" clId="{262E7ADF-6978-427B-AAB0-09A477C77110}" dt="2021-03-23T21:11:41.111" v="2255" actId="1076"/>
          <ac:spMkLst>
            <pc:docMk/>
            <pc:sldMk cId="3118789118" sldId="2146845978"/>
            <ac:spMk id="32" creationId="{7B8E91E0-3B7E-4C64-AEBC-491343E85454}"/>
          </ac:spMkLst>
        </pc:spChg>
        <pc:spChg chg="del mod">
          <ac:chgData name="Gaurav" userId="cf3cfb45-d90b-4d10-b0a3-97e0956283ba" providerId="ADAL" clId="{262E7ADF-6978-427B-AAB0-09A477C77110}" dt="2021-03-12T20:35:26.736" v="54" actId="478"/>
          <ac:spMkLst>
            <pc:docMk/>
            <pc:sldMk cId="3118789118" sldId="2146845978"/>
            <ac:spMk id="33" creationId="{4D797708-BB4D-499B-9A9E-1AB505FFF060}"/>
          </ac:spMkLst>
        </pc:spChg>
      </pc:sldChg>
      <pc:sldChg chg="delSp modSp mod ord">
        <pc:chgData name="Gaurav" userId="cf3cfb45-d90b-4d10-b0a3-97e0956283ba" providerId="ADAL" clId="{262E7ADF-6978-427B-AAB0-09A477C77110}" dt="2021-04-12T01:44:57.818" v="4133" actId="6549"/>
        <pc:sldMkLst>
          <pc:docMk/>
          <pc:sldMk cId="207730898" sldId="2146845982"/>
        </pc:sldMkLst>
        <pc:spChg chg="mod">
          <ac:chgData name="Gaurav" userId="cf3cfb45-d90b-4d10-b0a3-97e0956283ba" providerId="ADAL" clId="{262E7ADF-6978-427B-AAB0-09A477C77110}" dt="2021-04-12T01:44:57.818" v="4133" actId="6549"/>
          <ac:spMkLst>
            <pc:docMk/>
            <pc:sldMk cId="207730898" sldId="2146845982"/>
            <ac:spMk id="2" creationId="{3B7F2E5F-0D14-4794-8967-57C6BDAD66D4}"/>
          </ac:spMkLst>
        </pc:spChg>
        <pc:spChg chg="mod">
          <ac:chgData name="Gaurav" userId="cf3cfb45-d90b-4d10-b0a3-97e0956283ba" providerId="ADAL" clId="{262E7ADF-6978-427B-AAB0-09A477C77110}" dt="2021-03-22T10:40:12.048" v="473" actId="20577"/>
          <ac:spMkLst>
            <pc:docMk/>
            <pc:sldMk cId="207730898" sldId="2146845982"/>
            <ac:spMk id="10" creationId="{A78988CF-C0D9-4564-A18C-624985AA8302}"/>
          </ac:spMkLst>
        </pc:spChg>
        <pc:spChg chg="del">
          <ac:chgData name="Gaurav" userId="cf3cfb45-d90b-4d10-b0a3-97e0956283ba" providerId="ADAL" clId="{262E7ADF-6978-427B-AAB0-09A477C77110}" dt="2021-03-22T10:40:06.730" v="466" actId="478"/>
          <ac:spMkLst>
            <pc:docMk/>
            <pc:sldMk cId="207730898" sldId="2146845982"/>
            <ac:spMk id="19" creationId="{546FBC52-7F06-44A1-81F2-34063F9674B3}"/>
          </ac:spMkLst>
        </pc:spChg>
        <pc:spChg chg="mod">
          <ac:chgData name="Gaurav" userId="cf3cfb45-d90b-4d10-b0a3-97e0956283ba" providerId="ADAL" clId="{262E7ADF-6978-427B-AAB0-09A477C77110}" dt="2021-04-12T01:44:48.318" v="4131" actId="14100"/>
          <ac:spMkLst>
            <pc:docMk/>
            <pc:sldMk cId="207730898" sldId="2146845982"/>
            <ac:spMk id="20" creationId="{CE49BD6E-3453-41BA-A609-1BB2E7CA7AB1}"/>
          </ac:spMkLst>
        </pc:spChg>
        <pc:spChg chg="mod">
          <ac:chgData name="Gaurav" userId="cf3cfb45-d90b-4d10-b0a3-97e0956283ba" providerId="ADAL" clId="{262E7ADF-6978-427B-AAB0-09A477C77110}" dt="2021-04-12T01:44:42.835" v="4130" actId="14100"/>
          <ac:spMkLst>
            <pc:docMk/>
            <pc:sldMk cId="207730898" sldId="2146845982"/>
            <ac:spMk id="23" creationId="{B8C17C4E-762C-4271-89B5-DDCF11EEDC0E}"/>
          </ac:spMkLst>
        </pc:spChg>
      </pc:sldChg>
      <pc:sldChg chg="modSp mod">
        <pc:chgData name="Gaurav" userId="cf3cfb45-d90b-4d10-b0a3-97e0956283ba" providerId="ADAL" clId="{262E7ADF-6978-427B-AAB0-09A477C77110}" dt="2021-03-23T01:50:16.665" v="1096" actId="20577"/>
        <pc:sldMkLst>
          <pc:docMk/>
          <pc:sldMk cId="1510712340" sldId="2146845983"/>
        </pc:sldMkLst>
        <pc:spChg chg="mod">
          <ac:chgData name="Gaurav" userId="cf3cfb45-d90b-4d10-b0a3-97e0956283ba" providerId="ADAL" clId="{262E7ADF-6978-427B-AAB0-09A477C77110}" dt="2021-03-23T01:50:16.665" v="1096" actId="20577"/>
          <ac:spMkLst>
            <pc:docMk/>
            <pc:sldMk cId="1510712340" sldId="2146845983"/>
            <ac:spMk id="51" creationId="{FE288D11-7038-402B-848F-FB5A99378125}"/>
          </ac:spMkLst>
        </pc:spChg>
      </pc:sldChg>
      <pc:sldChg chg="addSp delSp modSp mod ord setBg">
        <pc:chgData name="Gaurav" userId="cf3cfb45-d90b-4d10-b0a3-97e0956283ba" providerId="ADAL" clId="{262E7ADF-6978-427B-AAB0-09A477C77110}" dt="2021-03-23T21:19:33.930" v="2395"/>
        <pc:sldMkLst>
          <pc:docMk/>
          <pc:sldMk cId="1395122171" sldId="2146845984"/>
        </pc:sldMkLst>
        <pc:spChg chg="del">
          <ac:chgData name="Gaurav" userId="cf3cfb45-d90b-4d10-b0a3-97e0956283ba" providerId="ADAL" clId="{262E7ADF-6978-427B-AAB0-09A477C77110}" dt="2021-03-23T21:18:42.806" v="2359" actId="478"/>
          <ac:spMkLst>
            <pc:docMk/>
            <pc:sldMk cId="1395122171" sldId="2146845984"/>
            <ac:spMk id="2" creationId="{47E8D92B-235D-436A-818C-1CCEFC88EB67}"/>
          </ac:spMkLst>
        </pc:spChg>
        <pc:spChg chg="mod">
          <ac:chgData name="Gaurav" userId="cf3cfb45-d90b-4d10-b0a3-97e0956283ba" providerId="ADAL" clId="{262E7ADF-6978-427B-AAB0-09A477C77110}" dt="2021-03-23T21:01:13.552" v="1819" actId="207"/>
          <ac:spMkLst>
            <pc:docMk/>
            <pc:sldMk cId="1395122171" sldId="2146845984"/>
            <ac:spMk id="4" creationId="{24274302-E795-4AE3-9846-E176B8A41D96}"/>
          </ac:spMkLst>
        </pc:spChg>
        <pc:spChg chg="mod">
          <ac:chgData name="Gaurav" userId="cf3cfb45-d90b-4d10-b0a3-97e0956283ba" providerId="ADAL" clId="{262E7ADF-6978-427B-AAB0-09A477C77110}" dt="2021-03-23T21:01:13.552" v="1819" actId="207"/>
          <ac:spMkLst>
            <pc:docMk/>
            <pc:sldMk cId="1395122171" sldId="2146845984"/>
            <ac:spMk id="5" creationId="{7DA76492-CAB7-454B-98AB-D0155E102D14}"/>
          </ac:spMkLst>
        </pc:spChg>
        <pc:spChg chg="add del mod">
          <ac:chgData name="Gaurav" userId="cf3cfb45-d90b-4d10-b0a3-97e0956283ba" providerId="ADAL" clId="{262E7ADF-6978-427B-AAB0-09A477C77110}" dt="2021-03-23T21:18:50.646" v="2361" actId="478"/>
          <ac:spMkLst>
            <pc:docMk/>
            <pc:sldMk cId="1395122171" sldId="2146845984"/>
            <ac:spMk id="6" creationId="{7C475A9E-327F-4409-A53F-A6E39DA631D6}"/>
          </ac:spMkLst>
        </pc:spChg>
        <pc:spChg chg="mod">
          <ac:chgData name="Gaurav" userId="cf3cfb45-d90b-4d10-b0a3-97e0956283ba" providerId="ADAL" clId="{262E7ADF-6978-427B-AAB0-09A477C77110}" dt="2021-03-23T21:01:13.552" v="1819" actId="207"/>
          <ac:spMkLst>
            <pc:docMk/>
            <pc:sldMk cId="1395122171" sldId="2146845984"/>
            <ac:spMk id="7" creationId="{36B61E10-DB36-411E-86A9-487BA83C774E}"/>
          </ac:spMkLst>
        </pc:spChg>
        <pc:spChg chg="add mod">
          <ac:chgData name="Gaurav" userId="cf3cfb45-d90b-4d10-b0a3-97e0956283ba" providerId="ADAL" clId="{262E7ADF-6978-427B-AAB0-09A477C77110}" dt="2021-03-23T21:19:21.195" v="2394" actId="20577"/>
          <ac:spMkLst>
            <pc:docMk/>
            <pc:sldMk cId="1395122171" sldId="2146845984"/>
            <ac:spMk id="8" creationId="{1C518B3B-7578-410B-B50B-84E64D6031E9}"/>
          </ac:spMkLst>
        </pc:spChg>
        <pc:spChg chg="add mod">
          <ac:chgData name="Gaurav" userId="cf3cfb45-d90b-4d10-b0a3-97e0956283ba" providerId="ADAL" clId="{262E7ADF-6978-427B-AAB0-09A477C77110}" dt="2021-03-23T21:19:33.930" v="2395"/>
          <ac:spMkLst>
            <pc:docMk/>
            <pc:sldMk cId="1395122171" sldId="2146845984"/>
            <ac:spMk id="9" creationId="{DB7CD3EA-75F8-45AB-AD64-7C5ED450D846}"/>
          </ac:spMkLst>
        </pc:spChg>
      </pc:sldChg>
      <pc:sldChg chg="addSp delSp modSp new mod setBg">
        <pc:chgData name="Gaurav" userId="cf3cfb45-d90b-4d10-b0a3-97e0956283ba" providerId="ADAL" clId="{262E7ADF-6978-427B-AAB0-09A477C77110}" dt="2021-04-15T11:04:07.936" v="4365" actId="20577"/>
        <pc:sldMkLst>
          <pc:docMk/>
          <pc:sldMk cId="52130966" sldId="2146845985"/>
        </pc:sldMkLst>
        <pc:spChg chg="del mod">
          <ac:chgData name="Gaurav" userId="cf3cfb45-d90b-4d10-b0a3-97e0956283ba" providerId="ADAL" clId="{262E7ADF-6978-427B-AAB0-09A477C77110}" dt="2021-03-23T01:34:57.983" v="1034" actId="478"/>
          <ac:spMkLst>
            <pc:docMk/>
            <pc:sldMk cId="52130966" sldId="2146845985"/>
            <ac:spMk id="2" creationId="{618A409E-922F-425D-A498-F4EB1B2F56F5}"/>
          </ac:spMkLst>
        </pc:spChg>
        <pc:spChg chg="del">
          <ac:chgData name="Gaurav" userId="cf3cfb45-d90b-4d10-b0a3-97e0956283ba" providerId="ADAL" clId="{262E7ADF-6978-427B-AAB0-09A477C77110}" dt="2021-03-22T20:29:42.225" v="659" actId="478"/>
          <ac:spMkLst>
            <pc:docMk/>
            <pc:sldMk cId="52130966" sldId="2146845985"/>
            <ac:spMk id="3" creationId="{A7CB3D08-07B3-4BFF-BF20-783BDF44F381}"/>
          </ac:spMkLst>
        </pc:spChg>
        <pc:spChg chg="add mod">
          <ac:chgData name="Gaurav" userId="cf3cfb45-d90b-4d10-b0a3-97e0956283ba" providerId="ADAL" clId="{262E7ADF-6978-427B-AAB0-09A477C77110}" dt="2021-04-06T10:47:07.839" v="2437" actId="20577"/>
          <ac:spMkLst>
            <pc:docMk/>
            <pc:sldMk cId="52130966" sldId="2146845985"/>
            <ac:spMk id="4" creationId="{00425640-171B-44FE-AA2A-3185FFF69802}"/>
          </ac:spMkLst>
        </pc:spChg>
        <pc:spChg chg="del">
          <ac:chgData name="Gaurav" userId="cf3cfb45-d90b-4d10-b0a3-97e0956283ba" providerId="ADAL" clId="{262E7ADF-6978-427B-AAB0-09A477C77110}" dt="2021-03-23T01:35:49.507" v="1048" actId="478"/>
          <ac:spMkLst>
            <pc:docMk/>
            <pc:sldMk cId="52130966" sldId="2146845985"/>
            <ac:spMk id="4" creationId="{EB5946E0-12C9-450D-8C7A-C58EB5B0008E}"/>
          </ac:spMkLst>
        </pc:spChg>
        <pc:spChg chg="del">
          <ac:chgData name="Gaurav" userId="cf3cfb45-d90b-4d10-b0a3-97e0956283ba" providerId="ADAL" clId="{262E7ADF-6978-427B-AAB0-09A477C77110}" dt="2021-03-23T01:35:49.507" v="1048" actId="478"/>
          <ac:spMkLst>
            <pc:docMk/>
            <pc:sldMk cId="52130966" sldId="2146845985"/>
            <ac:spMk id="5" creationId="{7D85EEA5-A1DC-4B96-8250-B3AD9ED0D92F}"/>
          </ac:spMkLst>
        </pc:spChg>
        <pc:spChg chg="del">
          <ac:chgData name="Gaurav" userId="cf3cfb45-d90b-4d10-b0a3-97e0956283ba" providerId="ADAL" clId="{262E7ADF-6978-427B-AAB0-09A477C77110}" dt="2021-03-23T01:35:49.507" v="1048" actId="478"/>
          <ac:spMkLst>
            <pc:docMk/>
            <pc:sldMk cId="52130966" sldId="2146845985"/>
            <ac:spMk id="6" creationId="{5B7085CF-006D-494A-872D-A74862A35AAD}"/>
          </ac:spMkLst>
        </pc:spChg>
        <pc:spChg chg="mod">
          <ac:chgData name="Gaurav" userId="cf3cfb45-d90b-4d10-b0a3-97e0956283ba" providerId="ADAL" clId="{262E7ADF-6978-427B-AAB0-09A477C77110}" dt="2021-03-23T01:20:58.080" v="801"/>
          <ac:spMkLst>
            <pc:docMk/>
            <pc:sldMk cId="52130966" sldId="2146845985"/>
            <ac:spMk id="7" creationId="{57D641DE-5946-4C0A-9AFC-FD7880CD502D}"/>
          </ac:spMkLst>
        </pc:spChg>
        <pc:spChg chg="add mod">
          <ac:chgData name="Gaurav" userId="cf3cfb45-d90b-4d10-b0a3-97e0956283ba" providerId="ADAL" clId="{262E7ADF-6978-427B-AAB0-09A477C77110}" dt="2021-03-23T21:19:56.243" v="2396"/>
          <ac:spMkLst>
            <pc:docMk/>
            <pc:sldMk cId="52130966" sldId="2146845985"/>
            <ac:spMk id="7" creationId="{8575D46A-301D-4C30-AF66-429203BC84EF}"/>
          </ac:spMkLst>
        </pc:spChg>
        <pc:spChg chg="add mod">
          <ac:chgData name="Gaurav" userId="cf3cfb45-d90b-4d10-b0a3-97e0956283ba" providerId="ADAL" clId="{262E7ADF-6978-427B-AAB0-09A477C77110}" dt="2021-04-15T11:04:07.936" v="4365" actId="20577"/>
          <ac:spMkLst>
            <pc:docMk/>
            <pc:sldMk cId="52130966" sldId="2146845985"/>
            <ac:spMk id="8" creationId="{B7803F10-FD06-4AC0-B0C4-83AFA630665E}"/>
          </ac:spMkLst>
        </pc:spChg>
        <pc:spChg chg="mod">
          <ac:chgData name="Gaurav" userId="cf3cfb45-d90b-4d10-b0a3-97e0956283ba" providerId="ADAL" clId="{262E7ADF-6978-427B-AAB0-09A477C77110}" dt="2021-03-23T01:20:58.080" v="801"/>
          <ac:spMkLst>
            <pc:docMk/>
            <pc:sldMk cId="52130966" sldId="2146845985"/>
            <ac:spMk id="9" creationId="{458F1105-4A83-485D-A8B1-94DCCD80A736}"/>
          </ac:spMkLst>
        </pc:spChg>
        <pc:spChg chg="mod">
          <ac:chgData name="Gaurav" userId="cf3cfb45-d90b-4d10-b0a3-97e0956283ba" providerId="ADAL" clId="{262E7ADF-6978-427B-AAB0-09A477C77110}" dt="2021-03-23T01:20:58.080" v="801"/>
          <ac:spMkLst>
            <pc:docMk/>
            <pc:sldMk cId="52130966" sldId="2146845985"/>
            <ac:spMk id="10" creationId="{8D647B46-2B12-4DF6-9EF8-1BE30C475E83}"/>
          </ac:spMkLst>
        </pc:spChg>
        <pc:spChg chg="mod">
          <ac:chgData name="Gaurav" userId="cf3cfb45-d90b-4d10-b0a3-97e0956283ba" providerId="ADAL" clId="{262E7ADF-6978-427B-AAB0-09A477C77110}" dt="2021-03-23T01:20:58.080" v="801"/>
          <ac:spMkLst>
            <pc:docMk/>
            <pc:sldMk cId="52130966" sldId="2146845985"/>
            <ac:spMk id="11" creationId="{340A7F5C-15CD-4061-9663-BCCB136FC629}"/>
          </ac:spMkLst>
        </pc:spChg>
        <pc:spChg chg="mod">
          <ac:chgData name="Gaurav" userId="cf3cfb45-d90b-4d10-b0a3-97e0956283ba" providerId="ADAL" clId="{262E7ADF-6978-427B-AAB0-09A477C77110}" dt="2021-03-23T01:20:58.080" v="801"/>
          <ac:spMkLst>
            <pc:docMk/>
            <pc:sldMk cId="52130966" sldId="2146845985"/>
            <ac:spMk id="12" creationId="{E64F3535-9B02-4076-A739-1415D6B8BA97}"/>
          </ac:spMkLst>
        </pc:spChg>
        <pc:spChg chg="mod">
          <ac:chgData name="Gaurav" userId="cf3cfb45-d90b-4d10-b0a3-97e0956283ba" providerId="ADAL" clId="{262E7ADF-6978-427B-AAB0-09A477C77110}" dt="2021-03-23T01:20:58.080" v="801"/>
          <ac:spMkLst>
            <pc:docMk/>
            <pc:sldMk cId="52130966" sldId="2146845985"/>
            <ac:spMk id="13" creationId="{8D647B46-2B12-4DF6-9EF8-1BE30C475E83}"/>
          </ac:spMkLst>
        </pc:spChg>
        <pc:spChg chg="mod">
          <ac:chgData name="Gaurav" userId="cf3cfb45-d90b-4d10-b0a3-97e0956283ba" providerId="ADAL" clId="{262E7ADF-6978-427B-AAB0-09A477C77110}" dt="2021-03-23T01:20:58.080" v="801"/>
          <ac:spMkLst>
            <pc:docMk/>
            <pc:sldMk cId="52130966" sldId="2146845985"/>
            <ac:spMk id="14" creationId="{31A795C4-C377-4F21-B0DA-670239735537}"/>
          </ac:spMkLst>
        </pc:spChg>
        <pc:spChg chg="mod">
          <ac:chgData name="Gaurav" userId="cf3cfb45-d90b-4d10-b0a3-97e0956283ba" providerId="ADAL" clId="{262E7ADF-6978-427B-AAB0-09A477C77110}" dt="2021-03-23T01:20:58.080" v="801"/>
          <ac:spMkLst>
            <pc:docMk/>
            <pc:sldMk cId="52130966" sldId="2146845985"/>
            <ac:spMk id="15" creationId="{C60CC365-0C32-4FEB-9EE0-432080A89CCA}"/>
          </ac:spMkLst>
        </pc:spChg>
        <pc:spChg chg="mod">
          <ac:chgData name="Gaurav" userId="cf3cfb45-d90b-4d10-b0a3-97e0956283ba" providerId="ADAL" clId="{262E7ADF-6978-427B-AAB0-09A477C77110}" dt="2021-03-23T01:20:58.080" v="801"/>
          <ac:spMkLst>
            <pc:docMk/>
            <pc:sldMk cId="52130966" sldId="2146845985"/>
            <ac:spMk id="16" creationId="{8D647B46-2B12-4DF6-9EF8-1BE30C475E83}"/>
          </ac:spMkLst>
        </pc:spChg>
        <pc:spChg chg="add del mod">
          <ac:chgData name="Gaurav" userId="cf3cfb45-d90b-4d10-b0a3-97e0956283ba" providerId="ADAL" clId="{262E7ADF-6978-427B-AAB0-09A477C77110}" dt="2021-03-23T01:35:01.554" v="1035" actId="478"/>
          <ac:spMkLst>
            <pc:docMk/>
            <pc:sldMk cId="52130966" sldId="2146845985"/>
            <ac:spMk id="20" creationId="{D34FA28F-878C-4503-B8BA-B54E36D03712}"/>
          </ac:spMkLst>
        </pc:spChg>
        <pc:spChg chg="add mod">
          <ac:chgData name="Gaurav" userId="cf3cfb45-d90b-4d10-b0a3-97e0956283ba" providerId="ADAL" clId="{262E7ADF-6978-427B-AAB0-09A477C77110}" dt="2021-03-23T01:35:13.944" v="1046" actId="20577"/>
          <ac:spMkLst>
            <pc:docMk/>
            <pc:sldMk cId="52130966" sldId="2146845985"/>
            <ac:spMk id="21" creationId="{FAE0DC63-9B00-47AA-9993-6D62B3B788D9}"/>
          </ac:spMkLst>
        </pc:spChg>
        <pc:picChg chg="mod">
          <ac:chgData name="Gaurav" userId="cf3cfb45-d90b-4d10-b0a3-97e0956283ba" providerId="ADAL" clId="{262E7ADF-6978-427B-AAB0-09A477C77110}" dt="2021-03-23T01:20:58.080" v="801"/>
          <ac:picMkLst>
            <pc:docMk/>
            <pc:sldMk cId="52130966" sldId="2146845985"/>
            <ac:picMk id="17" creationId="{3F435E28-195D-4F00-896E-F01919735BF0}"/>
          </ac:picMkLst>
        </pc:picChg>
        <pc:picChg chg="mod">
          <ac:chgData name="Gaurav" userId="cf3cfb45-d90b-4d10-b0a3-97e0956283ba" providerId="ADAL" clId="{262E7ADF-6978-427B-AAB0-09A477C77110}" dt="2021-03-23T01:20:58.080" v="801"/>
          <ac:picMkLst>
            <pc:docMk/>
            <pc:sldMk cId="52130966" sldId="2146845985"/>
            <ac:picMk id="18" creationId="{E4AF7F54-56A2-4E03-985A-DDD8E47806A9}"/>
          </ac:picMkLst>
        </pc:picChg>
        <pc:picChg chg="mod">
          <ac:chgData name="Gaurav" userId="cf3cfb45-d90b-4d10-b0a3-97e0956283ba" providerId="ADAL" clId="{262E7ADF-6978-427B-AAB0-09A477C77110}" dt="2021-03-23T01:20:58.080" v="801"/>
          <ac:picMkLst>
            <pc:docMk/>
            <pc:sldMk cId="52130966" sldId="2146845985"/>
            <ac:picMk id="19" creationId="{C554BF6B-A0A8-4D18-BB2D-E2FEC5C8B157}"/>
          </ac:picMkLst>
        </pc:picChg>
        <pc:cxnChg chg="add mod">
          <ac:chgData name="Gaurav" userId="cf3cfb45-d90b-4d10-b0a3-97e0956283ba" providerId="ADAL" clId="{262E7ADF-6978-427B-AAB0-09A477C77110}" dt="2021-03-23T20:39:06.591" v="1610" actId="208"/>
          <ac:cxnSpMkLst>
            <pc:docMk/>
            <pc:sldMk cId="52130966" sldId="2146845985"/>
            <ac:cxnSpMk id="3" creationId="{809F74E5-6CF5-44FE-A2D1-FF6E652C908B}"/>
          </ac:cxnSpMkLst>
        </pc:cxnChg>
      </pc:sldChg>
      <pc:sldChg chg="addSp delSp modSp new mod setBg">
        <pc:chgData name="Gaurav" userId="cf3cfb45-d90b-4d10-b0a3-97e0956283ba" providerId="ADAL" clId="{262E7ADF-6978-427B-AAB0-09A477C77110}" dt="2021-04-12T03:44:44.684" v="4326" actId="207"/>
        <pc:sldMkLst>
          <pc:docMk/>
          <pc:sldMk cId="1690488660" sldId="2146845986"/>
        </pc:sldMkLst>
        <pc:spChg chg="del">
          <ac:chgData name="Gaurav" userId="cf3cfb45-d90b-4d10-b0a3-97e0956283ba" providerId="ADAL" clId="{262E7ADF-6978-427B-AAB0-09A477C77110}" dt="2021-03-22T23:20:08.159" v="686" actId="478"/>
          <ac:spMkLst>
            <pc:docMk/>
            <pc:sldMk cId="1690488660" sldId="2146845986"/>
            <ac:spMk id="3" creationId="{9E85E2BA-9D2F-4C05-B2C7-40EEDD06BCD7}"/>
          </ac:spMkLst>
        </pc:spChg>
        <pc:spChg chg="add mod">
          <ac:chgData name="Gaurav" userId="cf3cfb45-d90b-4d10-b0a3-97e0956283ba" providerId="ADAL" clId="{262E7ADF-6978-427B-AAB0-09A477C77110}" dt="2021-04-12T03:44:44.684" v="4326" actId="207"/>
          <ac:spMkLst>
            <pc:docMk/>
            <pc:sldMk cId="1690488660" sldId="2146845986"/>
            <ac:spMk id="4" creationId="{FB156886-BDB3-4FDE-B5CE-4FA2EE1400CA}"/>
          </ac:spMkLst>
        </pc:spChg>
        <pc:spChg chg="add mod">
          <ac:chgData name="Gaurav" userId="cf3cfb45-d90b-4d10-b0a3-97e0956283ba" providerId="ADAL" clId="{262E7ADF-6978-427B-AAB0-09A477C77110}" dt="2021-04-06T11:24:27.395" v="2662" actId="20577"/>
          <ac:spMkLst>
            <pc:docMk/>
            <pc:sldMk cId="1690488660" sldId="2146845986"/>
            <ac:spMk id="5" creationId="{34EF8608-9EDF-4FCE-BDD5-DE821B04DA66}"/>
          </ac:spMkLst>
        </pc:spChg>
        <pc:spChg chg="add mod">
          <ac:chgData name="Gaurav" userId="cf3cfb45-d90b-4d10-b0a3-97e0956283ba" providerId="ADAL" clId="{262E7ADF-6978-427B-AAB0-09A477C77110}" dt="2021-03-23T01:40:59.220" v="1072" actId="207"/>
          <ac:spMkLst>
            <pc:docMk/>
            <pc:sldMk cId="1690488660" sldId="2146845986"/>
            <ac:spMk id="6" creationId="{404A2925-0765-4EEC-8670-9ADAFA78E793}"/>
          </ac:spMkLst>
        </pc:spChg>
        <pc:spChg chg="add mod">
          <ac:chgData name="Gaurav" userId="cf3cfb45-d90b-4d10-b0a3-97e0956283ba" providerId="ADAL" clId="{262E7ADF-6978-427B-AAB0-09A477C77110}" dt="2021-03-23T21:20:15.630" v="2399"/>
          <ac:spMkLst>
            <pc:docMk/>
            <pc:sldMk cId="1690488660" sldId="2146845986"/>
            <ac:spMk id="7" creationId="{7C2B5104-F788-4DA9-BA7E-EBB6C0EF36EF}"/>
          </ac:spMkLst>
        </pc:spChg>
        <pc:spChg chg="add del mod">
          <ac:chgData name="Gaurav" userId="cf3cfb45-d90b-4d10-b0a3-97e0956283ba" providerId="ADAL" clId="{262E7ADF-6978-427B-AAB0-09A477C77110}" dt="2021-04-06T11:33:40.854" v="2671" actId="478"/>
          <ac:spMkLst>
            <pc:docMk/>
            <pc:sldMk cId="1690488660" sldId="2146845986"/>
            <ac:spMk id="8" creationId="{DB9AD574-CF26-40E3-A826-8EA74FB23AEF}"/>
          </ac:spMkLst>
        </pc:spChg>
        <pc:picChg chg="add del mod">
          <ac:chgData name="Gaurav" userId="cf3cfb45-d90b-4d10-b0a3-97e0956283ba" providerId="ADAL" clId="{262E7ADF-6978-427B-AAB0-09A477C77110}" dt="2021-04-06T11:32:31.349" v="2670" actId="478"/>
          <ac:picMkLst>
            <pc:docMk/>
            <pc:sldMk cId="1690488660" sldId="2146845986"/>
            <ac:picMk id="3" creationId="{A74E2679-91F9-4F11-8010-4FAA5169DB3A}"/>
          </ac:picMkLst>
        </pc:picChg>
        <pc:picChg chg="add mod">
          <ac:chgData name="Gaurav" userId="cf3cfb45-d90b-4d10-b0a3-97e0956283ba" providerId="ADAL" clId="{262E7ADF-6978-427B-AAB0-09A477C77110}" dt="2021-03-22T23:20:23.914" v="688" actId="1076"/>
          <ac:picMkLst>
            <pc:docMk/>
            <pc:sldMk cId="1690488660" sldId="2146845986"/>
            <ac:picMk id="4" creationId="{1FEF06A9-94CB-4ACF-A5DF-BCDA12216455}"/>
          </ac:picMkLst>
        </pc:picChg>
      </pc:sldChg>
      <pc:sldChg chg="new del">
        <pc:chgData name="Gaurav" userId="cf3cfb45-d90b-4d10-b0a3-97e0956283ba" providerId="ADAL" clId="{262E7ADF-6978-427B-AAB0-09A477C77110}" dt="2021-03-22T23:22:57.680" v="712" actId="47"/>
        <pc:sldMkLst>
          <pc:docMk/>
          <pc:sldMk cId="3444678488" sldId="2146845987"/>
        </pc:sldMkLst>
      </pc:sldChg>
      <pc:sldChg chg="delSp modSp del mod">
        <pc:chgData name="Gaurav" userId="cf3cfb45-d90b-4d10-b0a3-97e0956283ba" providerId="ADAL" clId="{262E7ADF-6978-427B-AAB0-09A477C77110}" dt="2021-03-23T01:48:32.984" v="1078" actId="47"/>
        <pc:sldMkLst>
          <pc:docMk/>
          <pc:sldMk cId="2217414918" sldId="2146845988"/>
        </pc:sldMkLst>
        <pc:spChg chg="mod">
          <ac:chgData name="Gaurav" userId="cf3cfb45-d90b-4d10-b0a3-97e0956283ba" providerId="ADAL" clId="{262E7ADF-6978-427B-AAB0-09A477C77110}" dt="2021-03-22T23:23:06.028" v="730" actId="20577"/>
          <ac:spMkLst>
            <pc:docMk/>
            <pc:sldMk cId="2217414918" sldId="2146845988"/>
            <ac:spMk id="5" creationId="{34EF8608-9EDF-4FCE-BDD5-DE821B04DA66}"/>
          </ac:spMkLst>
        </pc:spChg>
        <pc:picChg chg="del">
          <ac:chgData name="Gaurav" userId="cf3cfb45-d90b-4d10-b0a3-97e0956283ba" providerId="ADAL" clId="{262E7ADF-6978-427B-AAB0-09A477C77110}" dt="2021-03-22T23:23:13.516" v="731" actId="478"/>
          <ac:picMkLst>
            <pc:docMk/>
            <pc:sldMk cId="2217414918" sldId="2146845988"/>
            <ac:picMk id="4" creationId="{1FEF06A9-94CB-4ACF-A5DF-BCDA12216455}"/>
          </ac:picMkLst>
        </pc:picChg>
      </pc:sldChg>
      <pc:sldChg chg="addSp delSp modSp new mod setBg">
        <pc:chgData name="Gaurav" userId="cf3cfb45-d90b-4d10-b0a3-97e0956283ba" providerId="ADAL" clId="{262E7ADF-6978-427B-AAB0-09A477C77110}" dt="2021-04-06T10:53:52.181" v="2563" actId="1076"/>
        <pc:sldMkLst>
          <pc:docMk/>
          <pc:sldMk cId="3812753414" sldId="2146845989"/>
        </pc:sldMkLst>
        <pc:spChg chg="add mod">
          <ac:chgData name="Gaurav" userId="cf3cfb45-d90b-4d10-b0a3-97e0956283ba" providerId="ADAL" clId="{262E7ADF-6978-427B-AAB0-09A477C77110}" dt="2021-04-06T10:53:20.715" v="2558" actId="14100"/>
          <ac:spMkLst>
            <pc:docMk/>
            <pc:sldMk cId="3812753414" sldId="2146845989"/>
            <ac:spMk id="2" creationId="{56839821-EF95-4699-ADDE-142395DB1C28}"/>
          </ac:spMkLst>
        </pc:spChg>
        <pc:spChg chg="del">
          <ac:chgData name="Gaurav" userId="cf3cfb45-d90b-4d10-b0a3-97e0956283ba" providerId="ADAL" clId="{262E7ADF-6978-427B-AAB0-09A477C77110}" dt="2021-03-23T01:21:53.740" v="809" actId="478"/>
          <ac:spMkLst>
            <pc:docMk/>
            <pc:sldMk cId="3812753414" sldId="2146845989"/>
            <ac:spMk id="2" creationId="{D4A32CA4-8A55-4830-8F98-885580A1273C}"/>
          </ac:spMkLst>
        </pc:spChg>
        <pc:spChg chg="del">
          <ac:chgData name="Gaurav" userId="cf3cfb45-d90b-4d10-b0a3-97e0956283ba" providerId="ADAL" clId="{262E7ADF-6978-427B-AAB0-09A477C77110}" dt="2021-03-23T01:21:04.743" v="803" actId="478"/>
          <ac:spMkLst>
            <pc:docMk/>
            <pc:sldMk cId="3812753414" sldId="2146845989"/>
            <ac:spMk id="3" creationId="{BE347B78-A32A-4162-AACE-C5B324A716DD}"/>
          </ac:spMkLst>
        </pc:spChg>
        <pc:spChg chg="del mod">
          <ac:chgData name="Gaurav" userId="cf3cfb45-d90b-4d10-b0a3-97e0956283ba" providerId="ADAL" clId="{262E7ADF-6978-427B-AAB0-09A477C77110}" dt="2021-03-23T01:48:01.867" v="1075" actId="478"/>
          <ac:spMkLst>
            <pc:docMk/>
            <pc:sldMk cId="3812753414" sldId="2146845989"/>
            <ac:spMk id="4" creationId="{DC810576-0DAC-461F-B8FA-2BEAFA6201CB}"/>
          </ac:spMkLst>
        </pc:spChg>
        <pc:spChg chg="del mod">
          <ac:chgData name="Gaurav" userId="cf3cfb45-d90b-4d10-b0a3-97e0956283ba" providerId="ADAL" clId="{262E7ADF-6978-427B-AAB0-09A477C77110}" dt="2021-03-23T01:48:01.867" v="1075" actId="478"/>
          <ac:spMkLst>
            <pc:docMk/>
            <pc:sldMk cId="3812753414" sldId="2146845989"/>
            <ac:spMk id="5" creationId="{81772A58-5D82-411A-823E-9CADBC5C5092}"/>
          </ac:spMkLst>
        </pc:spChg>
        <pc:spChg chg="del mod">
          <ac:chgData name="Gaurav" userId="cf3cfb45-d90b-4d10-b0a3-97e0956283ba" providerId="ADAL" clId="{262E7ADF-6978-427B-AAB0-09A477C77110}" dt="2021-03-23T01:48:01.867" v="1075" actId="478"/>
          <ac:spMkLst>
            <pc:docMk/>
            <pc:sldMk cId="3812753414" sldId="2146845989"/>
            <ac:spMk id="6" creationId="{A02ED92D-E57F-4C1B-B493-365D46819116}"/>
          </ac:spMkLst>
        </pc:spChg>
        <pc:spChg chg="add mod">
          <ac:chgData name="Gaurav" userId="cf3cfb45-d90b-4d10-b0a3-97e0956283ba" providerId="ADAL" clId="{262E7ADF-6978-427B-AAB0-09A477C77110}" dt="2021-04-06T10:52:43.407" v="2550" actId="1076"/>
          <ac:spMkLst>
            <pc:docMk/>
            <pc:sldMk cId="3812753414" sldId="2146845989"/>
            <ac:spMk id="7" creationId="{57D641DE-5946-4C0A-9AFC-FD7880CD502D}"/>
          </ac:spMkLst>
        </pc:spChg>
        <pc:spChg chg="add mod">
          <ac:chgData name="Gaurav" userId="cf3cfb45-d90b-4d10-b0a3-97e0956283ba" providerId="ADAL" clId="{262E7ADF-6978-427B-AAB0-09A477C77110}" dt="2021-04-06T10:52:43.407" v="2550" actId="1076"/>
          <ac:spMkLst>
            <pc:docMk/>
            <pc:sldMk cId="3812753414" sldId="2146845989"/>
            <ac:spMk id="8" creationId="{458F1105-4A83-485D-A8B1-94DCCD80A736}"/>
          </ac:spMkLst>
        </pc:spChg>
        <pc:spChg chg="add mod">
          <ac:chgData name="Gaurav" userId="cf3cfb45-d90b-4d10-b0a3-97e0956283ba" providerId="ADAL" clId="{262E7ADF-6978-427B-AAB0-09A477C77110}" dt="2021-04-06T10:52:43.407" v="2550" actId="1076"/>
          <ac:spMkLst>
            <pc:docMk/>
            <pc:sldMk cId="3812753414" sldId="2146845989"/>
            <ac:spMk id="9" creationId="{8D647B46-2B12-4DF6-9EF8-1BE30C475E83}"/>
          </ac:spMkLst>
        </pc:spChg>
        <pc:spChg chg="add mod">
          <ac:chgData name="Gaurav" userId="cf3cfb45-d90b-4d10-b0a3-97e0956283ba" providerId="ADAL" clId="{262E7ADF-6978-427B-AAB0-09A477C77110}" dt="2021-04-06T10:52:36.626" v="2549" actId="1076"/>
          <ac:spMkLst>
            <pc:docMk/>
            <pc:sldMk cId="3812753414" sldId="2146845989"/>
            <ac:spMk id="10" creationId="{340A7F5C-15CD-4061-9663-BCCB136FC629}"/>
          </ac:spMkLst>
        </pc:spChg>
        <pc:spChg chg="add mod">
          <ac:chgData name="Gaurav" userId="cf3cfb45-d90b-4d10-b0a3-97e0956283ba" providerId="ADAL" clId="{262E7ADF-6978-427B-AAB0-09A477C77110}" dt="2021-04-06T10:52:33.585" v="2548" actId="1076"/>
          <ac:spMkLst>
            <pc:docMk/>
            <pc:sldMk cId="3812753414" sldId="2146845989"/>
            <ac:spMk id="11" creationId="{E64F3535-9B02-4076-A739-1415D6B8BA97}"/>
          </ac:spMkLst>
        </pc:spChg>
        <pc:spChg chg="add mod">
          <ac:chgData name="Gaurav" userId="cf3cfb45-d90b-4d10-b0a3-97e0956283ba" providerId="ADAL" clId="{262E7ADF-6978-427B-AAB0-09A477C77110}" dt="2021-04-06T10:52:33.585" v="2548" actId="1076"/>
          <ac:spMkLst>
            <pc:docMk/>
            <pc:sldMk cId="3812753414" sldId="2146845989"/>
            <ac:spMk id="12" creationId="{8D647B46-2B12-4DF6-9EF8-1BE30C475E83}"/>
          </ac:spMkLst>
        </pc:spChg>
        <pc:spChg chg="add mod">
          <ac:chgData name="Gaurav" userId="cf3cfb45-d90b-4d10-b0a3-97e0956283ba" providerId="ADAL" clId="{262E7ADF-6978-427B-AAB0-09A477C77110}" dt="2021-04-06T10:52:53.835" v="2552" actId="1076"/>
          <ac:spMkLst>
            <pc:docMk/>
            <pc:sldMk cId="3812753414" sldId="2146845989"/>
            <ac:spMk id="13" creationId="{31A795C4-C377-4F21-B0DA-670239735537}"/>
          </ac:spMkLst>
        </pc:spChg>
        <pc:spChg chg="add mod">
          <ac:chgData name="Gaurav" userId="cf3cfb45-d90b-4d10-b0a3-97e0956283ba" providerId="ADAL" clId="{262E7ADF-6978-427B-AAB0-09A477C77110}" dt="2021-04-06T10:52:53.835" v="2552" actId="1076"/>
          <ac:spMkLst>
            <pc:docMk/>
            <pc:sldMk cId="3812753414" sldId="2146845989"/>
            <ac:spMk id="14" creationId="{C60CC365-0C32-4FEB-9EE0-432080A89CCA}"/>
          </ac:spMkLst>
        </pc:spChg>
        <pc:spChg chg="add mod">
          <ac:chgData name="Gaurav" userId="cf3cfb45-d90b-4d10-b0a3-97e0956283ba" providerId="ADAL" clId="{262E7ADF-6978-427B-AAB0-09A477C77110}" dt="2021-04-06T10:52:53.835" v="2552" actId="1076"/>
          <ac:spMkLst>
            <pc:docMk/>
            <pc:sldMk cId="3812753414" sldId="2146845989"/>
            <ac:spMk id="15" creationId="{8D647B46-2B12-4DF6-9EF8-1BE30C475E83}"/>
          </ac:spMkLst>
        </pc:spChg>
        <pc:spChg chg="add mod">
          <ac:chgData name="Gaurav" userId="cf3cfb45-d90b-4d10-b0a3-97e0956283ba" providerId="ADAL" clId="{262E7ADF-6978-427B-AAB0-09A477C77110}" dt="2021-04-06T10:51:53.074" v="2541" actId="20577"/>
          <ac:spMkLst>
            <pc:docMk/>
            <pc:sldMk cId="3812753414" sldId="2146845989"/>
            <ac:spMk id="19" creationId="{431FF642-D80E-4148-B518-F4E87EA10B69}"/>
          </ac:spMkLst>
        </pc:spChg>
        <pc:spChg chg="add del mod">
          <ac:chgData name="Gaurav" userId="cf3cfb45-d90b-4d10-b0a3-97e0956283ba" providerId="ADAL" clId="{262E7ADF-6978-427B-AAB0-09A477C77110}" dt="2021-03-23T20:41:30.324" v="1614" actId="478"/>
          <ac:spMkLst>
            <pc:docMk/>
            <pc:sldMk cId="3812753414" sldId="2146845989"/>
            <ac:spMk id="20" creationId="{558D67AF-EF62-4DC5-A6AE-3BEB86595EA6}"/>
          </ac:spMkLst>
        </pc:spChg>
        <pc:spChg chg="add mod">
          <ac:chgData name="Gaurav" userId="cf3cfb45-d90b-4d10-b0a3-97e0956283ba" providerId="ADAL" clId="{262E7ADF-6978-427B-AAB0-09A477C77110}" dt="2021-04-06T10:53:52.181" v="2563" actId="1076"/>
          <ac:spMkLst>
            <pc:docMk/>
            <pc:sldMk cId="3812753414" sldId="2146845989"/>
            <ac:spMk id="20" creationId="{C288D6FD-00C2-4CF8-AE0B-7F4782777554}"/>
          </ac:spMkLst>
        </pc:spChg>
        <pc:spChg chg="add mod">
          <ac:chgData name="Gaurav" userId="cf3cfb45-d90b-4d10-b0a3-97e0956283ba" providerId="ADAL" clId="{262E7ADF-6978-427B-AAB0-09A477C77110}" dt="2021-03-23T21:20:02.989" v="2397"/>
          <ac:spMkLst>
            <pc:docMk/>
            <pc:sldMk cId="3812753414" sldId="2146845989"/>
            <ac:spMk id="21" creationId="{FBE45FB3-E412-4A39-9EBB-A738D2C5E830}"/>
          </ac:spMkLst>
        </pc:spChg>
        <pc:picChg chg="add mod">
          <ac:chgData name="Gaurav" userId="cf3cfb45-d90b-4d10-b0a3-97e0956283ba" providerId="ADAL" clId="{262E7ADF-6978-427B-AAB0-09A477C77110}" dt="2021-04-06T10:52:46.719" v="2551" actId="1076"/>
          <ac:picMkLst>
            <pc:docMk/>
            <pc:sldMk cId="3812753414" sldId="2146845989"/>
            <ac:picMk id="16" creationId="{824AA1EA-5270-41C2-9498-29E7B13A5C77}"/>
          </ac:picMkLst>
        </pc:picChg>
        <pc:picChg chg="add mod">
          <ac:chgData name="Gaurav" userId="cf3cfb45-d90b-4d10-b0a3-97e0956283ba" providerId="ADAL" clId="{262E7ADF-6978-427B-AAB0-09A477C77110}" dt="2021-04-06T10:52:33.585" v="2548" actId="1076"/>
          <ac:picMkLst>
            <pc:docMk/>
            <pc:sldMk cId="3812753414" sldId="2146845989"/>
            <ac:picMk id="17" creationId="{4E0E5B29-7BA4-45A0-A70E-910504CFF2EB}"/>
          </ac:picMkLst>
        </pc:picChg>
        <pc:picChg chg="add mod">
          <ac:chgData name="Gaurav" userId="cf3cfb45-d90b-4d10-b0a3-97e0956283ba" providerId="ADAL" clId="{262E7ADF-6978-427B-AAB0-09A477C77110}" dt="2021-04-06T10:52:53.835" v="2552" actId="1076"/>
          <ac:picMkLst>
            <pc:docMk/>
            <pc:sldMk cId="3812753414" sldId="2146845989"/>
            <ac:picMk id="18" creationId="{13C1E9E4-994C-4085-AAFC-19064972255C}"/>
          </ac:picMkLst>
        </pc:picChg>
      </pc:sldChg>
      <pc:sldChg chg="addSp delSp modSp new mod setBg">
        <pc:chgData name="Gaurav" userId="cf3cfb45-d90b-4d10-b0a3-97e0956283ba" providerId="ADAL" clId="{262E7ADF-6978-427B-AAB0-09A477C77110}" dt="2021-04-06T10:54:33.827" v="2587"/>
        <pc:sldMkLst>
          <pc:docMk/>
          <pc:sldMk cId="3787782999" sldId="2146845990"/>
        </pc:sldMkLst>
        <pc:spChg chg="del">
          <ac:chgData name="Gaurav" userId="cf3cfb45-d90b-4d10-b0a3-97e0956283ba" providerId="ADAL" clId="{262E7ADF-6978-427B-AAB0-09A477C77110}" dt="2021-03-23T01:29:29.037" v="970" actId="478"/>
          <ac:spMkLst>
            <pc:docMk/>
            <pc:sldMk cId="3787782999" sldId="2146845990"/>
            <ac:spMk id="2" creationId="{ED81C0DB-8EEC-4642-8DC3-D1A449F12940}"/>
          </ac:spMkLst>
        </pc:spChg>
        <pc:spChg chg="del">
          <ac:chgData name="Gaurav" userId="cf3cfb45-d90b-4d10-b0a3-97e0956283ba" providerId="ADAL" clId="{262E7ADF-6978-427B-AAB0-09A477C77110}" dt="2021-03-23T01:29:29.037" v="970" actId="478"/>
          <ac:spMkLst>
            <pc:docMk/>
            <pc:sldMk cId="3787782999" sldId="2146845990"/>
            <ac:spMk id="3" creationId="{1126EEE6-78D7-40BB-B539-3DB405D35B51}"/>
          </ac:spMkLst>
        </pc:spChg>
        <pc:spChg chg="del">
          <ac:chgData name="Gaurav" userId="cf3cfb45-d90b-4d10-b0a3-97e0956283ba" providerId="ADAL" clId="{262E7ADF-6978-427B-AAB0-09A477C77110}" dt="2021-03-23T01:29:29.037" v="970" actId="478"/>
          <ac:spMkLst>
            <pc:docMk/>
            <pc:sldMk cId="3787782999" sldId="2146845990"/>
            <ac:spMk id="4" creationId="{E2A8B5A8-128D-4291-8DCD-29AE834674B6}"/>
          </ac:spMkLst>
        </pc:spChg>
        <pc:spChg chg="del">
          <ac:chgData name="Gaurav" userId="cf3cfb45-d90b-4d10-b0a3-97e0956283ba" providerId="ADAL" clId="{262E7ADF-6978-427B-AAB0-09A477C77110}" dt="2021-03-23T01:29:29.037" v="970" actId="478"/>
          <ac:spMkLst>
            <pc:docMk/>
            <pc:sldMk cId="3787782999" sldId="2146845990"/>
            <ac:spMk id="5" creationId="{DF2BDC7F-83F4-4AA3-B5FE-3B45EFA39AA1}"/>
          </ac:spMkLst>
        </pc:spChg>
        <pc:spChg chg="del">
          <ac:chgData name="Gaurav" userId="cf3cfb45-d90b-4d10-b0a3-97e0956283ba" providerId="ADAL" clId="{262E7ADF-6978-427B-AAB0-09A477C77110}" dt="2021-03-23T01:29:29.037" v="970" actId="478"/>
          <ac:spMkLst>
            <pc:docMk/>
            <pc:sldMk cId="3787782999" sldId="2146845990"/>
            <ac:spMk id="6" creationId="{5C974A39-DAEA-42FA-B92E-55028E51508C}"/>
          </ac:spMkLst>
        </pc:spChg>
        <pc:spChg chg="add del mod">
          <ac:chgData name="Gaurav" userId="cf3cfb45-d90b-4d10-b0a3-97e0956283ba" providerId="ADAL" clId="{262E7ADF-6978-427B-AAB0-09A477C77110}" dt="2021-03-23T01:29:51.694" v="975" actId="478"/>
          <ac:spMkLst>
            <pc:docMk/>
            <pc:sldMk cId="3787782999" sldId="2146845990"/>
            <ac:spMk id="7" creationId="{0DB3EEF8-D218-4A86-AF12-AE204B6F0E2A}"/>
          </ac:spMkLst>
        </pc:spChg>
        <pc:spChg chg="add del mod">
          <ac:chgData name="Gaurav" userId="cf3cfb45-d90b-4d10-b0a3-97e0956283ba" providerId="ADAL" clId="{262E7ADF-6978-427B-AAB0-09A477C77110}" dt="2021-03-23T14:26:39.948" v="1476" actId="1036"/>
          <ac:spMkLst>
            <pc:docMk/>
            <pc:sldMk cId="3787782999" sldId="2146845990"/>
            <ac:spMk id="8" creationId="{57D641DE-5946-4C0A-9AFC-FD7880CD502D}"/>
          </ac:spMkLst>
        </pc:spChg>
        <pc:spChg chg="add del mod">
          <ac:chgData name="Gaurav" userId="cf3cfb45-d90b-4d10-b0a3-97e0956283ba" providerId="ADAL" clId="{262E7ADF-6978-427B-AAB0-09A477C77110}" dt="2021-04-06T10:54:21.287" v="2585" actId="1076"/>
          <ac:spMkLst>
            <pc:docMk/>
            <pc:sldMk cId="3787782999" sldId="2146845990"/>
            <ac:spMk id="9" creationId="{340A7F5C-15CD-4061-9663-BCCB136FC629}"/>
          </ac:spMkLst>
        </pc:spChg>
        <pc:spChg chg="add del mod">
          <ac:chgData name="Gaurav" userId="cf3cfb45-d90b-4d10-b0a3-97e0956283ba" providerId="ADAL" clId="{262E7ADF-6978-427B-AAB0-09A477C77110}" dt="2021-03-23T14:26:39.948" v="1476" actId="1036"/>
          <ac:spMkLst>
            <pc:docMk/>
            <pc:sldMk cId="3787782999" sldId="2146845990"/>
            <ac:spMk id="10" creationId="{31A795C4-C377-4F21-B0DA-670239735537}"/>
          </ac:spMkLst>
        </pc:spChg>
        <pc:spChg chg="add del mod">
          <ac:chgData name="Gaurav" userId="cf3cfb45-d90b-4d10-b0a3-97e0956283ba" providerId="ADAL" clId="{262E7ADF-6978-427B-AAB0-09A477C77110}" dt="2021-03-23T14:26:39.948" v="1476" actId="1036"/>
          <ac:spMkLst>
            <pc:docMk/>
            <pc:sldMk cId="3787782999" sldId="2146845990"/>
            <ac:spMk id="11" creationId="{458F1105-4A83-485D-A8B1-94DCCD80A736}"/>
          </ac:spMkLst>
        </pc:spChg>
        <pc:spChg chg="add del mod">
          <ac:chgData name="Gaurav" userId="cf3cfb45-d90b-4d10-b0a3-97e0956283ba" providerId="ADAL" clId="{262E7ADF-6978-427B-AAB0-09A477C77110}" dt="2021-04-06T10:54:21.287" v="2585" actId="1076"/>
          <ac:spMkLst>
            <pc:docMk/>
            <pc:sldMk cId="3787782999" sldId="2146845990"/>
            <ac:spMk id="12" creationId="{E64F3535-9B02-4076-A739-1415D6B8BA97}"/>
          </ac:spMkLst>
        </pc:spChg>
        <pc:spChg chg="add del mod">
          <ac:chgData name="Gaurav" userId="cf3cfb45-d90b-4d10-b0a3-97e0956283ba" providerId="ADAL" clId="{262E7ADF-6978-427B-AAB0-09A477C77110}" dt="2021-03-23T14:26:39.948" v="1476" actId="1036"/>
          <ac:spMkLst>
            <pc:docMk/>
            <pc:sldMk cId="3787782999" sldId="2146845990"/>
            <ac:spMk id="15" creationId="{C60CC365-0C32-4FEB-9EE0-432080A89CCA}"/>
          </ac:spMkLst>
        </pc:spChg>
        <pc:spChg chg="add mod">
          <ac:chgData name="Gaurav" userId="cf3cfb45-d90b-4d10-b0a3-97e0956283ba" providerId="ADAL" clId="{262E7ADF-6978-427B-AAB0-09A477C77110}" dt="2021-04-06T10:54:11.114" v="2584" actId="207"/>
          <ac:spMkLst>
            <pc:docMk/>
            <pc:sldMk cId="3787782999" sldId="2146845990"/>
            <ac:spMk id="19" creationId="{1587069F-E4D3-4F94-A216-3E9D53B9D96D}"/>
          </ac:spMkLst>
        </pc:spChg>
        <pc:spChg chg="add mod">
          <ac:chgData name="Gaurav" userId="cf3cfb45-d90b-4d10-b0a3-97e0956283ba" providerId="ADAL" clId="{262E7ADF-6978-427B-AAB0-09A477C77110}" dt="2021-03-23T20:42:01.315" v="1622" actId="2711"/>
          <ac:spMkLst>
            <pc:docMk/>
            <pc:sldMk cId="3787782999" sldId="2146845990"/>
            <ac:spMk id="20" creationId="{B8142483-22DD-4D79-AA5F-DA578D8F713F}"/>
          </ac:spMkLst>
        </pc:spChg>
        <pc:spChg chg="add mod">
          <ac:chgData name="Gaurav" userId="cf3cfb45-d90b-4d10-b0a3-97e0956283ba" providerId="ADAL" clId="{262E7ADF-6978-427B-AAB0-09A477C77110}" dt="2021-03-23T21:20:05.714" v="2398"/>
          <ac:spMkLst>
            <pc:docMk/>
            <pc:sldMk cId="3787782999" sldId="2146845990"/>
            <ac:spMk id="21" creationId="{A60AE7B7-155B-4AC7-9757-651D7E9AD5C0}"/>
          </ac:spMkLst>
        </pc:spChg>
        <pc:spChg chg="add mod">
          <ac:chgData name="Gaurav" userId="cf3cfb45-d90b-4d10-b0a3-97e0956283ba" providerId="ADAL" clId="{262E7ADF-6978-427B-AAB0-09A477C77110}" dt="2021-04-06T10:54:33.827" v="2587"/>
          <ac:spMkLst>
            <pc:docMk/>
            <pc:sldMk cId="3787782999" sldId="2146845990"/>
            <ac:spMk id="22" creationId="{8DD7EA2C-5671-49A5-B09E-BFE3F4A9B18C}"/>
          </ac:spMkLst>
        </pc:spChg>
        <pc:spChg chg="add mod">
          <ac:chgData name="Gaurav" userId="cf3cfb45-d90b-4d10-b0a3-97e0956283ba" providerId="ADAL" clId="{262E7ADF-6978-427B-AAB0-09A477C77110}" dt="2021-04-06T10:54:33.827" v="2587"/>
          <ac:spMkLst>
            <pc:docMk/>
            <pc:sldMk cId="3787782999" sldId="2146845990"/>
            <ac:spMk id="23" creationId="{7CC294F3-5580-433C-B17F-C7438E35DE3D}"/>
          </ac:spMkLst>
        </pc:spChg>
        <pc:picChg chg="add del mod">
          <ac:chgData name="Gaurav" userId="cf3cfb45-d90b-4d10-b0a3-97e0956283ba" providerId="ADAL" clId="{262E7ADF-6978-427B-AAB0-09A477C77110}" dt="2021-03-23T14:26:26.243" v="1463" actId="2085"/>
          <ac:picMkLst>
            <pc:docMk/>
            <pc:sldMk cId="3787782999" sldId="2146845990"/>
            <ac:picMk id="16" creationId="{FF6365C3-1F1F-4A6A-AB4F-7B7931DE5FA6}"/>
          </ac:picMkLst>
        </pc:picChg>
        <pc:picChg chg="add del mod">
          <ac:chgData name="Gaurav" userId="cf3cfb45-d90b-4d10-b0a3-97e0956283ba" providerId="ADAL" clId="{262E7ADF-6978-427B-AAB0-09A477C77110}" dt="2021-04-06T10:54:21.287" v="2585" actId="1076"/>
          <ac:picMkLst>
            <pc:docMk/>
            <pc:sldMk cId="3787782999" sldId="2146845990"/>
            <ac:picMk id="17" creationId="{2C07B524-33F9-4766-9B25-A2ED4B2337FB}"/>
          </ac:picMkLst>
        </pc:picChg>
        <pc:picChg chg="add del mod">
          <ac:chgData name="Gaurav" userId="cf3cfb45-d90b-4d10-b0a3-97e0956283ba" providerId="ADAL" clId="{262E7ADF-6978-427B-AAB0-09A477C77110}" dt="2021-03-23T14:26:26.243" v="1463" actId="2085"/>
          <ac:picMkLst>
            <pc:docMk/>
            <pc:sldMk cId="3787782999" sldId="2146845990"/>
            <ac:picMk id="18" creationId="{CE0B62DD-4303-4DF4-B2E6-B22FB7A391F6}"/>
          </ac:picMkLst>
        </pc:picChg>
        <pc:cxnChg chg="add del mod">
          <ac:chgData name="Gaurav" userId="cf3cfb45-d90b-4d10-b0a3-97e0956283ba" providerId="ADAL" clId="{262E7ADF-6978-427B-AAB0-09A477C77110}" dt="2021-04-06T10:54:24.627" v="2586" actId="478"/>
          <ac:cxnSpMkLst>
            <pc:docMk/>
            <pc:sldMk cId="3787782999" sldId="2146845990"/>
            <ac:cxnSpMk id="13" creationId="{265A0087-746D-4FAB-9A9C-6482280E8B20}"/>
          </ac:cxnSpMkLst>
        </pc:cxnChg>
        <pc:cxnChg chg="add del mod">
          <ac:chgData name="Gaurav" userId="cf3cfb45-d90b-4d10-b0a3-97e0956283ba" providerId="ADAL" clId="{262E7ADF-6978-427B-AAB0-09A477C77110}" dt="2021-04-06T10:54:24.627" v="2586" actId="478"/>
          <ac:cxnSpMkLst>
            <pc:docMk/>
            <pc:sldMk cId="3787782999" sldId="2146845990"/>
            <ac:cxnSpMk id="14" creationId="{55ED207B-84E0-4535-97AE-974E62A60DED}"/>
          </ac:cxnSpMkLst>
        </pc:cxnChg>
      </pc:sldChg>
      <pc:sldChg chg="delSp mod">
        <pc:chgData name="Gaurav" userId="cf3cfb45-d90b-4d10-b0a3-97e0956283ba" providerId="ADAL" clId="{262E7ADF-6978-427B-AAB0-09A477C77110}" dt="2021-03-23T21:16:14.205" v="2271" actId="478"/>
        <pc:sldMkLst>
          <pc:docMk/>
          <pc:sldMk cId="2625122203" sldId="2146845991"/>
        </pc:sldMkLst>
        <pc:spChg chg="del">
          <ac:chgData name="Gaurav" userId="cf3cfb45-d90b-4d10-b0a3-97e0956283ba" providerId="ADAL" clId="{262E7ADF-6978-427B-AAB0-09A477C77110}" dt="2021-03-23T21:16:14.205" v="2271" actId="478"/>
          <ac:spMkLst>
            <pc:docMk/>
            <pc:sldMk cId="2625122203" sldId="2146845991"/>
            <ac:spMk id="4" creationId="{C0CEA278-8EA6-4F8A-A1B6-09A52E5939EE}"/>
          </ac:spMkLst>
        </pc:spChg>
        <pc:spChg chg="del">
          <ac:chgData name="Gaurav" userId="cf3cfb45-d90b-4d10-b0a3-97e0956283ba" providerId="ADAL" clId="{262E7ADF-6978-427B-AAB0-09A477C77110}" dt="2021-03-23T21:16:14.205" v="2271" actId="478"/>
          <ac:spMkLst>
            <pc:docMk/>
            <pc:sldMk cId="2625122203" sldId="2146845991"/>
            <ac:spMk id="5" creationId="{CA32B1CF-F03E-4677-8C05-EBD91DE3FA2E}"/>
          </ac:spMkLst>
        </pc:spChg>
      </pc:sldChg>
      <pc:sldChg chg="addSp delSp modSp mod setBg">
        <pc:chgData name="Gaurav" userId="cf3cfb45-d90b-4d10-b0a3-97e0956283ba" providerId="ADAL" clId="{262E7ADF-6978-427B-AAB0-09A477C77110}" dt="2021-03-23T21:20:50.125" v="2400" actId="478"/>
        <pc:sldMkLst>
          <pc:docMk/>
          <pc:sldMk cId="2657179508" sldId="2146845992"/>
        </pc:sldMkLst>
        <pc:spChg chg="del mod">
          <ac:chgData name="Gaurav" userId="cf3cfb45-d90b-4d10-b0a3-97e0956283ba" providerId="ADAL" clId="{262E7ADF-6978-427B-AAB0-09A477C77110}" dt="2021-03-23T21:17:37.303" v="2275" actId="478"/>
          <ac:spMkLst>
            <pc:docMk/>
            <pc:sldMk cId="2657179508" sldId="2146845992"/>
            <ac:spMk id="2" creationId="{09881806-26FA-4FEE-95C5-D3CCFAEAD601}"/>
          </ac:spMkLst>
        </pc:spChg>
        <pc:spChg chg="del">
          <ac:chgData name="Gaurav" userId="cf3cfb45-d90b-4d10-b0a3-97e0956283ba" providerId="ADAL" clId="{262E7ADF-6978-427B-AAB0-09A477C77110}" dt="2021-03-23T20:55:40.315" v="1731" actId="21"/>
          <ac:spMkLst>
            <pc:docMk/>
            <pc:sldMk cId="2657179508" sldId="2146845992"/>
            <ac:spMk id="3" creationId="{36B7A1A3-ADBE-4786-BD7A-915DD7E68E8E}"/>
          </ac:spMkLst>
        </pc:spChg>
        <pc:spChg chg="del">
          <ac:chgData name="Gaurav" userId="cf3cfb45-d90b-4d10-b0a3-97e0956283ba" providerId="ADAL" clId="{262E7ADF-6978-427B-AAB0-09A477C77110}" dt="2021-03-23T20:59:19.609" v="1810" actId="478"/>
          <ac:spMkLst>
            <pc:docMk/>
            <pc:sldMk cId="2657179508" sldId="2146845992"/>
            <ac:spMk id="4" creationId="{C0CEA278-8EA6-4F8A-A1B6-09A52E5939EE}"/>
          </ac:spMkLst>
        </pc:spChg>
        <pc:spChg chg="del">
          <ac:chgData name="Gaurav" userId="cf3cfb45-d90b-4d10-b0a3-97e0956283ba" providerId="ADAL" clId="{262E7ADF-6978-427B-AAB0-09A477C77110}" dt="2021-03-23T20:59:14.441" v="1809" actId="478"/>
          <ac:spMkLst>
            <pc:docMk/>
            <pc:sldMk cId="2657179508" sldId="2146845992"/>
            <ac:spMk id="5" creationId="{CA32B1CF-F03E-4677-8C05-EBD91DE3FA2E}"/>
          </ac:spMkLst>
        </pc:spChg>
        <pc:spChg chg="add del mod">
          <ac:chgData name="Gaurav" userId="cf3cfb45-d90b-4d10-b0a3-97e0956283ba" providerId="ADAL" clId="{262E7ADF-6978-427B-AAB0-09A477C77110}" dt="2021-03-23T20:56:22.046" v="1736" actId="478"/>
          <ac:spMkLst>
            <pc:docMk/>
            <pc:sldMk cId="2657179508" sldId="2146845992"/>
            <ac:spMk id="7" creationId="{C72C80DA-A83E-4615-9158-1E0EC307A33C}"/>
          </ac:spMkLst>
        </pc:spChg>
        <pc:spChg chg="add del mod">
          <ac:chgData name="Gaurav" userId="cf3cfb45-d90b-4d10-b0a3-97e0956283ba" providerId="ADAL" clId="{262E7ADF-6978-427B-AAB0-09A477C77110}" dt="2021-03-23T21:17:41.059" v="2276" actId="478"/>
          <ac:spMkLst>
            <pc:docMk/>
            <pc:sldMk cId="2657179508" sldId="2146845992"/>
            <ac:spMk id="11" creationId="{11F3A503-738B-4F0B-8AD7-1BE75DF0E6C2}"/>
          </ac:spMkLst>
        </pc:spChg>
        <pc:spChg chg="add mod">
          <ac:chgData name="Gaurav" userId="cf3cfb45-d90b-4d10-b0a3-97e0956283ba" providerId="ADAL" clId="{262E7ADF-6978-427B-AAB0-09A477C77110}" dt="2021-03-23T21:17:53.644" v="2290" actId="207"/>
          <ac:spMkLst>
            <pc:docMk/>
            <pc:sldMk cId="2657179508" sldId="2146845992"/>
            <ac:spMk id="15" creationId="{09FB9F9D-98E4-4B47-B95C-6216A1B3E203}"/>
          </ac:spMkLst>
        </pc:spChg>
        <pc:spChg chg="del mod">
          <ac:chgData name="Gaurav" userId="cf3cfb45-d90b-4d10-b0a3-97e0956283ba" providerId="ADAL" clId="{262E7ADF-6978-427B-AAB0-09A477C77110}" dt="2021-03-23T21:20:50.125" v="2400" actId="478"/>
          <ac:spMkLst>
            <pc:docMk/>
            <pc:sldMk cId="2657179508" sldId="2146845992"/>
            <ac:spMk id="22" creationId="{93B6C7F0-3967-4A39-A878-CE368947C20D}"/>
          </ac:spMkLst>
        </pc:spChg>
        <pc:spChg chg="mod">
          <ac:chgData name="Gaurav" userId="cf3cfb45-d90b-4d10-b0a3-97e0956283ba" providerId="ADAL" clId="{262E7ADF-6978-427B-AAB0-09A477C77110}" dt="2021-03-23T20:58:43.231" v="1807" actId="1035"/>
          <ac:spMkLst>
            <pc:docMk/>
            <pc:sldMk cId="2657179508" sldId="2146845992"/>
            <ac:spMk id="90" creationId="{F108E085-3509-4B5D-8F00-E406CDC8D27B}"/>
          </ac:spMkLst>
        </pc:spChg>
        <pc:graphicFrameChg chg="mod">
          <ac:chgData name="Gaurav" userId="cf3cfb45-d90b-4d10-b0a3-97e0956283ba" providerId="ADAL" clId="{262E7ADF-6978-427B-AAB0-09A477C77110}" dt="2021-03-23T20:58:43.231" v="1807" actId="1035"/>
          <ac:graphicFrameMkLst>
            <pc:docMk/>
            <pc:sldMk cId="2657179508" sldId="2146845992"/>
            <ac:graphicFrameMk id="12" creationId="{96EC332B-23F2-4F6E-9044-3712989A4222}"/>
          </ac:graphicFrameMkLst>
        </pc:graphicFrameChg>
        <pc:cxnChg chg="add mod">
          <ac:chgData name="Gaurav" userId="cf3cfb45-d90b-4d10-b0a3-97e0956283ba" providerId="ADAL" clId="{262E7ADF-6978-427B-AAB0-09A477C77110}" dt="2021-03-23T20:58:43.231" v="1807" actId="1035"/>
          <ac:cxnSpMkLst>
            <pc:docMk/>
            <pc:sldMk cId="2657179508" sldId="2146845992"/>
            <ac:cxnSpMk id="9" creationId="{018097DE-2CA5-48B1-A2F3-60185CBB720E}"/>
          </ac:cxnSpMkLst>
        </pc:cxnChg>
      </pc:sldChg>
      <pc:sldChg chg="addSp delSp modSp new del mod">
        <pc:chgData name="Gaurav" userId="cf3cfb45-d90b-4d10-b0a3-97e0956283ba" providerId="ADAL" clId="{262E7ADF-6978-427B-AAB0-09A477C77110}" dt="2021-03-23T20:44:21.161" v="1623" actId="47"/>
        <pc:sldMkLst>
          <pc:docMk/>
          <pc:sldMk cId="1647079722" sldId="2146845993"/>
        </pc:sldMkLst>
        <pc:spChg chg="del">
          <ac:chgData name="Gaurav" userId="cf3cfb45-d90b-4d10-b0a3-97e0956283ba" providerId="ADAL" clId="{262E7ADF-6978-427B-AAB0-09A477C77110}" dt="2021-03-23T20:25:19.205" v="1548" actId="478"/>
          <ac:spMkLst>
            <pc:docMk/>
            <pc:sldMk cId="1647079722" sldId="2146845993"/>
            <ac:spMk id="3" creationId="{5D9954C1-C31F-4859-A779-B6DCFFAF4A24}"/>
          </ac:spMkLst>
        </pc:spChg>
        <pc:picChg chg="add del mod">
          <ac:chgData name="Gaurav" userId="cf3cfb45-d90b-4d10-b0a3-97e0956283ba" providerId="ADAL" clId="{262E7ADF-6978-427B-AAB0-09A477C77110}" dt="2021-03-23T20:25:49.597" v="1553" actId="478"/>
          <ac:picMkLst>
            <pc:docMk/>
            <pc:sldMk cId="1647079722" sldId="2146845993"/>
            <ac:picMk id="7" creationId="{D03A8E03-C120-437C-9518-04A5B44A07C6}"/>
          </ac:picMkLst>
        </pc:picChg>
        <pc:picChg chg="add del mod">
          <ac:chgData name="Gaurav" userId="cf3cfb45-d90b-4d10-b0a3-97e0956283ba" providerId="ADAL" clId="{262E7ADF-6978-427B-AAB0-09A477C77110}" dt="2021-03-23T20:25:49.597" v="1553" actId="478"/>
          <ac:picMkLst>
            <pc:docMk/>
            <pc:sldMk cId="1647079722" sldId="2146845993"/>
            <ac:picMk id="8" creationId="{48052E75-B599-4ED1-BD82-043E910D09E3}"/>
          </ac:picMkLst>
        </pc:picChg>
      </pc:sldChg>
      <pc:sldChg chg="addSp delSp modSp new mod setBg modClrScheme setClrOvrMap chgLayout">
        <pc:chgData name="Gaurav" userId="cf3cfb45-d90b-4d10-b0a3-97e0956283ba" providerId="ADAL" clId="{262E7ADF-6978-427B-AAB0-09A477C77110}" dt="2021-04-11T15:44:03.170" v="3749" actId="207"/>
        <pc:sldMkLst>
          <pc:docMk/>
          <pc:sldMk cId="3174375058" sldId="2146845993"/>
        </pc:sldMkLst>
        <pc:spChg chg="del mod ord">
          <ac:chgData name="Gaurav" userId="cf3cfb45-d90b-4d10-b0a3-97e0956283ba" providerId="ADAL" clId="{262E7ADF-6978-427B-AAB0-09A477C77110}" dt="2021-03-23T20:48:44.083" v="1649" actId="700"/>
          <ac:spMkLst>
            <pc:docMk/>
            <pc:sldMk cId="3174375058" sldId="2146845993"/>
            <ac:spMk id="2" creationId="{BA1E656C-075B-415E-A84E-EA779E197C6F}"/>
          </ac:spMkLst>
        </pc:spChg>
        <pc:spChg chg="del mod ord">
          <ac:chgData name="Gaurav" userId="cf3cfb45-d90b-4d10-b0a3-97e0956283ba" providerId="ADAL" clId="{262E7ADF-6978-427B-AAB0-09A477C77110}" dt="2021-03-23T20:48:44.083" v="1649" actId="700"/>
          <ac:spMkLst>
            <pc:docMk/>
            <pc:sldMk cId="3174375058" sldId="2146845993"/>
            <ac:spMk id="3" creationId="{8273F2DB-0B31-4B6C-B891-0FB298FF69E1}"/>
          </ac:spMkLst>
        </pc:spChg>
        <pc:spChg chg="del mod ord">
          <ac:chgData name="Gaurav" userId="cf3cfb45-d90b-4d10-b0a3-97e0956283ba" providerId="ADAL" clId="{262E7ADF-6978-427B-AAB0-09A477C77110}" dt="2021-03-23T20:50:53.813" v="1695" actId="478"/>
          <ac:spMkLst>
            <pc:docMk/>
            <pc:sldMk cId="3174375058" sldId="2146845993"/>
            <ac:spMk id="4" creationId="{65FC93A2-5DE8-4342-B02B-148B660287C9}"/>
          </ac:spMkLst>
        </pc:spChg>
        <pc:spChg chg="del mod ord">
          <ac:chgData name="Gaurav" userId="cf3cfb45-d90b-4d10-b0a3-97e0956283ba" providerId="ADAL" clId="{262E7ADF-6978-427B-AAB0-09A477C77110}" dt="2021-03-23T20:50:17.845" v="1689" actId="478"/>
          <ac:spMkLst>
            <pc:docMk/>
            <pc:sldMk cId="3174375058" sldId="2146845993"/>
            <ac:spMk id="5" creationId="{2DA4E9C9-5BB8-41EE-8C82-8483E7B964D5}"/>
          </ac:spMkLst>
        </pc:spChg>
        <pc:spChg chg="del mod ord">
          <ac:chgData name="Gaurav" userId="cf3cfb45-d90b-4d10-b0a3-97e0956283ba" providerId="ADAL" clId="{262E7ADF-6978-427B-AAB0-09A477C77110}" dt="2021-04-11T15:43:04.439" v="3699" actId="478"/>
          <ac:spMkLst>
            <pc:docMk/>
            <pc:sldMk cId="3174375058" sldId="2146845993"/>
            <ac:spMk id="6" creationId="{1E1AF092-714E-447A-9480-2561912CFD7C}"/>
          </ac:spMkLst>
        </pc:spChg>
        <pc:spChg chg="add mod ord">
          <ac:chgData name="Gaurav" userId="cf3cfb45-d90b-4d10-b0a3-97e0956283ba" providerId="ADAL" clId="{262E7ADF-6978-427B-AAB0-09A477C77110}" dt="2021-04-11T15:43:11.572" v="3705" actId="20577"/>
          <ac:spMkLst>
            <pc:docMk/>
            <pc:sldMk cId="3174375058" sldId="2146845993"/>
            <ac:spMk id="7" creationId="{4D5EBFA6-FE30-48EC-9D92-EBC84E0AFFB3}"/>
          </ac:spMkLst>
        </pc:spChg>
        <pc:spChg chg="add del mod ord">
          <ac:chgData name="Gaurav" userId="cf3cfb45-d90b-4d10-b0a3-97e0956283ba" providerId="ADAL" clId="{262E7ADF-6978-427B-AAB0-09A477C77110}" dt="2021-03-23T20:51:04.424" v="1697" actId="478"/>
          <ac:spMkLst>
            <pc:docMk/>
            <pc:sldMk cId="3174375058" sldId="2146845993"/>
            <ac:spMk id="8" creationId="{7389AB7D-48C7-4C8C-A20A-157E47437430}"/>
          </ac:spMkLst>
        </pc:spChg>
        <pc:spChg chg="add del">
          <ac:chgData name="Gaurav" userId="cf3cfb45-d90b-4d10-b0a3-97e0956283ba" providerId="ADAL" clId="{262E7ADF-6978-427B-AAB0-09A477C77110}" dt="2021-03-23T20:50:42.358" v="1694" actId="26606"/>
          <ac:spMkLst>
            <pc:docMk/>
            <pc:sldMk cId="3174375058" sldId="2146845993"/>
            <ac:spMk id="15" creationId="{E49CC64F-7275-4E33-961B-0C5CDC439875}"/>
          </ac:spMkLst>
        </pc:spChg>
        <pc:spChg chg="add del">
          <ac:chgData name="Gaurav" userId="cf3cfb45-d90b-4d10-b0a3-97e0956283ba" providerId="ADAL" clId="{262E7ADF-6978-427B-AAB0-09A477C77110}" dt="2021-03-23T20:50:38.832" v="1691" actId="26606"/>
          <ac:spMkLst>
            <pc:docMk/>
            <pc:sldMk cId="3174375058" sldId="2146845993"/>
            <ac:spMk id="20" creationId="{C1DD1A8A-57D5-4A81-AD04-532B043C5611}"/>
          </ac:spMkLst>
        </pc:spChg>
        <pc:spChg chg="add mod">
          <ac:chgData name="Gaurav" userId="cf3cfb45-d90b-4d10-b0a3-97e0956283ba" providerId="ADAL" clId="{262E7ADF-6978-427B-AAB0-09A477C77110}" dt="2021-04-11T15:44:03.170" v="3749" actId="207"/>
          <ac:spMkLst>
            <pc:docMk/>
            <pc:sldMk cId="3174375058" sldId="2146845993"/>
            <ac:spMk id="20" creationId="{D7600C1D-FE18-409B-A5EC-8F22555E5588}"/>
          </ac:spMkLst>
        </pc:spChg>
        <pc:spChg chg="add del">
          <ac:chgData name="Gaurav" userId="cf3cfb45-d90b-4d10-b0a3-97e0956283ba" providerId="ADAL" clId="{262E7ADF-6978-427B-AAB0-09A477C77110}" dt="2021-03-23T20:50:38.832" v="1691" actId="26606"/>
          <ac:spMkLst>
            <pc:docMk/>
            <pc:sldMk cId="3174375058" sldId="2146845993"/>
            <ac:spMk id="22" creationId="{007891EC-4501-44ED-A8C8-B11B6DB767AB}"/>
          </ac:spMkLst>
        </pc:spChg>
        <pc:spChg chg="add del">
          <ac:chgData name="Gaurav" userId="cf3cfb45-d90b-4d10-b0a3-97e0956283ba" providerId="ADAL" clId="{262E7ADF-6978-427B-AAB0-09A477C77110}" dt="2021-03-23T20:50:42.353" v="1693" actId="26606"/>
          <ac:spMkLst>
            <pc:docMk/>
            <pc:sldMk cId="3174375058" sldId="2146845993"/>
            <ac:spMk id="24" creationId="{F27E9F68-4C6B-44CF-905B-98EC49DD3A05}"/>
          </ac:spMkLst>
        </pc:spChg>
        <pc:spChg chg="add del">
          <ac:chgData name="Gaurav" userId="cf3cfb45-d90b-4d10-b0a3-97e0956283ba" providerId="ADAL" clId="{262E7ADF-6978-427B-AAB0-09A477C77110}" dt="2021-03-23T20:50:42.353" v="1693" actId="26606"/>
          <ac:spMkLst>
            <pc:docMk/>
            <pc:sldMk cId="3174375058" sldId="2146845993"/>
            <ac:spMk id="25" creationId="{963C26DC-8AFA-4023-B207-F7664781D5C4}"/>
          </ac:spMkLst>
        </pc:spChg>
        <pc:spChg chg="add del">
          <ac:chgData name="Gaurav" userId="cf3cfb45-d90b-4d10-b0a3-97e0956283ba" providerId="ADAL" clId="{262E7ADF-6978-427B-AAB0-09A477C77110}" dt="2021-03-23T20:50:58.769" v="1696" actId="26606"/>
          <ac:spMkLst>
            <pc:docMk/>
            <pc:sldMk cId="3174375058" sldId="2146845993"/>
            <ac:spMk id="27" creationId="{BCC55ACC-A2F6-403C-A3A4-D59B3734D45F}"/>
          </ac:spMkLst>
        </pc:spChg>
        <pc:spChg chg="add">
          <ac:chgData name="Gaurav" userId="cf3cfb45-d90b-4d10-b0a3-97e0956283ba" providerId="ADAL" clId="{262E7ADF-6978-427B-AAB0-09A477C77110}" dt="2021-03-23T20:50:58.769" v="1696" actId="26606"/>
          <ac:spMkLst>
            <pc:docMk/>
            <pc:sldMk cId="3174375058" sldId="2146845993"/>
            <ac:spMk id="32" creationId="{07322A9E-F1EC-405E-8971-BA906EFFCCB8}"/>
          </ac:spMkLst>
        </pc:spChg>
        <pc:spChg chg="add mod">
          <ac:chgData name="Gaurav" userId="cf3cfb45-d90b-4d10-b0a3-97e0956283ba" providerId="ADAL" clId="{262E7ADF-6978-427B-AAB0-09A477C77110}" dt="2021-03-23T20:53:14.529" v="1714" actId="1076"/>
          <ac:spMkLst>
            <pc:docMk/>
            <pc:sldMk cId="3174375058" sldId="2146845993"/>
            <ac:spMk id="33" creationId="{9EDDD0E6-ECD0-4F1F-8B7C-A22D3FF8F221}"/>
          </ac:spMkLst>
        </pc:spChg>
        <pc:spChg chg="add">
          <ac:chgData name="Gaurav" userId="cf3cfb45-d90b-4d10-b0a3-97e0956283ba" providerId="ADAL" clId="{262E7ADF-6978-427B-AAB0-09A477C77110}" dt="2021-03-23T20:50:58.769" v="1696" actId="26606"/>
          <ac:spMkLst>
            <pc:docMk/>
            <pc:sldMk cId="3174375058" sldId="2146845993"/>
            <ac:spMk id="34" creationId="{A5704422-1118-4FD1-95AD-29A064EB80D9}"/>
          </ac:spMkLst>
        </pc:spChg>
        <pc:spChg chg="add">
          <ac:chgData name="Gaurav" userId="cf3cfb45-d90b-4d10-b0a3-97e0956283ba" providerId="ADAL" clId="{262E7ADF-6978-427B-AAB0-09A477C77110}" dt="2021-03-23T20:50:58.769" v="1696" actId="26606"/>
          <ac:spMkLst>
            <pc:docMk/>
            <pc:sldMk cId="3174375058" sldId="2146845993"/>
            <ac:spMk id="36" creationId="{A88B2AAA-B805-498E-A9E6-98B885855498}"/>
          </ac:spMkLst>
        </pc:spChg>
        <pc:spChg chg="add">
          <ac:chgData name="Gaurav" userId="cf3cfb45-d90b-4d10-b0a3-97e0956283ba" providerId="ADAL" clId="{262E7ADF-6978-427B-AAB0-09A477C77110}" dt="2021-03-23T20:50:58.769" v="1696" actId="26606"/>
          <ac:spMkLst>
            <pc:docMk/>
            <pc:sldMk cId="3174375058" sldId="2146845993"/>
            <ac:spMk id="38" creationId="{9B8051E0-19D7-43E1-BFD9-E6DBFEB3A3F1}"/>
          </ac:spMkLst>
        </pc:spChg>
        <pc:spChg chg="add">
          <ac:chgData name="Gaurav" userId="cf3cfb45-d90b-4d10-b0a3-97e0956283ba" providerId="ADAL" clId="{262E7ADF-6978-427B-AAB0-09A477C77110}" dt="2021-03-23T20:50:58.769" v="1696" actId="26606"/>
          <ac:spMkLst>
            <pc:docMk/>
            <pc:sldMk cId="3174375058" sldId="2146845993"/>
            <ac:spMk id="40" creationId="{4EDB2B02-86A2-46F5-A4BE-B7D9B10411D6}"/>
          </ac:spMkLst>
        </pc:spChg>
        <pc:spChg chg="add">
          <ac:chgData name="Gaurav" userId="cf3cfb45-d90b-4d10-b0a3-97e0956283ba" providerId="ADAL" clId="{262E7ADF-6978-427B-AAB0-09A477C77110}" dt="2021-03-23T20:50:58.769" v="1696" actId="26606"/>
          <ac:spMkLst>
            <pc:docMk/>
            <pc:sldMk cId="3174375058" sldId="2146845993"/>
            <ac:spMk id="42" creationId="{43954639-FB5D-41F4-9560-6F6DFE778425}"/>
          </ac:spMkLst>
        </pc:spChg>
        <pc:spChg chg="add">
          <ac:chgData name="Gaurav" userId="cf3cfb45-d90b-4d10-b0a3-97e0956283ba" providerId="ADAL" clId="{262E7ADF-6978-427B-AAB0-09A477C77110}" dt="2021-03-23T20:50:58.769" v="1696" actId="26606"/>
          <ac:spMkLst>
            <pc:docMk/>
            <pc:sldMk cId="3174375058" sldId="2146845993"/>
            <ac:spMk id="44" creationId="{E898931C-0323-41FA-A036-20F818B1FF81}"/>
          </ac:spMkLst>
        </pc:spChg>
        <pc:spChg chg="add">
          <ac:chgData name="Gaurav" userId="cf3cfb45-d90b-4d10-b0a3-97e0956283ba" providerId="ADAL" clId="{262E7ADF-6978-427B-AAB0-09A477C77110}" dt="2021-03-23T20:50:58.769" v="1696" actId="26606"/>
          <ac:spMkLst>
            <pc:docMk/>
            <pc:sldMk cId="3174375058" sldId="2146845993"/>
            <ac:spMk id="46" creationId="{89AFE9DD-0792-4B98-B4EB-97ACA17E6AA8}"/>
          </ac:spMkLst>
        </pc:spChg>
        <pc:spChg chg="add">
          <ac:chgData name="Gaurav" userId="cf3cfb45-d90b-4d10-b0a3-97e0956283ba" providerId="ADAL" clId="{262E7ADF-6978-427B-AAB0-09A477C77110}" dt="2021-03-23T20:50:58.769" v="1696" actId="26606"/>
          <ac:spMkLst>
            <pc:docMk/>
            <pc:sldMk cId="3174375058" sldId="2146845993"/>
            <ac:spMk id="48" creationId="{3981F5C4-9AE1-404E-AF44-A4E6DB374F9D}"/>
          </ac:spMkLst>
        </pc:spChg>
        <pc:spChg chg="add">
          <ac:chgData name="Gaurav" userId="cf3cfb45-d90b-4d10-b0a3-97e0956283ba" providerId="ADAL" clId="{262E7ADF-6978-427B-AAB0-09A477C77110}" dt="2021-03-23T20:50:58.769" v="1696" actId="26606"/>
          <ac:spMkLst>
            <pc:docMk/>
            <pc:sldMk cId="3174375058" sldId="2146845993"/>
            <ac:spMk id="50" creationId="{763C1781-8726-4FAC-8C45-FF40376BE409}"/>
          </ac:spMkLst>
        </pc:spChg>
        <pc:spChg chg="add">
          <ac:chgData name="Gaurav" userId="cf3cfb45-d90b-4d10-b0a3-97e0956283ba" providerId="ADAL" clId="{262E7ADF-6978-427B-AAB0-09A477C77110}" dt="2021-03-23T20:50:58.769" v="1696" actId="26606"/>
          <ac:spMkLst>
            <pc:docMk/>
            <pc:sldMk cId="3174375058" sldId="2146845993"/>
            <ac:spMk id="52" creationId="{301491B5-56C7-43DC-A3D9-861EECCA056A}"/>
          </ac:spMkLst>
        </pc:spChg>
        <pc:spChg chg="add">
          <ac:chgData name="Gaurav" userId="cf3cfb45-d90b-4d10-b0a3-97e0956283ba" providerId="ADAL" clId="{262E7ADF-6978-427B-AAB0-09A477C77110}" dt="2021-03-23T20:50:58.769" v="1696" actId="26606"/>
          <ac:spMkLst>
            <pc:docMk/>
            <pc:sldMk cId="3174375058" sldId="2146845993"/>
            <ac:spMk id="54" creationId="{237E2353-22DF-46E0-A200-FB30F8F394E2}"/>
          </ac:spMkLst>
        </pc:spChg>
        <pc:spChg chg="add">
          <ac:chgData name="Gaurav" userId="cf3cfb45-d90b-4d10-b0a3-97e0956283ba" providerId="ADAL" clId="{262E7ADF-6978-427B-AAB0-09A477C77110}" dt="2021-03-23T20:50:58.769" v="1696" actId="26606"/>
          <ac:spMkLst>
            <pc:docMk/>
            <pc:sldMk cId="3174375058" sldId="2146845993"/>
            <ac:spMk id="56" creationId="{DD6138DB-057B-45F7-A5F4-E7BFDA20D02C}"/>
          </ac:spMkLst>
        </pc:spChg>
        <pc:spChg chg="add">
          <ac:chgData name="Gaurav" userId="cf3cfb45-d90b-4d10-b0a3-97e0956283ba" providerId="ADAL" clId="{262E7ADF-6978-427B-AAB0-09A477C77110}" dt="2021-03-23T20:50:58.769" v="1696" actId="26606"/>
          <ac:spMkLst>
            <pc:docMk/>
            <pc:sldMk cId="3174375058" sldId="2146845993"/>
            <ac:spMk id="58" creationId="{79A54AB1-B64F-4843-BFAB-81CB74E66B65}"/>
          </ac:spMkLst>
        </pc:spChg>
        <pc:picChg chg="add mod ord">
          <ac:chgData name="Gaurav" userId="cf3cfb45-d90b-4d10-b0a3-97e0956283ba" providerId="ADAL" clId="{262E7ADF-6978-427B-AAB0-09A477C77110}" dt="2021-03-23T20:50:58.769" v="1696" actId="26606"/>
          <ac:picMkLst>
            <pc:docMk/>
            <pc:sldMk cId="3174375058" sldId="2146845993"/>
            <ac:picMk id="10" creationId="{C1189A9E-C709-4E25-ABC2-05D23AFA0383}"/>
          </ac:picMkLst>
        </pc:picChg>
      </pc:sldChg>
      <pc:sldChg chg="modSp mod">
        <pc:chgData name="Gaurav" userId="cf3cfb45-d90b-4d10-b0a3-97e0956283ba" providerId="ADAL" clId="{262E7ADF-6978-427B-AAB0-09A477C77110}" dt="2021-04-12T03:43:07.961" v="4289" actId="313"/>
        <pc:sldMkLst>
          <pc:docMk/>
          <pc:sldMk cId="716058420" sldId="2146846000"/>
        </pc:sldMkLst>
        <pc:spChg chg="mod">
          <ac:chgData name="Gaurav" userId="cf3cfb45-d90b-4d10-b0a3-97e0956283ba" providerId="ADAL" clId="{262E7ADF-6978-427B-AAB0-09A477C77110}" dt="2021-04-12T01:43:02.237" v="4095" actId="207"/>
          <ac:spMkLst>
            <pc:docMk/>
            <pc:sldMk cId="716058420" sldId="2146846000"/>
            <ac:spMk id="3" creationId="{6F145C45-6E77-49A1-894F-6265A87234DF}"/>
          </ac:spMkLst>
        </pc:spChg>
        <pc:spChg chg="mod">
          <ac:chgData name="Gaurav" userId="cf3cfb45-d90b-4d10-b0a3-97e0956283ba" providerId="ADAL" clId="{262E7ADF-6978-427B-AAB0-09A477C77110}" dt="2021-04-12T03:43:07.961" v="4289" actId="313"/>
          <ac:spMkLst>
            <pc:docMk/>
            <pc:sldMk cId="716058420" sldId="2146846000"/>
            <ac:spMk id="4" creationId="{39AF3E02-E95F-4568-B781-2CA4ACE7FD52}"/>
          </ac:spMkLst>
        </pc:spChg>
        <pc:spChg chg="mod">
          <ac:chgData name="Gaurav" userId="cf3cfb45-d90b-4d10-b0a3-97e0956283ba" providerId="ADAL" clId="{262E7ADF-6978-427B-AAB0-09A477C77110}" dt="2021-04-12T03:42:45.813" v="4266" actId="20577"/>
          <ac:spMkLst>
            <pc:docMk/>
            <pc:sldMk cId="716058420" sldId="2146846000"/>
            <ac:spMk id="8" creationId="{F80F55B7-F6D5-4760-B39D-E78113A932E9}"/>
          </ac:spMkLst>
        </pc:spChg>
      </pc:sldChg>
      <pc:sldChg chg="addSp delSp modSp mod">
        <pc:chgData name="Gaurav" userId="cf3cfb45-d90b-4d10-b0a3-97e0956283ba" providerId="ADAL" clId="{262E7ADF-6978-427B-AAB0-09A477C77110}" dt="2021-04-09T23:00:26.269" v="3698" actId="20577"/>
        <pc:sldMkLst>
          <pc:docMk/>
          <pc:sldMk cId="2361233300" sldId="2146846004"/>
        </pc:sldMkLst>
        <pc:spChg chg="add mod">
          <ac:chgData name="Gaurav" userId="cf3cfb45-d90b-4d10-b0a3-97e0956283ba" providerId="ADAL" clId="{262E7ADF-6978-427B-AAB0-09A477C77110}" dt="2021-04-09T22:28:51.502" v="3076" actId="20577"/>
          <ac:spMkLst>
            <pc:docMk/>
            <pc:sldMk cId="2361233300" sldId="2146846004"/>
            <ac:spMk id="41" creationId="{AD4BE239-7A27-4312-8D4C-47BFA3A9A149}"/>
          </ac:spMkLst>
        </pc:spChg>
        <pc:spChg chg="add mod">
          <ac:chgData name="Gaurav" userId="cf3cfb45-d90b-4d10-b0a3-97e0956283ba" providerId="ADAL" clId="{262E7ADF-6978-427B-AAB0-09A477C77110}" dt="2021-04-09T22:56:19.724" v="3611" actId="1036"/>
          <ac:spMkLst>
            <pc:docMk/>
            <pc:sldMk cId="2361233300" sldId="2146846004"/>
            <ac:spMk id="42" creationId="{5E4C45D9-673E-48D1-8ABC-B8082E3F4A2B}"/>
          </ac:spMkLst>
        </pc:spChg>
        <pc:spChg chg="add del mod">
          <ac:chgData name="Gaurav" userId="cf3cfb45-d90b-4d10-b0a3-97e0956283ba" providerId="ADAL" clId="{262E7ADF-6978-427B-AAB0-09A477C77110}" dt="2021-04-09T22:37:26.339" v="3208" actId="478"/>
          <ac:spMkLst>
            <pc:docMk/>
            <pc:sldMk cId="2361233300" sldId="2146846004"/>
            <ac:spMk id="43" creationId="{1126E7E5-9B49-41DD-8AA3-25D54DA57225}"/>
          </ac:spMkLst>
        </pc:spChg>
        <pc:spChg chg="add mod">
          <ac:chgData name="Gaurav" userId="cf3cfb45-d90b-4d10-b0a3-97e0956283ba" providerId="ADAL" clId="{262E7ADF-6978-427B-AAB0-09A477C77110}" dt="2021-04-09T22:56:10.864" v="3595" actId="1035"/>
          <ac:spMkLst>
            <pc:docMk/>
            <pc:sldMk cId="2361233300" sldId="2146846004"/>
            <ac:spMk id="44" creationId="{51841285-9B1D-43A7-BDBE-CF0E851DAB32}"/>
          </ac:spMkLst>
        </pc:spChg>
        <pc:spChg chg="add mod">
          <ac:chgData name="Gaurav" userId="cf3cfb45-d90b-4d10-b0a3-97e0956283ba" providerId="ADAL" clId="{262E7ADF-6978-427B-AAB0-09A477C77110}" dt="2021-04-09T22:57:32.191" v="3613" actId="207"/>
          <ac:spMkLst>
            <pc:docMk/>
            <pc:sldMk cId="2361233300" sldId="2146846004"/>
            <ac:spMk id="45" creationId="{AA54F2EC-3127-489E-A881-A379E99161A9}"/>
          </ac:spMkLst>
        </pc:spChg>
        <pc:spChg chg="add mod">
          <ac:chgData name="Gaurav" userId="cf3cfb45-d90b-4d10-b0a3-97e0956283ba" providerId="ADAL" clId="{262E7ADF-6978-427B-AAB0-09A477C77110}" dt="2021-04-09T22:56:19.724" v="3611" actId="1036"/>
          <ac:spMkLst>
            <pc:docMk/>
            <pc:sldMk cId="2361233300" sldId="2146846004"/>
            <ac:spMk id="46" creationId="{99AC5358-C013-40CD-97C1-8616985CF5DD}"/>
          </ac:spMkLst>
        </pc:spChg>
        <pc:spChg chg="add mod">
          <ac:chgData name="Gaurav" userId="cf3cfb45-d90b-4d10-b0a3-97e0956283ba" providerId="ADAL" clId="{262E7ADF-6978-427B-AAB0-09A477C77110}" dt="2021-04-09T22:56:19.724" v="3611" actId="1036"/>
          <ac:spMkLst>
            <pc:docMk/>
            <pc:sldMk cId="2361233300" sldId="2146846004"/>
            <ac:spMk id="47" creationId="{AE31D8F5-96E9-4164-BA7A-0AE12C88222A}"/>
          </ac:spMkLst>
        </pc:spChg>
        <pc:spChg chg="add mod">
          <ac:chgData name="Gaurav" userId="cf3cfb45-d90b-4d10-b0a3-97e0956283ba" providerId="ADAL" clId="{262E7ADF-6978-427B-AAB0-09A477C77110}" dt="2021-04-09T22:56:19.724" v="3611" actId="1036"/>
          <ac:spMkLst>
            <pc:docMk/>
            <pc:sldMk cId="2361233300" sldId="2146846004"/>
            <ac:spMk id="48" creationId="{D13A0C76-F485-4A32-871F-8919D78351AA}"/>
          </ac:spMkLst>
        </pc:spChg>
        <pc:spChg chg="add mod">
          <ac:chgData name="Gaurav" userId="cf3cfb45-d90b-4d10-b0a3-97e0956283ba" providerId="ADAL" clId="{262E7ADF-6978-427B-AAB0-09A477C77110}" dt="2021-04-09T22:57:32.191" v="3613" actId="207"/>
          <ac:spMkLst>
            <pc:docMk/>
            <pc:sldMk cId="2361233300" sldId="2146846004"/>
            <ac:spMk id="49" creationId="{74E06AF4-F5CD-4926-8BBC-612F7526521B}"/>
          </ac:spMkLst>
        </pc:spChg>
        <pc:spChg chg="add del mod">
          <ac:chgData name="Gaurav" userId="cf3cfb45-d90b-4d10-b0a3-97e0956283ba" providerId="ADAL" clId="{262E7ADF-6978-427B-AAB0-09A477C77110}" dt="2021-04-09T22:37:26.339" v="3208" actId="478"/>
          <ac:spMkLst>
            <pc:docMk/>
            <pc:sldMk cId="2361233300" sldId="2146846004"/>
            <ac:spMk id="50" creationId="{462273B1-8E8F-4B22-9C9B-E6715B1A94FF}"/>
          </ac:spMkLst>
        </pc:spChg>
        <pc:spChg chg="add del mod">
          <ac:chgData name="Gaurav" userId="cf3cfb45-d90b-4d10-b0a3-97e0956283ba" providerId="ADAL" clId="{262E7ADF-6978-427B-AAB0-09A477C77110}" dt="2021-04-09T22:37:26.339" v="3208" actId="478"/>
          <ac:spMkLst>
            <pc:docMk/>
            <pc:sldMk cId="2361233300" sldId="2146846004"/>
            <ac:spMk id="53" creationId="{B2B48194-F014-4B58-9338-AF1E4E732824}"/>
          </ac:spMkLst>
        </pc:spChg>
        <pc:spChg chg="add mod">
          <ac:chgData name="Gaurav" userId="cf3cfb45-d90b-4d10-b0a3-97e0956283ba" providerId="ADAL" clId="{262E7ADF-6978-427B-AAB0-09A477C77110}" dt="2021-04-09T22:34:55.767" v="3198" actId="1076"/>
          <ac:spMkLst>
            <pc:docMk/>
            <pc:sldMk cId="2361233300" sldId="2146846004"/>
            <ac:spMk id="54" creationId="{B6127E4E-D310-4A56-B723-BE1CDB571072}"/>
          </ac:spMkLst>
        </pc:spChg>
        <pc:spChg chg="add del mod">
          <ac:chgData name="Gaurav" userId="cf3cfb45-d90b-4d10-b0a3-97e0956283ba" providerId="ADAL" clId="{262E7ADF-6978-427B-AAB0-09A477C77110}" dt="2021-04-09T22:34:41.588" v="3195" actId="478"/>
          <ac:spMkLst>
            <pc:docMk/>
            <pc:sldMk cId="2361233300" sldId="2146846004"/>
            <ac:spMk id="59" creationId="{D75F1FE5-60BD-4B99-964A-0EA8F98B6B82}"/>
          </ac:spMkLst>
        </pc:spChg>
        <pc:spChg chg="add mod">
          <ac:chgData name="Gaurav" userId="cf3cfb45-d90b-4d10-b0a3-97e0956283ba" providerId="ADAL" clId="{262E7ADF-6978-427B-AAB0-09A477C77110}" dt="2021-04-09T22:56:19.724" v="3611" actId="1036"/>
          <ac:spMkLst>
            <pc:docMk/>
            <pc:sldMk cId="2361233300" sldId="2146846004"/>
            <ac:spMk id="60" creationId="{710AD716-A44C-40D6-BCE8-C8BE76351046}"/>
          </ac:spMkLst>
        </pc:spChg>
        <pc:spChg chg="del mod">
          <ac:chgData name="Gaurav" userId="cf3cfb45-d90b-4d10-b0a3-97e0956283ba" providerId="ADAL" clId="{262E7ADF-6978-427B-AAB0-09A477C77110}" dt="2021-04-09T22:22:49.783" v="2933" actId="478"/>
          <ac:spMkLst>
            <pc:docMk/>
            <pc:sldMk cId="2361233300" sldId="2146846004"/>
            <ac:spMk id="61" creationId="{E637BB64-0695-4442-A847-9DD5F0F94170}"/>
          </ac:spMkLst>
        </pc:spChg>
        <pc:spChg chg="mod">
          <ac:chgData name="Gaurav" userId="cf3cfb45-d90b-4d10-b0a3-97e0956283ba" providerId="ADAL" clId="{262E7ADF-6978-427B-AAB0-09A477C77110}" dt="2021-04-09T22:55:52.646" v="3556" actId="14100"/>
          <ac:spMkLst>
            <pc:docMk/>
            <pc:sldMk cId="2361233300" sldId="2146846004"/>
            <ac:spMk id="62" creationId="{40792597-4A8D-4161-BE80-29930E72CCCD}"/>
          </ac:spMkLst>
        </pc:spChg>
        <pc:spChg chg="mod">
          <ac:chgData name="Gaurav" userId="cf3cfb45-d90b-4d10-b0a3-97e0956283ba" providerId="ADAL" clId="{262E7ADF-6978-427B-AAB0-09A477C77110}" dt="2021-04-09T22:56:10.864" v="3595" actId="1035"/>
          <ac:spMkLst>
            <pc:docMk/>
            <pc:sldMk cId="2361233300" sldId="2146846004"/>
            <ac:spMk id="63" creationId="{CB18DB49-674A-41F7-96D9-7EE751D6FE19}"/>
          </ac:spMkLst>
        </pc:spChg>
        <pc:spChg chg="mod">
          <ac:chgData name="Gaurav" userId="cf3cfb45-d90b-4d10-b0a3-97e0956283ba" providerId="ADAL" clId="{262E7ADF-6978-427B-AAB0-09A477C77110}" dt="2021-04-09T22:44:58.525" v="3335" actId="207"/>
          <ac:spMkLst>
            <pc:docMk/>
            <pc:sldMk cId="2361233300" sldId="2146846004"/>
            <ac:spMk id="64" creationId="{3E6FD0C0-697B-459C-86FC-DA6E9016494C}"/>
          </ac:spMkLst>
        </pc:spChg>
        <pc:spChg chg="del mod">
          <ac:chgData name="Gaurav" userId="cf3cfb45-d90b-4d10-b0a3-97e0956283ba" providerId="ADAL" clId="{262E7ADF-6978-427B-AAB0-09A477C77110}" dt="2021-04-09T22:24:07.414" v="2949" actId="478"/>
          <ac:spMkLst>
            <pc:docMk/>
            <pc:sldMk cId="2361233300" sldId="2146846004"/>
            <ac:spMk id="65" creationId="{5316FA51-5133-43FE-832E-26EB8FD16315}"/>
          </ac:spMkLst>
        </pc:spChg>
        <pc:spChg chg="del mod">
          <ac:chgData name="Gaurav" userId="cf3cfb45-d90b-4d10-b0a3-97e0956283ba" providerId="ADAL" clId="{262E7ADF-6978-427B-AAB0-09A477C77110}" dt="2021-04-09T22:31:04.413" v="3120" actId="478"/>
          <ac:spMkLst>
            <pc:docMk/>
            <pc:sldMk cId="2361233300" sldId="2146846004"/>
            <ac:spMk id="66" creationId="{06195E6F-AF39-47EB-A074-D2E698CA9EAF}"/>
          </ac:spMkLst>
        </pc:spChg>
        <pc:spChg chg="del mod">
          <ac:chgData name="Gaurav" userId="cf3cfb45-d90b-4d10-b0a3-97e0956283ba" providerId="ADAL" clId="{262E7ADF-6978-427B-AAB0-09A477C77110}" dt="2021-04-09T22:33:05.757" v="3138" actId="478"/>
          <ac:spMkLst>
            <pc:docMk/>
            <pc:sldMk cId="2361233300" sldId="2146846004"/>
            <ac:spMk id="67" creationId="{3857EAFB-8205-4D74-8A8E-9EE85388BC07}"/>
          </ac:spMkLst>
        </pc:spChg>
        <pc:spChg chg="del mod">
          <ac:chgData name="Gaurav" userId="cf3cfb45-d90b-4d10-b0a3-97e0956283ba" providerId="ADAL" clId="{262E7ADF-6978-427B-AAB0-09A477C77110}" dt="2021-04-09T22:28:21.036" v="3062" actId="478"/>
          <ac:spMkLst>
            <pc:docMk/>
            <pc:sldMk cId="2361233300" sldId="2146846004"/>
            <ac:spMk id="68" creationId="{51790807-24BD-4600-B0BF-45D00B8AF16F}"/>
          </ac:spMkLst>
        </pc:spChg>
        <pc:spChg chg="del mod">
          <ac:chgData name="Gaurav" userId="cf3cfb45-d90b-4d10-b0a3-97e0956283ba" providerId="ADAL" clId="{262E7ADF-6978-427B-AAB0-09A477C77110}" dt="2021-04-09T22:28:21.036" v="3062" actId="478"/>
          <ac:spMkLst>
            <pc:docMk/>
            <pc:sldMk cId="2361233300" sldId="2146846004"/>
            <ac:spMk id="69" creationId="{2DFDF791-DF6F-4815-81E1-5D3A4A54B807}"/>
          </ac:spMkLst>
        </pc:spChg>
        <pc:spChg chg="del mod">
          <ac:chgData name="Gaurav" userId="cf3cfb45-d90b-4d10-b0a3-97e0956283ba" providerId="ADAL" clId="{262E7ADF-6978-427B-AAB0-09A477C77110}" dt="2021-04-09T22:37:26.339" v="3208" actId="478"/>
          <ac:spMkLst>
            <pc:docMk/>
            <pc:sldMk cId="2361233300" sldId="2146846004"/>
            <ac:spMk id="70" creationId="{96F3843E-4881-41CA-BAFD-7855CFC2905D}"/>
          </ac:spMkLst>
        </pc:spChg>
        <pc:spChg chg="del mod">
          <ac:chgData name="Gaurav" userId="cf3cfb45-d90b-4d10-b0a3-97e0956283ba" providerId="ADAL" clId="{262E7ADF-6978-427B-AAB0-09A477C77110}" dt="2021-04-09T22:32:06.676" v="3130" actId="478"/>
          <ac:spMkLst>
            <pc:docMk/>
            <pc:sldMk cId="2361233300" sldId="2146846004"/>
            <ac:spMk id="71" creationId="{6642AD67-D502-495F-A15F-8264E7690D82}"/>
          </ac:spMkLst>
        </pc:spChg>
        <pc:spChg chg="del mod">
          <ac:chgData name="Gaurav" userId="cf3cfb45-d90b-4d10-b0a3-97e0956283ba" providerId="ADAL" clId="{262E7ADF-6978-427B-AAB0-09A477C77110}" dt="2021-04-09T22:33:08.836" v="3139" actId="478"/>
          <ac:spMkLst>
            <pc:docMk/>
            <pc:sldMk cId="2361233300" sldId="2146846004"/>
            <ac:spMk id="72" creationId="{6CB93E27-A49A-4627-A2DA-8757521C2F82}"/>
          </ac:spMkLst>
        </pc:spChg>
        <pc:spChg chg="del mod">
          <ac:chgData name="Gaurav" userId="cf3cfb45-d90b-4d10-b0a3-97e0956283ba" providerId="ADAL" clId="{262E7ADF-6978-427B-AAB0-09A477C77110}" dt="2021-04-09T22:33:11.508" v="3140" actId="478"/>
          <ac:spMkLst>
            <pc:docMk/>
            <pc:sldMk cId="2361233300" sldId="2146846004"/>
            <ac:spMk id="73" creationId="{97934A9B-A6C0-4249-A430-9D4691E22970}"/>
          </ac:spMkLst>
        </pc:spChg>
        <pc:spChg chg="add del mod">
          <ac:chgData name="Gaurav" userId="cf3cfb45-d90b-4d10-b0a3-97e0956283ba" providerId="ADAL" clId="{262E7ADF-6978-427B-AAB0-09A477C77110}" dt="2021-04-09T22:38:30.680" v="3213"/>
          <ac:spMkLst>
            <pc:docMk/>
            <pc:sldMk cId="2361233300" sldId="2146846004"/>
            <ac:spMk id="74" creationId="{8407AF4F-0DDE-4A11-AF50-554A45EAFB4A}"/>
          </ac:spMkLst>
        </pc:spChg>
        <pc:spChg chg="add del mod">
          <ac:chgData name="Gaurav" userId="cf3cfb45-d90b-4d10-b0a3-97e0956283ba" providerId="ADAL" clId="{262E7ADF-6978-427B-AAB0-09A477C77110}" dt="2021-04-09T22:38:30.680" v="3213"/>
          <ac:spMkLst>
            <pc:docMk/>
            <pc:sldMk cId="2361233300" sldId="2146846004"/>
            <ac:spMk id="76" creationId="{9C1792ED-59A0-421A-AE98-A8F81F75FFF4}"/>
          </ac:spMkLst>
        </pc:spChg>
        <pc:spChg chg="add del mod">
          <ac:chgData name="Gaurav" userId="cf3cfb45-d90b-4d10-b0a3-97e0956283ba" providerId="ADAL" clId="{262E7ADF-6978-427B-AAB0-09A477C77110}" dt="2021-04-09T22:38:30.680" v="3213"/>
          <ac:spMkLst>
            <pc:docMk/>
            <pc:sldMk cId="2361233300" sldId="2146846004"/>
            <ac:spMk id="77" creationId="{180190B4-3982-4BCA-8E42-CBDD039BD189}"/>
          </ac:spMkLst>
        </pc:spChg>
        <pc:spChg chg="add del mod">
          <ac:chgData name="Gaurav" userId="cf3cfb45-d90b-4d10-b0a3-97e0956283ba" providerId="ADAL" clId="{262E7ADF-6978-427B-AAB0-09A477C77110}" dt="2021-04-09T22:38:30.680" v="3213"/>
          <ac:spMkLst>
            <pc:docMk/>
            <pc:sldMk cId="2361233300" sldId="2146846004"/>
            <ac:spMk id="78" creationId="{1704611F-AB1E-4827-AC9F-705B8CFE5735}"/>
          </ac:spMkLst>
        </pc:spChg>
        <pc:spChg chg="add del mod">
          <ac:chgData name="Gaurav" userId="cf3cfb45-d90b-4d10-b0a3-97e0956283ba" providerId="ADAL" clId="{262E7ADF-6978-427B-AAB0-09A477C77110}" dt="2021-04-09T22:38:30.680" v="3213"/>
          <ac:spMkLst>
            <pc:docMk/>
            <pc:sldMk cId="2361233300" sldId="2146846004"/>
            <ac:spMk id="79" creationId="{356A9E4F-17FD-4E3E-95E4-F61C7ACFED42}"/>
          </ac:spMkLst>
        </pc:spChg>
        <pc:spChg chg="add del mod">
          <ac:chgData name="Gaurav" userId="cf3cfb45-d90b-4d10-b0a3-97e0956283ba" providerId="ADAL" clId="{262E7ADF-6978-427B-AAB0-09A477C77110}" dt="2021-04-09T22:38:30.680" v="3213"/>
          <ac:spMkLst>
            <pc:docMk/>
            <pc:sldMk cId="2361233300" sldId="2146846004"/>
            <ac:spMk id="80" creationId="{7F693787-AA60-40F6-A90A-C17F917F44DE}"/>
          </ac:spMkLst>
        </pc:spChg>
        <pc:spChg chg="add mod">
          <ac:chgData name="Gaurav" userId="cf3cfb45-d90b-4d10-b0a3-97e0956283ba" providerId="ADAL" clId="{262E7ADF-6978-427B-AAB0-09A477C77110}" dt="2021-04-09T22:56:03.124" v="3579" actId="1036"/>
          <ac:spMkLst>
            <pc:docMk/>
            <pc:sldMk cId="2361233300" sldId="2146846004"/>
            <ac:spMk id="81" creationId="{9D05F4A8-99D1-4166-A4E0-E03838F1A20F}"/>
          </ac:spMkLst>
        </pc:spChg>
        <pc:spChg chg="add mod">
          <ac:chgData name="Gaurav" userId="cf3cfb45-d90b-4d10-b0a3-97e0956283ba" providerId="ADAL" clId="{262E7ADF-6978-427B-AAB0-09A477C77110}" dt="2021-04-09T22:56:03.124" v="3579" actId="1036"/>
          <ac:spMkLst>
            <pc:docMk/>
            <pc:sldMk cId="2361233300" sldId="2146846004"/>
            <ac:spMk id="82" creationId="{9A6616EB-9B72-43D7-98AF-D95FCD143F71}"/>
          </ac:spMkLst>
        </pc:spChg>
        <pc:spChg chg="add mod">
          <ac:chgData name="Gaurav" userId="cf3cfb45-d90b-4d10-b0a3-97e0956283ba" providerId="ADAL" clId="{262E7ADF-6978-427B-AAB0-09A477C77110}" dt="2021-04-09T22:56:03.124" v="3579" actId="1036"/>
          <ac:spMkLst>
            <pc:docMk/>
            <pc:sldMk cId="2361233300" sldId="2146846004"/>
            <ac:spMk id="83" creationId="{B9531AE5-357C-4B3F-B08D-D73C0245D10E}"/>
          </ac:spMkLst>
        </pc:spChg>
        <pc:spChg chg="add mod">
          <ac:chgData name="Gaurav" userId="cf3cfb45-d90b-4d10-b0a3-97e0956283ba" providerId="ADAL" clId="{262E7ADF-6978-427B-AAB0-09A477C77110}" dt="2021-04-09T22:56:03.124" v="3579" actId="1036"/>
          <ac:spMkLst>
            <pc:docMk/>
            <pc:sldMk cId="2361233300" sldId="2146846004"/>
            <ac:spMk id="84" creationId="{F7B1FE9B-B315-45D3-B73E-6D62A305BE6F}"/>
          </ac:spMkLst>
        </pc:spChg>
        <pc:spChg chg="add mod">
          <ac:chgData name="Gaurav" userId="cf3cfb45-d90b-4d10-b0a3-97e0956283ba" providerId="ADAL" clId="{262E7ADF-6978-427B-AAB0-09A477C77110}" dt="2021-04-09T22:57:32.191" v="3613" actId="207"/>
          <ac:spMkLst>
            <pc:docMk/>
            <pc:sldMk cId="2361233300" sldId="2146846004"/>
            <ac:spMk id="85" creationId="{4BACEFFB-FF10-4E39-BBC2-475F1A742E98}"/>
          </ac:spMkLst>
        </pc:spChg>
        <pc:spChg chg="add mod">
          <ac:chgData name="Gaurav" userId="cf3cfb45-d90b-4d10-b0a3-97e0956283ba" providerId="ADAL" clId="{262E7ADF-6978-427B-AAB0-09A477C77110}" dt="2021-04-09T22:56:03.124" v="3579" actId="1036"/>
          <ac:spMkLst>
            <pc:docMk/>
            <pc:sldMk cId="2361233300" sldId="2146846004"/>
            <ac:spMk id="86" creationId="{33A37457-FB9A-409D-B479-03EEAC22F7E2}"/>
          </ac:spMkLst>
        </pc:spChg>
        <pc:spChg chg="add del mod">
          <ac:chgData name="Gaurav" userId="cf3cfb45-d90b-4d10-b0a3-97e0956283ba" providerId="ADAL" clId="{262E7ADF-6978-427B-AAB0-09A477C77110}" dt="2021-04-09T22:40:33.863" v="3222" actId="478"/>
          <ac:spMkLst>
            <pc:docMk/>
            <pc:sldMk cId="2361233300" sldId="2146846004"/>
            <ac:spMk id="87" creationId="{163C8E84-5060-4871-920A-51BD24ED9F38}"/>
          </ac:spMkLst>
        </pc:spChg>
        <pc:spChg chg="add del mod">
          <ac:chgData name="Gaurav" userId="cf3cfb45-d90b-4d10-b0a3-97e0956283ba" providerId="ADAL" clId="{262E7ADF-6978-427B-AAB0-09A477C77110}" dt="2021-04-09T22:40:33.863" v="3222" actId="478"/>
          <ac:spMkLst>
            <pc:docMk/>
            <pc:sldMk cId="2361233300" sldId="2146846004"/>
            <ac:spMk id="88" creationId="{E90C90D6-FA84-45D8-B32D-9641A3D0A1D2}"/>
          </ac:spMkLst>
        </pc:spChg>
        <pc:spChg chg="add mod">
          <ac:chgData name="Gaurav" userId="cf3cfb45-d90b-4d10-b0a3-97e0956283ba" providerId="ADAL" clId="{262E7ADF-6978-427B-AAB0-09A477C77110}" dt="2021-04-09T22:41:57.517" v="3260" actId="14100"/>
          <ac:spMkLst>
            <pc:docMk/>
            <pc:sldMk cId="2361233300" sldId="2146846004"/>
            <ac:spMk id="89" creationId="{37F5B3B9-6310-4CC8-95E6-B91CF21B5782}"/>
          </ac:spMkLst>
        </pc:spChg>
        <pc:spChg chg="add mod">
          <ac:chgData name="Gaurav" userId="cf3cfb45-d90b-4d10-b0a3-97e0956283ba" providerId="ADAL" clId="{262E7ADF-6978-427B-AAB0-09A477C77110}" dt="2021-04-09T22:41:06.442" v="3232" actId="20577"/>
          <ac:spMkLst>
            <pc:docMk/>
            <pc:sldMk cId="2361233300" sldId="2146846004"/>
            <ac:spMk id="90" creationId="{72F9B87F-5C0C-44D8-8C2F-1B239D7F2C8B}"/>
          </ac:spMkLst>
        </pc:spChg>
        <pc:spChg chg="add mod">
          <ac:chgData name="Gaurav" userId="cf3cfb45-d90b-4d10-b0a3-97e0956283ba" providerId="ADAL" clId="{262E7ADF-6978-427B-AAB0-09A477C77110}" dt="2021-04-09T22:42:01.635" v="3261" actId="1076"/>
          <ac:spMkLst>
            <pc:docMk/>
            <pc:sldMk cId="2361233300" sldId="2146846004"/>
            <ac:spMk id="91" creationId="{005AC9C1-77C9-472D-812B-2A665D20CB43}"/>
          </ac:spMkLst>
        </pc:spChg>
        <pc:spChg chg="add mod">
          <ac:chgData name="Gaurav" userId="cf3cfb45-d90b-4d10-b0a3-97e0956283ba" providerId="ADAL" clId="{262E7ADF-6978-427B-AAB0-09A477C77110}" dt="2021-04-09T22:44:50.973" v="3334" actId="207"/>
          <ac:spMkLst>
            <pc:docMk/>
            <pc:sldMk cId="2361233300" sldId="2146846004"/>
            <ac:spMk id="92" creationId="{C21A4D8A-28BA-4579-952F-17CC12B6B941}"/>
          </ac:spMkLst>
        </pc:spChg>
        <pc:spChg chg="add del mod">
          <ac:chgData name="Gaurav" userId="cf3cfb45-d90b-4d10-b0a3-97e0956283ba" providerId="ADAL" clId="{262E7ADF-6978-427B-AAB0-09A477C77110}" dt="2021-04-09T22:43:36.987" v="3266" actId="478"/>
          <ac:spMkLst>
            <pc:docMk/>
            <pc:sldMk cId="2361233300" sldId="2146846004"/>
            <ac:spMk id="93" creationId="{6C9A3DB1-43F6-4389-A226-DD17E7A8434B}"/>
          </ac:spMkLst>
        </pc:spChg>
        <pc:spChg chg="add mod">
          <ac:chgData name="Gaurav" userId="cf3cfb45-d90b-4d10-b0a3-97e0956283ba" providerId="ADAL" clId="{262E7ADF-6978-427B-AAB0-09A477C77110}" dt="2021-04-09T22:44:50.973" v="3334" actId="207"/>
          <ac:spMkLst>
            <pc:docMk/>
            <pc:sldMk cId="2361233300" sldId="2146846004"/>
            <ac:spMk id="94" creationId="{A9AC19A8-F5D8-436A-B158-0818A7B98D60}"/>
          </ac:spMkLst>
        </pc:spChg>
        <pc:spChg chg="add mod">
          <ac:chgData name="Gaurav" userId="cf3cfb45-d90b-4d10-b0a3-97e0956283ba" providerId="ADAL" clId="{262E7ADF-6978-427B-AAB0-09A477C77110}" dt="2021-04-09T22:45:33.472" v="3356" actId="14100"/>
          <ac:spMkLst>
            <pc:docMk/>
            <pc:sldMk cId="2361233300" sldId="2146846004"/>
            <ac:spMk id="95" creationId="{1CDD08CF-B617-46FE-94DB-5A66B64811AE}"/>
          </ac:spMkLst>
        </pc:spChg>
        <pc:spChg chg="add mod">
          <ac:chgData name="Gaurav" userId="cf3cfb45-d90b-4d10-b0a3-97e0956283ba" providerId="ADAL" clId="{262E7ADF-6978-427B-AAB0-09A477C77110}" dt="2021-04-09T23:00:26.269" v="3698" actId="20577"/>
          <ac:spMkLst>
            <pc:docMk/>
            <pc:sldMk cId="2361233300" sldId="2146846004"/>
            <ac:spMk id="96" creationId="{C425F798-9DAB-4D1F-A1BD-827CF024AFFC}"/>
          </ac:spMkLst>
        </pc:spChg>
        <pc:spChg chg="add mod">
          <ac:chgData name="Gaurav" userId="cf3cfb45-d90b-4d10-b0a3-97e0956283ba" providerId="ADAL" clId="{262E7ADF-6978-427B-AAB0-09A477C77110}" dt="2021-04-09T22:59:48.047" v="3696" actId="1076"/>
          <ac:spMkLst>
            <pc:docMk/>
            <pc:sldMk cId="2361233300" sldId="2146846004"/>
            <ac:spMk id="97" creationId="{3F67C63D-796B-4D6C-8D86-27B1416055AF}"/>
          </ac:spMkLst>
        </pc:spChg>
      </pc:sldChg>
      <pc:sldChg chg="addSp delSp modSp mod">
        <pc:chgData name="Gaurav" userId="cf3cfb45-d90b-4d10-b0a3-97e0956283ba" providerId="ADAL" clId="{262E7ADF-6978-427B-AAB0-09A477C77110}" dt="2021-04-15T13:02:09.460" v="4376" actId="6549"/>
        <pc:sldMkLst>
          <pc:docMk/>
          <pc:sldMk cId="1920503962" sldId="2146846005"/>
        </pc:sldMkLst>
        <pc:spChg chg="mod">
          <ac:chgData name="Gaurav" userId="cf3cfb45-d90b-4d10-b0a3-97e0956283ba" providerId="ADAL" clId="{262E7ADF-6978-427B-AAB0-09A477C77110}" dt="2021-04-09T22:53:47.187" v="3502" actId="14100"/>
          <ac:spMkLst>
            <pc:docMk/>
            <pc:sldMk cId="1920503962" sldId="2146846005"/>
            <ac:spMk id="26" creationId="{183A8ABC-0A51-4E7A-AA4B-8C409D5908CF}"/>
          </ac:spMkLst>
        </pc:spChg>
        <pc:spChg chg="mod">
          <ac:chgData name="Gaurav" userId="cf3cfb45-d90b-4d10-b0a3-97e0956283ba" providerId="ADAL" clId="{262E7ADF-6978-427B-AAB0-09A477C77110}" dt="2021-04-09T22:50:20.149" v="3457" actId="14100"/>
          <ac:spMkLst>
            <pc:docMk/>
            <pc:sldMk cId="1920503962" sldId="2146846005"/>
            <ac:spMk id="28" creationId="{5C7BE149-32B1-4054-91CF-216877DE3A41}"/>
          </ac:spMkLst>
        </pc:spChg>
        <pc:spChg chg="mod">
          <ac:chgData name="Gaurav" userId="cf3cfb45-d90b-4d10-b0a3-97e0956283ba" providerId="ADAL" clId="{262E7ADF-6978-427B-AAB0-09A477C77110}" dt="2021-04-09T22:50:06.594" v="3454" actId="14100"/>
          <ac:spMkLst>
            <pc:docMk/>
            <pc:sldMk cId="1920503962" sldId="2146846005"/>
            <ac:spMk id="29" creationId="{AF3183EC-13F0-41C9-B144-8871169580F4}"/>
          </ac:spMkLst>
        </pc:spChg>
        <pc:spChg chg="mod">
          <ac:chgData name="Gaurav" userId="cf3cfb45-d90b-4d10-b0a3-97e0956283ba" providerId="ADAL" clId="{262E7ADF-6978-427B-AAB0-09A477C77110}" dt="2021-04-09T22:50:02.515" v="3453" actId="14100"/>
          <ac:spMkLst>
            <pc:docMk/>
            <pc:sldMk cId="1920503962" sldId="2146846005"/>
            <ac:spMk id="30" creationId="{D875CA8B-CA28-4933-8D24-CBD78B81576B}"/>
          </ac:spMkLst>
        </pc:spChg>
        <pc:spChg chg="mod">
          <ac:chgData name="Gaurav" userId="cf3cfb45-d90b-4d10-b0a3-97e0956283ba" providerId="ADAL" clId="{262E7ADF-6978-427B-AAB0-09A477C77110}" dt="2021-04-09T22:49:56.858" v="3452" actId="14100"/>
          <ac:spMkLst>
            <pc:docMk/>
            <pc:sldMk cId="1920503962" sldId="2146846005"/>
            <ac:spMk id="31" creationId="{DC2B1B51-C59E-4432-AE92-B3A7E7E1C37E}"/>
          </ac:spMkLst>
        </pc:spChg>
        <pc:spChg chg="mod">
          <ac:chgData name="Gaurav" userId="cf3cfb45-d90b-4d10-b0a3-97e0956283ba" providerId="ADAL" clId="{262E7ADF-6978-427B-AAB0-09A477C77110}" dt="2021-04-09T22:50:17.083" v="3456" actId="14100"/>
          <ac:spMkLst>
            <pc:docMk/>
            <pc:sldMk cId="1920503962" sldId="2146846005"/>
            <ac:spMk id="32" creationId="{27F50EA0-26FA-4478-B196-427622D3420E}"/>
          </ac:spMkLst>
        </pc:spChg>
        <pc:spChg chg="mod">
          <ac:chgData name="Gaurav" userId="cf3cfb45-d90b-4d10-b0a3-97e0956283ba" providerId="ADAL" clId="{262E7ADF-6978-427B-AAB0-09A477C77110}" dt="2021-04-09T22:50:12.795" v="3455" actId="14100"/>
          <ac:spMkLst>
            <pc:docMk/>
            <pc:sldMk cId="1920503962" sldId="2146846005"/>
            <ac:spMk id="33" creationId="{D0FABDB6-679A-4A53-A966-EAAFB0404474}"/>
          </ac:spMkLst>
        </pc:spChg>
        <pc:spChg chg="mod">
          <ac:chgData name="Gaurav" userId="cf3cfb45-d90b-4d10-b0a3-97e0956283ba" providerId="ADAL" clId="{262E7ADF-6978-427B-AAB0-09A477C77110}" dt="2021-04-09T22:53:20.363" v="3495" actId="20577"/>
          <ac:spMkLst>
            <pc:docMk/>
            <pc:sldMk cId="1920503962" sldId="2146846005"/>
            <ac:spMk id="35" creationId="{D530226E-292E-4441-813E-E86676B8B431}"/>
          </ac:spMkLst>
        </pc:spChg>
        <pc:spChg chg="mod">
          <ac:chgData name="Gaurav" userId="cf3cfb45-d90b-4d10-b0a3-97e0956283ba" providerId="ADAL" clId="{262E7ADF-6978-427B-AAB0-09A477C77110}" dt="2021-04-09T22:53:37.643" v="3498" actId="20577"/>
          <ac:spMkLst>
            <pc:docMk/>
            <pc:sldMk cId="1920503962" sldId="2146846005"/>
            <ac:spMk id="36" creationId="{B2E7E7D2-9337-4737-9018-C8E12D85BCFD}"/>
          </ac:spMkLst>
        </pc:spChg>
        <pc:spChg chg="mod">
          <ac:chgData name="Gaurav" userId="cf3cfb45-d90b-4d10-b0a3-97e0956283ba" providerId="ADAL" clId="{262E7ADF-6978-427B-AAB0-09A477C77110}" dt="2021-04-09T22:55:04.732" v="3551" actId="1076"/>
          <ac:spMkLst>
            <pc:docMk/>
            <pc:sldMk cId="1920503962" sldId="2146846005"/>
            <ac:spMk id="37" creationId="{A8236CA9-FE0E-498B-98AE-106E8E45DA0F}"/>
          </ac:spMkLst>
        </pc:spChg>
        <pc:spChg chg="mod">
          <ac:chgData name="Gaurav" userId="cf3cfb45-d90b-4d10-b0a3-97e0956283ba" providerId="ADAL" clId="{262E7ADF-6978-427B-AAB0-09A477C77110}" dt="2021-04-09T22:54:06.110" v="3513" actId="20577"/>
          <ac:spMkLst>
            <pc:docMk/>
            <pc:sldMk cId="1920503962" sldId="2146846005"/>
            <ac:spMk id="38" creationId="{2C0E70E1-4067-4D83-AD90-7B220125D24D}"/>
          </ac:spMkLst>
        </pc:spChg>
        <pc:spChg chg="mod">
          <ac:chgData name="Gaurav" userId="cf3cfb45-d90b-4d10-b0a3-97e0956283ba" providerId="ADAL" clId="{262E7ADF-6978-427B-AAB0-09A477C77110}" dt="2021-04-09T22:55:15.206" v="3553" actId="1076"/>
          <ac:spMkLst>
            <pc:docMk/>
            <pc:sldMk cId="1920503962" sldId="2146846005"/>
            <ac:spMk id="39" creationId="{156BE232-6EEA-416C-9F93-AA6A01C093FD}"/>
          </ac:spMkLst>
        </pc:spChg>
        <pc:spChg chg="mod">
          <ac:chgData name="Gaurav" userId="cf3cfb45-d90b-4d10-b0a3-97e0956283ba" providerId="ADAL" clId="{262E7ADF-6978-427B-AAB0-09A477C77110}" dt="2021-04-09T22:55:20.585" v="3554" actId="1076"/>
          <ac:spMkLst>
            <pc:docMk/>
            <pc:sldMk cId="1920503962" sldId="2146846005"/>
            <ac:spMk id="40" creationId="{6F3A073C-5CA7-4226-9D18-D0B5CBF51DED}"/>
          </ac:spMkLst>
        </pc:spChg>
        <pc:spChg chg="mod">
          <ac:chgData name="Gaurav" userId="cf3cfb45-d90b-4d10-b0a3-97e0956283ba" providerId="ADAL" clId="{262E7ADF-6978-427B-AAB0-09A477C77110}" dt="2021-04-09T22:52:48.803" v="3492" actId="14100"/>
          <ac:spMkLst>
            <pc:docMk/>
            <pc:sldMk cId="1920503962" sldId="2146846005"/>
            <ac:spMk id="41" creationId="{BD8838D4-0D5C-4A2B-AF6E-D662798CE057}"/>
          </ac:spMkLst>
        </pc:spChg>
        <pc:spChg chg="mod">
          <ac:chgData name="Gaurav" userId="cf3cfb45-d90b-4d10-b0a3-97e0956283ba" providerId="ADAL" clId="{262E7ADF-6978-427B-AAB0-09A477C77110}" dt="2021-04-09T22:54:45.855" v="3550" actId="1076"/>
          <ac:spMkLst>
            <pc:docMk/>
            <pc:sldMk cId="1920503962" sldId="2146846005"/>
            <ac:spMk id="44" creationId="{DDF5535E-2949-443E-8DF0-23C7D912F988}"/>
          </ac:spMkLst>
        </pc:spChg>
        <pc:spChg chg="mod">
          <ac:chgData name="Gaurav" userId="cf3cfb45-d90b-4d10-b0a3-97e0956283ba" providerId="ADAL" clId="{262E7ADF-6978-427B-AAB0-09A477C77110}" dt="2021-04-09T22:49:06.638" v="3447" actId="1076"/>
          <ac:spMkLst>
            <pc:docMk/>
            <pc:sldMk cId="1920503962" sldId="2146846005"/>
            <ac:spMk id="49" creationId="{5D304AB9-2ECA-4C01-94A8-7B8608F370AF}"/>
          </ac:spMkLst>
        </pc:spChg>
        <pc:spChg chg="mod">
          <ac:chgData name="Gaurav" userId="cf3cfb45-d90b-4d10-b0a3-97e0956283ba" providerId="ADAL" clId="{262E7ADF-6978-427B-AAB0-09A477C77110}" dt="2021-04-09T22:49:06.638" v="3447" actId="1076"/>
          <ac:spMkLst>
            <pc:docMk/>
            <pc:sldMk cId="1920503962" sldId="2146846005"/>
            <ac:spMk id="52" creationId="{91ADD311-3EA9-4C97-A353-DE4A2E99D826}"/>
          </ac:spMkLst>
        </pc:spChg>
        <pc:spChg chg="mod">
          <ac:chgData name="Gaurav" userId="cf3cfb45-d90b-4d10-b0a3-97e0956283ba" providerId="ADAL" clId="{262E7ADF-6978-427B-AAB0-09A477C77110}" dt="2021-04-09T22:49:06.638" v="3447" actId="1076"/>
          <ac:spMkLst>
            <pc:docMk/>
            <pc:sldMk cId="1920503962" sldId="2146846005"/>
            <ac:spMk id="53" creationId="{A81C6292-D71F-4B20-9D59-354F9EC4C23F}"/>
          </ac:spMkLst>
        </pc:spChg>
        <pc:spChg chg="mod">
          <ac:chgData name="Gaurav" userId="cf3cfb45-d90b-4d10-b0a3-97e0956283ba" providerId="ADAL" clId="{262E7ADF-6978-427B-AAB0-09A477C77110}" dt="2021-04-09T22:49:06.638" v="3447" actId="1076"/>
          <ac:spMkLst>
            <pc:docMk/>
            <pc:sldMk cId="1920503962" sldId="2146846005"/>
            <ac:spMk id="54" creationId="{FB95092E-0FBB-4EA8-B01E-1F739A2B11E8}"/>
          </ac:spMkLst>
        </pc:spChg>
        <pc:spChg chg="mod">
          <ac:chgData name="Gaurav" userId="cf3cfb45-d90b-4d10-b0a3-97e0956283ba" providerId="ADAL" clId="{262E7ADF-6978-427B-AAB0-09A477C77110}" dt="2021-04-09T22:49:06.638" v="3447" actId="1076"/>
          <ac:spMkLst>
            <pc:docMk/>
            <pc:sldMk cId="1920503962" sldId="2146846005"/>
            <ac:spMk id="55" creationId="{1AD73698-4C92-4BDE-B9E4-D8515C0E7822}"/>
          </ac:spMkLst>
        </pc:spChg>
        <pc:spChg chg="mod">
          <ac:chgData name="Gaurav" userId="cf3cfb45-d90b-4d10-b0a3-97e0956283ba" providerId="ADAL" clId="{262E7ADF-6978-427B-AAB0-09A477C77110}" dt="2021-04-09T22:49:06.638" v="3447" actId="1076"/>
          <ac:spMkLst>
            <pc:docMk/>
            <pc:sldMk cId="1920503962" sldId="2146846005"/>
            <ac:spMk id="56" creationId="{198D4986-0CCA-4850-BD2E-A700C46BD8EE}"/>
          </ac:spMkLst>
        </pc:spChg>
        <pc:spChg chg="add mod">
          <ac:chgData name="Gaurav" userId="cf3cfb45-d90b-4d10-b0a3-97e0956283ba" providerId="ADAL" clId="{262E7ADF-6978-427B-AAB0-09A477C77110}" dt="2021-04-09T22:48:40.142" v="3445" actId="14100"/>
          <ac:spMkLst>
            <pc:docMk/>
            <pc:sldMk cId="1920503962" sldId="2146846005"/>
            <ac:spMk id="58" creationId="{C9933AF4-026D-46D2-910B-F02B7D82A709}"/>
          </ac:spMkLst>
        </pc:spChg>
        <pc:spChg chg="del">
          <ac:chgData name="Gaurav" userId="cf3cfb45-d90b-4d10-b0a3-97e0956283ba" providerId="ADAL" clId="{262E7ADF-6978-427B-AAB0-09A477C77110}" dt="2021-04-09T22:50:54.184" v="3458" actId="478"/>
          <ac:spMkLst>
            <pc:docMk/>
            <pc:sldMk cId="1920503962" sldId="2146846005"/>
            <ac:spMk id="61" creationId="{E637BB64-0695-4442-A847-9DD5F0F94170}"/>
          </ac:spMkLst>
        </pc:spChg>
        <pc:spChg chg="mod">
          <ac:chgData name="Gaurav" userId="cf3cfb45-d90b-4d10-b0a3-97e0956283ba" providerId="ADAL" clId="{262E7ADF-6978-427B-AAB0-09A477C77110}" dt="2021-04-09T22:55:09.107" v="3552" actId="14100"/>
          <ac:spMkLst>
            <pc:docMk/>
            <pc:sldMk cId="1920503962" sldId="2146846005"/>
            <ac:spMk id="63" creationId="{CB18DB49-674A-41F7-96D9-7EE751D6FE19}"/>
          </ac:spMkLst>
        </pc:spChg>
        <pc:spChg chg="mod">
          <ac:chgData name="Gaurav" userId="cf3cfb45-d90b-4d10-b0a3-97e0956283ba" providerId="ADAL" clId="{262E7ADF-6978-427B-AAB0-09A477C77110}" dt="2021-04-09T22:49:09.635" v="3449" actId="1076"/>
          <ac:spMkLst>
            <pc:docMk/>
            <pc:sldMk cId="1920503962" sldId="2146846005"/>
            <ac:spMk id="86" creationId="{6B553F13-6E4E-41B3-9B00-42CFE0D51923}"/>
          </ac:spMkLst>
        </pc:spChg>
        <pc:spChg chg="mod">
          <ac:chgData name="Gaurav" userId="cf3cfb45-d90b-4d10-b0a3-97e0956283ba" providerId="ADAL" clId="{262E7ADF-6978-427B-AAB0-09A477C77110}" dt="2021-04-09T22:49:09.635" v="3449" actId="1076"/>
          <ac:spMkLst>
            <pc:docMk/>
            <pc:sldMk cId="1920503962" sldId="2146846005"/>
            <ac:spMk id="88" creationId="{64717CE9-0D84-4BD4-BA8E-F135B0880B1D}"/>
          </ac:spMkLst>
        </pc:spChg>
        <pc:spChg chg="mod">
          <ac:chgData name="Gaurav" userId="cf3cfb45-d90b-4d10-b0a3-97e0956283ba" providerId="ADAL" clId="{262E7ADF-6978-427B-AAB0-09A477C77110}" dt="2021-04-09T22:49:09.635" v="3449" actId="1076"/>
          <ac:spMkLst>
            <pc:docMk/>
            <pc:sldMk cId="1920503962" sldId="2146846005"/>
            <ac:spMk id="89" creationId="{E4ED091B-61CC-43F2-A66C-2831D9028A00}"/>
          </ac:spMkLst>
        </pc:spChg>
        <pc:spChg chg="mod">
          <ac:chgData name="Gaurav" userId="cf3cfb45-d90b-4d10-b0a3-97e0956283ba" providerId="ADAL" clId="{262E7ADF-6978-427B-AAB0-09A477C77110}" dt="2021-04-09T22:49:09.635" v="3449" actId="1076"/>
          <ac:spMkLst>
            <pc:docMk/>
            <pc:sldMk cId="1920503962" sldId="2146846005"/>
            <ac:spMk id="90" creationId="{CBAA9E5D-F5EB-4C7E-96F9-6D6390F97292}"/>
          </ac:spMkLst>
        </pc:spChg>
        <pc:spChg chg="mod">
          <ac:chgData name="Gaurav" userId="cf3cfb45-d90b-4d10-b0a3-97e0956283ba" providerId="ADAL" clId="{262E7ADF-6978-427B-AAB0-09A477C77110}" dt="2021-04-09T22:49:09.635" v="3449" actId="1076"/>
          <ac:spMkLst>
            <pc:docMk/>
            <pc:sldMk cId="1920503962" sldId="2146846005"/>
            <ac:spMk id="91" creationId="{EBE4CE3F-4773-4A92-BA13-323BD342741C}"/>
          </ac:spMkLst>
        </pc:spChg>
        <pc:spChg chg="mod">
          <ac:chgData name="Gaurav" userId="cf3cfb45-d90b-4d10-b0a3-97e0956283ba" providerId="ADAL" clId="{262E7ADF-6978-427B-AAB0-09A477C77110}" dt="2021-04-09T22:49:09.635" v="3449" actId="1076"/>
          <ac:spMkLst>
            <pc:docMk/>
            <pc:sldMk cId="1920503962" sldId="2146846005"/>
            <ac:spMk id="92" creationId="{CF1846C2-7472-46D4-A3C4-DAC086F2CCD4}"/>
          </ac:spMkLst>
        </pc:spChg>
        <pc:grpChg chg="del mod">
          <ac:chgData name="Gaurav" userId="cf3cfb45-d90b-4d10-b0a3-97e0956283ba" providerId="ADAL" clId="{262E7ADF-6978-427B-AAB0-09A477C77110}" dt="2021-04-09T22:49:07.745" v="3448" actId="478"/>
          <ac:grpSpMkLst>
            <pc:docMk/>
            <pc:sldMk cId="1920503962" sldId="2146846005"/>
            <ac:grpSpMk id="48" creationId="{C8AECF86-8E1E-48E4-8049-C33ADEDE2A40}"/>
          </ac:grpSpMkLst>
        </pc:grpChg>
        <pc:grpChg chg="mod">
          <ac:chgData name="Gaurav" userId="cf3cfb45-d90b-4d10-b0a3-97e0956283ba" providerId="ADAL" clId="{262E7ADF-6978-427B-AAB0-09A477C77110}" dt="2021-04-09T22:49:06.638" v="3447" actId="1076"/>
          <ac:grpSpMkLst>
            <pc:docMk/>
            <pc:sldMk cId="1920503962" sldId="2146846005"/>
            <ac:grpSpMk id="50" creationId="{682C8F23-EEC0-443F-9899-DC045F507A05}"/>
          </ac:grpSpMkLst>
        </pc:grpChg>
        <pc:grpChg chg="del mod">
          <ac:chgData name="Gaurav" userId="cf3cfb45-d90b-4d10-b0a3-97e0956283ba" providerId="ADAL" clId="{262E7ADF-6978-427B-AAB0-09A477C77110}" dt="2021-04-09T22:49:10.391" v="3450" actId="478"/>
          <ac:grpSpMkLst>
            <pc:docMk/>
            <pc:sldMk cId="1920503962" sldId="2146846005"/>
            <ac:grpSpMk id="85" creationId="{B44A08A4-1B45-4BCD-9D54-EA7BF805E77A}"/>
          </ac:grpSpMkLst>
        </pc:grpChg>
        <pc:grpChg chg="mod">
          <ac:chgData name="Gaurav" userId="cf3cfb45-d90b-4d10-b0a3-97e0956283ba" providerId="ADAL" clId="{262E7ADF-6978-427B-AAB0-09A477C77110}" dt="2021-04-09T22:49:09.635" v="3449" actId="1076"/>
          <ac:grpSpMkLst>
            <pc:docMk/>
            <pc:sldMk cId="1920503962" sldId="2146846005"/>
            <ac:grpSpMk id="87" creationId="{AF6EF135-0AB6-4BF6-A2FB-296C2FC9C749}"/>
          </ac:grpSpMkLst>
        </pc:grpChg>
        <pc:graphicFrameChg chg="modGraphic">
          <ac:chgData name="Gaurav" userId="cf3cfb45-d90b-4d10-b0a3-97e0956283ba" providerId="ADAL" clId="{262E7ADF-6978-427B-AAB0-09A477C77110}" dt="2021-04-15T13:02:09.460" v="4376" actId="6549"/>
          <ac:graphicFrameMkLst>
            <pc:docMk/>
            <pc:sldMk cId="1920503962" sldId="2146846005"/>
            <ac:graphicFrameMk id="84" creationId="{76CC712C-41A9-45C5-9167-F1F1EAA56856}"/>
          </ac:graphicFrameMkLst>
        </pc:graphicFrameChg>
      </pc:sldChg>
    </pc:docChg>
  </pc:docChgLst>
  <pc:docChgLst>
    <pc:chgData name="Ken Popkin" userId="3c94c39e-c43b-4805-99ab-8da17777f1ac" providerId="ADAL" clId="{9B55D31E-4E96-4040-AF81-B6B894924DD9}"/>
    <pc:docChg chg="undo custSel addSld delSld modSld sldOrd addSection delSection modSection">
      <pc:chgData name="Ken Popkin" userId="3c94c39e-c43b-4805-99ab-8da17777f1ac" providerId="ADAL" clId="{9B55D31E-4E96-4040-AF81-B6B894924DD9}" dt="2021-04-28T00:54:57.487" v="4674" actId="47"/>
      <pc:docMkLst>
        <pc:docMk/>
      </pc:docMkLst>
      <pc:sldChg chg="add del">
        <pc:chgData name="Ken Popkin" userId="3c94c39e-c43b-4805-99ab-8da17777f1ac" providerId="ADAL" clId="{9B55D31E-4E96-4040-AF81-B6B894924DD9}" dt="2021-04-28T00:32:08.120" v="3668" actId="47"/>
        <pc:sldMkLst>
          <pc:docMk/>
          <pc:sldMk cId="266692390" sldId="263"/>
        </pc:sldMkLst>
      </pc:sldChg>
      <pc:sldChg chg="add del">
        <pc:chgData name="Ken Popkin" userId="3c94c39e-c43b-4805-99ab-8da17777f1ac" providerId="ADAL" clId="{9B55D31E-4E96-4040-AF81-B6B894924DD9}" dt="2021-04-28T00:32:05.387" v="3665" actId="47"/>
        <pc:sldMkLst>
          <pc:docMk/>
          <pc:sldMk cId="1310879795" sldId="264"/>
        </pc:sldMkLst>
      </pc:sldChg>
      <pc:sldChg chg="add del">
        <pc:chgData name="Ken Popkin" userId="3c94c39e-c43b-4805-99ab-8da17777f1ac" providerId="ADAL" clId="{9B55D31E-4E96-4040-AF81-B6B894924DD9}" dt="2021-04-28T00:32:04.403" v="3664" actId="47"/>
        <pc:sldMkLst>
          <pc:docMk/>
          <pc:sldMk cId="1449091" sldId="265"/>
        </pc:sldMkLst>
      </pc:sldChg>
      <pc:sldChg chg="add del">
        <pc:chgData name="Ken Popkin" userId="3c94c39e-c43b-4805-99ab-8da17777f1ac" providerId="ADAL" clId="{9B55D31E-4E96-4040-AF81-B6B894924DD9}" dt="2021-04-28T00:32:06.305" v="3666" actId="47"/>
        <pc:sldMkLst>
          <pc:docMk/>
          <pc:sldMk cId="676604077" sldId="266"/>
        </pc:sldMkLst>
      </pc:sldChg>
      <pc:sldChg chg="addSp delSp modSp mod">
        <pc:chgData name="Ken Popkin" userId="3c94c39e-c43b-4805-99ab-8da17777f1ac" providerId="ADAL" clId="{9B55D31E-4E96-4040-AF81-B6B894924DD9}" dt="2021-04-28T00:53:59.856" v="4669" actId="1037"/>
        <pc:sldMkLst>
          <pc:docMk/>
          <pc:sldMk cId="1353059238" sldId="5614"/>
        </pc:sldMkLst>
        <pc:spChg chg="del">
          <ac:chgData name="Ken Popkin" userId="3c94c39e-c43b-4805-99ab-8da17777f1ac" providerId="ADAL" clId="{9B55D31E-4E96-4040-AF81-B6B894924DD9}" dt="2021-04-27T22:15:45.172" v="258" actId="478"/>
          <ac:spMkLst>
            <pc:docMk/>
            <pc:sldMk cId="1353059238" sldId="5614"/>
            <ac:spMk id="2" creationId="{1B29515A-2667-4C67-81A0-7CB1D2C6FE3E}"/>
          </ac:spMkLst>
        </pc:spChg>
        <pc:spChg chg="add del mod">
          <ac:chgData name="Ken Popkin" userId="3c94c39e-c43b-4805-99ab-8da17777f1ac" providerId="ADAL" clId="{9B55D31E-4E96-4040-AF81-B6B894924DD9}" dt="2021-04-27T23:15:33.369" v="462" actId="478"/>
          <ac:spMkLst>
            <pc:docMk/>
            <pc:sldMk cId="1353059238" sldId="5614"/>
            <ac:spMk id="3" creationId="{90C8324B-4D37-4803-9417-2E4B0C58B0D3}"/>
          </ac:spMkLst>
        </pc:spChg>
        <pc:spChg chg="mod">
          <ac:chgData name="Ken Popkin" userId="3c94c39e-c43b-4805-99ab-8da17777f1ac" providerId="ADAL" clId="{9B55D31E-4E96-4040-AF81-B6B894924DD9}" dt="2021-04-27T22:59:39.677" v="330" actId="20577"/>
          <ac:spMkLst>
            <pc:docMk/>
            <pc:sldMk cId="1353059238" sldId="5614"/>
            <ac:spMk id="4" creationId="{FA8CCE2E-4E27-421F-B61B-BA79E1C45D4E}"/>
          </ac:spMkLst>
        </pc:spChg>
        <pc:spChg chg="add mod">
          <ac:chgData name="Ken Popkin" userId="3c94c39e-c43b-4805-99ab-8da17777f1ac" providerId="ADAL" clId="{9B55D31E-4E96-4040-AF81-B6B894924DD9}" dt="2021-04-28T00:53:27.815" v="4572" actId="164"/>
          <ac:spMkLst>
            <pc:docMk/>
            <pc:sldMk cId="1353059238" sldId="5614"/>
            <ac:spMk id="5" creationId="{1EC3ABA0-C5D3-4C47-A1D5-3FAE1CDE8FE8}"/>
          </ac:spMkLst>
        </pc:spChg>
        <pc:spChg chg="del">
          <ac:chgData name="Ken Popkin" userId="3c94c39e-c43b-4805-99ab-8da17777f1ac" providerId="ADAL" clId="{9B55D31E-4E96-4040-AF81-B6B894924DD9}" dt="2021-04-27T22:15:45.172" v="258" actId="478"/>
          <ac:spMkLst>
            <pc:docMk/>
            <pc:sldMk cId="1353059238" sldId="5614"/>
            <ac:spMk id="6" creationId="{CDD39DEB-5925-4BA9-8103-1B0E575C1ABC}"/>
          </ac:spMkLst>
        </pc:spChg>
        <pc:spChg chg="del">
          <ac:chgData name="Ken Popkin" userId="3c94c39e-c43b-4805-99ab-8da17777f1ac" providerId="ADAL" clId="{9B55D31E-4E96-4040-AF81-B6B894924DD9}" dt="2021-04-27T22:15:45.172" v="258" actId="478"/>
          <ac:spMkLst>
            <pc:docMk/>
            <pc:sldMk cId="1353059238" sldId="5614"/>
            <ac:spMk id="9" creationId="{048EA9D9-62CF-43E6-9F77-7B2A1DA05A55}"/>
          </ac:spMkLst>
        </pc:spChg>
        <pc:spChg chg="add del mod">
          <ac:chgData name="Ken Popkin" userId="3c94c39e-c43b-4805-99ab-8da17777f1ac" providerId="ADAL" clId="{9B55D31E-4E96-4040-AF81-B6B894924DD9}" dt="2021-04-27T23:06:08.414" v="361" actId="478"/>
          <ac:spMkLst>
            <pc:docMk/>
            <pc:sldMk cId="1353059238" sldId="5614"/>
            <ac:spMk id="11" creationId="{6EC96083-5C6D-48D8-87F9-86A44625F8A6}"/>
          </ac:spMkLst>
        </pc:spChg>
        <pc:spChg chg="add del mod">
          <ac:chgData name="Ken Popkin" userId="3c94c39e-c43b-4805-99ab-8da17777f1ac" providerId="ADAL" clId="{9B55D31E-4E96-4040-AF81-B6B894924DD9}" dt="2021-04-27T23:06:08.414" v="361" actId="478"/>
          <ac:spMkLst>
            <pc:docMk/>
            <pc:sldMk cId="1353059238" sldId="5614"/>
            <ac:spMk id="12" creationId="{AA83DA5A-AD0B-4287-B7B2-50B50C150BB6}"/>
          </ac:spMkLst>
        </pc:spChg>
        <pc:spChg chg="add del mod">
          <ac:chgData name="Ken Popkin" userId="3c94c39e-c43b-4805-99ab-8da17777f1ac" providerId="ADAL" clId="{9B55D31E-4E96-4040-AF81-B6B894924DD9}" dt="2021-04-27T23:06:08.414" v="361" actId="478"/>
          <ac:spMkLst>
            <pc:docMk/>
            <pc:sldMk cId="1353059238" sldId="5614"/>
            <ac:spMk id="13" creationId="{ECA5C873-7E61-449B-9C82-AF3B05F29F22}"/>
          </ac:spMkLst>
        </pc:spChg>
        <pc:spChg chg="add del mod">
          <ac:chgData name="Ken Popkin" userId="3c94c39e-c43b-4805-99ab-8da17777f1ac" providerId="ADAL" clId="{9B55D31E-4E96-4040-AF81-B6B894924DD9}" dt="2021-04-27T23:06:08.414" v="361" actId="478"/>
          <ac:spMkLst>
            <pc:docMk/>
            <pc:sldMk cId="1353059238" sldId="5614"/>
            <ac:spMk id="14" creationId="{3F0A23D8-7708-43A1-A497-4A51636B156B}"/>
          </ac:spMkLst>
        </pc:spChg>
        <pc:spChg chg="add del mod">
          <ac:chgData name="Ken Popkin" userId="3c94c39e-c43b-4805-99ab-8da17777f1ac" providerId="ADAL" clId="{9B55D31E-4E96-4040-AF81-B6B894924DD9}" dt="2021-04-27T23:06:08.414" v="361" actId="478"/>
          <ac:spMkLst>
            <pc:docMk/>
            <pc:sldMk cId="1353059238" sldId="5614"/>
            <ac:spMk id="15" creationId="{4C0C5A91-EC94-41E3-8B51-0D56E4978506}"/>
          </ac:spMkLst>
        </pc:spChg>
        <pc:spChg chg="add del mod">
          <ac:chgData name="Ken Popkin" userId="3c94c39e-c43b-4805-99ab-8da17777f1ac" providerId="ADAL" clId="{9B55D31E-4E96-4040-AF81-B6B894924DD9}" dt="2021-04-27T23:06:08.414" v="361" actId="478"/>
          <ac:spMkLst>
            <pc:docMk/>
            <pc:sldMk cId="1353059238" sldId="5614"/>
            <ac:spMk id="16" creationId="{E9ACE5B9-82D3-4187-9397-8620A7D36435}"/>
          </ac:spMkLst>
        </pc:spChg>
        <pc:spChg chg="add del mod">
          <ac:chgData name="Ken Popkin" userId="3c94c39e-c43b-4805-99ab-8da17777f1ac" providerId="ADAL" clId="{9B55D31E-4E96-4040-AF81-B6B894924DD9}" dt="2021-04-27T23:06:08.414" v="361" actId="478"/>
          <ac:spMkLst>
            <pc:docMk/>
            <pc:sldMk cId="1353059238" sldId="5614"/>
            <ac:spMk id="17" creationId="{70CA6EDC-CAA6-4B31-AECB-3D1041AFD780}"/>
          </ac:spMkLst>
        </pc:spChg>
        <pc:spChg chg="add del mod">
          <ac:chgData name="Ken Popkin" userId="3c94c39e-c43b-4805-99ab-8da17777f1ac" providerId="ADAL" clId="{9B55D31E-4E96-4040-AF81-B6B894924DD9}" dt="2021-04-27T23:06:08.414" v="361" actId="478"/>
          <ac:spMkLst>
            <pc:docMk/>
            <pc:sldMk cId="1353059238" sldId="5614"/>
            <ac:spMk id="18" creationId="{FA82771C-DD33-4D7B-863C-CEC28C9AF7C3}"/>
          </ac:spMkLst>
        </pc:spChg>
        <pc:spChg chg="add mod">
          <ac:chgData name="Ken Popkin" userId="3c94c39e-c43b-4805-99ab-8da17777f1ac" providerId="ADAL" clId="{9B55D31E-4E96-4040-AF81-B6B894924DD9}" dt="2021-04-28T00:53:27.815" v="4572" actId="164"/>
          <ac:spMkLst>
            <pc:docMk/>
            <pc:sldMk cId="1353059238" sldId="5614"/>
            <ac:spMk id="19" creationId="{1672C65B-8837-4F6E-9651-CAC4D54296AB}"/>
          </ac:spMkLst>
        </pc:spChg>
        <pc:spChg chg="add mod">
          <ac:chgData name="Ken Popkin" userId="3c94c39e-c43b-4805-99ab-8da17777f1ac" providerId="ADAL" clId="{9B55D31E-4E96-4040-AF81-B6B894924DD9}" dt="2021-04-28T00:53:27.815" v="4572" actId="164"/>
          <ac:spMkLst>
            <pc:docMk/>
            <pc:sldMk cId="1353059238" sldId="5614"/>
            <ac:spMk id="20" creationId="{910674F7-E00C-4A5D-BD23-D73144753854}"/>
          </ac:spMkLst>
        </pc:spChg>
        <pc:spChg chg="add mod">
          <ac:chgData name="Ken Popkin" userId="3c94c39e-c43b-4805-99ab-8da17777f1ac" providerId="ADAL" clId="{9B55D31E-4E96-4040-AF81-B6B894924DD9}" dt="2021-04-28T00:53:27.815" v="4572" actId="164"/>
          <ac:spMkLst>
            <pc:docMk/>
            <pc:sldMk cId="1353059238" sldId="5614"/>
            <ac:spMk id="21" creationId="{ED01954D-66FF-42E5-BB00-A36555E51650}"/>
          </ac:spMkLst>
        </pc:spChg>
        <pc:spChg chg="add mod">
          <ac:chgData name="Ken Popkin" userId="3c94c39e-c43b-4805-99ab-8da17777f1ac" providerId="ADAL" clId="{9B55D31E-4E96-4040-AF81-B6B894924DD9}" dt="2021-04-28T00:53:27.815" v="4572" actId="164"/>
          <ac:spMkLst>
            <pc:docMk/>
            <pc:sldMk cId="1353059238" sldId="5614"/>
            <ac:spMk id="22" creationId="{2D2FFC58-3DDB-4595-B490-5B99D9FBA643}"/>
          </ac:spMkLst>
        </pc:spChg>
        <pc:spChg chg="add mod">
          <ac:chgData name="Ken Popkin" userId="3c94c39e-c43b-4805-99ab-8da17777f1ac" providerId="ADAL" clId="{9B55D31E-4E96-4040-AF81-B6B894924DD9}" dt="2021-04-28T00:53:27.815" v="4572" actId="164"/>
          <ac:spMkLst>
            <pc:docMk/>
            <pc:sldMk cId="1353059238" sldId="5614"/>
            <ac:spMk id="23" creationId="{81B53148-3DDB-416B-91F6-2902EA6CB8ED}"/>
          </ac:spMkLst>
        </pc:spChg>
        <pc:spChg chg="add mod">
          <ac:chgData name="Ken Popkin" userId="3c94c39e-c43b-4805-99ab-8da17777f1ac" providerId="ADAL" clId="{9B55D31E-4E96-4040-AF81-B6B894924DD9}" dt="2021-04-28T00:53:27.815" v="4572" actId="164"/>
          <ac:spMkLst>
            <pc:docMk/>
            <pc:sldMk cId="1353059238" sldId="5614"/>
            <ac:spMk id="24" creationId="{6BAB99E3-6F4E-48F6-A55D-8A5B93AF5758}"/>
          </ac:spMkLst>
        </pc:spChg>
        <pc:spChg chg="add mod">
          <ac:chgData name="Ken Popkin" userId="3c94c39e-c43b-4805-99ab-8da17777f1ac" providerId="ADAL" clId="{9B55D31E-4E96-4040-AF81-B6B894924DD9}" dt="2021-04-28T00:53:27.815" v="4572" actId="164"/>
          <ac:spMkLst>
            <pc:docMk/>
            <pc:sldMk cId="1353059238" sldId="5614"/>
            <ac:spMk id="25" creationId="{5EF3AE1E-2D8C-4FA4-BB0E-84D1CA1CEEE3}"/>
          </ac:spMkLst>
        </pc:spChg>
        <pc:spChg chg="add mod">
          <ac:chgData name="Ken Popkin" userId="3c94c39e-c43b-4805-99ab-8da17777f1ac" providerId="ADAL" clId="{9B55D31E-4E96-4040-AF81-B6B894924DD9}" dt="2021-04-28T00:53:27.815" v="4572" actId="164"/>
          <ac:spMkLst>
            <pc:docMk/>
            <pc:sldMk cId="1353059238" sldId="5614"/>
            <ac:spMk id="26" creationId="{F0009671-0AF0-4B99-9216-2C0358DB3749}"/>
          </ac:spMkLst>
        </pc:spChg>
        <pc:spChg chg="add del mod">
          <ac:chgData name="Ken Popkin" userId="3c94c39e-c43b-4805-99ab-8da17777f1ac" providerId="ADAL" clId="{9B55D31E-4E96-4040-AF81-B6B894924DD9}" dt="2021-04-27T23:07:26.740" v="364" actId="478"/>
          <ac:spMkLst>
            <pc:docMk/>
            <pc:sldMk cId="1353059238" sldId="5614"/>
            <ac:spMk id="27" creationId="{3CDEAE1F-7FFA-492D-BB9B-15087C042F55}"/>
          </ac:spMkLst>
        </pc:spChg>
        <pc:spChg chg="add mod">
          <ac:chgData name="Ken Popkin" userId="3c94c39e-c43b-4805-99ab-8da17777f1ac" providerId="ADAL" clId="{9B55D31E-4E96-4040-AF81-B6B894924DD9}" dt="2021-04-28T00:53:27.815" v="4572" actId="164"/>
          <ac:spMkLst>
            <pc:docMk/>
            <pc:sldMk cId="1353059238" sldId="5614"/>
            <ac:spMk id="28" creationId="{FD09FB08-AC31-401C-A9FD-F636CAA73FDD}"/>
          </ac:spMkLst>
        </pc:spChg>
        <pc:spChg chg="add mod">
          <ac:chgData name="Ken Popkin" userId="3c94c39e-c43b-4805-99ab-8da17777f1ac" providerId="ADAL" clId="{9B55D31E-4E96-4040-AF81-B6B894924DD9}" dt="2021-04-28T00:53:27.815" v="4572" actId="164"/>
          <ac:spMkLst>
            <pc:docMk/>
            <pc:sldMk cId="1353059238" sldId="5614"/>
            <ac:spMk id="29" creationId="{2D94E9DC-F18E-460E-89FA-96B0353FA16E}"/>
          </ac:spMkLst>
        </pc:spChg>
        <pc:spChg chg="add mod">
          <ac:chgData name="Ken Popkin" userId="3c94c39e-c43b-4805-99ab-8da17777f1ac" providerId="ADAL" clId="{9B55D31E-4E96-4040-AF81-B6B894924DD9}" dt="2021-04-28T00:53:36.634" v="4573" actId="164"/>
          <ac:spMkLst>
            <pc:docMk/>
            <pc:sldMk cId="1353059238" sldId="5614"/>
            <ac:spMk id="30" creationId="{307B9794-BD8A-47B4-959F-5C50A76D45A4}"/>
          </ac:spMkLst>
        </pc:spChg>
        <pc:spChg chg="add mod">
          <ac:chgData name="Ken Popkin" userId="3c94c39e-c43b-4805-99ab-8da17777f1ac" providerId="ADAL" clId="{9B55D31E-4E96-4040-AF81-B6B894924DD9}" dt="2021-04-27T23:16:51.806" v="505" actId="255"/>
          <ac:spMkLst>
            <pc:docMk/>
            <pc:sldMk cId="1353059238" sldId="5614"/>
            <ac:spMk id="31" creationId="{DA9B2D1F-E967-4066-A1AC-55DD5FEF6174}"/>
          </ac:spMkLst>
        </pc:spChg>
        <pc:spChg chg="add mod">
          <ac:chgData name="Ken Popkin" userId="3c94c39e-c43b-4805-99ab-8da17777f1ac" providerId="ADAL" clId="{9B55D31E-4E96-4040-AF81-B6B894924DD9}" dt="2021-04-27T23:16:51.806" v="505" actId="255"/>
          <ac:spMkLst>
            <pc:docMk/>
            <pc:sldMk cId="1353059238" sldId="5614"/>
            <ac:spMk id="32" creationId="{F8A8A146-3AB9-40F0-A1FA-017EDC28C70F}"/>
          </ac:spMkLst>
        </pc:spChg>
        <pc:spChg chg="mod">
          <ac:chgData name="Ken Popkin" userId="3c94c39e-c43b-4805-99ab-8da17777f1ac" providerId="ADAL" clId="{9B55D31E-4E96-4040-AF81-B6B894924DD9}" dt="2021-04-27T23:19:15.073" v="542"/>
          <ac:spMkLst>
            <pc:docMk/>
            <pc:sldMk cId="1353059238" sldId="5614"/>
            <ac:spMk id="35" creationId="{7569951E-77FB-419C-9A9A-A5AF922EE642}"/>
          </ac:spMkLst>
        </pc:spChg>
        <pc:spChg chg="mod">
          <ac:chgData name="Ken Popkin" userId="3c94c39e-c43b-4805-99ab-8da17777f1ac" providerId="ADAL" clId="{9B55D31E-4E96-4040-AF81-B6B894924DD9}" dt="2021-04-27T23:19:51.770" v="567" actId="20577"/>
          <ac:spMkLst>
            <pc:docMk/>
            <pc:sldMk cId="1353059238" sldId="5614"/>
            <ac:spMk id="36" creationId="{5398CCCC-2770-47AD-8BEE-2A0FCDE54B81}"/>
          </ac:spMkLst>
        </pc:spChg>
        <pc:spChg chg="add mod">
          <ac:chgData name="Ken Popkin" userId="3c94c39e-c43b-4805-99ab-8da17777f1ac" providerId="ADAL" clId="{9B55D31E-4E96-4040-AF81-B6B894924DD9}" dt="2021-04-28T00:53:36.634" v="4573" actId="164"/>
          <ac:spMkLst>
            <pc:docMk/>
            <pc:sldMk cId="1353059238" sldId="5614"/>
            <ac:spMk id="37" creationId="{CBB8BA7A-39CA-4E5B-ABEC-C84C49AC7958}"/>
          </ac:spMkLst>
        </pc:spChg>
        <pc:spChg chg="add mod">
          <ac:chgData name="Ken Popkin" userId="3c94c39e-c43b-4805-99ab-8da17777f1ac" providerId="ADAL" clId="{9B55D31E-4E96-4040-AF81-B6B894924DD9}" dt="2021-04-28T00:53:36.634" v="4573" actId="164"/>
          <ac:spMkLst>
            <pc:docMk/>
            <pc:sldMk cId="1353059238" sldId="5614"/>
            <ac:spMk id="38" creationId="{5B639EA0-B7D4-4675-8740-B4394FDEEEEA}"/>
          </ac:spMkLst>
        </pc:spChg>
        <pc:spChg chg="mod">
          <ac:chgData name="Ken Popkin" userId="3c94c39e-c43b-4805-99ab-8da17777f1ac" providerId="ADAL" clId="{9B55D31E-4E96-4040-AF81-B6B894924DD9}" dt="2021-04-27T23:21:20.762" v="599" actId="207"/>
          <ac:spMkLst>
            <pc:docMk/>
            <pc:sldMk cId="1353059238" sldId="5614"/>
            <ac:spMk id="40" creationId="{5F2F39F5-33F8-4FA3-ADC5-5B42818B8168}"/>
          </ac:spMkLst>
        </pc:spChg>
        <pc:spChg chg="mod">
          <ac:chgData name="Ken Popkin" userId="3c94c39e-c43b-4805-99ab-8da17777f1ac" providerId="ADAL" clId="{9B55D31E-4E96-4040-AF81-B6B894924DD9}" dt="2021-04-27T23:21:29.788" v="632" actId="6549"/>
          <ac:spMkLst>
            <pc:docMk/>
            <pc:sldMk cId="1353059238" sldId="5614"/>
            <ac:spMk id="41" creationId="{1E5ECCF8-CC11-4F83-B629-B40186244050}"/>
          </ac:spMkLst>
        </pc:spChg>
        <pc:spChg chg="add mod">
          <ac:chgData name="Ken Popkin" userId="3c94c39e-c43b-4805-99ab-8da17777f1ac" providerId="ADAL" clId="{9B55D31E-4E96-4040-AF81-B6B894924DD9}" dt="2021-04-28T00:53:36.634" v="4573" actId="164"/>
          <ac:spMkLst>
            <pc:docMk/>
            <pc:sldMk cId="1353059238" sldId="5614"/>
            <ac:spMk id="42" creationId="{417138D5-5AA8-47F8-9E9D-88C6CCCAF5E9}"/>
          </ac:spMkLst>
        </pc:spChg>
        <pc:spChg chg="add mod">
          <ac:chgData name="Ken Popkin" userId="3c94c39e-c43b-4805-99ab-8da17777f1ac" providerId="ADAL" clId="{9B55D31E-4E96-4040-AF81-B6B894924DD9}" dt="2021-04-28T00:53:36.634" v="4573" actId="164"/>
          <ac:spMkLst>
            <pc:docMk/>
            <pc:sldMk cId="1353059238" sldId="5614"/>
            <ac:spMk id="43" creationId="{FD804BA2-2C14-4E34-852B-232FE340C384}"/>
          </ac:spMkLst>
        </pc:spChg>
        <pc:grpChg chg="add mod">
          <ac:chgData name="Ken Popkin" userId="3c94c39e-c43b-4805-99ab-8da17777f1ac" providerId="ADAL" clId="{9B55D31E-4E96-4040-AF81-B6B894924DD9}" dt="2021-04-28T00:53:27.815" v="4572" actId="164"/>
          <ac:grpSpMkLst>
            <pc:docMk/>
            <pc:sldMk cId="1353059238" sldId="5614"/>
            <ac:grpSpMk id="33" creationId="{D16F0360-D556-40CE-A08A-90F2C319F059}"/>
          </ac:grpSpMkLst>
        </pc:grpChg>
        <pc:grpChg chg="add mod">
          <ac:chgData name="Ken Popkin" userId="3c94c39e-c43b-4805-99ab-8da17777f1ac" providerId="ADAL" clId="{9B55D31E-4E96-4040-AF81-B6B894924DD9}" dt="2021-04-28T00:53:36.634" v="4573" actId="164"/>
          <ac:grpSpMkLst>
            <pc:docMk/>
            <pc:sldMk cId="1353059238" sldId="5614"/>
            <ac:grpSpMk id="34" creationId="{E313B6D4-2614-4F2D-AEA8-94168A71A609}"/>
          </ac:grpSpMkLst>
        </pc:grpChg>
        <pc:grpChg chg="add mod">
          <ac:chgData name="Ken Popkin" userId="3c94c39e-c43b-4805-99ab-8da17777f1ac" providerId="ADAL" clId="{9B55D31E-4E96-4040-AF81-B6B894924DD9}" dt="2021-04-28T00:53:36.634" v="4573" actId="164"/>
          <ac:grpSpMkLst>
            <pc:docMk/>
            <pc:sldMk cId="1353059238" sldId="5614"/>
            <ac:grpSpMk id="39" creationId="{5BBFF2AB-49EB-4255-9091-0D8B29B19BDA}"/>
          </ac:grpSpMkLst>
        </pc:grpChg>
        <pc:grpChg chg="add mod">
          <ac:chgData name="Ken Popkin" userId="3c94c39e-c43b-4805-99ab-8da17777f1ac" providerId="ADAL" clId="{9B55D31E-4E96-4040-AF81-B6B894924DD9}" dt="2021-04-28T00:53:59.856" v="4669" actId="1037"/>
          <ac:grpSpMkLst>
            <pc:docMk/>
            <pc:sldMk cId="1353059238" sldId="5614"/>
            <ac:grpSpMk id="44" creationId="{12ACBD7F-73DB-4593-AC6A-C50D1C7BF448}"/>
          </ac:grpSpMkLst>
        </pc:grpChg>
        <pc:grpChg chg="add mod">
          <ac:chgData name="Ken Popkin" userId="3c94c39e-c43b-4805-99ab-8da17777f1ac" providerId="ADAL" clId="{9B55D31E-4E96-4040-AF81-B6B894924DD9}" dt="2021-04-28T00:53:59.856" v="4669" actId="1037"/>
          <ac:grpSpMkLst>
            <pc:docMk/>
            <pc:sldMk cId="1353059238" sldId="5614"/>
            <ac:grpSpMk id="45" creationId="{9DAD515C-47C0-40CE-B5BD-9DED085EA48C}"/>
          </ac:grpSpMkLst>
        </pc:grpChg>
        <pc:graphicFrameChg chg="add del mod modGraphic">
          <ac:chgData name="Ken Popkin" userId="3c94c39e-c43b-4805-99ab-8da17777f1ac" providerId="ADAL" clId="{9B55D31E-4E96-4040-AF81-B6B894924DD9}" dt="2021-04-27T23:06:08.414" v="361" actId="478"/>
          <ac:graphicFrameMkLst>
            <pc:docMk/>
            <pc:sldMk cId="1353059238" sldId="5614"/>
            <ac:graphicFrameMk id="7" creationId="{76C1E29D-72D9-4743-8457-6F84A888BBDB}"/>
          </ac:graphicFrameMkLst>
        </pc:graphicFrameChg>
        <pc:graphicFrameChg chg="add del mod">
          <ac:chgData name="Ken Popkin" userId="3c94c39e-c43b-4805-99ab-8da17777f1ac" providerId="ADAL" clId="{9B55D31E-4E96-4040-AF81-B6B894924DD9}" dt="2021-04-27T22:18:37.453" v="263" actId="478"/>
          <ac:graphicFrameMkLst>
            <pc:docMk/>
            <pc:sldMk cId="1353059238" sldId="5614"/>
            <ac:graphicFrameMk id="8" creationId="{C79F0885-63E1-46C1-A8B2-490075F86B5B}"/>
          </ac:graphicFrameMkLst>
        </pc:graphicFrameChg>
        <pc:graphicFrameChg chg="add del mod modGraphic">
          <ac:chgData name="Ken Popkin" userId="3c94c39e-c43b-4805-99ab-8da17777f1ac" providerId="ADAL" clId="{9B55D31E-4E96-4040-AF81-B6B894924DD9}" dt="2021-04-27T23:06:08.414" v="361" actId="478"/>
          <ac:graphicFrameMkLst>
            <pc:docMk/>
            <pc:sldMk cId="1353059238" sldId="5614"/>
            <ac:graphicFrameMk id="10" creationId="{4E316EC5-737B-40D0-9970-E75A9C6222D0}"/>
          </ac:graphicFrameMkLst>
        </pc:graphicFrameChg>
      </pc:sldChg>
      <pc:sldChg chg="del ord">
        <pc:chgData name="Ken Popkin" userId="3c94c39e-c43b-4805-99ab-8da17777f1ac" providerId="ADAL" clId="{9B55D31E-4E96-4040-AF81-B6B894924DD9}" dt="2021-04-28T00:54:50.242" v="4671" actId="47"/>
        <pc:sldMkLst>
          <pc:docMk/>
          <pc:sldMk cId="2678786716" sldId="2142532606"/>
        </pc:sldMkLst>
      </pc:sldChg>
      <pc:sldChg chg="del">
        <pc:chgData name="Ken Popkin" userId="3c94c39e-c43b-4805-99ab-8da17777f1ac" providerId="ADAL" clId="{9B55D31E-4E96-4040-AF81-B6B894924DD9}" dt="2021-04-28T00:31:14.505" v="3653" actId="47"/>
        <pc:sldMkLst>
          <pc:docMk/>
          <pc:sldMk cId="400269162" sldId="2142532640"/>
        </pc:sldMkLst>
      </pc:sldChg>
      <pc:sldChg chg="del">
        <pc:chgData name="Ken Popkin" userId="3c94c39e-c43b-4805-99ab-8da17777f1ac" providerId="ADAL" clId="{9B55D31E-4E96-4040-AF81-B6B894924DD9}" dt="2021-04-28T00:31:11.221" v="3652" actId="47"/>
        <pc:sldMkLst>
          <pc:docMk/>
          <pc:sldMk cId="2130153696" sldId="2146845973"/>
        </pc:sldMkLst>
      </pc:sldChg>
      <pc:sldChg chg="add del">
        <pc:chgData name="Ken Popkin" userId="3c94c39e-c43b-4805-99ab-8da17777f1ac" providerId="ADAL" clId="{9B55D31E-4E96-4040-AF81-B6B894924DD9}" dt="2021-04-28T00:31:54.740" v="3656" actId="47"/>
        <pc:sldMkLst>
          <pc:docMk/>
          <pc:sldMk cId="3445609876" sldId="2146845976"/>
        </pc:sldMkLst>
      </pc:sldChg>
      <pc:sldChg chg="add del">
        <pc:chgData name="Ken Popkin" userId="3c94c39e-c43b-4805-99ab-8da17777f1ac" providerId="ADAL" clId="{9B55D31E-4E96-4040-AF81-B6B894924DD9}" dt="2021-04-28T00:54:54.148" v="4672" actId="47"/>
        <pc:sldMkLst>
          <pc:docMk/>
          <pc:sldMk cId="1161169406" sldId="2146845981"/>
        </pc:sldMkLst>
      </pc:sldChg>
      <pc:sldChg chg="add del">
        <pc:chgData name="Ken Popkin" userId="3c94c39e-c43b-4805-99ab-8da17777f1ac" providerId="ADAL" clId="{9B55D31E-4E96-4040-AF81-B6B894924DD9}" dt="2021-04-28T00:31:57.716" v="3657" actId="47"/>
        <pc:sldMkLst>
          <pc:docMk/>
          <pc:sldMk cId="207730898" sldId="2146845982"/>
        </pc:sldMkLst>
      </pc:sldChg>
      <pc:sldChg chg="add del">
        <pc:chgData name="Ken Popkin" userId="3c94c39e-c43b-4805-99ab-8da17777f1ac" providerId="ADAL" clId="{9B55D31E-4E96-4040-AF81-B6B894924DD9}" dt="2021-04-28T00:32:13.102" v="3670" actId="47"/>
        <pc:sldMkLst>
          <pc:docMk/>
          <pc:sldMk cId="1510712340" sldId="2146845983"/>
        </pc:sldMkLst>
      </pc:sldChg>
      <pc:sldChg chg="del ord">
        <pc:chgData name="Ken Popkin" userId="3c94c39e-c43b-4805-99ab-8da17777f1ac" providerId="ADAL" clId="{9B55D31E-4E96-4040-AF81-B6B894924DD9}" dt="2021-04-28T00:54:55.031" v="4673" actId="47"/>
        <pc:sldMkLst>
          <pc:docMk/>
          <pc:sldMk cId="1395122171" sldId="2146845984"/>
        </pc:sldMkLst>
      </pc:sldChg>
      <pc:sldChg chg="del">
        <pc:chgData name="Ken Popkin" userId="3c94c39e-c43b-4805-99ab-8da17777f1ac" providerId="ADAL" clId="{9B55D31E-4E96-4040-AF81-B6B894924DD9}" dt="2021-04-28T00:31:08.755" v="3649" actId="47"/>
        <pc:sldMkLst>
          <pc:docMk/>
          <pc:sldMk cId="52130966" sldId="2146845985"/>
        </pc:sldMkLst>
      </pc:sldChg>
      <pc:sldChg chg="del ord">
        <pc:chgData name="Ken Popkin" userId="3c94c39e-c43b-4805-99ab-8da17777f1ac" providerId="ADAL" clId="{9B55D31E-4E96-4040-AF81-B6B894924DD9}" dt="2021-04-28T00:54:49.191" v="4670" actId="47"/>
        <pc:sldMkLst>
          <pc:docMk/>
          <pc:sldMk cId="1690488660" sldId="2146845986"/>
        </pc:sldMkLst>
      </pc:sldChg>
      <pc:sldChg chg="del">
        <pc:chgData name="Ken Popkin" userId="3c94c39e-c43b-4805-99ab-8da17777f1ac" providerId="ADAL" clId="{9B55D31E-4E96-4040-AF81-B6B894924DD9}" dt="2021-04-28T00:31:09.587" v="3650" actId="47"/>
        <pc:sldMkLst>
          <pc:docMk/>
          <pc:sldMk cId="3812753414" sldId="2146845989"/>
        </pc:sldMkLst>
      </pc:sldChg>
      <pc:sldChg chg="del">
        <pc:chgData name="Ken Popkin" userId="3c94c39e-c43b-4805-99ab-8da17777f1ac" providerId="ADAL" clId="{9B55D31E-4E96-4040-AF81-B6B894924DD9}" dt="2021-04-28T00:31:10.521" v="3651" actId="47"/>
        <pc:sldMkLst>
          <pc:docMk/>
          <pc:sldMk cId="3787782999" sldId="2146845990"/>
        </pc:sldMkLst>
      </pc:sldChg>
      <pc:sldChg chg="add del">
        <pc:chgData name="Ken Popkin" userId="3c94c39e-c43b-4805-99ab-8da17777f1ac" providerId="ADAL" clId="{9B55D31E-4E96-4040-AF81-B6B894924DD9}" dt="2021-04-28T00:32:14.319" v="3671" actId="47"/>
        <pc:sldMkLst>
          <pc:docMk/>
          <pc:sldMk cId="2657179508" sldId="2146845992"/>
        </pc:sldMkLst>
      </pc:sldChg>
      <pc:sldChg chg="modSp mod">
        <pc:chgData name="Ken Popkin" userId="3c94c39e-c43b-4805-99ab-8da17777f1ac" providerId="ADAL" clId="{9B55D31E-4E96-4040-AF81-B6B894924DD9}" dt="2021-04-27T21:51:42.511" v="57" actId="20577"/>
        <pc:sldMkLst>
          <pc:docMk/>
          <pc:sldMk cId="3174375058" sldId="2146845993"/>
        </pc:sldMkLst>
        <pc:spChg chg="mod">
          <ac:chgData name="Ken Popkin" userId="3c94c39e-c43b-4805-99ab-8da17777f1ac" providerId="ADAL" clId="{9B55D31E-4E96-4040-AF81-B6B894924DD9}" dt="2021-04-27T21:51:42.511" v="57" actId="20577"/>
          <ac:spMkLst>
            <pc:docMk/>
            <pc:sldMk cId="3174375058" sldId="2146845993"/>
            <ac:spMk id="20" creationId="{D7600C1D-FE18-409B-A5EC-8F22555E5588}"/>
          </ac:spMkLst>
        </pc:spChg>
      </pc:sldChg>
      <pc:sldChg chg="del ord">
        <pc:chgData name="Ken Popkin" userId="3c94c39e-c43b-4805-99ab-8da17777f1ac" providerId="ADAL" clId="{9B55D31E-4E96-4040-AF81-B6B894924DD9}" dt="2021-04-28T00:54:57.487" v="4674" actId="47"/>
        <pc:sldMkLst>
          <pc:docMk/>
          <pc:sldMk cId="2117334497" sldId="2146845995"/>
        </pc:sldMkLst>
      </pc:sldChg>
      <pc:sldChg chg="add del">
        <pc:chgData name="Ken Popkin" userId="3c94c39e-c43b-4805-99ab-8da17777f1ac" providerId="ADAL" clId="{9B55D31E-4E96-4040-AF81-B6B894924DD9}" dt="2021-04-28T00:32:03.503" v="3663" actId="47"/>
        <pc:sldMkLst>
          <pc:docMk/>
          <pc:sldMk cId="4257869422" sldId="2146845997"/>
        </pc:sldMkLst>
      </pc:sldChg>
      <pc:sldChg chg="add del">
        <pc:chgData name="Ken Popkin" userId="3c94c39e-c43b-4805-99ab-8da17777f1ac" providerId="ADAL" clId="{9B55D31E-4E96-4040-AF81-B6B894924DD9}" dt="2021-04-28T00:32:07.187" v="3667" actId="47"/>
        <pc:sldMkLst>
          <pc:docMk/>
          <pc:sldMk cId="340949598" sldId="2146845998"/>
        </pc:sldMkLst>
      </pc:sldChg>
      <pc:sldChg chg="del">
        <pc:chgData name="Ken Popkin" userId="3c94c39e-c43b-4805-99ab-8da17777f1ac" providerId="ADAL" clId="{9B55D31E-4E96-4040-AF81-B6B894924DD9}" dt="2021-04-28T00:30:55.303" v="3646" actId="47"/>
        <pc:sldMkLst>
          <pc:docMk/>
          <pc:sldMk cId="716058420" sldId="2146846000"/>
        </pc:sldMkLst>
      </pc:sldChg>
      <pc:sldChg chg="add del">
        <pc:chgData name="Ken Popkin" userId="3c94c39e-c43b-4805-99ab-8da17777f1ac" providerId="ADAL" clId="{9B55D31E-4E96-4040-AF81-B6B894924DD9}" dt="2021-04-28T00:32:11.319" v="3669" actId="47"/>
        <pc:sldMkLst>
          <pc:docMk/>
          <pc:sldMk cId="1935880369" sldId="2146846002"/>
        </pc:sldMkLst>
      </pc:sldChg>
      <pc:sldChg chg="del">
        <pc:chgData name="Ken Popkin" userId="3c94c39e-c43b-4805-99ab-8da17777f1ac" providerId="ADAL" clId="{9B55D31E-4E96-4040-AF81-B6B894924DD9}" dt="2021-04-28T00:30:59.926" v="3647" actId="47"/>
        <pc:sldMkLst>
          <pc:docMk/>
          <pc:sldMk cId="2361233300" sldId="2146846004"/>
        </pc:sldMkLst>
      </pc:sldChg>
      <pc:sldChg chg="del">
        <pc:chgData name="Ken Popkin" userId="3c94c39e-c43b-4805-99ab-8da17777f1ac" providerId="ADAL" clId="{9B55D31E-4E96-4040-AF81-B6B894924DD9}" dt="2021-04-28T00:31:01.120" v="3648" actId="47"/>
        <pc:sldMkLst>
          <pc:docMk/>
          <pc:sldMk cId="1920503962" sldId="2146846005"/>
        </pc:sldMkLst>
      </pc:sldChg>
      <pc:sldChg chg="add del">
        <pc:chgData name="Ken Popkin" userId="3c94c39e-c43b-4805-99ab-8da17777f1ac" providerId="ADAL" clId="{9B55D31E-4E96-4040-AF81-B6B894924DD9}" dt="2021-04-28T00:32:18.109" v="3672" actId="47"/>
        <pc:sldMkLst>
          <pc:docMk/>
          <pc:sldMk cId="4290718314" sldId="2146846006"/>
        </pc:sldMkLst>
      </pc:sldChg>
      <pc:sldChg chg="add del">
        <pc:chgData name="Ken Popkin" userId="3c94c39e-c43b-4805-99ab-8da17777f1ac" providerId="ADAL" clId="{9B55D31E-4E96-4040-AF81-B6B894924DD9}" dt="2021-04-28T00:31:58.820" v="3658" actId="47"/>
        <pc:sldMkLst>
          <pc:docMk/>
          <pc:sldMk cId="1206519219" sldId="2146846007"/>
        </pc:sldMkLst>
      </pc:sldChg>
      <pc:sldChg chg="add del">
        <pc:chgData name="Ken Popkin" userId="3c94c39e-c43b-4805-99ab-8da17777f1ac" providerId="ADAL" clId="{9B55D31E-4E96-4040-AF81-B6B894924DD9}" dt="2021-04-28T00:31:59.800" v="3659" actId="47"/>
        <pc:sldMkLst>
          <pc:docMk/>
          <pc:sldMk cId="4259389883" sldId="2146846008"/>
        </pc:sldMkLst>
      </pc:sldChg>
      <pc:sldChg chg="add del">
        <pc:chgData name="Ken Popkin" userId="3c94c39e-c43b-4805-99ab-8da17777f1ac" providerId="ADAL" clId="{9B55D31E-4E96-4040-AF81-B6B894924DD9}" dt="2021-04-28T00:32:02.572" v="3662" actId="47"/>
        <pc:sldMkLst>
          <pc:docMk/>
          <pc:sldMk cId="2197517037" sldId="2146846009"/>
        </pc:sldMkLst>
      </pc:sldChg>
      <pc:sldChg chg="add del">
        <pc:chgData name="Ken Popkin" userId="3c94c39e-c43b-4805-99ab-8da17777f1ac" providerId="ADAL" clId="{9B55D31E-4E96-4040-AF81-B6B894924DD9}" dt="2021-04-28T00:32:01.744" v="3661" actId="47"/>
        <pc:sldMkLst>
          <pc:docMk/>
          <pc:sldMk cId="3966972729" sldId="2146846010"/>
        </pc:sldMkLst>
      </pc:sldChg>
      <pc:sldChg chg="add del">
        <pc:chgData name="Ken Popkin" userId="3c94c39e-c43b-4805-99ab-8da17777f1ac" providerId="ADAL" clId="{9B55D31E-4E96-4040-AF81-B6B894924DD9}" dt="2021-04-28T00:32:00.795" v="3660" actId="47"/>
        <pc:sldMkLst>
          <pc:docMk/>
          <pc:sldMk cId="3509810418" sldId="2146846011"/>
        </pc:sldMkLst>
      </pc:sldChg>
      <pc:sldChg chg="addSp delSp modSp add mod setBg delDesignElem">
        <pc:chgData name="Ken Popkin" userId="3c94c39e-c43b-4805-99ab-8da17777f1ac" providerId="ADAL" clId="{9B55D31E-4E96-4040-AF81-B6B894924DD9}" dt="2021-04-27T22:59:47.125" v="344" actId="20577"/>
        <pc:sldMkLst>
          <pc:docMk/>
          <pc:sldMk cId="2181594307" sldId="2146846012"/>
        </pc:sldMkLst>
        <pc:spChg chg="add del mod">
          <ac:chgData name="Ken Popkin" userId="3c94c39e-c43b-4805-99ab-8da17777f1ac" providerId="ADAL" clId="{9B55D31E-4E96-4040-AF81-B6B894924DD9}" dt="2021-04-27T22:05:04.206" v="81" actId="478"/>
          <ac:spMkLst>
            <pc:docMk/>
            <pc:sldMk cId="2181594307" sldId="2146846012"/>
            <ac:spMk id="4" creationId="{31B24C8C-7BE2-44C7-AFD5-504FD4E3259D}"/>
          </ac:spMkLst>
        </pc:spChg>
        <pc:spChg chg="del">
          <ac:chgData name="Ken Popkin" userId="3c94c39e-c43b-4805-99ab-8da17777f1ac" providerId="ADAL" clId="{9B55D31E-4E96-4040-AF81-B6B894924DD9}" dt="2021-04-27T22:04:50.665" v="76" actId="478"/>
          <ac:spMkLst>
            <pc:docMk/>
            <pc:sldMk cId="2181594307" sldId="2146846012"/>
            <ac:spMk id="7" creationId="{4D5EBFA6-FE30-48EC-9D92-EBC84E0AFFB3}"/>
          </ac:spMkLst>
        </pc:spChg>
        <pc:spChg chg="del">
          <ac:chgData name="Ken Popkin" userId="3c94c39e-c43b-4805-99ab-8da17777f1ac" providerId="ADAL" clId="{9B55D31E-4E96-4040-AF81-B6B894924DD9}" dt="2021-04-27T22:05:14.562" v="85" actId="478"/>
          <ac:spMkLst>
            <pc:docMk/>
            <pc:sldMk cId="2181594307" sldId="2146846012"/>
            <ac:spMk id="20" creationId="{D7600C1D-FE18-409B-A5EC-8F22555E5588}"/>
          </ac:spMkLst>
        </pc:spChg>
        <pc:spChg chg="add del mod">
          <ac:chgData name="Ken Popkin" userId="3c94c39e-c43b-4805-99ab-8da17777f1ac" providerId="ADAL" clId="{9B55D31E-4E96-4040-AF81-B6B894924DD9}" dt="2021-04-27T22:14:43.071" v="249" actId="115"/>
          <ac:spMkLst>
            <pc:docMk/>
            <pc:sldMk cId="2181594307" sldId="2146846012"/>
            <ac:spMk id="22" creationId="{9A8B1FB0-5FD7-4ED3-B4D2-D9B3CEC714EA}"/>
          </ac:spMkLst>
        </pc:spChg>
        <pc:spChg chg="add del mod">
          <ac:chgData name="Ken Popkin" userId="3c94c39e-c43b-4805-99ab-8da17777f1ac" providerId="ADAL" clId="{9B55D31E-4E96-4040-AF81-B6B894924DD9}" dt="2021-04-27T22:06:09.873" v="92" actId="478"/>
          <ac:spMkLst>
            <pc:docMk/>
            <pc:sldMk cId="2181594307" sldId="2146846012"/>
            <ac:spMk id="25" creationId="{D9FB875A-9FA7-4A98-AEEF-00FEBC8B4122}"/>
          </ac:spMkLst>
        </pc:spChg>
        <pc:spChg chg="add del mod">
          <ac:chgData name="Ken Popkin" userId="3c94c39e-c43b-4805-99ab-8da17777f1ac" providerId="ADAL" clId="{9B55D31E-4E96-4040-AF81-B6B894924DD9}" dt="2021-04-27T22:07:02.833" v="106" actId="478"/>
          <ac:spMkLst>
            <pc:docMk/>
            <pc:sldMk cId="2181594307" sldId="2146846012"/>
            <ac:spMk id="26" creationId="{16966280-3C56-48A4-B29C-88DAD8BFFEC3}"/>
          </ac:spMkLst>
        </pc:spChg>
        <pc:spChg chg="add del mod">
          <ac:chgData name="Ken Popkin" userId="3c94c39e-c43b-4805-99ab-8da17777f1ac" providerId="ADAL" clId="{9B55D31E-4E96-4040-AF81-B6B894924DD9}" dt="2021-04-27T22:59:47.125" v="344" actId="20577"/>
          <ac:spMkLst>
            <pc:docMk/>
            <pc:sldMk cId="2181594307" sldId="2146846012"/>
            <ac:spMk id="27" creationId="{4677ACB4-1CAA-4A1B-BA3B-8FBC864CD441}"/>
          </ac:spMkLst>
        </pc:spChg>
        <pc:spChg chg="del">
          <ac:chgData name="Ken Popkin" userId="3c94c39e-c43b-4805-99ab-8da17777f1ac" providerId="ADAL" clId="{9B55D31E-4E96-4040-AF81-B6B894924DD9}" dt="2021-04-27T22:03:26.644" v="59"/>
          <ac:spMkLst>
            <pc:docMk/>
            <pc:sldMk cId="2181594307" sldId="2146846012"/>
            <ac:spMk id="32" creationId="{07322A9E-F1EC-405E-8971-BA906EFFCCB8}"/>
          </ac:spMkLst>
        </pc:spChg>
        <pc:spChg chg="del">
          <ac:chgData name="Ken Popkin" userId="3c94c39e-c43b-4805-99ab-8da17777f1ac" providerId="ADAL" clId="{9B55D31E-4E96-4040-AF81-B6B894924DD9}" dt="2021-04-27T22:05:12.294" v="84" actId="478"/>
          <ac:spMkLst>
            <pc:docMk/>
            <pc:sldMk cId="2181594307" sldId="2146846012"/>
            <ac:spMk id="33" creationId="{9EDDD0E6-ECD0-4F1F-8B7C-A22D3FF8F221}"/>
          </ac:spMkLst>
        </pc:spChg>
        <pc:spChg chg="del">
          <ac:chgData name="Ken Popkin" userId="3c94c39e-c43b-4805-99ab-8da17777f1ac" providerId="ADAL" clId="{9B55D31E-4E96-4040-AF81-B6B894924DD9}" dt="2021-04-27T22:03:26.644" v="59"/>
          <ac:spMkLst>
            <pc:docMk/>
            <pc:sldMk cId="2181594307" sldId="2146846012"/>
            <ac:spMk id="34" creationId="{A5704422-1118-4FD1-95AD-29A064EB80D9}"/>
          </ac:spMkLst>
        </pc:spChg>
        <pc:spChg chg="del">
          <ac:chgData name="Ken Popkin" userId="3c94c39e-c43b-4805-99ab-8da17777f1ac" providerId="ADAL" clId="{9B55D31E-4E96-4040-AF81-B6B894924DD9}" dt="2021-04-27T22:03:26.644" v="59"/>
          <ac:spMkLst>
            <pc:docMk/>
            <pc:sldMk cId="2181594307" sldId="2146846012"/>
            <ac:spMk id="36" creationId="{A88B2AAA-B805-498E-A9E6-98B885855498}"/>
          </ac:spMkLst>
        </pc:spChg>
        <pc:spChg chg="del">
          <ac:chgData name="Ken Popkin" userId="3c94c39e-c43b-4805-99ab-8da17777f1ac" providerId="ADAL" clId="{9B55D31E-4E96-4040-AF81-B6B894924DD9}" dt="2021-04-27T22:03:26.644" v="59"/>
          <ac:spMkLst>
            <pc:docMk/>
            <pc:sldMk cId="2181594307" sldId="2146846012"/>
            <ac:spMk id="38" creationId="{9B8051E0-19D7-43E1-BFD9-E6DBFEB3A3F1}"/>
          </ac:spMkLst>
        </pc:spChg>
        <pc:spChg chg="del">
          <ac:chgData name="Ken Popkin" userId="3c94c39e-c43b-4805-99ab-8da17777f1ac" providerId="ADAL" clId="{9B55D31E-4E96-4040-AF81-B6B894924DD9}" dt="2021-04-27T22:03:26.644" v="59"/>
          <ac:spMkLst>
            <pc:docMk/>
            <pc:sldMk cId="2181594307" sldId="2146846012"/>
            <ac:spMk id="40" creationId="{4EDB2B02-86A2-46F5-A4BE-B7D9B10411D6}"/>
          </ac:spMkLst>
        </pc:spChg>
        <pc:spChg chg="del">
          <ac:chgData name="Ken Popkin" userId="3c94c39e-c43b-4805-99ab-8da17777f1ac" providerId="ADAL" clId="{9B55D31E-4E96-4040-AF81-B6B894924DD9}" dt="2021-04-27T22:03:26.644" v="59"/>
          <ac:spMkLst>
            <pc:docMk/>
            <pc:sldMk cId="2181594307" sldId="2146846012"/>
            <ac:spMk id="42" creationId="{43954639-FB5D-41F4-9560-6F6DFE778425}"/>
          </ac:spMkLst>
        </pc:spChg>
        <pc:spChg chg="del">
          <ac:chgData name="Ken Popkin" userId="3c94c39e-c43b-4805-99ab-8da17777f1ac" providerId="ADAL" clId="{9B55D31E-4E96-4040-AF81-B6B894924DD9}" dt="2021-04-27T22:03:26.644" v="59"/>
          <ac:spMkLst>
            <pc:docMk/>
            <pc:sldMk cId="2181594307" sldId="2146846012"/>
            <ac:spMk id="44" creationId="{E898931C-0323-41FA-A036-20F818B1FF81}"/>
          </ac:spMkLst>
        </pc:spChg>
        <pc:spChg chg="del">
          <ac:chgData name="Ken Popkin" userId="3c94c39e-c43b-4805-99ab-8da17777f1ac" providerId="ADAL" clId="{9B55D31E-4E96-4040-AF81-B6B894924DD9}" dt="2021-04-27T22:03:26.644" v="59"/>
          <ac:spMkLst>
            <pc:docMk/>
            <pc:sldMk cId="2181594307" sldId="2146846012"/>
            <ac:spMk id="46" creationId="{89AFE9DD-0792-4B98-B4EB-97ACA17E6AA8}"/>
          </ac:spMkLst>
        </pc:spChg>
        <pc:spChg chg="del">
          <ac:chgData name="Ken Popkin" userId="3c94c39e-c43b-4805-99ab-8da17777f1ac" providerId="ADAL" clId="{9B55D31E-4E96-4040-AF81-B6B894924DD9}" dt="2021-04-27T22:03:26.644" v="59"/>
          <ac:spMkLst>
            <pc:docMk/>
            <pc:sldMk cId="2181594307" sldId="2146846012"/>
            <ac:spMk id="48" creationId="{3981F5C4-9AE1-404E-AF44-A4E6DB374F9D}"/>
          </ac:spMkLst>
        </pc:spChg>
        <pc:spChg chg="del">
          <ac:chgData name="Ken Popkin" userId="3c94c39e-c43b-4805-99ab-8da17777f1ac" providerId="ADAL" clId="{9B55D31E-4E96-4040-AF81-B6B894924DD9}" dt="2021-04-27T22:03:26.644" v="59"/>
          <ac:spMkLst>
            <pc:docMk/>
            <pc:sldMk cId="2181594307" sldId="2146846012"/>
            <ac:spMk id="50" creationId="{763C1781-8726-4FAC-8C45-FF40376BE409}"/>
          </ac:spMkLst>
        </pc:spChg>
        <pc:spChg chg="del">
          <ac:chgData name="Ken Popkin" userId="3c94c39e-c43b-4805-99ab-8da17777f1ac" providerId="ADAL" clId="{9B55D31E-4E96-4040-AF81-B6B894924DD9}" dt="2021-04-27T22:03:26.644" v="59"/>
          <ac:spMkLst>
            <pc:docMk/>
            <pc:sldMk cId="2181594307" sldId="2146846012"/>
            <ac:spMk id="52" creationId="{301491B5-56C7-43DC-A3D9-861EECCA056A}"/>
          </ac:spMkLst>
        </pc:spChg>
        <pc:spChg chg="del">
          <ac:chgData name="Ken Popkin" userId="3c94c39e-c43b-4805-99ab-8da17777f1ac" providerId="ADAL" clId="{9B55D31E-4E96-4040-AF81-B6B894924DD9}" dt="2021-04-27T22:03:26.644" v="59"/>
          <ac:spMkLst>
            <pc:docMk/>
            <pc:sldMk cId="2181594307" sldId="2146846012"/>
            <ac:spMk id="54" creationId="{237E2353-22DF-46E0-A200-FB30F8F394E2}"/>
          </ac:spMkLst>
        </pc:spChg>
        <pc:spChg chg="del">
          <ac:chgData name="Ken Popkin" userId="3c94c39e-c43b-4805-99ab-8da17777f1ac" providerId="ADAL" clId="{9B55D31E-4E96-4040-AF81-B6B894924DD9}" dt="2021-04-27T22:03:26.644" v="59"/>
          <ac:spMkLst>
            <pc:docMk/>
            <pc:sldMk cId="2181594307" sldId="2146846012"/>
            <ac:spMk id="56" creationId="{DD6138DB-057B-45F7-A5F4-E7BFDA20D02C}"/>
          </ac:spMkLst>
        </pc:spChg>
        <pc:spChg chg="del">
          <ac:chgData name="Ken Popkin" userId="3c94c39e-c43b-4805-99ab-8da17777f1ac" providerId="ADAL" clId="{9B55D31E-4E96-4040-AF81-B6B894924DD9}" dt="2021-04-27T22:03:26.644" v="59"/>
          <ac:spMkLst>
            <pc:docMk/>
            <pc:sldMk cId="2181594307" sldId="2146846012"/>
            <ac:spMk id="58" creationId="{79A54AB1-B64F-4843-BFAB-81CB74E66B65}"/>
          </ac:spMkLst>
        </pc:spChg>
        <pc:grpChg chg="add mod">
          <ac:chgData name="Ken Popkin" userId="3c94c39e-c43b-4805-99ab-8da17777f1ac" providerId="ADAL" clId="{9B55D31E-4E96-4040-AF81-B6B894924DD9}" dt="2021-04-27T22:04:18.189" v="67" actId="1076"/>
          <ac:grpSpMkLst>
            <pc:docMk/>
            <pc:sldMk cId="2181594307" sldId="2146846012"/>
            <ac:grpSpMk id="2" creationId="{02F54182-7610-4C70-AAB1-DFD362509148}"/>
          </ac:grpSpMkLst>
        </pc:grpChg>
        <pc:picChg chg="mod">
          <ac:chgData name="Ken Popkin" userId="3c94c39e-c43b-4805-99ab-8da17777f1ac" providerId="ADAL" clId="{9B55D31E-4E96-4040-AF81-B6B894924DD9}" dt="2021-04-27T22:04:13.326" v="66" actId="164"/>
          <ac:picMkLst>
            <pc:docMk/>
            <pc:sldMk cId="2181594307" sldId="2146846012"/>
            <ac:picMk id="10" creationId="{C1189A9E-C709-4E25-ABC2-05D23AFA0383}"/>
          </ac:picMkLst>
        </pc:picChg>
        <pc:picChg chg="add mod">
          <ac:chgData name="Ken Popkin" userId="3c94c39e-c43b-4805-99ab-8da17777f1ac" providerId="ADAL" clId="{9B55D31E-4E96-4040-AF81-B6B894924DD9}" dt="2021-04-27T22:04:13.326" v="66" actId="164"/>
          <ac:picMkLst>
            <pc:docMk/>
            <pc:sldMk cId="2181594307" sldId="2146846012"/>
            <ac:picMk id="21" creationId="{CE7FE122-6D52-4E3E-A5AE-94A3EA02367C}"/>
          </ac:picMkLst>
        </pc:picChg>
      </pc:sldChg>
      <pc:sldChg chg="addSp delSp modSp add mod">
        <pc:chgData name="Ken Popkin" userId="3c94c39e-c43b-4805-99ab-8da17777f1ac" providerId="ADAL" clId="{9B55D31E-4E96-4040-AF81-B6B894924DD9}" dt="2021-04-28T00:13:26.167" v="2931" actId="20577"/>
        <pc:sldMkLst>
          <pc:docMk/>
          <pc:sldMk cId="511034043" sldId="2146846013"/>
        </pc:sldMkLst>
        <pc:spChg chg="mod">
          <ac:chgData name="Ken Popkin" userId="3c94c39e-c43b-4805-99ab-8da17777f1ac" providerId="ADAL" clId="{9B55D31E-4E96-4040-AF81-B6B894924DD9}" dt="2021-04-28T00:08:20.109" v="2710" actId="121"/>
          <ac:spMkLst>
            <pc:docMk/>
            <pc:sldMk cId="511034043" sldId="2146846013"/>
            <ac:spMk id="4" creationId="{FA8CCE2E-4E27-421F-B61B-BA79E1C45D4E}"/>
          </ac:spMkLst>
        </pc:spChg>
        <pc:spChg chg="del">
          <ac:chgData name="Ken Popkin" userId="3c94c39e-c43b-4805-99ab-8da17777f1ac" providerId="ADAL" clId="{9B55D31E-4E96-4040-AF81-B6B894924DD9}" dt="2021-04-27T23:26:02.495" v="717" actId="478"/>
          <ac:spMkLst>
            <pc:docMk/>
            <pc:sldMk cId="511034043" sldId="2146846013"/>
            <ac:spMk id="5" creationId="{1EC3ABA0-C5D3-4C47-A1D5-3FAE1CDE8FE8}"/>
          </ac:spMkLst>
        </pc:spChg>
        <pc:spChg chg="del">
          <ac:chgData name="Ken Popkin" userId="3c94c39e-c43b-4805-99ab-8da17777f1ac" providerId="ADAL" clId="{9B55D31E-4E96-4040-AF81-B6B894924DD9}" dt="2021-04-27T23:26:02.495" v="717" actId="478"/>
          <ac:spMkLst>
            <pc:docMk/>
            <pc:sldMk cId="511034043" sldId="2146846013"/>
            <ac:spMk id="19" creationId="{1672C65B-8837-4F6E-9651-CAC4D54296AB}"/>
          </ac:spMkLst>
        </pc:spChg>
        <pc:spChg chg="del">
          <ac:chgData name="Ken Popkin" userId="3c94c39e-c43b-4805-99ab-8da17777f1ac" providerId="ADAL" clId="{9B55D31E-4E96-4040-AF81-B6B894924DD9}" dt="2021-04-27T23:26:02.495" v="717" actId="478"/>
          <ac:spMkLst>
            <pc:docMk/>
            <pc:sldMk cId="511034043" sldId="2146846013"/>
            <ac:spMk id="20" creationId="{910674F7-E00C-4A5D-BD23-D73144753854}"/>
          </ac:spMkLst>
        </pc:spChg>
        <pc:spChg chg="del">
          <ac:chgData name="Ken Popkin" userId="3c94c39e-c43b-4805-99ab-8da17777f1ac" providerId="ADAL" clId="{9B55D31E-4E96-4040-AF81-B6B894924DD9}" dt="2021-04-27T23:26:02.495" v="717" actId="478"/>
          <ac:spMkLst>
            <pc:docMk/>
            <pc:sldMk cId="511034043" sldId="2146846013"/>
            <ac:spMk id="21" creationId="{ED01954D-66FF-42E5-BB00-A36555E51650}"/>
          </ac:spMkLst>
        </pc:spChg>
        <pc:spChg chg="del">
          <ac:chgData name="Ken Popkin" userId="3c94c39e-c43b-4805-99ab-8da17777f1ac" providerId="ADAL" clId="{9B55D31E-4E96-4040-AF81-B6B894924DD9}" dt="2021-04-27T23:26:02.495" v="717" actId="478"/>
          <ac:spMkLst>
            <pc:docMk/>
            <pc:sldMk cId="511034043" sldId="2146846013"/>
            <ac:spMk id="22" creationId="{2D2FFC58-3DDB-4595-B490-5B99D9FBA643}"/>
          </ac:spMkLst>
        </pc:spChg>
        <pc:spChg chg="del">
          <ac:chgData name="Ken Popkin" userId="3c94c39e-c43b-4805-99ab-8da17777f1ac" providerId="ADAL" clId="{9B55D31E-4E96-4040-AF81-B6B894924DD9}" dt="2021-04-27T23:26:02.495" v="717" actId="478"/>
          <ac:spMkLst>
            <pc:docMk/>
            <pc:sldMk cId="511034043" sldId="2146846013"/>
            <ac:spMk id="23" creationId="{81B53148-3DDB-416B-91F6-2902EA6CB8ED}"/>
          </ac:spMkLst>
        </pc:spChg>
        <pc:spChg chg="del">
          <ac:chgData name="Ken Popkin" userId="3c94c39e-c43b-4805-99ab-8da17777f1ac" providerId="ADAL" clId="{9B55D31E-4E96-4040-AF81-B6B894924DD9}" dt="2021-04-27T23:26:02.495" v="717" actId="478"/>
          <ac:spMkLst>
            <pc:docMk/>
            <pc:sldMk cId="511034043" sldId="2146846013"/>
            <ac:spMk id="24" creationId="{6BAB99E3-6F4E-48F6-A55D-8A5B93AF5758}"/>
          </ac:spMkLst>
        </pc:spChg>
        <pc:spChg chg="del">
          <ac:chgData name="Ken Popkin" userId="3c94c39e-c43b-4805-99ab-8da17777f1ac" providerId="ADAL" clId="{9B55D31E-4E96-4040-AF81-B6B894924DD9}" dt="2021-04-27T23:26:02.495" v="717" actId="478"/>
          <ac:spMkLst>
            <pc:docMk/>
            <pc:sldMk cId="511034043" sldId="2146846013"/>
            <ac:spMk id="25" creationId="{5EF3AE1E-2D8C-4FA4-BB0E-84D1CA1CEEE3}"/>
          </ac:spMkLst>
        </pc:spChg>
        <pc:spChg chg="del">
          <ac:chgData name="Ken Popkin" userId="3c94c39e-c43b-4805-99ab-8da17777f1ac" providerId="ADAL" clId="{9B55D31E-4E96-4040-AF81-B6B894924DD9}" dt="2021-04-27T23:26:02.495" v="717" actId="478"/>
          <ac:spMkLst>
            <pc:docMk/>
            <pc:sldMk cId="511034043" sldId="2146846013"/>
            <ac:spMk id="26" creationId="{F0009671-0AF0-4B99-9216-2C0358DB3749}"/>
          </ac:spMkLst>
        </pc:spChg>
        <pc:spChg chg="del">
          <ac:chgData name="Ken Popkin" userId="3c94c39e-c43b-4805-99ab-8da17777f1ac" providerId="ADAL" clId="{9B55D31E-4E96-4040-AF81-B6B894924DD9}" dt="2021-04-27T23:26:02.495" v="717" actId="478"/>
          <ac:spMkLst>
            <pc:docMk/>
            <pc:sldMk cId="511034043" sldId="2146846013"/>
            <ac:spMk id="28" creationId="{FD09FB08-AC31-401C-A9FD-F636CAA73FDD}"/>
          </ac:spMkLst>
        </pc:spChg>
        <pc:spChg chg="del">
          <ac:chgData name="Ken Popkin" userId="3c94c39e-c43b-4805-99ab-8da17777f1ac" providerId="ADAL" clId="{9B55D31E-4E96-4040-AF81-B6B894924DD9}" dt="2021-04-27T23:26:02.495" v="717" actId="478"/>
          <ac:spMkLst>
            <pc:docMk/>
            <pc:sldMk cId="511034043" sldId="2146846013"/>
            <ac:spMk id="29" creationId="{2D94E9DC-F18E-460E-89FA-96B0353FA16E}"/>
          </ac:spMkLst>
        </pc:spChg>
        <pc:spChg chg="del">
          <ac:chgData name="Ken Popkin" userId="3c94c39e-c43b-4805-99ab-8da17777f1ac" providerId="ADAL" clId="{9B55D31E-4E96-4040-AF81-B6B894924DD9}" dt="2021-04-27T23:26:02.495" v="717" actId="478"/>
          <ac:spMkLst>
            <pc:docMk/>
            <pc:sldMk cId="511034043" sldId="2146846013"/>
            <ac:spMk id="30" creationId="{307B9794-BD8A-47B4-959F-5C50A76D45A4}"/>
          </ac:spMkLst>
        </pc:spChg>
        <pc:spChg chg="del">
          <ac:chgData name="Ken Popkin" userId="3c94c39e-c43b-4805-99ab-8da17777f1ac" providerId="ADAL" clId="{9B55D31E-4E96-4040-AF81-B6B894924DD9}" dt="2021-04-27T23:26:02.495" v="717" actId="478"/>
          <ac:spMkLst>
            <pc:docMk/>
            <pc:sldMk cId="511034043" sldId="2146846013"/>
            <ac:spMk id="37" creationId="{CBB8BA7A-39CA-4E5B-ABEC-C84C49AC7958}"/>
          </ac:spMkLst>
        </pc:spChg>
        <pc:spChg chg="del">
          <ac:chgData name="Ken Popkin" userId="3c94c39e-c43b-4805-99ab-8da17777f1ac" providerId="ADAL" clId="{9B55D31E-4E96-4040-AF81-B6B894924DD9}" dt="2021-04-27T23:26:02.495" v="717" actId="478"/>
          <ac:spMkLst>
            <pc:docMk/>
            <pc:sldMk cId="511034043" sldId="2146846013"/>
            <ac:spMk id="38" creationId="{5B639EA0-B7D4-4675-8740-B4394FDEEEEA}"/>
          </ac:spMkLst>
        </pc:spChg>
        <pc:spChg chg="del">
          <ac:chgData name="Ken Popkin" userId="3c94c39e-c43b-4805-99ab-8da17777f1ac" providerId="ADAL" clId="{9B55D31E-4E96-4040-AF81-B6B894924DD9}" dt="2021-04-27T23:26:02.495" v="717" actId="478"/>
          <ac:spMkLst>
            <pc:docMk/>
            <pc:sldMk cId="511034043" sldId="2146846013"/>
            <ac:spMk id="42" creationId="{417138D5-5AA8-47F8-9E9D-88C6CCCAF5E9}"/>
          </ac:spMkLst>
        </pc:spChg>
        <pc:spChg chg="del">
          <ac:chgData name="Ken Popkin" userId="3c94c39e-c43b-4805-99ab-8da17777f1ac" providerId="ADAL" clId="{9B55D31E-4E96-4040-AF81-B6B894924DD9}" dt="2021-04-27T23:26:02.495" v="717" actId="478"/>
          <ac:spMkLst>
            <pc:docMk/>
            <pc:sldMk cId="511034043" sldId="2146846013"/>
            <ac:spMk id="43" creationId="{FD804BA2-2C14-4E34-852B-232FE340C384}"/>
          </ac:spMkLst>
        </pc:spChg>
        <pc:spChg chg="add mod">
          <ac:chgData name="Ken Popkin" userId="3c94c39e-c43b-4805-99ab-8da17777f1ac" providerId="ADAL" clId="{9B55D31E-4E96-4040-AF81-B6B894924DD9}" dt="2021-04-27T23:44:21.794" v="1210" actId="164"/>
          <ac:spMkLst>
            <pc:docMk/>
            <pc:sldMk cId="511034043" sldId="2146846013"/>
            <ac:spMk id="55" creationId="{4C5039F1-1EA6-4316-A7BC-5CAD5C5E5870}"/>
          </ac:spMkLst>
        </pc:spChg>
        <pc:spChg chg="add mod">
          <ac:chgData name="Ken Popkin" userId="3c94c39e-c43b-4805-99ab-8da17777f1ac" providerId="ADAL" clId="{9B55D31E-4E96-4040-AF81-B6B894924DD9}" dt="2021-04-27T23:44:21.794" v="1210" actId="164"/>
          <ac:spMkLst>
            <pc:docMk/>
            <pc:sldMk cId="511034043" sldId="2146846013"/>
            <ac:spMk id="56" creationId="{2FCF11FC-8381-4E12-8208-37DC953586E9}"/>
          </ac:spMkLst>
        </pc:spChg>
        <pc:spChg chg="add mod">
          <ac:chgData name="Ken Popkin" userId="3c94c39e-c43b-4805-99ab-8da17777f1ac" providerId="ADAL" clId="{9B55D31E-4E96-4040-AF81-B6B894924DD9}" dt="2021-04-27T23:44:21.794" v="1210" actId="164"/>
          <ac:spMkLst>
            <pc:docMk/>
            <pc:sldMk cId="511034043" sldId="2146846013"/>
            <ac:spMk id="57" creationId="{0559C183-398B-493C-8ABA-5F46A0D17A3A}"/>
          </ac:spMkLst>
        </pc:spChg>
        <pc:spChg chg="add del mod">
          <ac:chgData name="Ken Popkin" userId="3c94c39e-c43b-4805-99ab-8da17777f1ac" providerId="ADAL" clId="{9B55D31E-4E96-4040-AF81-B6B894924DD9}" dt="2021-04-27T23:35:06.031" v="763" actId="478"/>
          <ac:spMkLst>
            <pc:docMk/>
            <pc:sldMk cId="511034043" sldId="2146846013"/>
            <ac:spMk id="58" creationId="{0467867C-99C2-405B-BE42-89A34989DA8E}"/>
          </ac:spMkLst>
        </pc:spChg>
        <pc:spChg chg="add mod">
          <ac:chgData name="Ken Popkin" userId="3c94c39e-c43b-4805-99ab-8da17777f1ac" providerId="ADAL" clId="{9B55D31E-4E96-4040-AF81-B6B894924DD9}" dt="2021-04-27T23:44:21.794" v="1210" actId="164"/>
          <ac:spMkLst>
            <pc:docMk/>
            <pc:sldMk cId="511034043" sldId="2146846013"/>
            <ac:spMk id="59" creationId="{9B297407-5453-4737-B893-EC87BE5A6C91}"/>
          </ac:spMkLst>
        </pc:spChg>
        <pc:spChg chg="add mod">
          <ac:chgData name="Ken Popkin" userId="3c94c39e-c43b-4805-99ab-8da17777f1ac" providerId="ADAL" clId="{9B55D31E-4E96-4040-AF81-B6B894924DD9}" dt="2021-04-27T23:44:21.794" v="1210" actId="164"/>
          <ac:spMkLst>
            <pc:docMk/>
            <pc:sldMk cId="511034043" sldId="2146846013"/>
            <ac:spMk id="60" creationId="{5075F22B-75CF-4995-AFB8-143F51A564C9}"/>
          </ac:spMkLst>
        </pc:spChg>
        <pc:spChg chg="add del mod">
          <ac:chgData name="Ken Popkin" userId="3c94c39e-c43b-4805-99ab-8da17777f1ac" providerId="ADAL" clId="{9B55D31E-4E96-4040-AF81-B6B894924DD9}" dt="2021-04-27T23:35:06.031" v="763" actId="478"/>
          <ac:spMkLst>
            <pc:docMk/>
            <pc:sldMk cId="511034043" sldId="2146846013"/>
            <ac:spMk id="61" creationId="{D41FCC38-57A3-42FC-904A-54CD404BB25D}"/>
          </ac:spMkLst>
        </pc:spChg>
        <pc:spChg chg="add del mod">
          <ac:chgData name="Ken Popkin" userId="3c94c39e-c43b-4805-99ab-8da17777f1ac" providerId="ADAL" clId="{9B55D31E-4E96-4040-AF81-B6B894924DD9}" dt="2021-04-27T23:35:06.031" v="763" actId="478"/>
          <ac:spMkLst>
            <pc:docMk/>
            <pc:sldMk cId="511034043" sldId="2146846013"/>
            <ac:spMk id="62" creationId="{24C6E4C5-4759-4451-B16F-A68C4BC0AB79}"/>
          </ac:spMkLst>
        </pc:spChg>
        <pc:spChg chg="add del mod">
          <ac:chgData name="Ken Popkin" userId="3c94c39e-c43b-4805-99ab-8da17777f1ac" providerId="ADAL" clId="{9B55D31E-4E96-4040-AF81-B6B894924DD9}" dt="2021-04-27T23:35:06.031" v="763" actId="478"/>
          <ac:spMkLst>
            <pc:docMk/>
            <pc:sldMk cId="511034043" sldId="2146846013"/>
            <ac:spMk id="63" creationId="{82A883AB-EF95-4BD4-B653-D59F158389C6}"/>
          </ac:spMkLst>
        </pc:spChg>
        <pc:spChg chg="add del mod">
          <ac:chgData name="Ken Popkin" userId="3c94c39e-c43b-4805-99ab-8da17777f1ac" providerId="ADAL" clId="{9B55D31E-4E96-4040-AF81-B6B894924DD9}" dt="2021-04-27T23:35:06.031" v="763" actId="478"/>
          <ac:spMkLst>
            <pc:docMk/>
            <pc:sldMk cId="511034043" sldId="2146846013"/>
            <ac:spMk id="64" creationId="{78142287-E67C-4CF0-B9AE-4C38CA158A13}"/>
          </ac:spMkLst>
        </pc:spChg>
        <pc:spChg chg="add mod">
          <ac:chgData name="Ken Popkin" userId="3c94c39e-c43b-4805-99ab-8da17777f1ac" providerId="ADAL" clId="{9B55D31E-4E96-4040-AF81-B6B894924DD9}" dt="2021-04-27T23:44:21.794" v="1210" actId="164"/>
          <ac:spMkLst>
            <pc:docMk/>
            <pc:sldMk cId="511034043" sldId="2146846013"/>
            <ac:spMk id="65" creationId="{72722F28-8416-4C17-A271-AA31A7B32272}"/>
          </ac:spMkLst>
        </pc:spChg>
        <pc:spChg chg="add del mod">
          <ac:chgData name="Ken Popkin" userId="3c94c39e-c43b-4805-99ab-8da17777f1ac" providerId="ADAL" clId="{9B55D31E-4E96-4040-AF81-B6B894924DD9}" dt="2021-04-27T23:35:06.031" v="763" actId="478"/>
          <ac:spMkLst>
            <pc:docMk/>
            <pc:sldMk cId="511034043" sldId="2146846013"/>
            <ac:spMk id="66" creationId="{46338155-DD51-45C4-8D76-C8AB2EB61333}"/>
          </ac:spMkLst>
        </pc:spChg>
        <pc:spChg chg="add mod">
          <ac:chgData name="Ken Popkin" userId="3c94c39e-c43b-4805-99ab-8da17777f1ac" providerId="ADAL" clId="{9B55D31E-4E96-4040-AF81-B6B894924DD9}" dt="2021-04-27T23:44:21.794" v="1210" actId="164"/>
          <ac:spMkLst>
            <pc:docMk/>
            <pc:sldMk cId="511034043" sldId="2146846013"/>
            <ac:spMk id="67" creationId="{59D20AF3-3156-4818-91E4-796CDB853ABC}"/>
          </ac:spMkLst>
        </pc:spChg>
        <pc:spChg chg="add mod">
          <ac:chgData name="Ken Popkin" userId="3c94c39e-c43b-4805-99ab-8da17777f1ac" providerId="ADAL" clId="{9B55D31E-4E96-4040-AF81-B6B894924DD9}" dt="2021-04-27T23:44:21.794" v="1210" actId="164"/>
          <ac:spMkLst>
            <pc:docMk/>
            <pc:sldMk cId="511034043" sldId="2146846013"/>
            <ac:spMk id="68" creationId="{2EF66A26-286F-40CE-8176-98C08B32740B}"/>
          </ac:spMkLst>
        </pc:spChg>
        <pc:spChg chg="add mod">
          <ac:chgData name="Ken Popkin" userId="3c94c39e-c43b-4805-99ab-8da17777f1ac" providerId="ADAL" clId="{9B55D31E-4E96-4040-AF81-B6B894924DD9}" dt="2021-04-27T23:44:21.794" v="1210" actId="164"/>
          <ac:spMkLst>
            <pc:docMk/>
            <pc:sldMk cId="511034043" sldId="2146846013"/>
            <ac:spMk id="69" creationId="{B2EEF8B5-6A70-47A0-A9C7-7F97753E9708}"/>
          </ac:spMkLst>
        </pc:spChg>
        <pc:spChg chg="add del mod">
          <ac:chgData name="Ken Popkin" userId="3c94c39e-c43b-4805-99ab-8da17777f1ac" providerId="ADAL" clId="{9B55D31E-4E96-4040-AF81-B6B894924DD9}" dt="2021-04-27T23:35:06.031" v="763" actId="478"/>
          <ac:spMkLst>
            <pc:docMk/>
            <pc:sldMk cId="511034043" sldId="2146846013"/>
            <ac:spMk id="70" creationId="{F6D8A3D6-9212-4A01-8699-ABE76F7D14E1}"/>
          </ac:spMkLst>
        </pc:spChg>
        <pc:spChg chg="mod topLvl">
          <ac:chgData name="Ken Popkin" userId="3c94c39e-c43b-4805-99ab-8da17777f1ac" providerId="ADAL" clId="{9B55D31E-4E96-4040-AF81-B6B894924DD9}" dt="2021-04-27T23:44:21.794" v="1210" actId="164"/>
          <ac:spMkLst>
            <pc:docMk/>
            <pc:sldMk cId="511034043" sldId="2146846013"/>
            <ac:spMk id="72" creationId="{32585524-29BA-4290-8F3B-F21076B474D8}"/>
          </ac:spMkLst>
        </pc:spChg>
        <pc:spChg chg="mod topLvl">
          <ac:chgData name="Ken Popkin" userId="3c94c39e-c43b-4805-99ab-8da17777f1ac" providerId="ADAL" clId="{9B55D31E-4E96-4040-AF81-B6B894924DD9}" dt="2021-04-27T23:44:21.794" v="1210" actId="164"/>
          <ac:spMkLst>
            <pc:docMk/>
            <pc:sldMk cId="511034043" sldId="2146846013"/>
            <ac:spMk id="73" creationId="{822A893B-A75A-41DC-A597-52142EFEF959}"/>
          </ac:spMkLst>
        </pc:spChg>
        <pc:spChg chg="mod topLvl">
          <ac:chgData name="Ken Popkin" userId="3c94c39e-c43b-4805-99ab-8da17777f1ac" providerId="ADAL" clId="{9B55D31E-4E96-4040-AF81-B6B894924DD9}" dt="2021-04-27T23:44:21.794" v="1210" actId="164"/>
          <ac:spMkLst>
            <pc:docMk/>
            <pc:sldMk cId="511034043" sldId="2146846013"/>
            <ac:spMk id="74" creationId="{27F8EB21-DA56-47D9-9C9C-C59C9A31C3F2}"/>
          </ac:spMkLst>
        </pc:spChg>
        <pc:spChg chg="del mod topLvl">
          <ac:chgData name="Ken Popkin" userId="3c94c39e-c43b-4805-99ab-8da17777f1ac" providerId="ADAL" clId="{9B55D31E-4E96-4040-AF81-B6B894924DD9}" dt="2021-04-27T23:35:31.354" v="785" actId="478"/>
          <ac:spMkLst>
            <pc:docMk/>
            <pc:sldMk cId="511034043" sldId="2146846013"/>
            <ac:spMk id="75" creationId="{867268C6-0243-4FDA-A368-86508DCC397A}"/>
          </ac:spMkLst>
        </pc:spChg>
        <pc:spChg chg="add mod">
          <ac:chgData name="Ken Popkin" userId="3c94c39e-c43b-4805-99ab-8da17777f1ac" providerId="ADAL" clId="{9B55D31E-4E96-4040-AF81-B6B894924DD9}" dt="2021-04-27T23:44:21.794" v="1210" actId="164"/>
          <ac:spMkLst>
            <pc:docMk/>
            <pc:sldMk cId="511034043" sldId="2146846013"/>
            <ac:spMk id="76" creationId="{F7C6D098-770E-4887-8ABC-C04D001108C2}"/>
          </ac:spMkLst>
        </pc:spChg>
        <pc:spChg chg="add del mod">
          <ac:chgData name="Ken Popkin" userId="3c94c39e-c43b-4805-99ab-8da17777f1ac" providerId="ADAL" clId="{9B55D31E-4E96-4040-AF81-B6B894924DD9}" dt="2021-04-27T23:35:42.556" v="786" actId="478"/>
          <ac:spMkLst>
            <pc:docMk/>
            <pc:sldMk cId="511034043" sldId="2146846013"/>
            <ac:spMk id="77" creationId="{96427D81-F36F-412B-831D-CDB3B877789C}"/>
          </ac:spMkLst>
        </pc:spChg>
        <pc:grpChg chg="add mod">
          <ac:chgData name="Ken Popkin" userId="3c94c39e-c43b-4805-99ab-8da17777f1ac" providerId="ADAL" clId="{9B55D31E-4E96-4040-AF81-B6B894924DD9}" dt="2021-04-28T00:08:46.622" v="2712" actId="1076"/>
          <ac:grpSpMkLst>
            <pc:docMk/>
            <pc:sldMk cId="511034043" sldId="2146846013"/>
            <ac:grpSpMk id="9" creationId="{D57FBFB0-5693-4CCC-9CFC-E3F0D8AAC308}"/>
          </ac:grpSpMkLst>
        </pc:grpChg>
        <pc:grpChg chg="del">
          <ac:chgData name="Ken Popkin" userId="3c94c39e-c43b-4805-99ab-8da17777f1ac" providerId="ADAL" clId="{9B55D31E-4E96-4040-AF81-B6B894924DD9}" dt="2021-04-27T23:26:02.495" v="717" actId="478"/>
          <ac:grpSpMkLst>
            <pc:docMk/>
            <pc:sldMk cId="511034043" sldId="2146846013"/>
            <ac:grpSpMk id="33" creationId="{D16F0360-D556-40CE-A08A-90F2C319F059}"/>
          </ac:grpSpMkLst>
        </pc:grpChg>
        <pc:grpChg chg="del">
          <ac:chgData name="Ken Popkin" userId="3c94c39e-c43b-4805-99ab-8da17777f1ac" providerId="ADAL" clId="{9B55D31E-4E96-4040-AF81-B6B894924DD9}" dt="2021-04-27T23:26:02.495" v="717" actId="478"/>
          <ac:grpSpMkLst>
            <pc:docMk/>
            <pc:sldMk cId="511034043" sldId="2146846013"/>
            <ac:grpSpMk id="34" creationId="{E313B6D4-2614-4F2D-AEA8-94168A71A609}"/>
          </ac:grpSpMkLst>
        </pc:grpChg>
        <pc:grpChg chg="del">
          <ac:chgData name="Ken Popkin" userId="3c94c39e-c43b-4805-99ab-8da17777f1ac" providerId="ADAL" clId="{9B55D31E-4E96-4040-AF81-B6B894924DD9}" dt="2021-04-27T23:26:02.495" v="717" actId="478"/>
          <ac:grpSpMkLst>
            <pc:docMk/>
            <pc:sldMk cId="511034043" sldId="2146846013"/>
            <ac:grpSpMk id="39" creationId="{5BBFF2AB-49EB-4255-9091-0D8B29B19BDA}"/>
          </ac:grpSpMkLst>
        </pc:grpChg>
        <pc:grpChg chg="add del mod">
          <ac:chgData name="Ken Popkin" userId="3c94c39e-c43b-4805-99ab-8da17777f1ac" providerId="ADAL" clId="{9B55D31E-4E96-4040-AF81-B6B894924DD9}" dt="2021-04-27T23:35:29.421" v="784" actId="165"/>
          <ac:grpSpMkLst>
            <pc:docMk/>
            <pc:sldMk cId="511034043" sldId="2146846013"/>
            <ac:grpSpMk id="71" creationId="{F898ADF1-ECE2-49E3-B872-F7D54EDC8209}"/>
          </ac:grpSpMkLst>
        </pc:grpChg>
        <pc:graphicFrameChg chg="add del">
          <ac:chgData name="Ken Popkin" userId="3c94c39e-c43b-4805-99ab-8da17777f1ac" providerId="ADAL" clId="{9B55D31E-4E96-4040-AF81-B6B894924DD9}" dt="2021-04-27T23:37:46.146" v="850" actId="3680"/>
          <ac:graphicFrameMkLst>
            <pc:docMk/>
            <pc:sldMk cId="511034043" sldId="2146846013"/>
            <ac:graphicFrameMk id="7" creationId="{1BF85CEC-140D-4579-B64E-57B4F1DE2BBB}"/>
          </ac:graphicFrameMkLst>
        </pc:graphicFrameChg>
        <pc:graphicFrameChg chg="add mod modGraphic">
          <ac:chgData name="Ken Popkin" userId="3c94c39e-c43b-4805-99ab-8da17777f1ac" providerId="ADAL" clId="{9B55D31E-4E96-4040-AF81-B6B894924DD9}" dt="2021-04-28T00:13:26.167" v="2931" actId="20577"/>
          <ac:graphicFrameMkLst>
            <pc:docMk/>
            <pc:sldMk cId="511034043" sldId="2146846013"/>
            <ac:graphicFrameMk id="8" creationId="{E349BB4F-B453-4141-9DE7-6F206519CE0B}"/>
          </ac:graphicFrameMkLst>
        </pc:graphicFrameChg>
        <pc:cxnChg chg="add del mod">
          <ac:chgData name="Ken Popkin" userId="3c94c39e-c43b-4805-99ab-8da17777f1ac" providerId="ADAL" clId="{9B55D31E-4E96-4040-AF81-B6B894924DD9}" dt="2021-04-27T23:44:39.145" v="1212" actId="478"/>
          <ac:cxnSpMkLst>
            <pc:docMk/>
            <pc:sldMk cId="511034043" sldId="2146846013"/>
            <ac:cxnSpMk id="6" creationId="{6FDCFE67-516C-49E7-9D2B-4E87E94CFFA9}"/>
          </ac:cxnSpMkLst>
        </pc:cxnChg>
        <pc:cxnChg chg="add mod">
          <ac:chgData name="Ken Popkin" userId="3c94c39e-c43b-4805-99ab-8da17777f1ac" providerId="ADAL" clId="{9B55D31E-4E96-4040-AF81-B6B894924DD9}" dt="2021-04-27T23:44:21.794" v="1210" actId="164"/>
          <ac:cxnSpMkLst>
            <pc:docMk/>
            <pc:sldMk cId="511034043" sldId="2146846013"/>
            <ac:cxnSpMk id="44" creationId="{8758662A-AA8B-4CBB-A429-A49B3B91A67E}"/>
          </ac:cxnSpMkLst>
        </pc:cxnChg>
        <pc:cxnChg chg="add mod">
          <ac:chgData name="Ken Popkin" userId="3c94c39e-c43b-4805-99ab-8da17777f1ac" providerId="ADAL" clId="{9B55D31E-4E96-4040-AF81-B6B894924DD9}" dt="2021-04-27T23:44:21.794" v="1210" actId="164"/>
          <ac:cxnSpMkLst>
            <pc:docMk/>
            <pc:sldMk cId="511034043" sldId="2146846013"/>
            <ac:cxnSpMk id="45" creationId="{B971EA8A-4C75-4DC2-A2F3-FC2FC7B0B54D}"/>
          </ac:cxnSpMkLst>
        </pc:cxnChg>
        <pc:cxnChg chg="add mod">
          <ac:chgData name="Ken Popkin" userId="3c94c39e-c43b-4805-99ab-8da17777f1ac" providerId="ADAL" clId="{9B55D31E-4E96-4040-AF81-B6B894924DD9}" dt="2021-04-27T23:44:21.794" v="1210" actId="164"/>
          <ac:cxnSpMkLst>
            <pc:docMk/>
            <pc:sldMk cId="511034043" sldId="2146846013"/>
            <ac:cxnSpMk id="46" creationId="{58F2FC45-BA5A-4C5D-B149-FE1B762D3DEB}"/>
          </ac:cxnSpMkLst>
        </pc:cxnChg>
        <pc:cxnChg chg="add mod">
          <ac:chgData name="Ken Popkin" userId="3c94c39e-c43b-4805-99ab-8da17777f1ac" providerId="ADAL" clId="{9B55D31E-4E96-4040-AF81-B6B894924DD9}" dt="2021-04-27T23:44:21.794" v="1210" actId="164"/>
          <ac:cxnSpMkLst>
            <pc:docMk/>
            <pc:sldMk cId="511034043" sldId="2146846013"/>
            <ac:cxnSpMk id="47" creationId="{564829DD-BEB5-4453-A0DD-E53FC5522703}"/>
          </ac:cxnSpMkLst>
        </pc:cxnChg>
        <pc:cxnChg chg="add mod">
          <ac:chgData name="Ken Popkin" userId="3c94c39e-c43b-4805-99ab-8da17777f1ac" providerId="ADAL" clId="{9B55D31E-4E96-4040-AF81-B6B894924DD9}" dt="2021-04-27T23:44:21.794" v="1210" actId="164"/>
          <ac:cxnSpMkLst>
            <pc:docMk/>
            <pc:sldMk cId="511034043" sldId="2146846013"/>
            <ac:cxnSpMk id="48" creationId="{0DF169E1-8492-40FA-B754-ADB2450732CA}"/>
          </ac:cxnSpMkLst>
        </pc:cxnChg>
        <pc:cxnChg chg="add del mod">
          <ac:chgData name="Ken Popkin" userId="3c94c39e-c43b-4805-99ab-8da17777f1ac" providerId="ADAL" clId="{9B55D31E-4E96-4040-AF81-B6B894924DD9}" dt="2021-04-27T23:35:06.031" v="763" actId="478"/>
          <ac:cxnSpMkLst>
            <pc:docMk/>
            <pc:sldMk cId="511034043" sldId="2146846013"/>
            <ac:cxnSpMk id="49" creationId="{8D368D94-20ED-48E2-B4D1-E6892ED0DB65}"/>
          </ac:cxnSpMkLst>
        </pc:cxnChg>
        <pc:cxnChg chg="add del mod">
          <ac:chgData name="Ken Popkin" userId="3c94c39e-c43b-4805-99ab-8da17777f1ac" providerId="ADAL" clId="{9B55D31E-4E96-4040-AF81-B6B894924DD9}" dt="2021-04-27T23:35:06.031" v="763" actId="478"/>
          <ac:cxnSpMkLst>
            <pc:docMk/>
            <pc:sldMk cId="511034043" sldId="2146846013"/>
            <ac:cxnSpMk id="50" creationId="{745D9717-2D2B-4AE1-9A66-43B8D0ADA022}"/>
          </ac:cxnSpMkLst>
        </pc:cxnChg>
        <pc:cxnChg chg="add del mod">
          <ac:chgData name="Ken Popkin" userId="3c94c39e-c43b-4805-99ab-8da17777f1ac" providerId="ADAL" clId="{9B55D31E-4E96-4040-AF81-B6B894924DD9}" dt="2021-04-27T23:35:06.031" v="763" actId="478"/>
          <ac:cxnSpMkLst>
            <pc:docMk/>
            <pc:sldMk cId="511034043" sldId="2146846013"/>
            <ac:cxnSpMk id="51" creationId="{33A2B7A6-9A5B-4C94-9BBE-81503309B909}"/>
          </ac:cxnSpMkLst>
        </pc:cxnChg>
        <pc:cxnChg chg="add del mod">
          <ac:chgData name="Ken Popkin" userId="3c94c39e-c43b-4805-99ab-8da17777f1ac" providerId="ADAL" clId="{9B55D31E-4E96-4040-AF81-B6B894924DD9}" dt="2021-04-27T23:35:06.031" v="763" actId="478"/>
          <ac:cxnSpMkLst>
            <pc:docMk/>
            <pc:sldMk cId="511034043" sldId="2146846013"/>
            <ac:cxnSpMk id="52" creationId="{7A829FD5-0AB6-4BCE-A1F8-90CF9E1EF034}"/>
          </ac:cxnSpMkLst>
        </pc:cxnChg>
        <pc:cxnChg chg="add del mod">
          <ac:chgData name="Ken Popkin" userId="3c94c39e-c43b-4805-99ab-8da17777f1ac" providerId="ADAL" clId="{9B55D31E-4E96-4040-AF81-B6B894924DD9}" dt="2021-04-27T23:35:06.031" v="763" actId="478"/>
          <ac:cxnSpMkLst>
            <pc:docMk/>
            <pc:sldMk cId="511034043" sldId="2146846013"/>
            <ac:cxnSpMk id="53" creationId="{52529552-60DD-4444-BC9E-3B8E1763AF6A}"/>
          </ac:cxnSpMkLst>
        </pc:cxnChg>
        <pc:cxnChg chg="add del mod">
          <ac:chgData name="Ken Popkin" userId="3c94c39e-c43b-4805-99ab-8da17777f1ac" providerId="ADAL" clId="{9B55D31E-4E96-4040-AF81-B6B894924DD9}" dt="2021-04-27T23:35:06.031" v="763" actId="478"/>
          <ac:cxnSpMkLst>
            <pc:docMk/>
            <pc:sldMk cId="511034043" sldId="2146846013"/>
            <ac:cxnSpMk id="54" creationId="{828BA6F6-46B9-417D-809C-E5647FECF6A6}"/>
          </ac:cxnSpMkLst>
        </pc:cxnChg>
      </pc:sldChg>
      <pc:sldChg chg="modSp add del mod">
        <pc:chgData name="Ken Popkin" userId="3c94c39e-c43b-4805-99ab-8da17777f1ac" providerId="ADAL" clId="{9B55D31E-4E96-4040-AF81-B6B894924DD9}" dt="2021-04-27T23:25:40.622" v="698" actId="47"/>
        <pc:sldMkLst>
          <pc:docMk/>
          <pc:sldMk cId="3574901878" sldId="2146846013"/>
        </pc:sldMkLst>
        <pc:spChg chg="mod">
          <ac:chgData name="Ken Popkin" userId="3c94c39e-c43b-4805-99ab-8da17777f1ac" providerId="ADAL" clId="{9B55D31E-4E96-4040-AF81-B6B894924DD9}" dt="2021-04-27T23:17:53.857" v="520" actId="1076"/>
          <ac:spMkLst>
            <pc:docMk/>
            <pc:sldMk cId="3574901878" sldId="2146846013"/>
            <ac:spMk id="12" creationId="{AA83DA5A-AD0B-4287-B7B2-50B50C150BB6}"/>
          </ac:spMkLst>
        </pc:spChg>
        <pc:spChg chg="mod">
          <ac:chgData name="Ken Popkin" userId="3c94c39e-c43b-4805-99ab-8da17777f1ac" providerId="ADAL" clId="{9B55D31E-4E96-4040-AF81-B6B894924DD9}" dt="2021-04-27T23:17:59.079" v="521" actId="1076"/>
          <ac:spMkLst>
            <pc:docMk/>
            <pc:sldMk cId="3574901878" sldId="2146846013"/>
            <ac:spMk id="14" creationId="{3F0A23D8-7708-43A1-A497-4A51636B156B}"/>
          </ac:spMkLst>
        </pc:spChg>
        <pc:spChg chg="mod">
          <ac:chgData name="Ken Popkin" userId="3c94c39e-c43b-4805-99ab-8da17777f1ac" providerId="ADAL" clId="{9B55D31E-4E96-4040-AF81-B6B894924DD9}" dt="2021-04-27T23:17:53.857" v="520" actId="1076"/>
          <ac:spMkLst>
            <pc:docMk/>
            <pc:sldMk cId="3574901878" sldId="2146846013"/>
            <ac:spMk id="15" creationId="{4C0C5A91-EC94-41E3-8B51-0D56E4978506}"/>
          </ac:spMkLst>
        </pc:spChg>
        <pc:spChg chg="mod">
          <ac:chgData name="Ken Popkin" userId="3c94c39e-c43b-4805-99ab-8da17777f1ac" providerId="ADAL" clId="{9B55D31E-4E96-4040-AF81-B6B894924DD9}" dt="2021-04-27T23:17:59.079" v="521" actId="1076"/>
          <ac:spMkLst>
            <pc:docMk/>
            <pc:sldMk cId="3574901878" sldId="2146846013"/>
            <ac:spMk id="16" creationId="{E9ACE5B9-82D3-4187-9397-8620A7D36435}"/>
          </ac:spMkLst>
        </pc:spChg>
        <pc:graphicFrameChg chg="modGraphic">
          <ac:chgData name="Ken Popkin" userId="3c94c39e-c43b-4805-99ab-8da17777f1ac" providerId="ADAL" clId="{9B55D31E-4E96-4040-AF81-B6B894924DD9}" dt="2021-04-27T23:18:22.261" v="539" actId="20577"/>
          <ac:graphicFrameMkLst>
            <pc:docMk/>
            <pc:sldMk cId="3574901878" sldId="2146846013"/>
            <ac:graphicFrameMk id="7" creationId="{76C1E29D-72D9-4743-8457-6F84A888BBDB}"/>
          </ac:graphicFrameMkLst>
        </pc:graphicFrameChg>
      </pc:sldChg>
      <pc:sldChg chg="delSp modSp add del mod">
        <pc:chgData name="Ken Popkin" userId="3c94c39e-c43b-4805-99ab-8da17777f1ac" providerId="ADAL" clId="{9B55D31E-4E96-4040-AF81-B6B894924DD9}" dt="2021-04-28T00:14:29.876" v="2990" actId="47"/>
        <pc:sldMkLst>
          <pc:docMk/>
          <pc:sldMk cId="2406336914" sldId="2146846014"/>
        </pc:sldMkLst>
        <pc:spChg chg="mod">
          <ac:chgData name="Ken Popkin" userId="3c94c39e-c43b-4805-99ab-8da17777f1ac" providerId="ADAL" clId="{9B55D31E-4E96-4040-AF81-B6B894924DD9}" dt="2021-04-28T00:10:23.259" v="2778" actId="20577"/>
          <ac:spMkLst>
            <pc:docMk/>
            <pc:sldMk cId="2406336914" sldId="2146846014"/>
            <ac:spMk id="4" creationId="{FA8CCE2E-4E27-421F-B61B-BA79E1C45D4E}"/>
          </ac:spMkLst>
        </pc:spChg>
        <pc:grpChg chg="del">
          <ac:chgData name="Ken Popkin" userId="3c94c39e-c43b-4805-99ab-8da17777f1ac" providerId="ADAL" clId="{9B55D31E-4E96-4040-AF81-B6B894924DD9}" dt="2021-04-28T00:10:28.134" v="2779" actId="478"/>
          <ac:grpSpMkLst>
            <pc:docMk/>
            <pc:sldMk cId="2406336914" sldId="2146846014"/>
            <ac:grpSpMk id="9" creationId="{D57FBFB0-5693-4CCC-9CFC-E3F0D8AAC308}"/>
          </ac:grpSpMkLst>
        </pc:grpChg>
        <pc:graphicFrameChg chg="del">
          <ac:chgData name="Ken Popkin" userId="3c94c39e-c43b-4805-99ab-8da17777f1ac" providerId="ADAL" clId="{9B55D31E-4E96-4040-AF81-B6B894924DD9}" dt="2021-04-28T00:10:31.700" v="2780" actId="478"/>
          <ac:graphicFrameMkLst>
            <pc:docMk/>
            <pc:sldMk cId="2406336914" sldId="2146846014"/>
            <ac:graphicFrameMk id="8" creationId="{E349BB4F-B453-4141-9DE7-6F206519CE0B}"/>
          </ac:graphicFrameMkLst>
        </pc:graphicFrameChg>
      </pc:sldChg>
      <pc:sldChg chg="addSp delSp modSp add mod">
        <pc:chgData name="Ken Popkin" userId="3c94c39e-c43b-4805-99ab-8da17777f1ac" providerId="ADAL" clId="{9B55D31E-4E96-4040-AF81-B6B894924DD9}" dt="2021-04-28T00:22:40.839" v="3620" actId="20577"/>
        <pc:sldMkLst>
          <pc:docMk/>
          <pc:sldMk cId="1225417376" sldId="2146846015"/>
        </pc:sldMkLst>
        <pc:spChg chg="del">
          <ac:chgData name="Ken Popkin" userId="3c94c39e-c43b-4805-99ab-8da17777f1ac" providerId="ADAL" clId="{9B55D31E-4E96-4040-AF81-B6B894924DD9}" dt="2021-04-28T00:13:43.934" v="2933" actId="478"/>
          <ac:spMkLst>
            <pc:docMk/>
            <pc:sldMk cId="1225417376" sldId="2146846015"/>
            <ac:spMk id="2" creationId="{A8D06523-FFC3-46AC-ADCE-51B587A2C0DA}"/>
          </ac:spMkLst>
        </pc:spChg>
        <pc:spChg chg="del">
          <ac:chgData name="Ken Popkin" userId="3c94c39e-c43b-4805-99ab-8da17777f1ac" providerId="ADAL" clId="{9B55D31E-4E96-4040-AF81-B6B894924DD9}" dt="2021-04-28T00:14:35.041" v="2991" actId="478"/>
          <ac:spMkLst>
            <pc:docMk/>
            <pc:sldMk cId="1225417376" sldId="2146846015"/>
            <ac:spMk id="19" creationId="{431FF642-D80E-4148-B518-F4E87EA10B69}"/>
          </ac:spMkLst>
        </pc:spChg>
        <pc:spChg chg="mod">
          <ac:chgData name="Ken Popkin" userId="3c94c39e-c43b-4805-99ab-8da17777f1ac" providerId="ADAL" clId="{9B55D31E-4E96-4040-AF81-B6B894924DD9}" dt="2021-04-28T00:15:42.503" v="3011" actId="164"/>
          <ac:spMkLst>
            <pc:docMk/>
            <pc:sldMk cId="1225417376" sldId="2146846015"/>
            <ac:spMk id="34" creationId="{BB682AE4-F130-4A77-9286-28C73BD6A617}"/>
          </ac:spMkLst>
        </pc:spChg>
        <pc:spChg chg="mod">
          <ac:chgData name="Ken Popkin" userId="3c94c39e-c43b-4805-99ab-8da17777f1ac" providerId="ADAL" clId="{9B55D31E-4E96-4040-AF81-B6B894924DD9}" dt="2021-04-28T00:15:42.503" v="3011" actId="164"/>
          <ac:spMkLst>
            <pc:docMk/>
            <pc:sldMk cId="1225417376" sldId="2146846015"/>
            <ac:spMk id="37" creationId="{C101CC53-8430-4763-B2A3-CE9CF8B25F21}"/>
          </ac:spMkLst>
        </pc:spChg>
        <pc:spChg chg="mod">
          <ac:chgData name="Ken Popkin" userId="3c94c39e-c43b-4805-99ab-8da17777f1ac" providerId="ADAL" clId="{9B55D31E-4E96-4040-AF81-B6B894924DD9}" dt="2021-04-28T00:15:42.503" v="3011" actId="164"/>
          <ac:spMkLst>
            <pc:docMk/>
            <pc:sldMk cId="1225417376" sldId="2146846015"/>
            <ac:spMk id="38" creationId="{245727DB-7E04-406E-9D3F-129B1893FA96}"/>
          </ac:spMkLst>
        </pc:spChg>
        <pc:spChg chg="mod">
          <ac:chgData name="Ken Popkin" userId="3c94c39e-c43b-4805-99ab-8da17777f1ac" providerId="ADAL" clId="{9B55D31E-4E96-4040-AF81-B6B894924DD9}" dt="2021-04-28T00:15:42.503" v="3011" actId="164"/>
          <ac:spMkLst>
            <pc:docMk/>
            <pc:sldMk cId="1225417376" sldId="2146846015"/>
            <ac:spMk id="39" creationId="{44A58765-E97B-4597-8100-5794808C0D4A}"/>
          </ac:spMkLst>
        </pc:spChg>
        <pc:spChg chg="mod">
          <ac:chgData name="Ken Popkin" userId="3c94c39e-c43b-4805-99ab-8da17777f1ac" providerId="ADAL" clId="{9B55D31E-4E96-4040-AF81-B6B894924DD9}" dt="2021-04-28T00:15:42.503" v="3011" actId="164"/>
          <ac:spMkLst>
            <pc:docMk/>
            <pc:sldMk cId="1225417376" sldId="2146846015"/>
            <ac:spMk id="43" creationId="{A2CC0A82-312A-44E1-92C4-25D1864E9AE6}"/>
          </ac:spMkLst>
        </pc:spChg>
        <pc:spChg chg="mod">
          <ac:chgData name="Ken Popkin" userId="3c94c39e-c43b-4805-99ab-8da17777f1ac" providerId="ADAL" clId="{9B55D31E-4E96-4040-AF81-B6B894924DD9}" dt="2021-04-28T00:15:42.503" v="3011" actId="164"/>
          <ac:spMkLst>
            <pc:docMk/>
            <pc:sldMk cId="1225417376" sldId="2146846015"/>
            <ac:spMk id="44" creationId="{6AE4B8C1-8032-4284-96AC-0270D2BC07F4}"/>
          </ac:spMkLst>
        </pc:spChg>
        <pc:spChg chg="mod">
          <ac:chgData name="Ken Popkin" userId="3c94c39e-c43b-4805-99ab-8da17777f1ac" providerId="ADAL" clId="{9B55D31E-4E96-4040-AF81-B6B894924DD9}" dt="2021-04-28T00:15:42.503" v="3011" actId="164"/>
          <ac:spMkLst>
            <pc:docMk/>
            <pc:sldMk cId="1225417376" sldId="2146846015"/>
            <ac:spMk id="45" creationId="{E37B442F-C545-4365-A872-3145498EA462}"/>
          </ac:spMkLst>
        </pc:spChg>
        <pc:spChg chg="mod">
          <ac:chgData name="Ken Popkin" userId="3c94c39e-c43b-4805-99ab-8da17777f1ac" providerId="ADAL" clId="{9B55D31E-4E96-4040-AF81-B6B894924DD9}" dt="2021-04-28T00:15:42.503" v="3011" actId="164"/>
          <ac:spMkLst>
            <pc:docMk/>
            <pc:sldMk cId="1225417376" sldId="2146846015"/>
            <ac:spMk id="46" creationId="{1DD395A3-E8ED-476B-901B-01AB66D85848}"/>
          </ac:spMkLst>
        </pc:spChg>
        <pc:spChg chg="mod">
          <ac:chgData name="Ken Popkin" userId="3c94c39e-c43b-4805-99ab-8da17777f1ac" providerId="ADAL" clId="{9B55D31E-4E96-4040-AF81-B6B894924DD9}" dt="2021-04-28T00:15:42.503" v="3011" actId="164"/>
          <ac:spMkLst>
            <pc:docMk/>
            <pc:sldMk cId="1225417376" sldId="2146846015"/>
            <ac:spMk id="47" creationId="{D2B9A5E8-B617-48C7-ADD9-18A979F13BC4}"/>
          </ac:spMkLst>
        </pc:spChg>
        <pc:spChg chg="mod">
          <ac:chgData name="Ken Popkin" userId="3c94c39e-c43b-4805-99ab-8da17777f1ac" providerId="ADAL" clId="{9B55D31E-4E96-4040-AF81-B6B894924DD9}" dt="2021-04-28T00:15:42.503" v="3011" actId="164"/>
          <ac:spMkLst>
            <pc:docMk/>
            <pc:sldMk cId="1225417376" sldId="2146846015"/>
            <ac:spMk id="48" creationId="{E01163AE-AC9E-4666-ADC6-AFE4F0B3C4A5}"/>
          </ac:spMkLst>
        </pc:spChg>
        <pc:spChg chg="add mod">
          <ac:chgData name="Ken Popkin" userId="3c94c39e-c43b-4805-99ab-8da17777f1ac" providerId="ADAL" clId="{9B55D31E-4E96-4040-AF81-B6B894924DD9}" dt="2021-04-28T00:14:44.358" v="3005" actId="20577"/>
          <ac:spMkLst>
            <pc:docMk/>
            <pc:sldMk cId="1225417376" sldId="2146846015"/>
            <ac:spMk id="50" creationId="{534BAB4C-ABB7-4455-88E6-37D7C90F9E01}"/>
          </ac:spMkLst>
        </pc:spChg>
        <pc:spChg chg="mod">
          <ac:chgData name="Ken Popkin" userId="3c94c39e-c43b-4805-99ab-8da17777f1ac" providerId="ADAL" clId="{9B55D31E-4E96-4040-AF81-B6B894924DD9}" dt="2021-04-28T00:15:42.503" v="3011" actId="164"/>
          <ac:spMkLst>
            <pc:docMk/>
            <pc:sldMk cId="1225417376" sldId="2146846015"/>
            <ac:spMk id="51" creationId="{66593A58-4D45-4B8D-B976-F3691E6C212E}"/>
          </ac:spMkLst>
        </pc:spChg>
        <pc:spChg chg="mod">
          <ac:chgData name="Ken Popkin" userId="3c94c39e-c43b-4805-99ab-8da17777f1ac" providerId="ADAL" clId="{9B55D31E-4E96-4040-AF81-B6B894924DD9}" dt="2021-04-28T00:15:42.503" v="3011" actId="164"/>
          <ac:spMkLst>
            <pc:docMk/>
            <pc:sldMk cId="1225417376" sldId="2146846015"/>
            <ac:spMk id="52" creationId="{22FEA46B-9099-4319-BC1A-76AEED133A33}"/>
          </ac:spMkLst>
        </pc:spChg>
        <pc:spChg chg="del">
          <ac:chgData name="Ken Popkin" userId="3c94c39e-c43b-4805-99ab-8da17777f1ac" providerId="ADAL" clId="{9B55D31E-4E96-4040-AF81-B6B894924DD9}" dt="2021-04-28T00:14:57.156" v="3006" actId="478"/>
          <ac:spMkLst>
            <pc:docMk/>
            <pc:sldMk cId="1225417376" sldId="2146846015"/>
            <ac:spMk id="55" creationId="{D32F2F90-0E87-4405-ABEF-364A5E76439A}"/>
          </ac:spMkLst>
        </pc:spChg>
        <pc:spChg chg="del">
          <ac:chgData name="Ken Popkin" userId="3c94c39e-c43b-4805-99ab-8da17777f1ac" providerId="ADAL" clId="{9B55D31E-4E96-4040-AF81-B6B894924DD9}" dt="2021-04-28T00:14:57.156" v="3006" actId="478"/>
          <ac:spMkLst>
            <pc:docMk/>
            <pc:sldMk cId="1225417376" sldId="2146846015"/>
            <ac:spMk id="56" creationId="{5297826C-8269-4B37-A093-BC09EF6D146B}"/>
          </ac:spMkLst>
        </pc:spChg>
        <pc:spChg chg="del">
          <ac:chgData name="Ken Popkin" userId="3c94c39e-c43b-4805-99ab-8da17777f1ac" providerId="ADAL" clId="{9B55D31E-4E96-4040-AF81-B6B894924DD9}" dt="2021-04-28T00:14:57.156" v="3006" actId="478"/>
          <ac:spMkLst>
            <pc:docMk/>
            <pc:sldMk cId="1225417376" sldId="2146846015"/>
            <ac:spMk id="57" creationId="{629B0CDD-9A1B-49AA-843B-674141EFCD8A}"/>
          </ac:spMkLst>
        </pc:spChg>
        <pc:spChg chg="del">
          <ac:chgData name="Ken Popkin" userId="3c94c39e-c43b-4805-99ab-8da17777f1ac" providerId="ADAL" clId="{9B55D31E-4E96-4040-AF81-B6B894924DD9}" dt="2021-04-28T00:14:57.156" v="3006" actId="478"/>
          <ac:spMkLst>
            <pc:docMk/>
            <pc:sldMk cId="1225417376" sldId="2146846015"/>
            <ac:spMk id="58" creationId="{03C77808-EF0C-4C54-B114-37686CE8719A}"/>
          </ac:spMkLst>
        </pc:spChg>
        <pc:spChg chg="mod">
          <ac:chgData name="Ken Popkin" userId="3c94c39e-c43b-4805-99ab-8da17777f1ac" providerId="ADAL" clId="{9B55D31E-4E96-4040-AF81-B6B894924DD9}" dt="2021-04-28T00:15:42.503" v="3011" actId="164"/>
          <ac:spMkLst>
            <pc:docMk/>
            <pc:sldMk cId="1225417376" sldId="2146846015"/>
            <ac:spMk id="59" creationId="{C92108C4-FB16-46B6-BB83-8926126FCC0A}"/>
          </ac:spMkLst>
        </pc:spChg>
        <pc:spChg chg="del">
          <ac:chgData name="Ken Popkin" userId="3c94c39e-c43b-4805-99ab-8da17777f1ac" providerId="ADAL" clId="{9B55D31E-4E96-4040-AF81-B6B894924DD9}" dt="2021-04-28T00:14:57.156" v="3006" actId="478"/>
          <ac:spMkLst>
            <pc:docMk/>
            <pc:sldMk cId="1225417376" sldId="2146846015"/>
            <ac:spMk id="61" creationId="{D1A2FC9E-47DD-4C97-A378-5474B5A7F2CE}"/>
          </ac:spMkLst>
        </pc:spChg>
        <pc:spChg chg="del">
          <ac:chgData name="Ken Popkin" userId="3c94c39e-c43b-4805-99ab-8da17777f1ac" providerId="ADAL" clId="{9B55D31E-4E96-4040-AF81-B6B894924DD9}" dt="2021-04-28T00:13:55.070" v="2934" actId="478"/>
          <ac:spMkLst>
            <pc:docMk/>
            <pc:sldMk cId="1225417376" sldId="2146846015"/>
            <ac:spMk id="67" creationId="{B7FF1D91-F404-4483-A6C6-A003D2C00C30}"/>
          </ac:spMkLst>
        </pc:spChg>
        <pc:spChg chg="del">
          <ac:chgData name="Ken Popkin" userId="3c94c39e-c43b-4805-99ab-8da17777f1ac" providerId="ADAL" clId="{9B55D31E-4E96-4040-AF81-B6B894924DD9}" dt="2021-04-28T00:13:55.070" v="2934" actId="478"/>
          <ac:spMkLst>
            <pc:docMk/>
            <pc:sldMk cId="1225417376" sldId="2146846015"/>
            <ac:spMk id="68" creationId="{A5F57F72-1AD1-4387-A931-728E9AD5ACC1}"/>
          </ac:spMkLst>
        </pc:spChg>
        <pc:spChg chg="del">
          <ac:chgData name="Ken Popkin" userId="3c94c39e-c43b-4805-99ab-8da17777f1ac" providerId="ADAL" clId="{9B55D31E-4E96-4040-AF81-B6B894924DD9}" dt="2021-04-28T00:13:55.070" v="2934" actId="478"/>
          <ac:spMkLst>
            <pc:docMk/>
            <pc:sldMk cId="1225417376" sldId="2146846015"/>
            <ac:spMk id="69" creationId="{1B47D609-7917-4693-BC3C-AD3C527D5870}"/>
          </ac:spMkLst>
        </pc:spChg>
        <pc:spChg chg="del">
          <ac:chgData name="Ken Popkin" userId="3c94c39e-c43b-4805-99ab-8da17777f1ac" providerId="ADAL" clId="{9B55D31E-4E96-4040-AF81-B6B894924DD9}" dt="2021-04-28T00:14:57.156" v="3006" actId="478"/>
          <ac:spMkLst>
            <pc:docMk/>
            <pc:sldMk cId="1225417376" sldId="2146846015"/>
            <ac:spMk id="73" creationId="{F940F554-85CA-421F-B6B5-81D154C29DEC}"/>
          </ac:spMkLst>
        </pc:spChg>
        <pc:spChg chg="del">
          <ac:chgData name="Ken Popkin" userId="3c94c39e-c43b-4805-99ab-8da17777f1ac" providerId="ADAL" clId="{9B55D31E-4E96-4040-AF81-B6B894924DD9}" dt="2021-04-28T00:13:55.070" v="2934" actId="478"/>
          <ac:spMkLst>
            <pc:docMk/>
            <pc:sldMk cId="1225417376" sldId="2146846015"/>
            <ac:spMk id="88" creationId="{2AD61C59-2C1F-4809-918A-12F12154FA6D}"/>
          </ac:spMkLst>
        </pc:spChg>
        <pc:spChg chg="del">
          <ac:chgData name="Ken Popkin" userId="3c94c39e-c43b-4805-99ab-8da17777f1ac" providerId="ADAL" clId="{9B55D31E-4E96-4040-AF81-B6B894924DD9}" dt="2021-04-28T00:13:55.070" v="2934" actId="478"/>
          <ac:spMkLst>
            <pc:docMk/>
            <pc:sldMk cId="1225417376" sldId="2146846015"/>
            <ac:spMk id="93" creationId="{C09E2C9E-3F42-42BD-A437-B1219D869229}"/>
          </ac:spMkLst>
        </pc:spChg>
        <pc:grpChg chg="del">
          <ac:chgData name="Ken Popkin" userId="3c94c39e-c43b-4805-99ab-8da17777f1ac" providerId="ADAL" clId="{9B55D31E-4E96-4040-AF81-B6B894924DD9}" dt="2021-04-28T00:13:55.070" v="2934" actId="478"/>
          <ac:grpSpMkLst>
            <pc:docMk/>
            <pc:sldMk cId="1225417376" sldId="2146846015"/>
            <ac:grpSpMk id="3" creationId="{2398F528-2493-4106-A4FA-711F840F7A57}"/>
          </ac:grpSpMkLst>
        </pc:grpChg>
        <pc:grpChg chg="add mod">
          <ac:chgData name="Ken Popkin" userId="3c94c39e-c43b-4805-99ab-8da17777f1ac" providerId="ADAL" clId="{9B55D31E-4E96-4040-AF81-B6B894924DD9}" dt="2021-04-28T00:15:47.441" v="3012" actId="1076"/>
          <ac:grpSpMkLst>
            <pc:docMk/>
            <pc:sldMk cId="1225417376" sldId="2146846015"/>
            <ac:grpSpMk id="7" creationId="{D324A199-CBB4-4F74-8210-DD46B952E5F0}"/>
          </ac:grpSpMkLst>
        </pc:grpChg>
        <pc:graphicFrameChg chg="add mod modGraphic">
          <ac:chgData name="Ken Popkin" userId="3c94c39e-c43b-4805-99ab-8da17777f1ac" providerId="ADAL" clId="{9B55D31E-4E96-4040-AF81-B6B894924DD9}" dt="2021-04-28T00:22:40.839" v="3620" actId="20577"/>
          <ac:graphicFrameMkLst>
            <pc:docMk/>
            <pc:sldMk cId="1225417376" sldId="2146846015"/>
            <ac:graphicFrameMk id="53" creationId="{D95635EB-7620-4878-80ED-E1EA0ABF1791}"/>
          </ac:graphicFrameMkLst>
        </pc:graphicFrameChg>
        <pc:cxnChg chg="mod">
          <ac:chgData name="Ken Popkin" userId="3c94c39e-c43b-4805-99ab-8da17777f1ac" providerId="ADAL" clId="{9B55D31E-4E96-4040-AF81-B6B894924DD9}" dt="2021-04-28T00:15:42.503" v="3011" actId="164"/>
          <ac:cxnSpMkLst>
            <pc:docMk/>
            <pc:sldMk cId="1225417376" sldId="2146846015"/>
            <ac:cxnSpMk id="4" creationId="{F55061A4-70AB-4CEF-B0D1-A43DDD07D067}"/>
          </ac:cxnSpMkLst>
        </pc:cxnChg>
        <pc:cxnChg chg="del mod">
          <ac:chgData name="Ken Popkin" userId="3c94c39e-c43b-4805-99ab-8da17777f1ac" providerId="ADAL" clId="{9B55D31E-4E96-4040-AF81-B6B894924DD9}" dt="2021-04-28T00:15:16.725" v="3009" actId="478"/>
          <ac:cxnSpMkLst>
            <pc:docMk/>
            <pc:sldMk cId="1225417376" sldId="2146846015"/>
            <ac:cxnSpMk id="6" creationId="{068C0DAE-7348-475B-B1FB-E3C55AA48747}"/>
          </ac:cxnSpMkLst>
        </pc:cxnChg>
        <pc:cxnChg chg="mod">
          <ac:chgData name="Ken Popkin" userId="3c94c39e-c43b-4805-99ab-8da17777f1ac" providerId="ADAL" clId="{9B55D31E-4E96-4040-AF81-B6B894924DD9}" dt="2021-04-28T00:15:42.503" v="3011" actId="164"/>
          <ac:cxnSpMkLst>
            <pc:docMk/>
            <pc:sldMk cId="1225417376" sldId="2146846015"/>
            <ac:cxnSpMk id="23" creationId="{7841B8DF-1450-4C7B-8D95-54A7ABCA5371}"/>
          </ac:cxnSpMkLst>
        </pc:cxnChg>
        <pc:cxnChg chg="del">
          <ac:chgData name="Ken Popkin" userId="3c94c39e-c43b-4805-99ab-8da17777f1ac" providerId="ADAL" clId="{9B55D31E-4E96-4040-AF81-B6B894924DD9}" dt="2021-04-28T00:14:57.156" v="3006" actId="478"/>
          <ac:cxnSpMkLst>
            <pc:docMk/>
            <pc:sldMk cId="1225417376" sldId="2146846015"/>
            <ac:cxnSpMk id="24" creationId="{206A602B-890D-4E45-A531-9AF310011136}"/>
          </ac:cxnSpMkLst>
        </pc:cxnChg>
        <pc:cxnChg chg="mod">
          <ac:chgData name="Ken Popkin" userId="3c94c39e-c43b-4805-99ab-8da17777f1ac" providerId="ADAL" clId="{9B55D31E-4E96-4040-AF81-B6B894924DD9}" dt="2021-04-28T00:15:42.503" v="3011" actId="164"/>
          <ac:cxnSpMkLst>
            <pc:docMk/>
            <pc:sldMk cId="1225417376" sldId="2146846015"/>
            <ac:cxnSpMk id="25" creationId="{B9F0A33D-6D9A-40E9-9553-FD41A8B8B706}"/>
          </ac:cxnSpMkLst>
        </pc:cxnChg>
        <pc:cxnChg chg="del">
          <ac:chgData name="Ken Popkin" userId="3c94c39e-c43b-4805-99ab-8da17777f1ac" providerId="ADAL" clId="{9B55D31E-4E96-4040-AF81-B6B894924DD9}" dt="2021-04-28T00:14:57.156" v="3006" actId="478"/>
          <ac:cxnSpMkLst>
            <pc:docMk/>
            <pc:sldMk cId="1225417376" sldId="2146846015"/>
            <ac:cxnSpMk id="26" creationId="{1776DEBE-E166-4295-84A1-4834C38E3187}"/>
          </ac:cxnSpMkLst>
        </pc:cxnChg>
        <pc:cxnChg chg="mod">
          <ac:chgData name="Ken Popkin" userId="3c94c39e-c43b-4805-99ab-8da17777f1ac" providerId="ADAL" clId="{9B55D31E-4E96-4040-AF81-B6B894924DD9}" dt="2021-04-28T00:15:42.503" v="3011" actId="164"/>
          <ac:cxnSpMkLst>
            <pc:docMk/>
            <pc:sldMk cId="1225417376" sldId="2146846015"/>
            <ac:cxnSpMk id="27" creationId="{0DE028B3-650A-4968-8D68-1C3C8D5D681A}"/>
          </ac:cxnSpMkLst>
        </pc:cxnChg>
        <pc:cxnChg chg="del">
          <ac:chgData name="Ken Popkin" userId="3c94c39e-c43b-4805-99ab-8da17777f1ac" providerId="ADAL" clId="{9B55D31E-4E96-4040-AF81-B6B894924DD9}" dt="2021-04-28T00:14:57.156" v="3006" actId="478"/>
          <ac:cxnSpMkLst>
            <pc:docMk/>
            <pc:sldMk cId="1225417376" sldId="2146846015"/>
            <ac:cxnSpMk id="28" creationId="{88A90348-9759-4C47-BB7A-ED545982554C}"/>
          </ac:cxnSpMkLst>
        </pc:cxnChg>
        <pc:cxnChg chg="mod">
          <ac:chgData name="Ken Popkin" userId="3c94c39e-c43b-4805-99ab-8da17777f1ac" providerId="ADAL" clId="{9B55D31E-4E96-4040-AF81-B6B894924DD9}" dt="2021-04-28T00:15:42.503" v="3011" actId="164"/>
          <ac:cxnSpMkLst>
            <pc:docMk/>
            <pc:sldMk cId="1225417376" sldId="2146846015"/>
            <ac:cxnSpMk id="29" creationId="{5F83E959-CDD9-409E-A91C-A55AE0F2AE05}"/>
          </ac:cxnSpMkLst>
        </pc:cxnChg>
        <pc:cxnChg chg="del">
          <ac:chgData name="Ken Popkin" userId="3c94c39e-c43b-4805-99ab-8da17777f1ac" providerId="ADAL" clId="{9B55D31E-4E96-4040-AF81-B6B894924DD9}" dt="2021-04-28T00:14:57.156" v="3006" actId="478"/>
          <ac:cxnSpMkLst>
            <pc:docMk/>
            <pc:sldMk cId="1225417376" sldId="2146846015"/>
            <ac:cxnSpMk id="30" creationId="{9B4AF37E-D9B6-4CD8-91E0-6BCC6B63031A}"/>
          </ac:cxnSpMkLst>
        </pc:cxnChg>
        <pc:cxnChg chg="del">
          <ac:chgData name="Ken Popkin" userId="3c94c39e-c43b-4805-99ab-8da17777f1ac" providerId="ADAL" clId="{9B55D31E-4E96-4040-AF81-B6B894924DD9}" dt="2021-04-28T00:14:57.156" v="3006" actId="478"/>
          <ac:cxnSpMkLst>
            <pc:docMk/>
            <pc:sldMk cId="1225417376" sldId="2146846015"/>
            <ac:cxnSpMk id="31" creationId="{64711D1A-E63E-4A98-B1D8-7F82D32F54CB}"/>
          </ac:cxnSpMkLst>
        </pc:cxnChg>
        <pc:cxnChg chg="del">
          <ac:chgData name="Ken Popkin" userId="3c94c39e-c43b-4805-99ab-8da17777f1ac" providerId="ADAL" clId="{9B55D31E-4E96-4040-AF81-B6B894924DD9}" dt="2021-04-28T00:14:57.156" v="3006" actId="478"/>
          <ac:cxnSpMkLst>
            <pc:docMk/>
            <pc:sldMk cId="1225417376" sldId="2146846015"/>
            <ac:cxnSpMk id="33" creationId="{B4BFB4F8-C76B-4A3A-B558-56B99EE9EE8D}"/>
          </ac:cxnSpMkLst>
        </pc:cxnChg>
        <pc:cxnChg chg="del">
          <ac:chgData name="Ken Popkin" userId="3c94c39e-c43b-4805-99ab-8da17777f1ac" providerId="ADAL" clId="{9B55D31E-4E96-4040-AF81-B6B894924DD9}" dt="2021-04-28T00:15:19.460" v="3010" actId="478"/>
          <ac:cxnSpMkLst>
            <pc:docMk/>
            <pc:sldMk cId="1225417376" sldId="2146846015"/>
            <ac:cxnSpMk id="49" creationId="{D2C49311-6FFF-451B-BA3F-784DC6A5E846}"/>
          </ac:cxnSpMkLst>
        </pc:cxnChg>
      </pc:sldChg>
      <pc:sldChg chg="modSp add mod ord">
        <pc:chgData name="Ken Popkin" userId="3c94c39e-c43b-4805-99ab-8da17777f1ac" providerId="ADAL" clId="{9B55D31E-4E96-4040-AF81-B6B894924DD9}" dt="2021-04-28T00:29:50.538" v="3634" actId="20577"/>
        <pc:sldMkLst>
          <pc:docMk/>
          <pc:sldMk cId="3667708167" sldId="2146846016"/>
        </pc:sldMkLst>
        <pc:spChg chg="mod">
          <ac:chgData name="Ken Popkin" userId="3c94c39e-c43b-4805-99ab-8da17777f1ac" providerId="ADAL" clId="{9B55D31E-4E96-4040-AF81-B6B894924DD9}" dt="2021-04-28T00:29:50.538" v="3634" actId="20577"/>
          <ac:spMkLst>
            <pc:docMk/>
            <pc:sldMk cId="3667708167" sldId="2146846016"/>
            <ac:spMk id="19" creationId="{431FF642-D80E-4148-B518-F4E87EA10B69}"/>
          </ac:spMkLst>
        </pc:spChg>
      </pc:sldChg>
      <pc:sldChg chg="modSp add mod">
        <pc:chgData name="Ken Popkin" userId="3c94c39e-c43b-4805-99ab-8da17777f1ac" providerId="ADAL" clId="{9B55D31E-4E96-4040-AF81-B6B894924DD9}" dt="2021-04-28T00:30:33.443" v="3645" actId="207"/>
        <pc:sldMkLst>
          <pc:docMk/>
          <pc:sldMk cId="3588134817" sldId="2146846017"/>
        </pc:sldMkLst>
        <pc:spChg chg="mod">
          <ac:chgData name="Ken Popkin" userId="3c94c39e-c43b-4805-99ab-8da17777f1ac" providerId="ADAL" clId="{9B55D31E-4E96-4040-AF81-B6B894924DD9}" dt="2021-04-28T00:30:33.443" v="3645" actId="207"/>
          <ac:spMkLst>
            <pc:docMk/>
            <pc:sldMk cId="3588134817" sldId="2146846017"/>
            <ac:spMk id="19" creationId="{431FF642-D80E-4148-B518-F4E87EA10B69}"/>
          </ac:spMkLst>
        </pc:spChg>
      </pc:sldChg>
      <pc:sldChg chg="addSp delSp modSp add mod">
        <pc:chgData name="Ken Popkin" userId="3c94c39e-c43b-4805-99ab-8da17777f1ac" providerId="ADAL" clId="{9B55D31E-4E96-4040-AF81-B6B894924DD9}" dt="2021-04-28T00:53:04.191" v="4571" actId="1035"/>
        <pc:sldMkLst>
          <pc:docMk/>
          <pc:sldMk cId="1076860686" sldId="2146846018"/>
        </pc:sldMkLst>
        <pc:spChg chg="add del mod">
          <ac:chgData name="Ken Popkin" userId="3c94c39e-c43b-4805-99ab-8da17777f1ac" providerId="ADAL" clId="{9B55D31E-4E96-4040-AF81-B6B894924DD9}" dt="2021-04-28T00:40:06.095" v="3729" actId="478"/>
          <ac:spMkLst>
            <pc:docMk/>
            <pc:sldMk cId="1076860686" sldId="2146846018"/>
            <ac:spMk id="24" creationId="{BA8E4EF1-415C-4CC8-A81C-10337CD65CAB}"/>
          </ac:spMkLst>
        </pc:spChg>
        <pc:spChg chg="add del mod">
          <ac:chgData name="Ken Popkin" userId="3c94c39e-c43b-4805-99ab-8da17777f1ac" providerId="ADAL" clId="{9B55D31E-4E96-4040-AF81-B6B894924DD9}" dt="2021-04-28T00:40:06.095" v="3729" actId="478"/>
          <ac:spMkLst>
            <pc:docMk/>
            <pc:sldMk cId="1076860686" sldId="2146846018"/>
            <ac:spMk id="30" creationId="{FD3030D1-9A1D-44C9-A424-6DE5AC33E262}"/>
          </ac:spMkLst>
        </pc:spChg>
        <pc:spChg chg="add mod">
          <ac:chgData name="Ken Popkin" userId="3c94c39e-c43b-4805-99ab-8da17777f1ac" providerId="ADAL" clId="{9B55D31E-4E96-4040-AF81-B6B894924DD9}" dt="2021-04-28T00:35:13.522" v="3687"/>
          <ac:spMkLst>
            <pc:docMk/>
            <pc:sldMk cId="1076860686" sldId="2146846018"/>
            <ac:spMk id="32" creationId="{3AA2739F-73B7-46CE-9D32-CD7E6D6C1852}"/>
          </ac:spMkLst>
        </pc:spChg>
        <pc:spChg chg="mod">
          <ac:chgData name="Ken Popkin" userId="3c94c39e-c43b-4805-99ab-8da17777f1ac" providerId="ADAL" clId="{9B55D31E-4E96-4040-AF81-B6B894924DD9}" dt="2021-04-28T00:33:02.229" v="3685" actId="20577"/>
          <ac:spMkLst>
            <pc:docMk/>
            <pc:sldMk cId="1076860686" sldId="2146846018"/>
            <ac:spMk id="50" creationId="{534BAB4C-ABB7-4455-88E6-37D7C90F9E01}"/>
          </ac:spMkLst>
        </pc:spChg>
        <pc:grpChg chg="del">
          <ac:chgData name="Ken Popkin" userId="3c94c39e-c43b-4805-99ab-8da17777f1ac" providerId="ADAL" clId="{9B55D31E-4E96-4040-AF81-B6B894924DD9}" dt="2021-04-28T00:33:07.363" v="3686" actId="478"/>
          <ac:grpSpMkLst>
            <pc:docMk/>
            <pc:sldMk cId="1076860686" sldId="2146846018"/>
            <ac:grpSpMk id="7" creationId="{D324A199-CBB4-4F74-8210-DD46B952E5F0}"/>
          </ac:grpSpMkLst>
        </pc:grpChg>
        <pc:graphicFrameChg chg="add del mod modGraphic">
          <ac:chgData name="Ken Popkin" userId="3c94c39e-c43b-4805-99ab-8da17777f1ac" providerId="ADAL" clId="{9B55D31E-4E96-4040-AF81-B6B894924DD9}" dt="2021-04-28T00:40:34.548" v="3747" actId="478"/>
          <ac:graphicFrameMkLst>
            <pc:docMk/>
            <pc:sldMk cId="1076860686" sldId="2146846018"/>
            <ac:graphicFrameMk id="10" creationId="{74D37A3A-3E4C-4304-A537-03EE3BAFA217}"/>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26" creationId="{85186429-290B-4C4C-9126-A789E461EB9E}"/>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28" creationId="{03AFAEF7-BFFF-4833-9150-8836FE0F7929}"/>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31" creationId="{BC6BF6B2-84D1-4E3F-93DB-050834BFE9AA}"/>
          </ac:graphicFrameMkLst>
        </pc:graphicFrameChg>
        <pc:graphicFrameChg chg="add mod modGraphic">
          <ac:chgData name="Ken Popkin" userId="3c94c39e-c43b-4805-99ab-8da17777f1ac" providerId="ADAL" clId="{9B55D31E-4E96-4040-AF81-B6B894924DD9}" dt="2021-04-28T00:53:04.191" v="4571" actId="1035"/>
          <ac:graphicFrameMkLst>
            <pc:docMk/>
            <pc:sldMk cId="1076860686" sldId="2146846018"/>
            <ac:graphicFrameMk id="40" creationId="{B15AD606-A505-4274-AF4F-3A8AFD7437FB}"/>
          </ac:graphicFrameMkLst>
        </pc:graphicFrameChg>
        <pc:graphicFrameChg chg="del">
          <ac:chgData name="Ken Popkin" userId="3c94c39e-c43b-4805-99ab-8da17777f1ac" providerId="ADAL" clId="{9B55D31E-4E96-4040-AF81-B6B894924DD9}" dt="2021-04-28T00:33:07.363" v="3686" actId="478"/>
          <ac:graphicFrameMkLst>
            <pc:docMk/>
            <pc:sldMk cId="1076860686" sldId="2146846018"/>
            <ac:graphicFrameMk id="53" creationId="{D95635EB-7620-4878-80ED-E1EA0ABF1791}"/>
          </ac:graphicFrameMkLst>
        </pc:graphicFrameChg>
        <pc:picChg chg="add del mod">
          <ac:chgData name="Ken Popkin" userId="3c94c39e-c43b-4805-99ab-8da17777f1ac" providerId="ADAL" clId="{9B55D31E-4E96-4040-AF81-B6B894924DD9}" dt="2021-04-28T00:38:00.494" v="3724" actId="478"/>
          <ac:picMkLst>
            <pc:docMk/>
            <pc:sldMk cId="1076860686" sldId="2146846018"/>
            <ac:picMk id="3" creationId="{D733E236-6A3D-4D58-AF49-9C750774F7E8}"/>
          </ac:picMkLst>
        </pc:picChg>
        <pc:picChg chg="add del">
          <ac:chgData name="Ken Popkin" userId="3c94c39e-c43b-4805-99ab-8da17777f1ac" providerId="ADAL" clId="{9B55D31E-4E96-4040-AF81-B6B894924DD9}" dt="2021-04-28T00:38:28.589" v="3727" actId="478"/>
          <ac:picMkLst>
            <pc:docMk/>
            <pc:sldMk cId="1076860686" sldId="2146846018"/>
            <ac:picMk id="9" creationId="{7E926E8F-F1B8-4BE8-942A-3771B9535E42}"/>
          </ac:picMkLst>
        </pc:picChg>
        <pc:cxnChg chg="add del">
          <ac:chgData name="Ken Popkin" userId="3c94c39e-c43b-4805-99ab-8da17777f1ac" providerId="ADAL" clId="{9B55D31E-4E96-4040-AF81-B6B894924DD9}" dt="2021-04-28T00:38:02.387" v="3725" actId="478"/>
          <ac:cxnSpMkLst>
            <pc:docMk/>
            <pc:sldMk cId="1076860686" sldId="2146846018"/>
            <ac:cxnSpMk id="6" creationId="{FF497096-9BA2-4CEE-8360-5E4121D94CA1}"/>
          </ac:cxnSpMkLst>
        </pc:cxnChg>
        <pc:cxnChg chg="del">
          <ac:chgData name="Ken Popkin" userId="3c94c39e-c43b-4805-99ab-8da17777f1ac" providerId="ADAL" clId="{9B55D31E-4E96-4040-AF81-B6B894924DD9}" dt="2021-04-28T00:33:07.363" v="3686" actId="478"/>
          <ac:cxnSpMkLst>
            <pc:docMk/>
            <pc:sldMk cId="1076860686" sldId="2146846018"/>
            <ac:cxnSpMk id="75" creationId="{0B0290BE-79B4-4156-A78A-FF9E064CB585}"/>
          </ac:cxnSpMkLst>
        </pc:cxnChg>
      </pc:sldChg>
      <pc:sldMasterChg chg="delSldLayout">
        <pc:chgData name="Ken Popkin" userId="3c94c39e-c43b-4805-99ab-8da17777f1ac" providerId="ADAL" clId="{9B55D31E-4E96-4040-AF81-B6B894924DD9}" dt="2021-04-28T00:54:50.242" v="4671" actId="47"/>
        <pc:sldMasterMkLst>
          <pc:docMk/>
          <pc:sldMasterMk cId="4258334832" sldId="2147483661"/>
        </pc:sldMasterMkLst>
        <pc:sldLayoutChg chg="del">
          <pc:chgData name="Ken Popkin" userId="3c94c39e-c43b-4805-99ab-8da17777f1ac" providerId="ADAL" clId="{9B55D31E-4E96-4040-AF81-B6B894924DD9}" dt="2021-04-28T00:54:50.242" v="4671" actId="47"/>
          <pc:sldLayoutMkLst>
            <pc:docMk/>
            <pc:sldMasterMk cId="4258334832" sldId="2147483661"/>
            <pc:sldLayoutMk cId="3873286259" sldId="2147483663"/>
          </pc:sldLayoutMkLst>
        </pc:sldLayoutChg>
      </pc:sldMasterChg>
    </pc:docChg>
  </pc:docChgLst>
  <pc:docChgLst>
    <pc:chgData name="Gaurav" userId="cf3cfb45-d90b-4d10-b0a3-97e0956283ba" providerId="ADAL" clId="{4F666FCF-AF3E-4982-BB9A-C4B58C1FEFCC}"/>
    <pc:docChg chg="undo custSel addSld delSld modSld sldOrd modSection">
      <pc:chgData name="Gaurav" userId="cf3cfb45-d90b-4d10-b0a3-97e0956283ba" providerId="ADAL" clId="{4F666FCF-AF3E-4982-BB9A-C4B58C1FEFCC}" dt="2021-03-08T15:40:23.637" v="3810" actId="20577"/>
      <pc:docMkLst>
        <pc:docMk/>
      </pc:docMkLst>
      <pc:sldChg chg="addSp delSp modSp mod">
        <pc:chgData name="Gaurav" userId="cf3cfb45-d90b-4d10-b0a3-97e0956283ba" providerId="ADAL" clId="{4F666FCF-AF3E-4982-BB9A-C4B58C1FEFCC}" dt="2021-03-05T20:49:39.981" v="2845" actId="14100"/>
        <pc:sldMkLst>
          <pc:docMk/>
          <pc:sldMk cId="495401053" sldId="256"/>
        </pc:sldMkLst>
        <pc:spChg chg="del mod">
          <ac:chgData name="Gaurav" userId="cf3cfb45-d90b-4d10-b0a3-97e0956283ba" providerId="ADAL" clId="{4F666FCF-AF3E-4982-BB9A-C4B58C1FEFCC}" dt="2021-03-05T20:49:01.123" v="2813" actId="478"/>
          <ac:spMkLst>
            <pc:docMk/>
            <pc:sldMk cId="495401053" sldId="256"/>
            <ac:spMk id="2" creationId="{F2598F06-42EC-4E35-9898-84FE2645A10C}"/>
          </ac:spMkLst>
        </pc:spChg>
        <pc:spChg chg="add mod">
          <ac:chgData name="Gaurav" userId="cf3cfb45-d90b-4d10-b0a3-97e0956283ba" providerId="ADAL" clId="{4F666FCF-AF3E-4982-BB9A-C4B58C1FEFCC}" dt="2021-03-05T20:48:35.987" v="2806"/>
          <ac:spMkLst>
            <pc:docMk/>
            <pc:sldMk cId="495401053" sldId="256"/>
            <ac:spMk id="107" creationId="{FDF7C591-4823-480E-814C-14D1C69FBC5F}"/>
          </ac:spMkLst>
        </pc:spChg>
        <pc:spChg chg="add mod">
          <ac:chgData name="Gaurav" userId="cf3cfb45-d90b-4d10-b0a3-97e0956283ba" providerId="ADAL" clId="{4F666FCF-AF3E-4982-BB9A-C4B58C1FEFCC}" dt="2021-03-05T20:49:39.981" v="2845" actId="14100"/>
          <ac:spMkLst>
            <pc:docMk/>
            <pc:sldMk cId="495401053" sldId="256"/>
            <ac:spMk id="108" creationId="{F5D278D6-18FC-4492-A8DF-F9DC57626BAE}"/>
          </ac:spMkLst>
        </pc:spChg>
      </pc:sldChg>
      <pc:sldChg chg="addSp modSp mod">
        <pc:chgData name="Gaurav" userId="cf3cfb45-d90b-4d10-b0a3-97e0956283ba" providerId="ADAL" clId="{4F666FCF-AF3E-4982-BB9A-C4B58C1FEFCC}" dt="2021-03-03T18:43:05.308" v="8" actId="2711"/>
        <pc:sldMkLst>
          <pc:docMk/>
          <pc:sldMk cId="486790856" sldId="257"/>
        </pc:sldMkLst>
        <pc:spChg chg="mod">
          <ac:chgData name="Gaurav" userId="cf3cfb45-d90b-4d10-b0a3-97e0956283ba" providerId="ADAL" clId="{4F666FCF-AF3E-4982-BB9A-C4B58C1FEFCC}" dt="2021-03-03T18:42:38.665" v="5" actId="20577"/>
          <ac:spMkLst>
            <pc:docMk/>
            <pc:sldMk cId="486790856" sldId="257"/>
            <ac:spMk id="2" creationId="{68742525-957B-45EB-A5FD-EDE9AF299EDD}"/>
          </ac:spMkLst>
        </pc:spChg>
        <pc:spChg chg="add mod">
          <ac:chgData name="Gaurav" userId="cf3cfb45-d90b-4d10-b0a3-97e0956283ba" providerId="ADAL" clId="{4F666FCF-AF3E-4982-BB9A-C4B58C1FEFCC}" dt="2021-03-03T18:43:05.308" v="8" actId="2711"/>
          <ac:spMkLst>
            <pc:docMk/>
            <pc:sldMk cId="486790856" sldId="257"/>
            <ac:spMk id="76" creationId="{779F0859-7FED-432A-AA1F-E554EC24B32D}"/>
          </ac:spMkLst>
        </pc:spChg>
      </pc:sldChg>
      <pc:sldChg chg="add ord">
        <pc:chgData name="Gaurav" userId="cf3cfb45-d90b-4d10-b0a3-97e0956283ba" providerId="ADAL" clId="{4F666FCF-AF3E-4982-BB9A-C4B58C1FEFCC}" dt="2021-03-05T20:42:40.593" v="2595"/>
        <pc:sldMkLst>
          <pc:docMk/>
          <pc:sldMk cId="934694612" sldId="379"/>
        </pc:sldMkLst>
      </pc:sldChg>
      <pc:sldChg chg="addSp modSp add mod">
        <pc:chgData name="Gaurav" userId="cf3cfb45-d90b-4d10-b0a3-97e0956283ba" providerId="ADAL" clId="{4F666FCF-AF3E-4982-BB9A-C4B58C1FEFCC}" dt="2021-03-08T15:40:23.637" v="3810" actId="20577"/>
        <pc:sldMkLst>
          <pc:docMk/>
          <pc:sldMk cId="93243010" sldId="7428"/>
        </pc:sldMkLst>
        <pc:spChg chg="add mod">
          <ac:chgData name="Gaurav" userId="cf3cfb45-d90b-4d10-b0a3-97e0956283ba" providerId="ADAL" clId="{4F666FCF-AF3E-4982-BB9A-C4B58C1FEFCC}" dt="2021-03-05T23:19:11.528" v="3799" actId="20577"/>
          <ac:spMkLst>
            <pc:docMk/>
            <pc:sldMk cId="93243010" sldId="7428"/>
            <ac:spMk id="9" creationId="{11361281-1B1E-43F8-AA43-B00647707B7F}"/>
          </ac:spMkLst>
        </pc:spChg>
        <pc:spChg chg="mod">
          <ac:chgData name="Gaurav" userId="cf3cfb45-d90b-4d10-b0a3-97e0956283ba" providerId="ADAL" clId="{4F666FCF-AF3E-4982-BB9A-C4B58C1FEFCC}" dt="2021-03-05T22:39:46.875" v="3468" actId="20577"/>
          <ac:spMkLst>
            <pc:docMk/>
            <pc:sldMk cId="93243010" sldId="7428"/>
            <ac:spMk id="10" creationId="{A78988CF-C0D9-4564-A18C-624985AA8302}"/>
          </ac:spMkLst>
        </pc:spChg>
        <pc:graphicFrameChg chg="mod modGraphic">
          <ac:chgData name="Gaurav" userId="cf3cfb45-d90b-4d10-b0a3-97e0956283ba" providerId="ADAL" clId="{4F666FCF-AF3E-4982-BB9A-C4B58C1FEFCC}" dt="2021-03-08T15:40:23.637" v="3810" actId="20577"/>
          <ac:graphicFrameMkLst>
            <pc:docMk/>
            <pc:sldMk cId="93243010" sldId="7428"/>
            <ac:graphicFrameMk id="8" creationId="{11C6AFA9-D17F-472D-97FC-23D5883BB9C0}"/>
          </ac:graphicFrameMkLst>
        </pc:graphicFrameChg>
      </pc:sldChg>
      <pc:sldChg chg="addSp modSp">
        <pc:chgData name="Gaurav" userId="cf3cfb45-d90b-4d10-b0a3-97e0956283ba" providerId="ADAL" clId="{4F666FCF-AF3E-4982-BB9A-C4B58C1FEFCC}" dt="2021-03-05T20:47:52.991" v="2805"/>
        <pc:sldMkLst>
          <pc:docMk/>
          <pc:sldMk cId="2678786716" sldId="2142532606"/>
        </pc:sldMkLst>
        <pc:spChg chg="add mod">
          <ac:chgData name="Gaurav" userId="cf3cfb45-d90b-4d10-b0a3-97e0956283ba" providerId="ADAL" clId="{4F666FCF-AF3E-4982-BB9A-C4B58C1FEFCC}" dt="2021-03-05T20:47:52.991" v="2805"/>
          <ac:spMkLst>
            <pc:docMk/>
            <pc:sldMk cId="2678786716" sldId="2142532606"/>
            <ac:spMk id="7" creationId="{DBC50519-B749-4B4D-9907-6E4EBC01BCD5}"/>
          </ac:spMkLst>
        </pc:spChg>
      </pc:sldChg>
      <pc:sldChg chg="modSp add mod ord">
        <pc:chgData name="Gaurav" userId="cf3cfb45-d90b-4d10-b0a3-97e0956283ba" providerId="ADAL" clId="{4F666FCF-AF3E-4982-BB9A-C4B58C1FEFCC}" dt="2021-03-05T22:26:04.204" v="3256" actId="6549"/>
        <pc:sldMkLst>
          <pc:docMk/>
          <pc:sldMk cId="400269162" sldId="2142532640"/>
        </pc:sldMkLst>
        <pc:spChg chg="mod">
          <ac:chgData name="Gaurav" userId="cf3cfb45-d90b-4d10-b0a3-97e0956283ba" providerId="ADAL" clId="{4F666FCF-AF3E-4982-BB9A-C4B58C1FEFCC}" dt="2021-03-03T22:51:51.849" v="2166" actId="6549"/>
          <ac:spMkLst>
            <pc:docMk/>
            <pc:sldMk cId="400269162" sldId="2142532640"/>
            <ac:spMk id="3" creationId="{D73774F1-932B-4974-9CE8-09B029C61858}"/>
          </ac:spMkLst>
        </pc:spChg>
        <pc:spChg chg="mod">
          <ac:chgData name="Gaurav" userId="cf3cfb45-d90b-4d10-b0a3-97e0956283ba" providerId="ADAL" clId="{4F666FCF-AF3E-4982-BB9A-C4B58C1FEFCC}" dt="2021-03-03T22:41:32.256" v="1339" actId="20577"/>
          <ac:spMkLst>
            <pc:docMk/>
            <pc:sldMk cId="400269162" sldId="2142532640"/>
            <ac:spMk id="9" creationId="{3C3A0B57-29A1-4D03-B6E0-4997F7FA6E9C}"/>
          </ac:spMkLst>
        </pc:spChg>
        <pc:spChg chg="mod">
          <ac:chgData name="Gaurav" userId="cf3cfb45-d90b-4d10-b0a3-97e0956283ba" providerId="ADAL" clId="{4F666FCF-AF3E-4982-BB9A-C4B58C1FEFCC}" dt="2021-03-05T22:26:04.204" v="3256" actId="6549"/>
          <ac:spMkLst>
            <pc:docMk/>
            <pc:sldMk cId="400269162" sldId="2142532640"/>
            <ac:spMk id="16" creationId="{344E7F2A-759E-4996-9248-CADB73335B2B}"/>
          </ac:spMkLst>
        </pc:spChg>
        <pc:spChg chg="mod">
          <ac:chgData name="Gaurav" userId="cf3cfb45-d90b-4d10-b0a3-97e0956283ba" providerId="ADAL" clId="{4F666FCF-AF3E-4982-BB9A-C4B58C1FEFCC}" dt="2021-03-03T22:40:39.101" v="1318" actId="6549"/>
          <ac:spMkLst>
            <pc:docMk/>
            <pc:sldMk cId="400269162" sldId="2142532640"/>
            <ac:spMk id="18" creationId="{4A93D7EC-8782-4C89-96A4-F012B0554B8D}"/>
          </ac:spMkLst>
        </pc:spChg>
      </pc:sldChg>
      <pc:sldChg chg="addSp delSp modSp mod">
        <pc:chgData name="Gaurav" userId="cf3cfb45-d90b-4d10-b0a3-97e0956283ba" providerId="ADAL" clId="{4F666FCF-AF3E-4982-BB9A-C4B58C1FEFCC}" dt="2021-03-05T20:51:04.183" v="2870" actId="478"/>
        <pc:sldMkLst>
          <pc:docMk/>
          <pc:sldMk cId="3362209346" sldId="2146845939"/>
        </pc:sldMkLst>
        <pc:spChg chg="del">
          <ac:chgData name="Gaurav" userId="cf3cfb45-d90b-4d10-b0a3-97e0956283ba" providerId="ADAL" clId="{4F666FCF-AF3E-4982-BB9A-C4B58C1FEFCC}" dt="2021-03-05T20:50:21.305" v="2846" actId="478"/>
          <ac:spMkLst>
            <pc:docMk/>
            <pc:sldMk cId="3362209346" sldId="2146845939"/>
            <ac:spMk id="39" creationId="{5CC59D93-4B3A-498C-955D-0374756E01CC}"/>
          </ac:spMkLst>
        </pc:spChg>
        <pc:spChg chg="del">
          <ac:chgData name="Gaurav" userId="cf3cfb45-d90b-4d10-b0a3-97e0956283ba" providerId="ADAL" clId="{4F666FCF-AF3E-4982-BB9A-C4B58C1FEFCC}" dt="2021-03-05T20:51:04.183" v="2870" actId="478"/>
          <ac:spMkLst>
            <pc:docMk/>
            <pc:sldMk cId="3362209346" sldId="2146845939"/>
            <ac:spMk id="60" creationId="{7BC372B8-9B80-429A-8EC9-8FBD255D5DDC}"/>
          </ac:spMkLst>
        </pc:spChg>
        <pc:spChg chg="add mod">
          <ac:chgData name="Gaurav" userId="cf3cfb45-d90b-4d10-b0a3-97e0956283ba" providerId="ADAL" clId="{4F666FCF-AF3E-4982-BB9A-C4B58C1FEFCC}" dt="2021-03-05T20:50:46.070" v="2866" actId="20577"/>
          <ac:spMkLst>
            <pc:docMk/>
            <pc:sldMk cId="3362209346" sldId="2146845939"/>
            <ac:spMk id="61" creationId="{C3221A0B-1AA3-4A42-ABCF-6E81601C20FE}"/>
          </ac:spMkLst>
        </pc:spChg>
        <pc:spChg chg="add del mod">
          <ac:chgData name="Gaurav" userId="cf3cfb45-d90b-4d10-b0a3-97e0956283ba" providerId="ADAL" clId="{4F666FCF-AF3E-4982-BB9A-C4B58C1FEFCC}" dt="2021-03-05T20:50:54.127" v="2868"/>
          <ac:spMkLst>
            <pc:docMk/>
            <pc:sldMk cId="3362209346" sldId="2146845939"/>
            <ac:spMk id="62" creationId="{911B7EBA-FAD3-49AD-B244-D3FA82767722}"/>
          </ac:spMkLst>
        </pc:spChg>
        <pc:spChg chg="add mod">
          <ac:chgData name="Gaurav" userId="cf3cfb45-d90b-4d10-b0a3-97e0956283ba" providerId="ADAL" clId="{4F666FCF-AF3E-4982-BB9A-C4B58C1FEFCC}" dt="2021-03-05T20:51:00.734" v="2869"/>
          <ac:spMkLst>
            <pc:docMk/>
            <pc:sldMk cId="3362209346" sldId="2146845939"/>
            <ac:spMk id="63" creationId="{A6F7B0A1-2415-433F-B0A4-771620216211}"/>
          </ac:spMkLst>
        </pc:spChg>
      </pc:sldChg>
      <pc:sldChg chg="addSp delSp modSp mod">
        <pc:chgData name="Gaurav" userId="cf3cfb45-d90b-4d10-b0a3-97e0956283ba" providerId="ADAL" clId="{4F666FCF-AF3E-4982-BB9A-C4B58C1FEFCC}" dt="2021-03-05T22:13:55.761" v="3031" actId="14734"/>
        <pc:sldMkLst>
          <pc:docMk/>
          <pc:sldMk cId="2174113185" sldId="2146845945"/>
        </pc:sldMkLst>
        <pc:spChg chg="del mod">
          <ac:chgData name="Gaurav" userId="cf3cfb45-d90b-4d10-b0a3-97e0956283ba" providerId="ADAL" clId="{4F666FCF-AF3E-4982-BB9A-C4B58C1FEFCC}" dt="2021-03-05T20:41:30.522" v="2561" actId="478"/>
          <ac:spMkLst>
            <pc:docMk/>
            <pc:sldMk cId="2174113185" sldId="2146845945"/>
            <ac:spMk id="2" creationId="{09881806-26FA-4FEE-95C5-D3CCFAEAD601}"/>
          </ac:spMkLst>
        </pc:spChg>
        <pc:spChg chg="add mod">
          <ac:chgData name="Gaurav" userId="cf3cfb45-d90b-4d10-b0a3-97e0956283ba" providerId="ADAL" clId="{4F666FCF-AF3E-4982-BB9A-C4B58C1FEFCC}" dt="2021-03-03T18:49:27.182" v="72" actId="207"/>
          <ac:spMkLst>
            <pc:docMk/>
            <pc:sldMk cId="2174113185" sldId="2146845945"/>
            <ac:spMk id="3" creationId="{094BCE51-8E68-440D-A895-DB173EC79003}"/>
          </ac:spMkLst>
        </pc:spChg>
        <pc:spChg chg="mod">
          <ac:chgData name="Gaurav" userId="cf3cfb45-d90b-4d10-b0a3-97e0956283ba" providerId="ADAL" clId="{4F666FCF-AF3E-4982-BB9A-C4B58C1FEFCC}" dt="2021-03-03T18:43:24.924" v="10" actId="2711"/>
          <ac:spMkLst>
            <pc:docMk/>
            <pc:sldMk cId="2174113185" sldId="2146845945"/>
            <ac:spMk id="4" creationId="{C0CEA278-8EA6-4F8A-A1B6-09A52E5939EE}"/>
          </ac:spMkLst>
        </pc:spChg>
        <pc:spChg chg="mod">
          <ac:chgData name="Gaurav" userId="cf3cfb45-d90b-4d10-b0a3-97e0956283ba" providerId="ADAL" clId="{4F666FCF-AF3E-4982-BB9A-C4B58C1FEFCC}" dt="2021-03-03T18:43:24.924" v="10" actId="2711"/>
          <ac:spMkLst>
            <pc:docMk/>
            <pc:sldMk cId="2174113185" sldId="2146845945"/>
            <ac:spMk id="5" creationId="{CA32B1CF-F03E-4677-8C05-EBD91DE3FA2E}"/>
          </ac:spMkLst>
        </pc:spChg>
        <pc:spChg chg="mod">
          <ac:chgData name="Gaurav" userId="cf3cfb45-d90b-4d10-b0a3-97e0956283ba" providerId="ADAL" clId="{4F666FCF-AF3E-4982-BB9A-C4B58C1FEFCC}" dt="2021-03-03T18:43:24.924" v="10" actId="2711"/>
          <ac:spMkLst>
            <pc:docMk/>
            <pc:sldMk cId="2174113185" sldId="2146845945"/>
            <ac:spMk id="6" creationId="{38B5E4B6-931A-47C7-A145-7ED5DE6A1B62}"/>
          </ac:spMkLst>
        </pc:spChg>
        <pc:spChg chg="add del mod">
          <ac:chgData name="Gaurav" userId="cf3cfb45-d90b-4d10-b0a3-97e0956283ba" providerId="ADAL" clId="{4F666FCF-AF3E-4982-BB9A-C4B58C1FEFCC}" dt="2021-03-05T20:41:52.346" v="2567" actId="478"/>
          <ac:spMkLst>
            <pc:docMk/>
            <pc:sldMk cId="2174113185" sldId="2146845945"/>
            <ac:spMk id="9" creationId="{F6B8A9CF-E779-4BD4-A071-E3BF8A1ABE2A}"/>
          </ac:spMkLst>
        </pc:spChg>
        <pc:spChg chg="del mod">
          <ac:chgData name="Gaurav" userId="cf3cfb45-d90b-4d10-b0a3-97e0956283ba" providerId="ADAL" clId="{4F666FCF-AF3E-4982-BB9A-C4B58C1FEFCC}" dt="2021-03-05T20:41:55.900" v="2568" actId="478"/>
          <ac:spMkLst>
            <pc:docMk/>
            <pc:sldMk cId="2174113185" sldId="2146845945"/>
            <ac:spMk id="10" creationId="{14343C34-27C3-4137-B17F-5E8A53744555}"/>
          </ac:spMkLst>
        </pc:spChg>
        <pc:spChg chg="del mod">
          <ac:chgData name="Gaurav" userId="cf3cfb45-d90b-4d10-b0a3-97e0956283ba" providerId="ADAL" clId="{4F666FCF-AF3E-4982-BB9A-C4B58C1FEFCC}" dt="2021-03-05T20:41:55.900" v="2568" actId="478"/>
          <ac:spMkLst>
            <pc:docMk/>
            <pc:sldMk cId="2174113185" sldId="2146845945"/>
            <ac:spMk id="11" creationId="{F1E7C6A9-632F-41B7-B9D5-1F99EB95A141}"/>
          </ac:spMkLst>
        </pc:spChg>
        <pc:spChg chg="mod">
          <ac:chgData name="Gaurav" userId="cf3cfb45-d90b-4d10-b0a3-97e0956283ba" providerId="ADAL" clId="{4F666FCF-AF3E-4982-BB9A-C4B58C1FEFCC}" dt="2021-03-03T18:44:44.480" v="14" actId="1582"/>
          <ac:spMkLst>
            <pc:docMk/>
            <pc:sldMk cId="2174113185" sldId="2146845945"/>
            <ac:spMk id="17" creationId="{76F03020-2C93-45BD-8ECF-390D4E4C40C0}"/>
          </ac:spMkLst>
        </pc:spChg>
        <pc:spChg chg="mod">
          <ac:chgData name="Gaurav" userId="cf3cfb45-d90b-4d10-b0a3-97e0956283ba" providerId="ADAL" clId="{4F666FCF-AF3E-4982-BB9A-C4B58C1FEFCC}" dt="2021-03-03T18:44:44.480" v="14" actId="1582"/>
          <ac:spMkLst>
            <pc:docMk/>
            <pc:sldMk cId="2174113185" sldId="2146845945"/>
            <ac:spMk id="18" creationId="{BA4770BF-160C-4F77-B53C-92839D3024A2}"/>
          </ac:spMkLst>
        </pc:spChg>
        <pc:spChg chg="mod">
          <ac:chgData name="Gaurav" userId="cf3cfb45-d90b-4d10-b0a3-97e0956283ba" providerId="ADAL" clId="{4F666FCF-AF3E-4982-BB9A-C4B58C1FEFCC}" dt="2021-03-03T18:44:44.480" v="14" actId="1582"/>
          <ac:spMkLst>
            <pc:docMk/>
            <pc:sldMk cId="2174113185" sldId="2146845945"/>
            <ac:spMk id="27" creationId="{BDD96024-7C3E-461A-BCD4-FC965538A68D}"/>
          </ac:spMkLst>
        </pc:spChg>
        <pc:spChg chg="mod">
          <ac:chgData name="Gaurav" userId="cf3cfb45-d90b-4d10-b0a3-97e0956283ba" providerId="ADAL" clId="{4F666FCF-AF3E-4982-BB9A-C4B58C1FEFCC}" dt="2021-03-03T18:44:44.480" v="14" actId="1582"/>
          <ac:spMkLst>
            <pc:docMk/>
            <pc:sldMk cId="2174113185" sldId="2146845945"/>
            <ac:spMk id="28" creationId="{786BA8E4-2293-426C-AF7A-BD3CE947DBCF}"/>
          </ac:spMkLst>
        </pc:spChg>
        <pc:spChg chg="mod">
          <ac:chgData name="Gaurav" userId="cf3cfb45-d90b-4d10-b0a3-97e0956283ba" providerId="ADAL" clId="{4F666FCF-AF3E-4982-BB9A-C4B58C1FEFCC}" dt="2021-03-03T18:44:44.480" v="14" actId="1582"/>
          <ac:spMkLst>
            <pc:docMk/>
            <pc:sldMk cId="2174113185" sldId="2146845945"/>
            <ac:spMk id="30" creationId="{310B3AC6-98B0-4096-B2E0-08925228B0CB}"/>
          </ac:spMkLst>
        </pc:spChg>
        <pc:spChg chg="mod">
          <ac:chgData name="Gaurav" userId="cf3cfb45-d90b-4d10-b0a3-97e0956283ba" providerId="ADAL" clId="{4F666FCF-AF3E-4982-BB9A-C4B58C1FEFCC}" dt="2021-03-03T18:44:44.480" v="14" actId="1582"/>
          <ac:spMkLst>
            <pc:docMk/>
            <pc:sldMk cId="2174113185" sldId="2146845945"/>
            <ac:spMk id="31" creationId="{D16189F7-06DF-43A5-8EE2-D7987266BED2}"/>
          </ac:spMkLst>
        </pc:spChg>
        <pc:spChg chg="mod">
          <ac:chgData name="Gaurav" userId="cf3cfb45-d90b-4d10-b0a3-97e0956283ba" providerId="ADAL" clId="{4F666FCF-AF3E-4982-BB9A-C4B58C1FEFCC}" dt="2021-03-03T18:44:44.480" v="14" actId="1582"/>
          <ac:spMkLst>
            <pc:docMk/>
            <pc:sldMk cId="2174113185" sldId="2146845945"/>
            <ac:spMk id="33" creationId="{93F090F8-18D8-4B87-8F57-67F750550C96}"/>
          </ac:spMkLst>
        </pc:spChg>
        <pc:spChg chg="mod">
          <ac:chgData name="Gaurav" userId="cf3cfb45-d90b-4d10-b0a3-97e0956283ba" providerId="ADAL" clId="{4F666FCF-AF3E-4982-BB9A-C4B58C1FEFCC}" dt="2021-03-03T18:44:44.480" v="14" actId="1582"/>
          <ac:spMkLst>
            <pc:docMk/>
            <pc:sldMk cId="2174113185" sldId="2146845945"/>
            <ac:spMk id="34" creationId="{DF3C5C59-984A-4986-B4C3-EDE44B205EEA}"/>
          </ac:spMkLst>
        </pc:spChg>
        <pc:spChg chg="mod">
          <ac:chgData name="Gaurav" userId="cf3cfb45-d90b-4d10-b0a3-97e0956283ba" providerId="ADAL" clId="{4F666FCF-AF3E-4982-BB9A-C4B58C1FEFCC}" dt="2021-03-03T18:43:24.924" v="10" actId="2711"/>
          <ac:spMkLst>
            <pc:docMk/>
            <pc:sldMk cId="2174113185" sldId="2146845945"/>
            <ac:spMk id="43" creationId="{6880DEC2-890A-4584-83DA-B3F626B83162}"/>
          </ac:spMkLst>
        </pc:spChg>
        <pc:spChg chg="mod">
          <ac:chgData name="Gaurav" userId="cf3cfb45-d90b-4d10-b0a3-97e0956283ba" providerId="ADAL" clId="{4F666FCF-AF3E-4982-BB9A-C4B58C1FEFCC}" dt="2021-03-03T18:43:24.924" v="10" actId="2711"/>
          <ac:spMkLst>
            <pc:docMk/>
            <pc:sldMk cId="2174113185" sldId="2146845945"/>
            <ac:spMk id="44" creationId="{9B2E1027-BDDE-41D9-B207-5A970025D683}"/>
          </ac:spMkLst>
        </pc:spChg>
        <pc:spChg chg="mod">
          <ac:chgData name="Gaurav" userId="cf3cfb45-d90b-4d10-b0a3-97e0956283ba" providerId="ADAL" clId="{4F666FCF-AF3E-4982-BB9A-C4B58C1FEFCC}" dt="2021-03-03T18:43:24.924" v="10" actId="2711"/>
          <ac:spMkLst>
            <pc:docMk/>
            <pc:sldMk cId="2174113185" sldId="2146845945"/>
            <ac:spMk id="49" creationId="{6FBC706B-18DC-40FA-BB8D-D69DEB520DA2}"/>
          </ac:spMkLst>
        </pc:spChg>
        <pc:spChg chg="mod">
          <ac:chgData name="Gaurav" userId="cf3cfb45-d90b-4d10-b0a3-97e0956283ba" providerId="ADAL" clId="{4F666FCF-AF3E-4982-BB9A-C4B58C1FEFCC}" dt="2021-03-03T18:43:24.924" v="10" actId="2711"/>
          <ac:spMkLst>
            <pc:docMk/>
            <pc:sldMk cId="2174113185" sldId="2146845945"/>
            <ac:spMk id="50" creationId="{F536C0F1-2560-41A0-BA27-E3BCBCC1F512}"/>
          </ac:spMkLst>
        </pc:spChg>
        <pc:spChg chg="mod">
          <ac:chgData name="Gaurav" userId="cf3cfb45-d90b-4d10-b0a3-97e0956283ba" providerId="ADAL" clId="{4F666FCF-AF3E-4982-BB9A-C4B58C1FEFCC}" dt="2021-03-03T18:43:24.924" v="10" actId="2711"/>
          <ac:spMkLst>
            <pc:docMk/>
            <pc:sldMk cId="2174113185" sldId="2146845945"/>
            <ac:spMk id="55" creationId="{34A18626-A9C3-4E41-A55A-C048B476227A}"/>
          </ac:spMkLst>
        </pc:spChg>
        <pc:spChg chg="mod">
          <ac:chgData name="Gaurav" userId="cf3cfb45-d90b-4d10-b0a3-97e0956283ba" providerId="ADAL" clId="{4F666FCF-AF3E-4982-BB9A-C4B58C1FEFCC}" dt="2021-03-03T18:43:24.924" v="10" actId="2711"/>
          <ac:spMkLst>
            <pc:docMk/>
            <pc:sldMk cId="2174113185" sldId="2146845945"/>
            <ac:spMk id="56" creationId="{6BED757D-BE9E-45C3-B706-449123FE1857}"/>
          </ac:spMkLst>
        </pc:spChg>
        <pc:spChg chg="add del mod">
          <ac:chgData name="Gaurav" userId="cf3cfb45-d90b-4d10-b0a3-97e0956283ba" providerId="ADAL" clId="{4F666FCF-AF3E-4982-BB9A-C4B58C1FEFCC}" dt="2021-03-05T20:41:49.345" v="2566" actId="478"/>
          <ac:spMkLst>
            <pc:docMk/>
            <pc:sldMk cId="2174113185" sldId="2146845945"/>
            <ac:spMk id="57" creationId="{E46548A7-58C6-44D4-8DB4-A5D772A81F2E}"/>
          </ac:spMkLst>
        </pc:spChg>
        <pc:spChg chg="add mod">
          <ac:chgData name="Gaurav" userId="cf3cfb45-d90b-4d10-b0a3-97e0956283ba" providerId="ADAL" clId="{4F666FCF-AF3E-4982-BB9A-C4B58C1FEFCC}" dt="2021-03-05T20:44:37.159" v="2607" actId="20577"/>
          <ac:spMkLst>
            <pc:docMk/>
            <pc:sldMk cId="2174113185" sldId="2146845945"/>
            <ac:spMk id="58" creationId="{8A182EFB-D032-45FB-B155-4A81071B119F}"/>
          </ac:spMkLst>
        </pc:spChg>
        <pc:spChg chg="mod">
          <ac:chgData name="Gaurav" userId="cf3cfb45-d90b-4d10-b0a3-97e0956283ba" providerId="ADAL" clId="{4F666FCF-AF3E-4982-BB9A-C4B58C1FEFCC}" dt="2021-03-03T18:48:48.886" v="64" actId="207"/>
          <ac:spMkLst>
            <pc:docMk/>
            <pc:sldMk cId="2174113185" sldId="2146845945"/>
            <ac:spMk id="58" creationId="{F925F0CF-1071-4B51-A19B-C8E58ACBE52A}"/>
          </ac:spMkLst>
        </pc:spChg>
        <pc:spChg chg="add mod">
          <ac:chgData name="Gaurav" userId="cf3cfb45-d90b-4d10-b0a3-97e0956283ba" providerId="ADAL" clId="{4F666FCF-AF3E-4982-BB9A-C4B58C1FEFCC}" dt="2021-03-05T20:44:04.097" v="2597"/>
          <ac:spMkLst>
            <pc:docMk/>
            <pc:sldMk cId="2174113185" sldId="2146845945"/>
            <ac:spMk id="59" creationId="{825925F5-1D3E-486D-A857-8BB700F6C5A3}"/>
          </ac:spMkLst>
        </pc:spChg>
        <pc:spChg chg="mod">
          <ac:chgData name="Gaurav" userId="cf3cfb45-d90b-4d10-b0a3-97e0956283ba" providerId="ADAL" clId="{4F666FCF-AF3E-4982-BB9A-C4B58C1FEFCC}" dt="2021-03-03T18:48:48.886" v="64" actId="207"/>
          <ac:spMkLst>
            <pc:docMk/>
            <pc:sldMk cId="2174113185" sldId="2146845945"/>
            <ac:spMk id="59" creationId="{ADDFC831-871B-4B39-A1EC-C462F22A4050}"/>
          </ac:spMkLst>
        </pc:spChg>
        <pc:spChg chg="mod">
          <ac:chgData name="Gaurav" userId="cf3cfb45-d90b-4d10-b0a3-97e0956283ba" providerId="ADAL" clId="{4F666FCF-AF3E-4982-BB9A-C4B58C1FEFCC}" dt="2021-03-03T18:44:44.480" v="14" actId="1582"/>
          <ac:spMkLst>
            <pc:docMk/>
            <pc:sldMk cId="2174113185" sldId="2146845945"/>
            <ac:spMk id="61" creationId="{B9F50829-82AE-44A3-ABA0-20E7E7590B58}"/>
          </ac:spMkLst>
        </pc:spChg>
        <pc:spChg chg="mod">
          <ac:chgData name="Gaurav" userId="cf3cfb45-d90b-4d10-b0a3-97e0956283ba" providerId="ADAL" clId="{4F666FCF-AF3E-4982-BB9A-C4B58C1FEFCC}" dt="2021-03-03T18:44:44.480" v="14" actId="1582"/>
          <ac:spMkLst>
            <pc:docMk/>
            <pc:sldMk cId="2174113185" sldId="2146845945"/>
            <ac:spMk id="62" creationId="{9C6216D4-E80F-451C-AF10-E1B86D8D6B5F}"/>
          </ac:spMkLst>
        </pc:spChg>
        <pc:spChg chg="mod">
          <ac:chgData name="Gaurav" userId="cf3cfb45-d90b-4d10-b0a3-97e0956283ba" providerId="ADAL" clId="{4F666FCF-AF3E-4982-BB9A-C4B58C1FEFCC}" dt="2021-03-03T18:44:44.480" v="14" actId="1582"/>
          <ac:spMkLst>
            <pc:docMk/>
            <pc:sldMk cId="2174113185" sldId="2146845945"/>
            <ac:spMk id="64" creationId="{05FD404F-4F4B-4226-B561-3BB04A5DF1C1}"/>
          </ac:spMkLst>
        </pc:spChg>
        <pc:spChg chg="mod">
          <ac:chgData name="Gaurav" userId="cf3cfb45-d90b-4d10-b0a3-97e0956283ba" providerId="ADAL" clId="{4F666FCF-AF3E-4982-BB9A-C4B58C1FEFCC}" dt="2021-03-03T18:44:44.480" v="14" actId="1582"/>
          <ac:spMkLst>
            <pc:docMk/>
            <pc:sldMk cId="2174113185" sldId="2146845945"/>
            <ac:spMk id="65" creationId="{F269407C-355E-42C0-8FB4-B9F98818285B}"/>
          </ac:spMkLst>
        </pc:spChg>
        <pc:spChg chg="mod">
          <ac:chgData name="Gaurav" userId="cf3cfb45-d90b-4d10-b0a3-97e0956283ba" providerId="ADAL" clId="{4F666FCF-AF3E-4982-BB9A-C4B58C1FEFCC}" dt="2021-03-03T18:44:44.480" v="14" actId="1582"/>
          <ac:spMkLst>
            <pc:docMk/>
            <pc:sldMk cId="2174113185" sldId="2146845945"/>
            <ac:spMk id="67" creationId="{2D0454A6-B257-46CA-8FDA-AB36CBE5420E}"/>
          </ac:spMkLst>
        </pc:spChg>
        <pc:spChg chg="mod">
          <ac:chgData name="Gaurav" userId="cf3cfb45-d90b-4d10-b0a3-97e0956283ba" providerId="ADAL" clId="{4F666FCF-AF3E-4982-BB9A-C4B58C1FEFCC}" dt="2021-03-03T18:44:44.480" v="14" actId="1582"/>
          <ac:spMkLst>
            <pc:docMk/>
            <pc:sldMk cId="2174113185" sldId="2146845945"/>
            <ac:spMk id="68" creationId="{73FAD814-4F77-421F-9831-555736264B89}"/>
          </ac:spMkLst>
        </pc:spChg>
        <pc:spChg chg="mod">
          <ac:chgData name="Gaurav" userId="cf3cfb45-d90b-4d10-b0a3-97e0956283ba" providerId="ADAL" clId="{4F666FCF-AF3E-4982-BB9A-C4B58C1FEFCC}" dt="2021-03-03T18:44:44.480" v="14" actId="1582"/>
          <ac:spMkLst>
            <pc:docMk/>
            <pc:sldMk cId="2174113185" sldId="2146845945"/>
            <ac:spMk id="70" creationId="{81B25D3D-48C6-4044-ABAB-61E145221055}"/>
          </ac:spMkLst>
        </pc:spChg>
        <pc:spChg chg="mod">
          <ac:chgData name="Gaurav" userId="cf3cfb45-d90b-4d10-b0a3-97e0956283ba" providerId="ADAL" clId="{4F666FCF-AF3E-4982-BB9A-C4B58C1FEFCC}" dt="2021-03-03T18:44:44.480" v="14" actId="1582"/>
          <ac:spMkLst>
            <pc:docMk/>
            <pc:sldMk cId="2174113185" sldId="2146845945"/>
            <ac:spMk id="71" creationId="{44285CEF-84F7-4C29-A70C-29A4500457A3}"/>
          </ac:spMkLst>
        </pc:spChg>
        <pc:spChg chg="mod">
          <ac:chgData name="Gaurav" userId="cf3cfb45-d90b-4d10-b0a3-97e0956283ba" providerId="ADAL" clId="{4F666FCF-AF3E-4982-BB9A-C4B58C1FEFCC}" dt="2021-03-03T18:44:44.480" v="14" actId="1582"/>
          <ac:spMkLst>
            <pc:docMk/>
            <pc:sldMk cId="2174113185" sldId="2146845945"/>
            <ac:spMk id="73" creationId="{87397B54-21CF-4BE3-93CA-E78C712D4704}"/>
          </ac:spMkLst>
        </pc:spChg>
        <pc:spChg chg="mod">
          <ac:chgData name="Gaurav" userId="cf3cfb45-d90b-4d10-b0a3-97e0956283ba" providerId="ADAL" clId="{4F666FCF-AF3E-4982-BB9A-C4B58C1FEFCC}" dt="2021-03-03T18:44:44.480" v="14" actId="1582"/>
          <ac:spMkLst>
            <pc:docMk/>
            <pc:sldMk cId="2174113185" sldId="2146845945"/>
            <ac:spMk id="74" creationId="{125EB685-E41E-4A8C-8583-9FD47C7E5311}"/>
          </ac:spMkLst>
        </pc:spChg>
        <pc:spChg chg="mod">
          <ac:chgData name="Gaurav" userId="cf3cfb45-d90b-4d10-b0a3-97e0956283ba" providerId="ADAL" clId="{4F666FCF-AF3E-4982-BB9A-C4B58C1FEFCC}" dt="2021-03-03T18:44:44.480" v="14" actId="1582"/>
          <ac:spMkLst>
            <pc:docMk/>
            <pc:sldMk cId="2174113185" sldId="2146845945"/>
            <ac:spMk id="76" creationId="{49A26D32-CCAA-4E9E-A7BC-AAD7FCC3C1CE}"/>
          </ac:spMkLst>
        </pc:spChg>
        <pc:spChg chg="mod">
          <ac:chgData name="Gaurav" userId="cf3cfb45-d90b-4d10-b0a3-97e0956283ba" providerId="ADAL" clId="{4F666FCF-AF3E-4982-BB9A-C4B58C1FEFCC}" dt="2021-03-03T18:44:44.480" v="14" actId="1582"/>
          <ac:spMkLst>
            <pc:docMk/>
            <pc:sldMk cId="2174113185" sldId="2146845945"/>
            <ac:spMk id="77" creationId="{C177747B-DABC-4E6D-820A-BD4C77B320F0}"/>
          </ac:spMkLst>
        </pc:spChg>
        <pc:spChg chg="mod">
          <ac:chgData name="Gaurav" userId="cf3cfb45-d90b-4d10-b0a3-97e0956283ba" providerId="ADAL" clId="{4F666FCF-AF3E-4982-BB9A-C4B58C1FEFCC}" dt="2021-03-03T18:44:44.480" v="14" actId="1582"/>
          <ac:spMkLst>
            <pc:docMk/>
            <pc:sldMk cId="2174113185" sldId="2146845945"/>
            <ac:spMk id="79" creationId="{7C614521-65D0-4CC7-A504-A059882C766D}"/>
          </ac:spMkLst>
        </pc:spChg>
        <pc:spChg chg="mod">
          <ac:chgData name="Gaurav" userId="cf3cfb45-d90b-4d10-b0a3-97e0956283ba" providerId="ADAL" clId="{4F666FCF-AF3E-4982-BB9A-C4B58C1FEFCC}" dt="2021-03-03T18:44:44.480" v="14" actId="1582"/>
          <ac:spMkLst>
            <pc:docMk/>
            <pc:sldMk cId="2174113185" sldId="2146845945"/>
            <ac:spMk id="80" creationId="{94084178-E88D-4271-AD19-52875345D023}"/>
          </ac:spMkLst>
        </pc:spChg>
        <pc:spChg chg="mod">
          <ac:chgData name="Gaurav" userId="cf3cfb45-d90b-4d10-b0a3-97e0956283ba" providerId="ADAL" clId="{4F666FCF-AF3E-4982-BB9A-C4B58C1FEFCC}" dt="2021-03-03T18:44:44.480" v="14" actId="1582"/>
          <ac:spMkLst>
            <pc:docMk/>
            <pc:sldMk cId="2174113185" sldId="2146845945"/>
            <ac:spMk id="82" creationId="{7498D421-878E-4E47-80B4-DDC6D49A600D}"/>
          </ac:spMkLst>
        </pc:spChg>
        <pc:spChg chg="mod">
          <ac:chgData name="Gaurav" userId="cf3cfb45-d90b-4d10-b0a3-97e0956283ba" providerId="ADAL" clId="{4F666FCF-AF3E-4982-BB9A-C4B58C1FEFCC}" dt="2021-03-03T18:44:44.480" v="14" actId="1582"/>
          <ac:spMkLst>
            <pc:docMk/>
            <pc:sldMk cId="2174113185" sldId="2146845945"/>
            <ac:spMk id="83" creationId="{08B8FFF5-2EE4-4429-8146-3EE5FF723E57}"/>
          </ac:spMkLst>
        </pc:spChg>
        <pc:spChg chg="mod">
          <ac:chgData name="Gaurav" userId="cf3cfb45-d90b-4d10-b0a3-97e0956283ba" providerId="ADAL" clId="{4F666FCF-AF3E-4982-BB9A-C4B58C1FEFCC}" dt="2021-03-03T18:43:24.924" v="10" actId="2711"/>
          <ac:spMkLst>
            <pc:docMk/>
            <pc:sldMk cId="2174113185" sldId="2146845945"/>
            <ac:spMk id="85" creationId="{6266E821-64E5-4B6D-98B4-C16D76E57B0D}"/>
          </ac:spMkLst>
        </pc:spChg>
        <pc:spChg chg="mod">
          <ac:chgData name="Gaurav" userId="cf3cfb45-d90b-4d10-b0a3-97e0956283ba" providerId="ADAL" clId="{4F666FCF-AF3E-4982-BB9A-C4B58C1FEFCC}" dt="2021-03-03T18:43:24.924" v="10" actId="2711"/>
          <ac:spMkLst>
            <pc:docMk/>
            <pc:sldMk cId="2174113185" sldId="2146845945"/>
            <ac:spMk id="86" creationId="{DA2979E5-9F3B-42E0-82EE-A826EDD251A3}"/>
          </ac:spMkLst>
        </pc:spChg>
        <pc:spChg chg="mod">
          <ac:chgData name="Gaurav" userId="cf3cfb45-d90b-4d10-b0a3-97e0956283ba" providerId="ADAL" clId="{4F666FCF-AF3E-4982-BB9A-C4B58C1FEFCC}" dt="2021-03-03T18:48:13.708" v="62"/>
          <ac:spMkLst>
            <pc:docMk/>
            <pc:sldMk cId="2174113185" sldId="2146845945"/>
            <ac:spMk id="88" creationId="{DE5B1CF2-B325-4845-9315-317E63950290}"/>
          </ac:spMkLst>
        </pc:spChg>
        <pc:spChg chg="mod">
          <ac:chgData name="Gaurav" userId="cf3cfb45-d90b-4d10-b0a3-97e0956283ba" providerId="ADAL" clId="{4F666FCF-AF3E-4982-BB9A-C4B58C1FEFCC}" dt="2021-03-03T18:48:13.708" v="62"/>
          <ac:spMkLst>
            <pc:docMk/>
            <pc:sldMk cId="2174113185" sldId="2146845945"/>
            <ac:spMk id="89" creationId="{AC4014BA-BF03-4C6A-8F75-070FA0996F3A}"/>
          </ac:spMkLst>
        </pc:spChg>
        <pc:spChg chg="mod">
          <ac:chgData name="Gaurav" userId="cf3cfb45-d90b-4d10-b0a3-97e0956283ba" providerId="ADAL" clId="{4F666FCF-AF3E-4982-BB9A-C4B58C1FEFCC}" dt="2021-03-03T18:48:13.708" v="62"/>
          <ac:spMkLst>
            <pc:docMk/>
            <pc:sldMk cId="2174113185" sldId="2146845945"/>
            <ac:spMk id="91" creationId="{69E687FB-B6E6-4F10-BAE6-99E47BA44DFB}"/>
          </ac:spMkLst>
        </pc:spChg>
        <pc:spChg chg="mod">
          <ac:chgData name="Gaurav" userId="cf3cfb45-d90b-4d10-b0a3-97e0956283ba" providerId="ADAL" clId="{4F666FCF-AF3E-4982-BB9A-C4B58C1FEFCC}" dt="2021-03-03T18:48:13.708" v="62"/>
          <ac:spMkLst>
            <pc:docMk/>
            <pc:sldMk cId="2174113185" sldId="2146845945"/>
            <ac:spMk id="92" creationId="{847F34A4-51C0-453A-82BB-3F909792D047}"/>
          </ac:spMkLst>
        </pc:spChg>
        <pc:spChg chg="mod">
          <ac:chgData name="Gaurav" userId="cf3cfb45-d90b-4d10-b0a3-97e0956283ba" providerId="ADAL" clId="{4F666FCF-AF3E-4982-BB9A-C4B58C1FEFCC}" dt="2021-03-03T18:48:13.708" v="62"/>
          <ac:spMkLst>
            <pc:docMk/>
            <pc:sldMk cId="2174113185" sldId="2146845945"/>
            <ac:spMk id="94" creationId="{35CAE1DF-C65E-45B6-BEFF-E47D1FDAF698}"/>
          </ac:spMkLst>
        </pc:spChg>
        <pc:spChg chg="mod">
          <ac:chgData name="Gaurav" userId="cf3cfb45-d90b-4d10-b0a3-97e0956283ba" providerId="ADAL" clId="{4F666FCF-AF3E-4982-BB9A-C4B58C1FEFCC}" dt="2021-03-03T18:48:13.708" v="62"/>
          <ac:spMkLst>
            <pc:docMk/>
            <pc:sldMk cId="2174113185" sldId="2146845945"/>
            <ac:spMk id="95" creationId="{40B67D89-93A9-403B-8900-5C33BD5C6E63}"/>
          </ac:spMkLst>
        </pc:spChg>
        <pc:spChg chg="mod">
          <ac:chgData name="Gaurav" userId="cf3cfb45-d90b-4d10-b0a3-97e0956283ba" providerId="ADAL" clId="{4F666FCF-AF3E-4982-BB9A-C4B58C1FEFCC}" dt="2021-03-03T18:49:40.167" v="74"/>
          <ac:spMkLst>
            <pc:docMk/>
            <pc:sldMk cId="2174113185" sldId="2146845945"/>
            <ac:spMk id="97" creationId="{DE41895A-3CDD-410D-8A7A-9EEBF525D382}"/>
          </ac:spMkLst>
        </pc:spChg>
        <pc:spChg chg="mod">
          <ac:chgData name="Gaurav" userId="cf3cfb45-d90b-4d10-b0a3-97e0956283ba" providerId="ADAL" clId="{4F666FCF-AF3E-4982-BB9A-C4B58C1FEFCC}" dt="2021-03-03T18:49:40.167" v="74"/>
          <ac:spMkLst>
            <pc:docMk/>
            <pc:sldMk cId="2174113185" sldId="2146845945"/>
            <ac:spMk id="98" creationId="{1B056D64-FC1C-4BCB-9CFE-4BBF9079B911}"/>
          </ac:spMkLst>
        </pc:spChg>
        <pc:grpChg chg="mod">
          <ac:chgData name="Gaurav" userId="cf3cfb45-d90b-4d10-b0a3-97e0956283ba" providerId="ADAL" clId="{4F666FCF-AF3E-4982-BB9A-C4B58C1FEFCC}" dt="2021-03-03T18:47:29.597" v="55" actId="1076"/>
          <ac:grpSpMkLst>
            <pc:docMk/>
            <pc:sldMk cId="2174113185" sldId="2146845945"/>
            <ac:grpSpMk id="19" creationId="{B2457CAE-7513-4B05-A9F8-8C96E320F7B3}"/>
          </ac:grpSpMkLst>
        </pc:grpChg>
        <pc:grpChg chg="mod">
          <ac:chgData name="Gaurav" userId="cf3cfb45-d90b-4d10-b0a3-97e0956283ba" providerId="ADAL" clId="{4F666FCF-AF3E-4982-BB9A-C4B58C1FEFCC}" dt="2021-03-03T18:47:29.597" v="55" actId="1076"/>
          <ac:grpSpMkLst>
            <pc:docMk/>
            <pc:sldMk cId="2174113185" sldId="2146845945"/>
            <ac:grpSpMk id="26" creationId="{A965531D-D13F-419C-B3F6-78A6EDC7AFCE}"/>
          </ac:grpSpMkLst>
        </pc:grpChg>
        <pc:grpChg chg="add del mod">
          <ac:chgData name="Gaurav" userId="cf3cfb45-d90b-4d10-b0a3-97e0956283ba" providerId="ADAL" clId="{4F666FCF-AF3E-4982-BB9A-C4B58C1FEFCC}" dt="2021-03-03T18:49:15.224" v="69" actId="478"/>
          <ac:grpSpMkLst>
            <pc:docMk/>
            <pc:sldMk cId="2174113185" sldId="2146845945"/>
            <ac:grpSpMk id="57" creationId="{170782C7-D484-4C58-A79C-4295AF794E79}"/>
          </ac:grpSpMkLst>
        </pc:grpChg>
        <pc:grpChg chg="mod">
          <ac:chgData name="Gaurav" userId="cf3cfb45-d90b-4d10-b0a3-97e0956283ba" providerId="ADAL" clId="{4F666FCF-AF3E-4982-BB9A-C4B58C1FEFCC}" dt="2021-03-03T18:47:29.597" v="55" actId="1076"/>
          <ac:grpSpMkLst>
            <pc:docMk/>
            <pc:sldMk cId="2174113185" sldId="2146845945"/>
            <ac:grpSpMk id="60" creationId="{23B2D15F-D695-4543-A1AC-3B01BE37468F}"/>
          </ac:grpSpMkLst>
        </pc:grpChg>
        <pc:grpChg chg="mod">
          <ac:chgData name="Gaurav" userId="cf3cfb45-d90b-4d10-b0a3-97e0956283ba" providerId="ADAL" clId="{4F666FCF-AF3E-4982-BB9A-C4B58C1FEFCC}" dt="2021-03-03T18:48:10.695" v="61" actId="1076"/>
          <ac:grpSpMkLst>
            <pc:docMk/>
            <pc:sldMk cId="2174113185" sldId="2146845945"/>
            <ac:grpSpMk id="63" creationId="{F20F51EF-C5E4-4A51-9C92-179738363CCD}"/>
          </ac:grpSpMkLst>
        </pc:grpChg>
        <pc:grpChg chg="mod">
          <ac:chgData name="Gaurav" userId="cf3cfb45-d90b-4d10-b0a3-97e0956283ba" providerId="ADAL" clId="{4F666FCF-AF3E-4982-BB9A-C4B58C1FEFCC}" dt="2021-03-03T18:48:10.695" v="61" actId="1076"/>
          <ac:grpSpMkLst>
            <pc:docMk/>
            <pc:sldMk cId="2174113185" sldId="2146845945"/>
            <ac:grpSpMk id="66" creationId="{99585D84-0867-4712-9ED4-7D5A63DDDB4D}"/>
          </ac:grpSpMkLst>
        </pc:grpChg>
        <pc:grpChg chg="mod">
          <ac:chgData name="Gaurav" userId="cf3cfb45-d90b-4d10-b0a3-97e0956283ba" providerId="ADAL" clId="{4F666FCF-AF3E-4982-BB9A-C4B58C1FEFCC}" dt="2021-03-03T18:47:29.597" v="55" actId="1076"/>
          <ac:grpSpMkLst>
            <pc:docMk/>
            <pc:sldMk cId="2174113185" sldId="2146845945"/>
            <ac:grpSpMk id="72" creationId="{6E376BA4-6508-42FE-9F43-69EE54791F90}"/>
          </ac:grpSpMkLst>
        </pc:grpChg>
        <pc:grpChg chg="mod">
          <ac:chgData name="Gaurav" userId="cf3cfb45-d90b-4d10-b0a3-97e0956283ba" providerId="ADAL" clId="{4F666FCF-AF3E-4982-BB9A-C4B58C1FEFCC}" dt="2021-03-03T18:48:10.695" v="61" actId="1076"/>
          <ac:grpSpMkLst>
            <pc:docMk/>
            <pc:sldMk cId="2174113185" sldId="2146845945"/>
            <ac:grpSpMk id="78" creationId="{AD7D75D1-ABAF-40F1-B762-99CC1B1148EE}"/>
          </ac:grpSpMkLst>
        </pc:grpChg>
        <pc:grpChg chg="mod">
          <ac:chgData name="Gaurav" userId="cf3cfb45-d90b-4d10-b0a3-97e0956283ba" providerId="ADAL" clId="{4F666FCF-AF3E-4982-BB9A-C4B58C1FEFCC}" dt="2021-03-03T18:48:10.695" v="61" actId="1076"/>
          <ac:grpSpMkLst>
            <pc:docMk/>
            <pc:sldMk cId="2174113185" sldId="2146845945"/>
            <ac:grpSpMk id="81" creationId="{07F3102D-764D-4CC9-B9D4-4D70C3B255B1}"/>
          </ac:grpSpMkLst>
        </pc:grpChg>
        <pc:grpChg chg="add mod">
          <ac:chgData name="Gaurav" userId="cf3cfb45-d90b-4d10-b0a3-97e0956283ba" providerId="ADAL" clId="{4F666FCF-AF3E-4982-BB9A-C4B58C1FEFCC}" dt="2021-03-03T18:48:21.577" v="63" actId="1076"/>
          <ac:grpSpMkLst>
            <pc:docMk/>
            <pc:sldMk cId="2174113185" sldId="2146845945"/>
            <ac:grpSpMk id="87" creationId="{AAB04F2C-757F-492F-AD5B-FA53B1162007}"/>
          </ac:grpSpMkLst>
        </pc:grpChg>
        <pc:grpChg chg="add del mod">
          <ac:chgData name="Gaurav" userId="cf3cfb45-d90b-4d10-b0a3-97e0956283ba" providerId="ADAL" clId="{4F666FCF-AF3E-4982-BB9A-C4B58C1FEFCC}" dt="2021-03-03T18:49:39.560" v="73" actId="478"/>
          <ac:grpSpMkLst>
            <pc:docMk/>
            <pc:sldMk cId="2174113185" sldId="2146845945"/>
            <ac:grpSpMk id="90" creationId="{F1DD66B7-C503-40CE-BF4B-49549AF6B44B}"/>
          </ac:grpSpMkLst>
        </pc:grpChg>
        <pc:grpChg chg="add mod">
          <ac:chgData name="Gaurav" userId="cf3cfb45-d90b-4d10-b0a3-97e0956283ba" providerId="ADAL" clId="{4F666FCF-AF3E-4982-BB9A-C4B58C1FEFCC}" dt="2021-03-03T18:48:21.577" v="63" actId="1076"/>
          <ac:grpSpMkLst>
            <pc:docMk/>
            <pc:sldMk cId="2174113185" sldId="2146845945"/>
            <ac:grpSpMk id="93" creationId="{EDB8E35C-5C38-4A91-AB2D-3C1757F51A16}"/>
          </ac:grpSpMkLst>
        </pc:grpChg>
        <pc:grpChg chg="add mod">
          <ac:chgData name="Gaurav" userId="cf3cfb45-d90b-4d10-b0a3-97e0956283ba" providerId="ADAL" clId="{4F666FCF-AF3E-4982-BB9A-C4B58C1FEFCC}" dt="2021-03-03T18:49:54.809" v="75" actId="1076"/>
          <ac:grpSpMkLst>
            <pc:docMk/>
            <pc:sldMk cId="2174113185" sldId="2146845945"/>
            <ac:grpSpMk id="96" creationId="{1B1CDFC8-53F4-48A0-831C-4DA8906FDB81}"/>
          </ac:grpSpMkLst>
        </pc:grpChg>
        <pc:graphicFrameChg chg="mod modGraphic">
          <ac:chgData name="Gaurav" userId="cf3cfb45-d90b-4d10-b0a3-97e0956283ba" providerId="ADAL" clId="{4F666FCF-AF3E-4982-BB9A-C4B58C1FEFCC}" dt="2021-03-05T22:13:55.761" v="3031" actId="14734"/>
          <ac:graphicFrameMkLst>
            <pc:docMk/>
            <pc:sldMk cId="2174113185" sldId="2146845945"/>
            <ac:graphicFrameMk id="7" creationId="{AFD94C55-32D7-4B85-8095-C027521931A9}"/>
          </ac:graphicFrameMkLst>
        </pc:graphicFrameChg>
      </pc:sldChg>
      <pc:sldChg chg="add">
        <pc:chgData name="Gaurav" userId="cf3cfb45-d90b-4d10-b0a3-97e0956283ba" providerId="ADAL" clId="{4F666FCF-AF3E-4982-BB9A-C4B58C1FEFCC}" dt="2021-03-05T20:51:37.664" v="2873"/>
        <pc:sldMkLst>
          <pc:docMk/>
          <pc:sldMk cId="371343483" sldId="2146845951"/>
        </pc:sldMkLst>
      </pc:sldChg>
      <pc:sldChg chg="addSp delSp modSp mod">
        <pc:chgData name="Gaurav" userId="cf3cfb45-d90b-4d10-b0a3-97e0956283ba" providerId="ADAL" clId="{4F666FCF-AF3E-4982-BB9A-C4B58C1FEFCC}" dt="2021-03-05T20:47:32.282" v="2804" actId="20577"/>
        <pc:sldMkLst>
          <pc:docMk/>
          <pc:sldMk cId="3995845475" sldId="2146845953"/>
        </pc:sldMkLst>
        <pc:spChg chg="mod">
          <ac:chgData name="Gaurav" userId="cf3cfb45-d90b-4d10-b0a3-97e0956283ba" providerId="ADAL" clId="{4F666FCF-AF3E-4982-BB9A-C4B58C1FEFCC}" dt="2021-03-05T20:47:32.282" v="2804" actId="20577"/>
          <ac:spMkLst>
            <pc:docMk/>
            <pc:sldMk cId="3995845475" sldId="2146845953"/>
            <ac:spMk id="4" creationId="{657E8816-9928-4668-96F4-8156A7DE74CA}"/>
          </ac:spMkLst>
        </pc:spChg>
        <pc:spChg chg="add mod">
          <ac:chgData name="Gaurav" userId="cf3cfb45-d90b-4d10-b0a3-97e0956283ba" providerId="ADAL" clId="{4F666FCF-AF3E-4982-BB9A-C4B58C1FEFCC}" dt="2021-03-05T20:45:28.886" v="2664" actId="20577"/>
          <ac:spMkLst>
            <pc:docMk/>
            <pc:sldMk cId="3995845475" sldId="2146845953"/>
            <ac:spMk id="5" creationId="{3F1F0FB8-9D5A-4004-A483-63872093F29B}"/>
          </ac:spMkLst>
        </pc:spChg>
        <pc:spChg chg="del">
          <ac:chgData name="Gaurav" userId="cf3cfb45-d90b-4d10-b0a3-97e0956283ba" providerId="ADAL" clId="{4F666FCF-AF3E-4982-BB9A-C4B58C1FEFCC}" dt="2021-03-05T20:45:05.558" v="2631" actId="478"/>
          <ac:spMkLst>
            <pc:docMk/>
            <pc:sldMk cId="3995845475" sldId="2146845953"/>
            <ac:spMk id="10" creationId="{A78988CF-C0D9-4564-A18C-624985AA8302}"/>
          </ac:spMkLst>
        </pc:spChg>
      </pc:sldChg>
      <pc:sldChg chg="new del">
        <pc:chgData name="Gaurav" userId="cf3cfb45-d90b-4d10-b0a3-97e0956283ba" providerId="ADAL" clId="{4F666FCF-AF3E-4982-BB9A-C4B58C1FEFCC}" dt="2021-03-03T18:51:23.830" v="117" actId="47"/>
        <pc:sldMkLst>
          <pc:docMk/>
          <pc:sldMk cId="3494692811" sldId="2146845970"/>
        </pc:sldMkLst>
      </pc:sldChg>
      <pc:sldChg chg="addSp delSp modSp add mod">
        <pc:chgData name="Gaurav" userId="cf3cfb45-d90b-4d10-b0a3-97e0956283ba" providerId="ADAL" clId="{4F666FCF-AF3E-4982-BB9A-C4B58C1FEFCC}" dt="2021-03-08T15:37:24.849" v="3804" actId="6549"/>
        <pc:sldMkLst>
          <pc:docMk/>
          <pc:sldMk cId="859232145" sldId="2146845971"/>
        </pc:sldMkLst>
        <pc:spChg chg="mod">
          <ac:chgData name="Gaurav" userId="cf3cfb45-d90b-4d10-b0a3-97e0956283ba" providerId="ADAL" clId="{4F666FCF-AF3E-4982-BB9A-C4B58C1FEFCC}" dt="2021-03-05T20:44:56.954" v="2630" actId="207"/>
          <ac:spMkLst>
            <pc:docMk/>
            <pc:sldMk cId="859232145" sldId="2146845971"/>
            <ac:spMk id="2" creationId="{09881806-26FA-4FEE-95C5-D3CCFAEAD601}"/>
          </ac:spMkLst>
        </pc:spChg>
        <pc:spChg chg="del">
          <ac:chgData name="Gaurav" userId="cf3cfb45-d90b-4d10-b0a3-97e0956283ba" providerId="ADAL" clId="{4F666FCF-AF3E-4982-BB9A-C4B58C1FEFCC}" dt="2021-03-03T18:51:51.695" v="138" actId="478"/>
          <ac:spMkLst>
            <pc:docMk/>
            <pc:sldMk cId="859232145" sldId="2146845971"/>
            <ac:spMk id="3" creationId="{094BCE51-8E68-440D-A895-DB173EC79003}"/>
          </ac:spMkLst>
        </pc:spChg>
        <pc:spChg chg="add mod">
          <ac:chgData name="Gaurav" userId="cf3cfb45-d90b-4d10-b0a3-97e0956283ba" providerId="ADAL" clId="{4F666FCF-AF3E-4982-BB9A-C4B58C1FEFCC}" dt="2021-03-05T22:18:40.669" v="3070" actId="1076"/>
          <ac:spMkLst>
            <pc:docMk/>
            <pc:sldMk cId="859232145" sldId="2146845971"/>
            <ac:spMk id="3" creationId="{36B7A1A3-ADBE-4786-BD7A-915DD7E68E8E}"/>
          </ac:spMkLst>
        </pc:spChg>
        <pc:spChg chg="add del mod">
          <ac:chgData name="Gaurav" userId="cf3cfb45-d90b-4d10-b0a3-97e0956283ba" providerId="ADAL" clId="{4F666FCF-AF3E-4982-BB9A-C4B58C1FEFCC}" dt="2021-03-03T18:51:48.121" v="137" actId="478"/>
          <ac:spMkLst>
            <pc:docMk/>
            <pc:sldMk cId="859232145" sldId="2146845971"/>
            <ac:spMk id="9" creationId="{5FB17CD5-BD74-4333-97E4-3A7E7903F6E6}"/>
          </ac:spMkLst>
        </pc:spChg>
        <pc:spChg chg="mod">
          <ac:chgData name="Gaurav" userId="cf3cfb45-d90b-4d10-b0a3-97e0956283ba" providerId="ADAL" clId="{4F666FCF-AF3E-4982-BB9A-C4B58C1FEFCC}" dt="2021-03-08T15:37:24.849" v="3804" actId="6549"/>
          <ac:spMkLst>
            <pc:docMk/>
            <pc:sldMk cId="859232145" sldId="2146845971"/>
            <ac:spMk id="10" creationId="{14343C34-27C3-4137-B17F-5E8A53744555}"/>
          </ac:spMkLst>
        </pc:spChg>
        <pc:spChg chg="del">
          <ac:chgData name="Gaurav" userId="cf3cfb45-d90b-4d10-b0a3-97e0956283ba" providerId="ADAL" clId="{4F666FCF-AF3E-4982-BB9A-C4B58C1FEFCC}" dt="2021-03-03T18:51:55.137" v="139" actId="478"/>
          <ac:spMkLst>
            <pc:docMk/>
            <pc:sldMk cId="859232145" sldId="2146845971"/>
            <ac:spMk id="11" creationId="{F1E7C6A9-632F-41B7-B9D5-1F99EB95A141}"/>
          </ac:spMkLst>
        </pc:spChg>
        <pc:spChg chg="add mod">
          <ac:chgData name="Gaurav" userId="cf3cfb45-d90b-4d10-b0a3-97e0956283ba" providerId="ADAL" clId="{4F666FCF-AF3E-4982-BB9A-C4B58C1FEFCC}" dt="2021-03-05T20:44:23.081" v="2598"/>
          <ac:spMkLst>
            <pc:docMk/>
            <pc:sldMk cId="859232145" sldId="2146845971"/>
            <ac:spMk id="22" creationId="{93B6C7F0-3967-4A39-A878-CE368947C20D}"/>
          </ac:spMkLst>
        </pc:spChg>
        <pc:spChg chg="add mod">
          <ac:chgData name="Gaurav" userId="cf3cfb45-d90b-4d10-b0a3-97e0956283ba" providerId="ADAL" clId="{4F666FCF-AF3E-4982-BB9A-C4B58C1FEFCC}" dt="2021-03-03T18:56:38.049" v="617" actId="21"/>
          <ac:spMkLst>
            <pc:docMk/>
            <pc:sldMk cId="859232145" sldId="2146845971"/>
            <ac:spMk id="90" creationId="{F108E085-3509-4B5D-8F00-E406CDC8D27B}"/>
          </ac:spMkLst>
        </pc:spChg>
        <pc:grpChg chg="del">
          <ac:chgData name="Gaurav" userId="cf3cfb45-d90b-4d10-b0a3-97e0956283ba" providerId="ADAL" clId="{4F666FCF-AF3E-4982-BB9A-C4B58C1FEFCC}" dt="2021-03-03T18:51:51.695" v="138" actId="478"/>
          <ac:grpSpMkLst>
            <pc:docMk/>
            <pc:sldMk cId="859232145" sldId="2146845971"/>
            <ac:grpSpMk id="19" creationId="{B2457CAE-7513-4B05-A9F8-8C96E320F7B3}"/>
          </ac:grpSpMkLst>
        </pc:grpChg>
        <pc:grpChg chg="del">
          <ac:chgData name="Gaurav" userId="cf3cfb45-d90b-4d10-b0a3-97e0956283ba" providerId="ADAL" clId="{4F666FCF-AF3E-4982-BB9A-C4B58C1FEFCC}" dt="2021-03-03T18:51:51.695" v="138" actId="478"/>
          <ac:grpSpMkLst>
            <pc:docMk/>
            <pc:sldMk cId="859232145" sldId="2146845971"/>
            <ac:grpSpMk id="26" creationId="{A965531D-D13F-419C-B3F6-78A6EDC7AFCE}"/>
          </ac:grpSpMkLst>
        </pc:grpChg>
        <pc:grpChg chg="del">
          <ac:chgData name="Gaurav" userId="cf3cfb45-d90b-4d10-b0a3-97e0956283ba" providerId="ADAL" clId="{4F666FCF-AF3E-4982-BB9A-C4B58C1FEFCC}" dt="2021-03-03T18:51:51.695" v="138" actId="478"/>
          <ac:grpSpMkLst>
            <pc:docMk/>
            <pc:sldMk cId="859232145" sldId="2146845971"/>
            <ac:grpSpMk id="29" creationId="{DB025DAA-ECB1-4705-97D6-7CA1ECAE3912}"/>
          </ac:grpSpMkLst>
        </pc:grpChg>
        <pc:grpChg chg="del">
          <ac:chgData name="Gaurav" userId="cf3cfb45-d90b-4d10-b0a3-97e0956283ba" providerId="ADAL" clId="{4F666FCF-AF3E-4982-BB9A-C4B58C1FEFCC}" dt="2021-03-03T18:51:51.695" v="138" actId="478"/>
          <ac:grpSpMkLst>
            <pc:docMk/>
            <pc:sldMk cId="859232145" sldId="2146845971"/>
            <ac:grpSpMk id="32" creationId="{943DD7C6-7C31-40FE-8D10-9DA5B1FD75BB}"/>
          </ac:grpSpMkLst>
        </pc:grpChg>
        <pc:grpChg chg="del">
          <ac:chgData name="Gaurav" userId="cf3cfb45-d90b-4d10-b0a3-97e0956283ba" providerId="ADAL" clId="{4F666FCF-AF3E-4982-BB9A-C4B58C1FEFCC}" dt="2021-03-03T18:51:51.695" v="138" actId="478"/>
          <ac:grpSpMkLst>
            <pc:docMk/>
            <pc:sldMk cId="859232145" sldId="2146845971"/>
            <ac:grpSpMk id="60" creationId="{23B2D15F-D695-4543-A1AC-3B01BE37468F}"/>
          </ac:grpSpMkLst>
        </pc:grpChg>
        <pc:grpChg chg="del">
          <ac:chgData name="Gaurav" userId="cf3cfb45-d90b-4d10-b0a3-97e0956283ba" providerId="ADAL" clId="{4F666FCF-AF3E-4982-BB9A-C4B58C1FEFCC}" dt="2021-03-03T18:51:51.695" v="138" actId="478"/>
          <ac:grpSpMkLst>
            <pc:docMk/>
            <pc:sldMk cId="859232145" sldId="2146845971"/>
            <ac:grpSpMk id="63" creationId="{F20F51EF-C5E4-4A51-9C92-179738363CCD}"/>
          </ac:grpSpMkLst>
        </pc:grpChg>
        <pc:grpChg chg="del">
          <ac:chgData name="Gaurav" userId="cf3cfb45-d90b-4d10-b0a3-97e0956283ba" providerId="ADAL" clId="{4F666FCF-AF3E-4982-BB9A-C4B58C1FEFCC}" dt="2021-03-03T18:51:51.695" v="138" actId="478"/>
          <ac:grpSpMkLst>
            <pc:docMk/>
            <pc:sldMk cId="859232145" sldId="2146845971"/>
            <ac:grpSpMk id="66" creationId="{99585D84-0867-4712-9ED4-7D5A63DDDB4D}"/>
          </ac:grpSpMkLst>
        </pc:grpChg>
        <pc:grpChg chg="del">
          <ac:chgData name="Gaurav" userId="cf3cfb45-d90b-4d10-b0a3-97e0956283ba" providerId="ADAL" clId="{4F666FCF-AF3E-4982-BB9A-C4B58C1FEFCC}" dt="2021-03-03T18:51:51.695" v="138" actId="478"/>
          <ac:grpSpMkLst>
            <pc:docMk/>
            <pc:sldMk cId="859232145" sldId="2146845971"/>
            <ac:grpSpMk id="69" creationId="{F7D533BE-DDEB-4599-B566-BAAF3993A58A}"/>
          </ac:grpSpMkLst>
        </pc:grpChg>
        <pc:grpChg chg="del">
          <ac:chgData name="Gaurav" userId="cf3cfb45-d90b-4d10-b0a3-97e0956283ba" providerId="ADAL" clId="{4F666FCF-AF3E-4982-BB9A-C4B58C1FEFCC}" dt="2021-03-03T18:51:51.695" v="138" actId="478"/>
          <ac:grpSpMkLst>
            <pc:docMk/>
            <pc:sldMk cId="859232145" sldId="2146845971"/>
            <ac:grpSpMk id="72" creationId="{6E376BA4-6508-42FE-9F43-69EE54791F90}"/>
          </ac:grpSpMkLst>
        </pc:grpChg>
        <pc:grpChg chg="del">
          <ac:chgData name="Gaurav" userId="cf3cfb45-d90b-4d10-b0a3-97e0956283ba" providerId="ADAL" clId="{4F666FCF-AF3E-4982-BB9A-C4B58C1FEFCC}" dt="2021-03-03T18:51:51.695" v="138" actId="478"/>
          <ac:grpSpMkLst>
            <pc:docMk/>
            <pc:sldMk cId="859232145" sldId="2146845971"/>
            <ac:grpSpMk id="75" creationId="{FA14FB52-9DBD-4E0E-8A51-7BB2A0EADC16}"/>
          </ac:grpSpMkLst>
        </pc:grpChg>
        <pc:grpChg chg="del">
          <ac:chgData name="Gaurav" userId="cf3cfb45-d90b-4d10-b0a3-97e0956283ba" providerId="ADAL" clId="{4F666FCF-AF3E-4982-BB9A-C4B58C1FEFCC}" dt="2021-03-03T18:51:51.695" v="138" actId="478"/>
          <ac:grpSpMkLst>
            <pc:docMk/>
            <pc:sldMk cId="859232145" sldId="2146845971"/>
            <ac:grpSpMk id="78" creationId="{AD7D75D1-ABAF-40F1-B762-99CC1B1148EE}"/>
          </ac:grpSpMkLst>
        </pc:grpChg>
        <pc:grpChg chg="del">
          <ac:chgData name="Gaurav" userId="cf3cfb45-d90b-4d10-b0a3-97e0956283ba" providerId="ADAL" clId="{4F666FCF-AF3E-4982-BB9A-C4B58C1FEFCC}" dt="2021-03-03T18:51:51.695" v="138" actId="478"/>
          <ac:grpSpMkLst>
            <pc:docMk/>
            <pc:sldMk cId="859232145" sldId="2146845971"/>
            <ac:grpSpMk id="81" creationId="{07F3102D-764D-4CC9-B9D4-4D70C3B255B1}"/>
          </ac:grpSpMkLst>
        </pc:grpChg>
        <pc:grpChg chg="del">
          <ac:chgData name="Gaurav" userId="cf3cfb45-d90b-4d10-b0a3-97e0956283ba" providerId="ADAL" clId="{4F666FCF-AF3E-4982-BB9A-C4B58C1FEFCC}" dt="2021-03-03T18:51:51.695" v="138" actId="478"/>
          <ac:grpSpMkLst>
            <pc:docMk/>
            <pc:sldMk cId="859232145" sldId="2146845971"/>
            <ac:grpSpMk id="87" creationId="{AAB04F2C-757F-492F-AD5B-FA53B1162007}"/>
          </ac:grpSpMkLst>
        </pc:grpChg>
        <pc:grpChg chg="del">
          <ac:chgData name="Gaurav" userId="cf3cfb45-d90b-4d10-b0a3-97e0956283ba" providerId="ADAL" clId="{4F666FCF-AF3E-4982-BB9A-C4B58C1FEFCC}" dt="2021-03-03T18:51:51.695" v="138" actId="478"/>
          <ac:grpSpMkLst>
            <pc:docMk/>
            <pc:sldMk cId="859232145" sldId="2146845971"/>
            <ac:grpSpMk id="93" creationId="{EDB8E35C-5C38-4A91-AB2D-3C1757F51A16}"/>
          </ac:grpSpMkLst>
        </pc:grpChg>
        <pc:grpChg chg="del">
          <ac:chgData name="Gaurav" userId="cf3cfb45-d90b-4d10-b0a3-97e0956283ba" providerId="ADAL" clId="{4F666FCF-AF3E-4982-BB9A-C4B58C1FEFCC}" dt="2021-03-03T18:51:51.695" v="138" actId="478"/>
          <ac:grpSpMkLst>
            <pc:docMk/>
            <pc:sldMk cId="859232145" sldId="2146845971"/>
            <ac:grpSpMk id="96" creationId="{1B1CDFC8-53F4-48A0-831C-4DA8906FDB81}"/>
          </ac:grpSpMkLst>
        </pc:grpChg>
        <pc:graphicFrameChg chg="del">
          <ac:chgData name="Gaurav" userId="cf3cfb45-d90b-4d10-b0a3-97e0956283ba" providerId="ADAL" clId="{4F666FCF-AF3E-4982-BB9A-C4B58C1FEFCC}" dt="2021-03-03T18:51:39.174" v="134" actId="478"/>
          <ac:graphicFrameMkLst>
            <pc:docMk/>
            <pc:sldMk cId="859232145" sldId="2146845971"/>
            <ac:graphicFrameMk id="7" creationId="{AFD94C55-32D7-4B85-8095-C027521931A9}"/>
          </ac:graphicFrameMkLst>
        </pc:graphicFrameChg>
        <pc:graphicFrameChg chg="add mod modGraphic">
          <ac:chgData name="Gaurav" userId="cf3cfb45-d90b-4d10-b0a3-97e0956283ba" providerId="ADAL" clId="{4F666FCF-AF3E-4982-BB9A-C4B58C1FEFCC}" dt="2021-03-05T22:41:48.309" v="3518" actId="14100"/>
          <ac:graphicFrameMkLst>
            <pc:docMk/>
            <pc:sldMk cId="859232145" sldId="2146845971"/>
            <ac:graphicFrameMk id="12" creationId="{96EC332B-23F2-4F6E-9044-3712989A4222}"/>
          </ac:graphicFrameMkLst>
        </pc:graphicFrameChg>
      </pc:sldChg>
      <pc:sldChg chg="new del">
        <pc:chgData name="Gaurav" userId="cf3cfb45-d90b-4d10-b0a3-97e0956283ba" providerId="ADAL" clId="{4F666FCF-AF3E-4982-BB9A-C4B58C1FEFCC}" dt="2021-03-03T22:41:16.621" v="1320" actId="47"/>
        <pc:sldMkLst>
          <pc:docMk/>
          <pc:sldMk cId="554316770" sldId="2146845973"/>
        </pc:sldMkLst>
      </pc:sldChg>
      <pc:sldChg chg="modSp add mod ord">
        <pc:chgData name="Gaurav" userId="cf3cfb45-d90b-4d10-b0a3-97e0956283ba" providerId="ADAL" clId="{4F666FCF-AF3E-4982-BB9A-C4B58C1FEFCC}" dt="2021-03-05T22:13:23.224" v="3030" actId="20577"/>
        <pc:sldMkLst>
          <pc:docMk/>
          <pc:sldMk cId="2130153696" sldId="2146845973"/>
        </pc:sldMkLst>
        <pc:spChg chg="mod">
          <ac:chgData name="Gaurav" userId="cf3cfb45-d90b-4d10-b0a3-97e0956283ba" providerId="ADAL" clId="{4F666FCF-AF3E-4982-BB9A-C4B58C1FEFCC}" dt="2021-03-05T22:13:23.224" v="3030" actId="20577"/>
          <ac:spMkLst>
            <pc:docMk/>
            <pc:sldMk cId="2130153696" sldId="2146845973"/>
            <ac:spMk id="3" creationId="{D73774F1-932B-4974-9CE8-09B029C61858}"/>
          </ac:spMkLst>
        </pc:spChg>
        <pc:spChg chg="mod">
          <ac:chgData name="Gaurav" userId="cf3cfb45-d90b-4d10-b0a3-97e0956283ba" providerId="ADAL" clId="{4F666FCF-AF3E-4982-BB9A-C4B58C1FEFCC}" dt="2021-03-05T22:04:22.658" v="2931" actId="20577"/>
          <ac:spMkLst>
            <pc:docMk/>
            <pc:sldMk cId="2130153696" sldId="2146845973"/>
            <ac:spMk id="16" creationId="{344E7F2A-759E-4996-9248-CADB73335B2B}"/>
          </ac:spMkLst>
        </pc:spChg>
        <pc:spChg chg="mod">
          <ac:chgData name="Gaurav" userId="cf3cfb45-d90b-4d10-b0a3-97e0956283ba" providerId="ADAL" clId="{4F666FCF-AF3E-4982-BB9A-C4B58C1FEFCC}" dt="2021-03-05T22:05:19.567" v="2932" actId="1076"/>
          <ac:spMkLst>
            <pc:docMk/>
            <pc:sldMk cId="2130153696" sldId="2146845973"/>
            <ac:spMk id="18" creationId="{4A93D7EC-8782-4C89-96A4-F012B0554B8D}"/>
          </ac:spMkLst>
        </pc:spChg>
        <pc:cxnChg chg="mod">
          <ac:chgData name="Gaurav" userId="cf3cfb45-d90b-4d10-b0a3-97e0956283ba" providerId="ADAL" clId="{4F666FCF-AF3E-4982-BB9A-C4B58C1FEFCC}" dt="2021-03-03T22:59:46.607" v="2559" actId="14100"/>
          <ac:cxnSpMkLst>
            <pc:docMk/>
            <pc:sldMk cId="2130153696" sldId="2146845973"/>
            <ac:cxnSpMk id="5" creationId="{E7D8F235-3C92-45C7-B55D-19AA96D743B7}"/>
          </ac:cxnSpMkLst>
        </pc:cxnChg>
      </pc:sldChg>
    </pc:docChg>
  </pc:docChgLst>
  <pc:docChgLst>
    <pc:chgData name="Imran Zaman" userId="9b1bea10-283a-4849-b151-8f56ff55c5a4" providerId="ADAL" clId="{DFE68A64-F07B-429E-BF62-9698B4AC52A5}"/>
    <pc:docChg chg="custSel modSld">
      <pc:chgData name="Imran Zaman" userId="9b1bea10-283a-4849-b151-8f56ff55c5a4" providerId="ADAL" clId="{DFE68A64-F07B-429E-BF62-9698B4AC52A5}" dt="2021-03-23T07:45:51.905" v="110" actId="12"/>
      <pc:docMkLst>
        <pc:docMk/>
      </pc:docMkLst>
      <pc:sldChg chg="modSp mod">
        <pc:chgData name="Imran Zaman" userId="9b1bea10-283a-4849-b151-8f56ff55c5a4" providerId="ADAL" clId="{DFE68A64-F07B-429E-BF62-9698B4AC52A5}" dt="2021-03-23T07:39:05.107" v="5" actId="20577"/>
        <pc:sldMkLst>
          <pc:docMk/>
          <pc:sldMk cId="2765825036" sldId="2146845944"/>
        </pc:sldMkLst>
        <pc:spChg chg="mod">
          <ac:chgData name="Imran Zaman" userId="9b1bea10-283a-4849-b151-8f56ff55c5a4" providerId="ADAL" clId="{DFE68A64-F07B-429E-BF62-9698B4AC52A5}" dt="2021-03-23T07:39:05.107" v="5" actId="20577"/>
          <ac:spMkLst>
            <pc:docMk/>
            <pc:sldMk cId="2765825036" sldId="2146845944"/>
            <ac:spMk id="21" creationId="{833C9A8E-1405-4283-A70B-5FB4EF50591D}"/>
          </ac:spMkLst>
        </pc:spChg>
      </pc:sldChg>
      <pc:sldChg chg="modSp mod">
        <pc:chgData name="Imran Zaman" userId="9b1bea10-283a-4849-b151-8f56ff55c5a4" providerId="ADAL" clId="{DFE68A64-F07B-429E-BF62-9698B4AC52A5}" dt="2021-03-23T07:45:51.905" v="110" actId="12"/>
        <pc:sldMkLst>
          <pc:docMk/>
          <pc:sldMk cId="859232145" sldId="2146845971"/>
        </pc:sldMkLst>
        <pc:spChg chg="mod">
          <ac:chgData name="Imran Zaman" userId="9b1bea10-283a-4849-b151-8f56ff55c5a4" providerId="ADAL" clId="{DFE68A64-F07B-429E-BF62-9698B4AC52A5}" dt="2021-03-23T07:45:51.905" v="110" actId="12"/>
          <ac:spMkLst>
            <pc:docMk/>
            <pc:sldMk cId="859232145" sldId="2146845971"/>
            <ac:spMk id="10" creationId="{14343C34-27C3-4137-B17F-5E8A53744555}"/>
          </ac:spMkLst>
        </pc:spChg>
      </pc:sldChg>
      <pc:sldChg chg="modSp mod">
        <pc:chgData name="Imran Zaman" userId="9b1bea10-283a-4849-b151-8f56ff55c5a4" providerId="ADAL" clId="{DFE68A64-F07B-429E-BF62-9698B4AC52A5}" dt="2021-03-23T07:44:09.110" v="109" actId="20577"/>
        <pc:sldMkLst>
          <pc:docMk/>
          <pc:sldMk cId="2130153696" sldId="2146845973"/>
        </pc:sldMkLst>
        <pc:spChg chg="mod">
          <ac:chgData name="Imran Zaman" userId="9b1bea10-283a-4849-b151-8f56ff55c5a4" providerId="ADAL" clId="{DFE68A64-F07B-429E-BF62-9698B4AC52A5}" dt="2021-03-23T07:43:00.188" v="75" actId="20577"/>
          <ac:spMkLst>
            <pc:docMk/>
            <pc:sldMk cId="2130153696" sldId="2146845973"/>
            <ac:spMk id="3" creationId="{D73774F1-932B-4974-9CE8-09B029C61858}"/>
          </ac:spMkLst>
        </pc:spChg>
        <pc:spChg chg="mod">
          <ac:chgData name="Imran Zaman" userId="9b1bea10-283a-4849-b151-8f56ff55c5a4" providerId="ADAL" clId="{DFE68A64-F07B-429E-BF62-9698B4AC52A5}" dt="2021-03-23T07:44:09.110" v="109" actId="20577"/>
          <ac:spMkLst>
            <pc:docMk/>
            <pc:sldMk cId="2130153696" sldId="2146845973"/>
            <ac:spMk id="16" creationId="{344E7F2A-759E-4996-9248-CADB73335B2B}"/>
          </ac:spMkLst>
        </pc:spChg>
      </pc:sldChg>
      <pc:sldChg chg="modSp mod">
        <pc:chgData name="Imran Zaman" userId="9b1bea10-283a-4849-b151-8f56ff55c5a4" providerId="ADAL" clId="{DFE68A64-F07B-429E-BF62-9698B4AC52A5}" dt="2021-03-23T07:41:14.236" v="39" actId="20577"/>
        <pc:sldMkLst>
          <pc:docMk/>
          <pc:sldMk cId="3812753414" sldId="2146845989"/>
        </pc:sldMkLst>
        <pc:spChg chg="mod">
          <ac:chgData name="Imran Zaman" userId="9b1bea10-283a-4849-b151-8f56ff55c5a4" providerId="ADAL" clId="{DFE68A64-F07B-429E-BF62-9698B4AC52A5}" dt="2021-03-23T07:40:48.140" v="26" actId="20577"/>
          <ac:spMkLst>
            <pc:docMk/>
            <pc:sldMk cId="3812753414" sldId="2146845989"/>
            <ac:spMk id="8" creationId="{458F1105-4A83-485D-A8B1-94DCCD80A736}"/>
          </ac:spMkLst>
        </pc:spChg>
        <pc:spChg chg="mod">
          <ac:chgData name="Imran Zaman" userId="9b1bea10-283a-4849-b151-8f56ff55c5a4" providerId="ADAL" clId="{DFE68A64-F07B-429E-BF62-9698B4AC52A5}" dt="2021-03-23T07:40:54.238" v="33" actId="20577"/>
          <ac:spMkLst>
            <pc:docMk/>
            <pc:sldMk cId="3812753414" sldId="2146845989"/>
            <ac:spMk id="11" creationId="{E64F3535-9B02-4076-A739-1415D6B8BA97}"/>
          </ac:spMkLst>
        </pc:spChg>
        <pc:spChg chg="mod">
          <ac:chgData name="Imran Zaman" userId="9b1bea10-283a-4849-b151-8f56ff55c5a4" providerId="ADAL" clId="{DFE68A64-F07B-429E-BF62-9698B4AC52A5}" dt="2021-03-23T07:41:14.236" v="39" actId="20577"/>
          <ac:spMkLst>
            <pc:docMk/>
            <pc:sldMk cId="3812753414" sldId="2146845989"/>
            <ac:spMk id="14" creationId="{C60CC365-0C32-4FEB-9EE0-432080A89CCA}"/>
          </ac:spMkLst>
        </pc:spChg>
        <pc:spChg chg="mod">
          <ac:chgData name="Imran Zaman" userId="9b1bea10-283a-4849-b151-8f56ff55c5a4" providerId="ADAL" clId="{DFE68A64-F07B-429E-BF62-9698B4AC52A5}" dt="2021-03-23T07:40:28.450" v="11" actId="20577"/>
          <ac:spMkLst>
            <pc:docMk/>
            <pc:sldMk cId="3812753414" sldId="2146845989"/>
            <ac:spMk id="19" creationId="{431FF642-D80E-4148-B518-F4E87EA10B69}"/>
          </ac:spMkLst>
        </pc:spChg>
      </pc:sldChg>
      <pc:sldChg chg="modSp mod">
        <pc:chgData name="Imran Zaman" userId="9b1bea10-283a-4849-b151-8f56ff55c5a4" providerId="ADAL" clId="{DFE68A64-F07B-429E-BF62-9698B4AC52A5}" dt="2021-03-23T07:42:32.928" v="71" actId="20577"/>
        <pc:sldMkLst>
          <pc:docMk/>
          <pc:sldMk cId="3787782999" sldId="2146845990"/>
        </pc:sldMkLst>
        <pc:spChg chg="mod">
          <ac:chgData name="Imran Zaman" userId="9b1bea10-283a-4849-b151-8f56ff55c5a4" providerId="ADAL" clId="{DFE68A64-F07B-429E-BF62-9698B4AC52A5}" dt="2021-03-23T07:41:37.091" v="51" actId="20577"/>
          <ac:spMkLst>
            <pc:docMk/>
            <pc:sldMk cId="3787782999" sldId="2146845990"/>
            <ac:spMk id="11" creationId="{458F1105-4A83-485D-A8B1-94DCCD80A736}"/>
          </ac:spMkLst>
        </pc:spChg>
        <pc:spChg chg="mod">
          <ac:chgData name="Imran Zaman" userId="9b1bea10-283a-4849-b151-8f56ff55c5a4" providerId="ADAL" clId="{DFE68A64-F07B-429E-BF62-9698B4AC52A5}" dt="2021-03-23T07:42:15.099" v="70" actId="20577"/>
          <ac:spMkLst>
            <pc:docMk/>
            <pc:sldMk cId="3787782999" sldId="2146845990"/>
            <ac:spMk id="12" creationId="{E64F3535-9B02-4076-A739-1415D6B8BA97}"/>
          </ac:spMkLst>
        </pc:spChg>
        <pc:spChg chg="mod">
          <ac:chgData name="Imran Zaman" userId="9b1bea10-283a-4849-b151-8f56ff55c5a4" providerId="ADAL" clId="{DFE68A64-F07B-429E-BF62-9698B4AC52A5}" dt="2021-03-23T07:42:32.928" v="71" actId="20577"/>
          <ac:spMkLst>
            <pc:docMk/>
            <pc:sldMk cId="3787782999" sldId="2146845990"/>
            <ac:spMk id="19" creationId="{1587069F-E4D3-4F94-A216-3E9D53B9D96D}"/>
          </ac:spMkLst>
        </pc:spChg>
      </pc:sldChg>
    </pc:docChg>
  </pc:docChgLst>
  <pc:docChgLst>
    <pc:chgData name="Ken Popkin" userId="3c94c39e-c43b-4805-99ab-8da17777f1ac" providerId="ADAL" clId="{E440F346-DC68-4DD4-BA80-8DE6476F8949}"/>
    <pc:docChg chg="undo custSel addSld delSld modSld sldOrd delMainMaster modSection">
      <pc:chgData name="Ken Popkin" userId="3c94c39e-c43b-4805-99ab-8da17777f1ac" providerId="ADAL" clId="{E440F346-DC68-4DD4-BA80-8DE6476F8949}" dt="2021-06-02T15:08:32.837" v="114287" actId="20577"/>
      <pc:docMkLst>
        <pc:docMk/>
      </pc:docMkLst>
      <pc:sldChg chg="modSp mod">
        <pc:chgData name="Ken Popkin" userId="3c94c39e-c43b-4805-99ab-8da17777f1ac" providerId="ADAL" clId="{E440F346-DC68-4DD4-BA80-8DE6476F8949}" dt="2021-05-29T17:52:00.489" v="5" actId="6549"/>
        <pc:sldMkLst>
          <pc:docMk/>
          <pc:sldMk cId="3174375058" sldId="2146845993"/>
        </pc:sldMkLst>
        <pc:spChg chg="mod">
          <ac:chgData name="Ken Popkin" userId="3c94c39e-c43b-4805-99ab-8da17777f1ac" providerId="ADAL" clId="{E440F346-DC68-4DD4-BA80-8DE6476F8949}" dt="2021-05-29T17:52:00.489" v="5" actId="6549"/>
          <ac:spMkLst>
            <pc:docMk/>
            <pc:sldMk cId="3174375058" sldId="2146845993"/>
            <ac:spMk id="20" creationId="{D7600C1D-FE18-409B-A5EC-8F22555E5588}"/>
          </ac:spMkLst>
        </pc:spChg>
      </pc:sldChg>
      <pc:sldChg chg="delSp modSp del mod">
        <pc:chgData name="Ken Popkin" userId="3c94c39e-c43b-4805-99ab-8da17777f1ac" providerId="ADAL" clId="{E440F346-DC68-4DD4-BA80-8DE6476F8949}" dt="2021-05-29T18:15:14.082" v="19155" actId="47"/>
        <pc:sldMkLst>
          <pc:docMk/>
          <pc:sldMk cId="2361233300" sldId="2146846004"/>
        </pc:sldMkLst>
        <pc:spChg chg="mod">
          <ac:chgData name="Ken Popkin" userId="3c94c39e-c43b-4805-99ab-8da17777f1ac" providerId="ADAL" clId="{E440F346-DC68-4DD4-BA80-8DE6476F8949}" dt="2021-05-29T17:57:13.841" v="85" actId="20577"/>
          <ac:spMkLst>
            <pc:docMk/>
            <pc:sldMk cId="2361233300" sldId="2146846004"/>
            <ac:spMk id="3" creationId="{68BEFF73-3B4F-4293-B8D3-E19A7E07DF0D}"/>
          </ac:spMkLst>
        </pc:spChg>
        <pc:spChg chg="mod">
          <ac:chgData name="Ken Popkin" userId="3c94c39e-c43b-4805-99ab-8da17777f1ac" providerId="ADAL" clId="{E440F346-DC68-4DD4-BA80-8DE6476F8949}" dt="2021-05-29T17:55:42.645" v="21" actId="20577"/>
          <ac:spMkLst>
            <pc:docMk/>
            <pc:sldMk cId="2361233300" sldId="2146846004"/>
            <ac:spMk id="19" creationId="{431FF642-D80E-4148-B518-F4E87EA10B69}"/>
          </ac:spMkLst>
        </pc:spChg>
        <pc:spChg chg="del">
          <ac:chgData name="Ken Popkin" userId="3c94c39e-c43b-4805-99ab-8da17777f1ac" providerId="ADAL" clId="{E440F346-DC68-4DD4-BA80-8DE6476F8949}" dt="2021-05-29T17:56:32.837" v="25" actId="478"/>
          <ac:spMkLst>
            <pc:docMk/>
            <pc:sldMk cId="2361233300" sldId="2146846004"/>
            <ac:spMk id="34" creationId="{BB682AE4-F130-4A77-9286-28C73BD6A617}"/>
          </ac:spMkLst>
        </pc:spChg>
        <pc:spChg chg="del">
          <ac:chgData name="Ken Popkin" userId="3c94c39e-c43b-4805-99ab-8da17777f1ac" providerId="ADAL" clId="{E440F346-DC68-4DD4-BA80-8DE6476F8949}" dt="2021-05-29T17:56:32.837" v="25" actId="478"/>
          <ac:spMkLst>
            <pc:docMk/>
            <pc:sldMk cId="2361233300" sldId="2146846004"/>
            <ac:spMk id="35" creationId="{D530226E-292E-4441-813E-E86676B8B431}"/>
          </ac:spMkLst>
        </pc:spChg>
        <pc:spChg chg="del">
          <ac:chgData name="Ken Popkin" userId="3c94c39e-c43b-4805-99ab-8da17777f1ac" providerId="ADAL" clId="{E440F346-DC68-4DD4-BA80-8DE6476F8949}" dt="2021-05-29T17:56:32.837" v="25" actId="478"/>
          <ac:spMkLst>
            <pc:docMk/>
            <pc:sldMk cId="2361233300" sldId="2146846004"/>
            <ac:spMk id="36" creationId="{B2E7E7D2-9337-4737-9018-C8E12D85BCFD}"/>
          </ac:spMkLst>
        </pc:spChg>
        <pc:spChg chg="del">
          <ac:chgData name="Ken Popkin" userId="3c94c39e-c43b-4805-99ab-8da17777f1ac" providerId="ADAL" clId="{E440F346-DC68-4DD4-BA80-8DE6476F8949}" dt="2021-05-29T17:56:32.837" v="25" actId="478"/>
          <ac:spMkLst>
            <pc:docMk/>
            <pc:sldMk cId="2361233300" sldId="2146846004"/>
            <ac:spMk id="37" creationId="{C101CC53-8430-4763-B2A3-CE9CF8B25F21}"/>
          </ac:spMkLst>
        </pc:spChg>
        <pc:spChg chg="del">
          <ac:chgData name="Ken Popkin" userId="3c94c39e-c43b-4805-99ab-8da17777f1ac" providerId="ADAL" clId="{E440F346-DC68-4DD4-BA80-8DE6476F8949}" dt="2021-05-29T17:56:32.837" v="25" actId="478"/>
          <ac:spMkLst>
            <pc:docMk/>
            <pc:sldMk cId="2361233300" sldId="2146846004"/>
            <ac:spMk id="38" creationId="{245727DB-7E04-406E-9D3F-129B1893FA96}"/>
          </ac:spMkLst>
        </pc:spChg>
        <pc:spChg chg="del">
          <ac:chgData name="Ken Popkin" userId="3c94c39e-c43b-4805-99ab-8da17777f1ac" providerId="ADAL" clId="{E440F346-DC68-4DD4-BA80-8DE6476F8949}" dt="2021-05-29T17:56:32.837" v="25" actId="478"/>
          <ac:spMkLst>
            <pc:docMk/>
            <pc:sldMk cId="2361233300" sldId="2146846004"/>
            <ac:spMk id="39" creationId="{44A58765-E97B-4597-8100-5794808C0D4A}"/>
          </ac:spMkLst>
        </pc:spChg>
        <pc:spChg chg="del">
          <ac:chgData name="Ken Popkin" userId="3c94c39e-c43b-4805-99ab-8da17777f1ac" providerId="ADAL" clId="{E440F346-DC68-4DD4-BA80-8DE6476F8949}" dt="2021-05-29T17:56:32.837" v="25" actId="478"/>
          <ac:spMkLst>
            <pc:docMk/>
            <pc:sldMk cId="2361233300" sldId="2146846004"/>
            <ac:spMk id="41" creationId="{AD4BE239-7A27-4312-8D4C-47BFA3A9A149}"/>
          </ac:spMkLst>
        </pc:spChg>
        <pc:spChg chg="del">
          <ac:chgData name="Ken Popkin" userId="3c94c39e-c43b-4805-99ab-8da17777f1ac" providerId="ADAL" clId="{E440F346-DC68-4DD4-BA80-8DE6476F8949}" dt="2021-05-29T17:56:32.837" v="25" actId="478"/>
          <ac:spMkLst>
            <pc:docMk/>
            <pc:sldMk cId="2361233300" sldId="2146846004"/>
            <ac:spMk id="44" creationId="{51841285-9B1D-43A7-BDBE-CF0E851DAB32}"/>
          </ac:spMkLst>
        </pc:spChg>
        <pc:spChg chg="del">
          <ac:chgData name="Ken Popkin" userId="3c94c39e-c43b-4805-99ab-8da17777f1ac" providerId="ADAL" clId="{E440F346-DC68-4DD4-BA80-8DE6476F8949}" dt="2021-05-29T17:56:32.837" v="25" actId="478"/>
          <ac:spMkLst>
            <pc:docMk/>
            <pc:sldMk cId="2361233300" sldId="2146846004"/>
            <ac:spMk id="45" creationId="{AA54F2EC-3127-489E-A881-A379E99161A9}"/>
          </ac:spMkLst>
        </pc:spChg>
        <pc:spChg chg="del">
          <ac:chgData name="Ken Popkin" userId="3c94c39e-c43b-4805-99ab-8da17777f1ac" providerId="ADAL" clId="{E440F346-DC68-4DD4-BA80-8DE6476F8949}" dt="2021-05-29T17:56:32.837" v="25" actId="478"/>
          <ac:spMkLst>
            <pc:docMk/>
            <pc:sldMk cId="2361233300" sldId="2146846004"/>
            <ac:spMk id="51" creationId="{66593A58-4D45-4B8D-B976-F3691E6C212E}"/>
          </ac:spMkLst>
        </pc:spChg>
        <pc:spChg chg="del">
          <ac:chgData name="Ken Popkin" userId="3c94c39e-c43b-4805-99ab-8da17777f1ac" providerId="ADAL" clId="{E440F346-DC68-4DD4-BA80-8DE6476F8949}" dt="2021-05-29T17:56:32.837" v="25" actId="478"/>
          <ac:spMkLst>
            <pc:docMk/>
            <pc:sldMk cId="2361233300" sldId="2146846004"/>
            <ac:spMk id="52" creationId="{22FEA46B-9099-4319-BC1A-76AEED133A33}"/>
          </ac:spMkLst>
        </pc:spChg>
        <pc:spChg chg="del">
          <ac:chgData name="Ken Popkin" userId="3c94c39e-c43b-4805-99ab-8da17777f1ac" providerId="ADAL" clId="{E440F346-DC68-4DD4-BA80-8DE6476F8949}" dt="2021-05-29T17:56:32.837" v="25" actId="478"/>
          <ac:spMkLst>
            <pc:docMk/>
            <pc:sldMk cId="2361233300" sldId="2146846004"/>
            <ac:spMk id="54" creationId="{B6127E4E-D310-4A56-B723-BE1CDB571072}"/>
          </ac:spMkLst>
        </pc:spChg>
        <pc:spChg chg="del">
          <ac:chgData name="Ken Popkin" userId="3c94c39e-c43b-4805-99ab-8da17777f1ac" providerId="ADAL" clId="{E440F346-DC68-4DD4-BA80-8DE6476F8949}" dt="2021-05-29T17:56:32.837" v="25" actId="478"/>
          <ac:spMkLst>
            <pc:docMk/>
            <pc:sldMk cId="2361233300" sldId="2146846004"/>
            <ac:spMk id="55" creationId="{D32F2F90-0E87-4405-ABEF-364A5E76439A}"/>
          </ac:spMkLst>
        </pc:spChg>
        <pc:spChg chg="del">
          <ac:chgData name="Ken Popkin" userId="3c94c39e-c43b-4805-99ab-8da17777f1ac" providerId="ADAL" clId="{E440F346-DC68-4DD4-BA80-8DE6476F8949}" dt="2021-05-29T17:56:32.837" v="25" actId="478"/>
          <ac:spMkLst>
            <pc:docMk/>
            <pc:sldMk cId="2361233300" sldId="2146846004"/>
            <ac:spMk id="56" creationId="{5297826C-8269-4B37-A093-BC09EF6D146B}"/>
          </ac:spMkLst>
        </pc:spChg>
        <pc:spChg chg="del">
          <ac:chgData name="Ken Popkin" userId="3c94c39e-c43b-4805-99ab-8da17777f1ac" providerId="ADAL" clId="{E440F346-DC68-4DD4-BA80-8DE6476F8949}" dt="2021-05-29T17:56:32.837" v="25" actId="478"/>
          <ac:spMkLst>
            <pc:docMk/>
            <pc:sldMk cId="2361233300" sldId="2146846004"/>
            <ac:spMk id="57" creationId="{629B0CDD-9A1B-49AA-843B-674141EFCD8A}"/>
          </ac:spMkLst>
        </pc:spChg>
        <pc:spChg chg="del">
          <ac:chgData name="Ken Popkin" userId="3c94c39e-c43b-4805-99ab-8da17777f1ac" providerId="ADAL" clId="{E440F346-DC68-4DD4-BA80-8DE6476F8949}" dt="2021-05-29T17:56:32.837" v="25" actId="478"/>
          <ac:spMkLst>
            <pc:docMk/>
            <pc:sldMk cId="2361233300" sldId="2146846004"/>
            <ac:spMk id="58" creationId="{03C77808-EF0C-4C54-B114-37686CE8719A}"/>
          </ac:spMkLst>
        </pc:spChg>
        <pc:spChg chg="del">
          <ac:chgData name="Ken Popkin" userId="3c94c39e-c43b-4805-99ab-8da17777f1ac" providerId="ADAL" clId="{E440F346-DC68-4DD4-BA80-8DE6476F8949}" dt="2021-05-29T17:56:32.837" v="25" actId="478"/>
          <ac:spMkLst>
            <pc:docMk/>
            <pc:sldMk cId="2361233300" sldId="2146846004"/>
            <ac:spMk id="59" creationId="{40A83ADB-4DCF-436D-8695-A683C3C4A448}"/>
          </ac:spMkLst>
        </pc:spChg>
        <pc:spChg chg="del">
          <ac:chgData name="Ken Popkin" userId="3c94c39e-c43b-4805-99ab-8da17777f1ac" providerId="ADAL" clId="{E440F346-DC68-4DD4-BA80-8DE6476F8949}" dt="2021-05-29T17:56:32.837" v="25" actId="478"/>
          <ac:spMkLst>
            <pc:docMk/>
            <pc:sldMk cId="2361233300" sldId="2146846004"/>
            <ac:spMk id="62" creationId="{40792597-4A8D-4161-BE80-29930E72CCCD}"/>
          </ac:spMkLst>
        </pc:spChg>
        <pc:spChg chg="del">
          <ac:chgData name="Ken Popkin" userId="3c94c39e-c43b-4805-99ab-8da17777f1ac" providerId="ADAL" clId="{E440F346-DC68-4DD4-BA80-8DE6476F8949}" dt="2021-05-29T17:56:32.837" v="25" actId="478"/>
          <ac:spMkLst>
            <pc:docMk/>
            <pc:sldMk cId="2361233300" sldId="2146846004"/>
            <ac:spMk id="63" creationId="{CB18DB49-674A-41F7-96D9-7EE751D6FE19}"/>
          </ac:spMkLst>
        </pc:spChg>
        <pc:spChg chg="del">
          <ac:chgData name="Ken Popkin" userId="3c94c39e-c43b-4805-99ab-8da17777f1ac" providerId="ADAL" clId="{E440F346-DC68-4DD4-BA80-8DE6476F8949}" dt="2021-05-29T17:56:32.837" v="25" actId="478"/>
          <ac:spMkLst>
            <pc:docMk/>
            <pc:sldMk cId="2361233300" sldId="2146846004"/>
            <ac:spMk id="64" creationId="{3E6FD0C0-697B-459C-86FC-DA6E9016494C}"/>
          </ac:spMkLst>
        </pc:spChg>
        <pc:spChg chg="del">
          <ac:chgData name="Ken Popkin" userId="3c94c39e-c43b-4805-99ab-8da17777f1ac" providerId="ADAL" clId="{E440F346-DC68-4DD4-BA80-8DE6476F8949}" dt="2021-05-29T17:56:32.837" v="25" actId="478"/>
          <ac:spMkLst>
            <pc:docMk/>
            <pc:sldMk cId="2361233300" sldId="2146846004"/>
            <ac:spMk id="89" creationId="{37F5B3B9-6310-4CC8-95E6-B91CF21B5782}"/>
          </ac:spMkLst>
        </pc:spChg>
        <pc:spChg chg="del">
          <ac:chgData name="Ken Popkin" userId="3c94c39e-c43b-4805-99ab-8da17777f1ac" providerId="ADAL" clId="{E440F346-DC68-4DD4-BA80-8DE6476F8949}" dt="2021-05-29T17:56:32.837" v="25" actId="478"/>
          <ac:spMkLst>
            <pc:docMk/>
            <pc:sldMk cId="2361233300" sldId="2146846004"/>
            <ac:spMk id="90" creationId="{72F9B87F-5C0C-44D8-8C2F-1B239D7F2C8B}"/>
          </ac:spMkLst>
        </pc:spChg>
        <pc:spChg chg="del">
          <ac:chgData name="Ken Popkin" userId="3c94c39e-c43b-4805-99ab-8da17777f1ac" providerId="ADAL" clId="{E440F346-DC68-4DD4-BA80-8DE6476F8949}" dt="2021-05-29T17:56:32.837" v="25" actId="478"/>
          <ac:spMkLst>
            <pc:docMk/>
            <pc:sldMk cId="2361233300" sldId="2146846004"/>
            <ac:spMk id="91" creationId="{005AC9C1-77C9-472D-812B-2A665D20CB43}"/>
          </ac:spMkLst>
        </pc:spChg>
        <pc:spChg chg="del">
          <ac:chgData name="Ken Popkin" userId="3c94c39e-c43b-4805-99ab-8da17777f1ac" providerId="ADAL" clId="{E440F346-DC68-4DD4-BA80-8DE6476F8949}" dt="2021-05-29T17:56:32.837" v="25" actId="478"/>
          <ac:spMkLst>
            <pc:docMk/>
            <pc:sldMk cId="2361233300" sldId="2146846004"/>
            <ac:spMk id="92" creationId="{C21A4D8A-28BA-4579-952F-17CC12B6B941}"/>
          </ac:spMkLst>
        </pc:spChg>
        <pc:spChg chg="del">
          <ac:chgData name="Ken Popkin" userId="3c94c39e-c43b-4805-99ab-8da17777f1ac" providerId="ADAL" clId="{E440F346-DC68-4DD4-BA80-8DE6476F8949}" dt="2021-05-29T17:56:32.837" v="25" actId="478"/>
          <ac:spMkLst>
            <pc:docMk/>
            <pc:sldMk cId="2361233300" sldId="2146846004"/>
            <ac:spMk id="94" creationId="{A9AC19A8-F5D8-436A-B158-0818A7B98D60}"/>
          </ac:spMkLst>
        </pc:spChg>
        <pc:spChg chg="del">
          <ac:chgData name="Ken Popkin" userId="3c94c39e-c43b-4805-99ab-8da17777f1ac" providerId="ADAL" clId="{E440F346-DC68-4DD4-BA80-8DE6476F8949}" dt="2021-05-29T17:56:32.837" v="25" actId="478"/>
          <ac:spMkLst>
            <pc:docMk/>
            <pc:sldMk cId="2361233300" sldId="2146846004"/>
            <ac:spMk id="95" creationId="{1CDD08CF-B617-46FE-94DB-5A66B64811AE}"/>
          </ac:spMkLst>
        </pc:spChg>
        <pc:spChg chg="del">
          <ac:chgData name="Ken Popkin" userId="3c94c39e-c43b-4805-99ab-8da17777f1ac" providerId="ADAL" clId="{E440F346-DC68-4DD4-BA80-8DE6476F8949}" dt="2021-05-29T17:56:32.837" v="25" actId="478"/>
          <ac:spMkLst>
            <pc:docMk/>
            <pc:sldMk cId="2361233300" sldId="2146846004"/>
            <ac:spMk id="96" creationId="{C425F798-9DAB-4D1F-A1BD-827CF024AFFC}"/>
          </ac:spMkLst>
        </pc:spChg>
        <pc:grpChg chg="del">
          <ac:chgData name="Ken Popkin" userId="3c94c39e-c43b-4805-99ab-8da17777f1ac" providerId="ADAL" clId="{E440F346-DC68-4DD4-BA80-8DE6476F8949}" dt="2021-05-29T17:56:32.837" v="25" actId="478"/>
          <ac:grpSpMkLst>
            <pc:docMk/>
            <pc:sldMk cId="2361233300" sldId="2146846004"/>
            <ac:grpSpMk id="5" creationId="{85968E3B-F45E-4EF0-BA35-639D67BD87D8}"/>
          </ac:grpSpMkLst>
        </pc:grpChg>
        <pc:grpChg chg="del">
          <ac:chgData name="Ken Popkin" userId="3c94c39e-c43b-4805-99ab-8da17777f1ac" providerId="ADAL" clId="{E440F346-DC68-4DD4-BA80-8DE6476F8949}" dt="2021-05-29T17:56:32.837" v="25" actId="478"/>
          <ac:grpSpMkLst>
            <pc:docMk/>
            <pc:sldMk cId="2361233300" sldId="2146846004"/>
            <ac:grpSpMk id="6" creationId="{F647B573-EE64-4509-B6B6-88A9F0A6C387}"/>
          </ac:grpSpMkLst>
        </pc:grpChg>
        <pc:grpChg chg="del">
          <ac:chgData name="Ken Popkin" userId="3c94c39e-c43b-4805-99ab-8da17777f1ac" providerId="ADAL" clId="{E440F346-DC68-4DD4-BA80-8DE6476F8949}" dt="2021-05-29T17:56:32.837" v="25" actId="478"/>
          <ac:grpSpMkLst>
            <pc:docMk/>
            <pc:sldMk cId="2361233300" sldId="2146846004"/>
            <ac:grpSpMk id="70" creationId="{0552C808-3758-4B7E-9C73-CB1FB6BB92BF}"/>
          </ac:grpSpMkLst>
        </pc:grpChg>
        <pc:cxnChg chg="del">
          <ac:chgData name="Ken Popkin" userId="3c94c39e-c43b-4805-99ab-8da17777f1ac" providerId="ADAL" clId="{E440F346-DC68-4DD4-BA80-8DE6476F8949}" dt="2021-05-29T17:56:32.837" v="25" actId="478"/>
          <ac:cxnSpMkLst>
            <pc:docMk/>
            <pc:sldMk cId="2361233300" sldId="2146846004"/>
            <ac:cxnSpMk id="4" creationId="{F55061A4-70AB-4CEF-B0D1-A43DDD07D067}"/>
          </ac:cxnSpMkLst>
        </pc:cxnChg>
        <pc:cxnChg chg="del">
          <ac:chgData name="Ken Popkin" userId="3c94c39e-c43b-4805-99ab-8da17777f1ac" providerId="ADAL" clId="{E440F346-DC68-4DD4-BA80-8DE6476F8949}" dt="2021-05-29T17:56:32.837" v="25" actId="478"/>
          <ac:cxnSpMkLst>
            <pc:docMk/>
            <pc:sldMk cId="2361233300" sldId="2146846004"/>
            <ac:cxnSpMk id="23" creationId="{7841B8DF-1450-4C7B-8D95-54A7ABCA5371}"/>
          </ac:cxnSpMkLst>
        </pc:cxnChg>
        <pc:cxnChg chg="del">
          <ac:chgData name="Ken Popkin" userId="3c94c39e-c43b-4805-99ab-8da17777f1ac" providerId="ADAL" clId="{E440F346-DC68-4DD4-BA80-8DE6476F8949}" dt="2021-05-29T17:56:32.837" v="25" actId="478"/>
          <ac:cxnSpMkLst>
            <pc:docMk/>
            <pc:sldMk cId="2361233300" sldId="2146846004"/>
            <ac:cxnSpMk id="24" creationId="{206A602B-890D-4E45-A531-9AF310011136}"/>
          </ac:cxnSpMkLst>
        </pc:cxnChg>
        <pc:cxnChg chg="del">
          <ac:chgData name="Ken Popkin" userId="3c94c39e-c43b-4805-99ab-8da17777f1ac" providerId="ADAL" clId="{E440F346-DC68-4DD4-BA80-8DE6476F8949}" dt="2021-05-29T17:56:32.837" v="25" actId="478"/>
          <ac:cxnSpMkLst>
            <pc:docMk/>
            <pc:sldMk cId="2361233300" sldId="2146846004"/>
            <ac:cxnSpMk id="25" creationId="{B9F0A33D-6D9A-40E9-9553-FD41A8B8B706}"/>
          </ac:cxnSpMkLst>
        </pc:cxnChg>
        <pc:cxnChg chg="del">
          <ac:chgData name="Ken Popkin" userId="3c94c39e-c43b-4805-99ab-8da17777f1ac" providerId="ADAL" clId="{E440F346-DC68-4DD4-BA80-8DE6476F8949}" dt="2021-05-29T17:56:32.837" v="25" actId="478"/>
          <ac:cxnSpMkLst>
            <pc:docMk/>
            <pc:sldMk cId="2361233300" sldId="2146846004"/>
            <ac:cxnSpMk id="26" creationId="{1776DEBE-E166-4295-84A1-4834C38E3187}"/>
          </ac:cxnSpMkLst>
        </pc:cxnChg>
        <pc:cxnChg chg="del">
          <ac:chgData name="Ken Popkin" userId="3c94c39e-c43b-4805-99ab-8da17777f1ac" providerId="ADAL" clId="{E440F346-DC68-4DD4-BA80-8DE6476F8949}" dt="2021-05-29T17:56:32.837" v="25" actId="478"/>
          <ac:cxnSpMkLst>
            <pc:docMk/>
            <pc:sldMk cId="2361233300" sldId="2146846004"/>
            <ac:cxnSpMk id="27" creationId="{0DE028B3-650A-4968-8D68-1C3C8D5D681A}"/>
          </ac:cxnSpMkLst>
        </pc:cxnChg>
        <pc:cxnChg chg="del">
          <ac:chgData name="Ken Popkin" userId="3c94c39e-c43b-4805-99ab-8da17777f1ac" providerId="ADAL" clId="{E440F346-DC68-4DD4-BA80-8DE6476F8949}" dt="2021-05-29T17:56:32.837" v="25" actId="478"/>
          <ac:cxnSpMkLst>
            <pc:docMk/>
            <pc:sldMk cId="2361233300" sldId="2146846004"/>
            <ac:cxnSpMk id="28" creationId="{88A90348-9759-4C47-BB7A-ED545982554C}"/>
          </ac:cxnSpMkLst>
        </pc:cxnChg>
        <pc:cxnChg chg="del">
          <ac:chgData name="Ken Popkin" userId="3c94c39e-c43b-4805-99ab-8da17777f1ac" providerId="ADAL" clId="{E440F346-DC68-4DD4-BA80-8DE6476F8949}" dt="2021-05-29T17:56:32.837" v="25" actId="478"/>
          <ac:cxnSpMkLst>
            <pc:docMk/>
            <pc:sldMk cId="2361233300" sldId="2146846004"/>
            <ac:cxnSpMk id="29" creationId="{5F83E959-CDD9-409E-A91C-A55AE0F2AE05}"/>
          </ac:cxnSpMkLst>
        </pc:cxnChg>
        <pc:cxnChg chg="del">
          <ac:chgData name="Ken Popkin" userId="3c94c39e-c43b-4805-99ab-8da17777f1ac" providerId="ADAL" clId="{E440F346-DC68-4DD4-BA80-8DE6476F8949}" dt="2021-05-29T17:56:32.837" v="25" actId="478"/>
          <ac:cxnSpMkLst>
            <pc:docMk/>
            <pc:sldMk cId="2361233300" sldId="2146846004"/>
            <ac:cxnSpMk id="30" creationId="{9B4AF37E-D9B6-4CD8-91E0-6BCC6B63031A}"/>
          </ac:cxnSpMkLst>
        </pc:cxnChg>
        <pc:cxnChg chg="del">
          <ac:chgData name="Ken Popkin" userId="3c94c39e-c43b-4805-99ab-8da17777f1ac" providerId="ADAL" clId="{E440F346-DC68-4DD4-BA80-8DE6476F8949}" dt="2021-05-29T17:56:32.837" v="25" actId="478"/>
          <ac:cxnSpMkLst>
            <pc:docMk/>
            <pc:sldMk cId="2361233300" sldId="2146846004"/>
            <ac:cxnSpMk id="31" creationId="{64711D1A-E63E-4A98-B1D8-7F82D32F54CB}"/>
          </ac:cxnSpMkLst>
        </pc:cxnChg>
        <pc:cxnChg chg="del">
          <ac:chgData name="Ken Popkin" userId="3c94c39e-c43b-4805-99ab-8da17777f1ac" providerId="ADAL" clId="{E440F346-DC68-4DD4-BA80-8DE6476F8949}" dt="2021-05-29T17:56:32.837" v="25" actId="478"/>
          <ac:cxnSpMkLst>
            <pc:docMk/>
            <pc:sldMk cId="2361233300" sldId="2146846004"/>
            <ac:cxnSpMk id="33" creationId="{B4BFB4F8-C76B-4A3A-B558-56B99EE9EE8D}"/>
          </ac:cxnSpMkLst>
        </pc:cxnChg>
        <pc:cxnChg chg="del">
          <ac:chgData name="Ken Popkin" userId="3c94c39e-c43b-4805-99ab-8da17777f1ac" providerId="ADAL" clId="{E440F346-DC68-4DD4-BA80-8DE6476F8949}" dt="2021-05-29T17:56:32.837" v="25" actId="478"/>
          <ac:cxnSpMkLst>
            <pc:docMk/>
            <pc:sldMk cId="2361233300" sldId="2146846004"/>
            <ac:cxnSpMk id="75" creationId="{0B0290BE-79B4-4156-A78A-FF9E064CB585}"/>
          </ac:cxnSpMkLst>
        </pc:cxnChg>
      </pc:sldChg>
      <pc:sldChg chg="addSp delSp modSp add del mod ord">
        <pc:chgData name="Ken Popkin" userId="3c94c39e-c43b-4805-99ab-8da17777f1ac" providerId="ADAL" clId="{E440F346-DC68-4DD4-BA80-8DE6476F8949}" dt="2021-05-29T19:50:20.918" v="58655" actId="47"/>
        <pc:sldMkLst>
          <pc:docMk/>
          <pc:sldMk cId="544242911" sldId="2146846005"/>
        </pc:sldMkLst>
        <pc:spChg chg="mod ord">
          <ac:chgData name="Ken Popkin" userId="3c94c39e-c43b-4805-99ab-8da17777f1ac" providerId="ADAL" clId="{E440F346-DC68-4DD4-BA80-8DE6476F8949}" dt="2021-05-29T19:08:05.868" v="49565"/>
          <ac:spMkLst>
            <pc:docMk/>
            <pc:sldMk cId="544242911" sldId="2146846005"/>
            <ac:spMk id="2" creationId="{489E8A7E-3C2C-41DA-BB1A-E9AEB09BDBF7}"/>
          </ac:spMkLst>
        </pc:spChg>
        <pc:spChg chg="mod ord topLvl">
          <ac:chgData name="Ken Popkin" userId="3c94c39e-c43b-4805-99ab-8da17777f1ac" providerId="ADAL" clId="{E440F346-DC68-4DD4-BA80-8DE6476F8949}" dt="2021-05-29T19:08:05.868" v="49567"/>
          <ac:spMkLst>
            <pc:docMk/>
            <pc:sldMk cId="544242911" sldId="2146846005"/>
            <ac:spMk id="3" creationId="{060D70DE-DD9F-49B9-94BE-4660FDB72332}"/>
          </ac:spMkLst>
        </pc:spChg>
        <pc:spChg chg="add del mod topLvl">
          <ac:chgData name="Ken Popkin" userId="3c94c39e-c43b-4805-99ab-8da17777f1ac" providerId="ADAL" clId="{E440F346-DC68-4DD4-BA80-8DE6476F8949}" dt="2021-05-29T18:03:29.125" v="700"/>
          <ac:spMkLst>
            <pc:docMk/>
            <pc:sldMk cId="544242911" sldId="2146846005"/>
            <ac:spMk id="4" creationId="{B698992A-A8B0-436F-9C14-73EF688AD597}"/>
          </ac:spMkLst>
        </pc:spChg>
        <pc:spChg chg="mod topLvl">
          <ac:chgData name="Ken Popkin" userId="3c94c39e-c43b-4805-99ab-8da17777f1ac" providerId="ADAL" clId="{E440F346-DC68-4DD4-BA80-8DE6476F8949}" dt="2021-05-29T19:08:05.869" v="49571"/>
          <ac:spMkLst>
            <pc:docMk/>
            <pc:sldMk cId="544242911" sldId="2146846005"/>
            <ac:spMk id="6" creationId="{062DEEAD-4D78-4758-A791-EA8FFAA3CDA3}"/>
          </ac:spMkLst>
        </pc:spChg>
        <pc:spChg chg="mod ord topLvl">
          <ac:chgData name="Ken Popkin" userId="3c94c39e-c43b-4805-99ab-8da17777f1ac" providerId="ADAL" clId="{E440F346-DC68-4DD4-BA80-8DE6476F8949}" dt="2021-05-29T19:08:05.869" v="49573"/>
          <ac:spMkLst>
            <pc:docMk/>
            <pc:sldMk cId="544242911" sldId="2146846005"/>
            <ac:spMk id="7" creationId="{7B6E7C03-9B70-4283-8B4A-DC34B0BBC18A}"/>
          </ac:spMkLst>
        </pc:spChg>
        <pc:spChg chg="mod ord topLvl">
          <ac:chgData name="Ken Popkin" userId="3c94c39e-c43b-4805-99ab-8da17777f1ac" providerId="ADAL" clId="{E440F346-DC68-4DD4-BA80-8DE6476F8949}" dt="2021-05-29T19:08:05.870" v="49575"/>
          <ac:spMkLst>
            <pc:docMk/>
            <pc:sldMk cId="544242911" sldId="2146846005"/>
            <ac:spMk id="8" creationId="{166F07A4-86DB-46F1-A783-79E4040F979D}"/>
          </ac:spMkLst>
        </pc:spChg>
        <pc:spChg chg="mod ord topLvl">
          <ac:chgData name="Ken Popkin" userId="3c94c39e-c43b-4805-99ab-8da17777f1ac" providerId="ADAL" clId="{E440F346-DC68-4DD4-BA80-8DE6476F8949}" dt="2021-05-29T19:08:05.870" v="49577"/>
          <ac:spMkLst>
            <pc:docMk/>
            <pc:sldMk cId="544242911" sldId="2146846005"/>
            <ac:spMk id="9" creationId="{C889CCB2-DB03-488C-AD83-54C98ECF83B2}"/>
          </ac:spMkLst>
        </pc:spChg>
        <pc:spChg chg="mod ord topLvl">
          <ac:chgData name="Ken Popkin" userId="3c94c39e-c43b-4805-99ab-8da17777f1ac" providerId="ADAL" clId="{E440F346-DC68-4DD4-BA80-8DE6476F8949}" dt="2021-05-29T19:08:05.870" v="49579"/>
          <ac:spMkLst>
            <pc:docMk/>
            <pc:sldMk cId="544242911" sldId="2146846005"/>
            <ac:spMk id="10" creationId="{CF9FC465-CEBF-4AE3-80DE-326EB944B472}"/>
          </ac:spMkLst>
        </pc:spChg>
        <pc:spChg chg="mod ord topLvl">
          <ac:chgData name="Ken Popkin" userId="3c94c39e-c43b-4805-99ab-8da17777f1ac" providerId="ADAL" clId="{E440F346-DC68-4DD4-BA80-8DE6476F8949}" dt="2021-05-29T19:08:05.870" v="49581"/>
          <ac:spMkLst>
            <pc:docMk/>
            <pc:sldMk cId="544242911" sldId="2146846005"/>
            <ac:spMk id="11" creationId="{EC89F422-B6EC-4DFD-9EBD-B41F8F85AF2D}"/>
          </ac:spMkLst>
        </pc:spChg>
        <pc:spChg chg="mod ord topLvl">
          <ac:chgData name="Ken Popkin" userId="3c94c39e-c43b-4805-99ab-8da17777f1ac" providerId="ADAL" clId="{E440F346-DC68-4DD4-BA80-8DE6476F8949}" dt="2021-05-29T19:08:05.871" v="49583"/>
          <ac:spMkLst>
            <pc:docMk/>
            <pc:sldMk cId="544242911" sldId="2146846005"/>
            <ac:spMk id="12" creationId="{3014BC81-0AB8-4283-94F0-50F3B2FD3695}"/>
          </ac:spMkLst>
        </pc:spChg>
        <pc:spChg chg="mod ord topLvl">
          <ac:chgData name="Ken Popkin" userId="3c94c39e-c43b-4805-99ab-8da17777f1ac" providerId="ADAL" clId="{E440F346-DC68-4DD4-BA80-8DE6476F8949}" dt="2021-05-29T19:08:05.871" v="49585"/>
          <ac:spMkLst>
            <pc:docMk/>
            <pc:sldMk cId="544242911" sldId="2146846005"/>
            <ac:spMk id="13" creationId="{56F72608-B78C-40C6-BB00-4F94F1153454}"/>
          </ac:spMkLst>
        </pc:spChg>
        <pc:spChg chg="mod ord topLvl">
          <ac:chgData name="Ken Popkin" userId="3c94c39e-c43b-4805-99ab-8da17777f1ac" providerId="ADAL" clId="{E440F346-DC68-4DD4-BA80-8DE6476F8949}" dt="2021-05-29T19:08:05.871" v="49587"/>
          <ac:spMkLst>
            <pc:docMk/>
            <pc:sldMk cId="544242911" sldId="2146846005"/>
            <ac:spMk id="14" creationId="{750B9CE8-3E02-465C-BAB2-1FD80F6D80B0}"/>
          </ac:spMkLst>
        </pc:spChg>
        <pc:spChg chg="mod ord topLvl">
          <ac:chgData name="Ken Popkin" userId="3c94c39e-c43b-4805-99ab-8da17777f1ac" providerId="ADAL" clId="{E440F346-DC68-4DD4-BA80-8DE6476F8949}" dt="2021-05-29T19:08:05.886" v="49675"/>
          <ac:spMkLst>
            <pc:docMk/>
            <pc:sldMk cId="544242911" sldId="2146846005"/>
            <ac:spMk id="25" creationId="{CB3220E6-4732-459E-8FC4-4C85806884C6}"/>
          </ac:spMkLst>
        </pc:spChg>
        <pc:spChg chg="mod ord topLvl">
          <ac:chgData name="Ken Popkin" userId="3c94c39e-c43b-4805-99ab-8da17777f1ac" providerId="ADAL" clId="{E440F346-DC68-4DD4-BA80-8DE6476F8949}" dt="2021-05-29T19:08:05.886" v="49677"/>
          <ac:spMkLst>
            <pc:docMk/>
            <pc:sldMk cId="544242911" sldId="2146846005"/>
            <ac:spMk id="26" creationId="{5507C7FE-CB9E-49E7-AE2E-55C70A24DE02}"/>
          </ac:spMkLst>
        </pc:spChg>
        <pc:spChg chg="mod ord topLvl">
          <ac:chgData name="Ken Popkin" userId="3c94c39e-c43b-4805-99ab-8da17777f1ac" providerId="ADAL" clId="{E440F346-DC68-4DD4-BA80-8DE6476F8949}" dt="2021-05-29T19:08:05.886" v="49679"/>
          <ac:spMkLst>
            <pc:docMk/>
            <pc:sldMk cId="544242911" sldId="2146846005"/>
            <ac:spMk id="28" creationId="{D07A400B-1BC9-4D02-B5A4-E2E2F8B7FC9B}"/>
          </ac:spMkLst>
        </pc:spChg>
        <pc:spChg chg="mod ord topLvl">
          <ac:chgData name="Ken Popkin" userId="3c94c39e-c43b-4805-99ab-8da17777f1ac" providerId="ADAL" clId="{E440F346-DC68-4DD4-BA80-8DE6476F8949}" dt="2021-05-29T19:08:05.887" v="49681"/>
          <ac:spMkLst>
            <pc:docMk/>
            <pc:sldMk cId="544242911" sldId="2146846005"/>
            <ac:spMk id="29" creationId="{B8647535-E4FF-401E-A310-9DFBAD42F009}"/>
          </ac:spMkLst>
        </pc:spChg>
        <pc:spChg chg="mod ord topLvl">
          <ac:chgData name="Ken Popkin" userId="3c94c39e-c43b-4805-99ab-8da17777f1ac" providerId="ADAL" clId="{E440F346-DC68-4DD4-BA80-8DE6476F8949}" dt="2021-05-29T19:08:05.887" v="49683"/>
          <ac:spMkLst>
            <pc:docMk/>
            <pc:sldMk cId="544242911" sldId="2146846005"/>
            <ac:spMk id="31" creationId="{C04237A9-950B-4DA2-A645-01AD644B86CE}"/>
          </ac:spMkLst>
        </pc:spChg>
        <pc:spChg chg="mod ord topLvl">
          <ac:chgData name="Ken Popkin" userId="3c94c39e-c43b-4805-99ab-8da17777f1ac" providerId="ADAL" clId="{E440F346-DC68-4DD4-BA80-8DE6476F8949}" dt="2021-05-29T19:08:05.887" v="49685"/>
          <ac:spMkLst>
            <pc:docMk/>
            <pc:sldMk cId="544242911" sldId="2146846005"/>
            <ac:spMk id="32" creationId="{31E3ABEA-C3D6-4ECB-98D1-F76E7A68A11B}"/>
          </ac:spMkLst>
        </pc:spChg>
        <pc:spChg chg="mod ord topLvl">
          <ac:chgData name="Ken Popkin" userId="3c94c39e-c43b-4805-99ab-8da17777f1ac" providerId="ADAL" clId="{E440F346-DC68-4DD4-BA80-8DE6476F8949}" dt="2021-05-29T19:08:05.887" v="49687"/>
          <ac:spMkLst>
            <pc:docMk/>
            <pc:sldMk cId="544242911" sldId="2146846005"/>
            <ac:spMk id="34" creationId="{0F2D725E-7856-4B59-97ED-531C1F557D9B}"/>
          </ac:spMkLst>
        </pc:spChg>
        <pc:spChg chg="mod ord topLvl">
          <ac:chgData name="Ken Popkin" userId="3c94c39e-c43b-4805-99ab-8da17777f1ac" providerId="ADAL" clId="{E440F346-DC68-4DD4-BA80-8DE6476F8949}" dt="2021-05-29T19:08:05.888" v="49689"/>
          <ac:spMkLst>
            <pc:docMk/>
            <pc:sldMk cId="544242911" sldId="2146846005"/>
            <ac:spMk id="35" creationId="{80DB2E5F-D91E-4DA4-8EFA-F656D1E8E18A}"/>
          </ac:spMkLst>
        </pc:spChg>
        <pc:spChg chg="mod ord">
          <ac:chgData name="Ken Popkin" userId="3c94c39e-c43b-4805-99ab-8da17777f1ac" providerId="ADAL" clId="{E440F346-DC68-4DD4-BA80-8DE6476F8949}" dt="2021-05-29T19:08:05.876" v="49611"/>
          <ac:spMkLst>
            <pc:docMk/>
            <pc:sldMk cId="544242911" sldId="2146846005"/>
            <ac:spMk id="39" creationId="{A6F3B16F-4825-4289-89C4-6492C5157D24}"/>
          </ac:spMkLst>
        </pc:spChg>
        <pc:spChg chg="mod ord topLvl modVis">
          <ac:chgData name="Ken Popkin" userId="3c94c39e-c43b-4805-99ab-8da17777f1ac" providerId="ADAL" clId="{E440F346-DC68-4DD4-BA80-8DE6476F8949}" dt="2021-05-29T19:08:05.880" v="49643"/>
          <ac:spMkLst>
            <pc:docMk/>
            <pc:sldMk cId="544242911" sldId="2146846005"/>
            <ac:spMk id="40" creationId="{E28E8F5D-3A2A-427A-AF27-FF156DC7C612}"/>
          </ac:spMkLst>
        </pc:spChg>
        <pc:spChg chg="mod ord modVis">
          <ac:chgData name="Ken Popkin" userId="3c94c39e-c43b-4805-99ab-8da17777f1ac" providerId="ADAL" clId="{E440F346-DC68-4DD4-BA80-8DE6476F8949}" dt="2021-05-29T19:08:05.877" v="49613"/>
          <ac:spMkLst>
            <pc:docMk/>
            <pc:sldMk cId="544242911" sldId="2146846005"/>
            <ac:spMk id="41" creationId="{374F02D8-938F-490B-99CF-B8F9A3A69EDC}"/>
          </ac:spMkLst>
        </pc:spChg>
        <pc:spChg chg="mod ord modVis">
          <ac:chgData name="Ken Popkin" userId="3c94c39e-c43b-4805-99ab-8da17777f1ac" providerId="ADAL" clId="{E440F346-DC68-4DD4-BA80-8DE6476F8949}" dt="2021-05-29T19:08:05.877" v="49615"/>
          <ac:spMkLst>
            <pc:docMk/>
            <pc:sldMk cId="544242911" sldId="2146846005"/>
            <ac:spMk id="42" creationId="{FFA94B8F-1986-402E-B70B-D05DAD80091E}"/>
          </ac:spMkLst>
        </pc:spChg>
        <pc:spChg chg="mod ord topLvl modVis">
          <ac:chgData name="Ken Popkin" userId="3c94c39e-c43b-4805-99ab-8da17777f1ac" providerId="ADAL" clId="{E440F346-DC68-4DD4-BA80-8DE6476F8949}" dt="2021-05-29T19:08:05.881" v="49645"/>
          <ac:spMkLst>
            <pc:docMk/>
            <pc:sldMk cId="544242911" sldId="2146846005"/>
            <ac:spMk id="43" creationId="{4CC67DCD-288C-40CC-8D6D-238FC1D99920}"/>
          </ac:spMkLst>
        </pc:spChg>
        <pc:spChg chg="mod ord topLvl">
          <ac:chgData name="Ken Popkin" userId="3c94c39e-c43b-4805-99ab-8da17777f1ac" providerId="ADAL" clId="{E440F346-DC68-4DD4-BA80-8DE6476F8949}" dt="2021-05-29T19:08:05.881" v="49647"/>
          <ac:spMkLst>
            <pc:docMk/>
            <pc:sldMk cId="544242911" sldId="2146846005"/>
            <ac:spMk id="44" creationId="{E81F5D9E-EBC4-49A2-A051-FD743BBFED0D}"/>
          </ac:spMkLst>
        </pc:spChg>
        <pc:spChg chg="mod ord">
          <ac:chgData name="Ken Popkin" userId="3c94c39e-c43b-4805-99ab-8da17777f1ac" providerId="ADAL" clId="{E440F346-DC68-4DD4-BA80-8DE6476F8949}" dt="2021-05-29T19:08:05.877" v="49617"/>
          <ac:spMkLst>
            <pc:docMk/>
            <pc:sldMk cId="544242911" sldId="2146846005"/>
            <ac:spMk id="47" creationId="{733108D0-5A21-4F47-957C-7909E7E7A375}"/>
          </ac:spMkLst>
        </pc:spChg>
        <pc:spChg chg="mod ord topLvl modVis">
          <ac:chgData name="Ken Popkin" userId="3c94c39e-c43b-4805-99ab-8da17777f1ac" providerId="ADAL" clId="{E440F346-DC68-4DD4-BA80-8DE6476F8949}" dt="2021-05-29T19:08:05.881" v="49649"/>
          <ac:spMkLst>
            <pc:docMk/>
            <pc:sldMk cId="544242911" sldId="2146846005"/>
            <ac:spMk id="48" creationId="{A9AA91EA-51AE-464B-94CF-42F154FE1410}"/>
          </ac:spMkLst>
        </pc:spChg>
        <pc:spChg chg="mod ord modVis">
          <ac:chgData name="Ken Popkin" userId="3c94c39e-c43b-4805-99ab-8da17777f1ac" providerId="ADAL" clId="{E440F346-DC68-4DD4-BA80-8DE6476F8949}" dt="2021-05-29T19:08:05.877" v="49619"/>
          <ac:spMkLst>
            <pc:docMk/>
            <pc:sldMk cId="544242911" sldId="2146846005"/>
            <ac:spMk id="49" creationId="{13D176A8-A94D-4BA6-9876-3557E69990BD}"/>
          </ac:spMkLst>
        </pc:spChg>
        <pc:spChg chg="mod ord modVis">
          <ac:chgData name="Ken Popkin" userId="3c94c39e-c43b-4805-99ab-8da17777f1ac" providerId="ADAL" clId="{E440F346-DC68-4DD4-BA80-8DE6476F8949}" dt="2021-05-29T19:08:05.878" v="49621"/>
          <ac:spMkLst>
            <pc:docMk/>
            <pc:sldMk cId="544242911" sldId="2146846005"/>
            <ac:spMk id="50" creationId="{737F1ABC-2D09-4A5E-A23C-2FDB99334B95}"/>
          </ac:spMkLst>
        </pc:spChg>
        <pc:spChg chg="mod ord topLvl modVis">
          <ac:chgData name="Ken Popkin" userId="3c94c39e-c43b-4805-99ab-8da17777f1ac" providerId="ADAL" clId="{E440F346-DC68-4DD4-BA80-8DE6476F8949}" dt="2021-05-29T19:08:05.881" v="49651"/>
          <ac:spMkLst>
            <pc:docMk/>
            <pc:sldMk cId="544242911" sldId="2146846005"/>
            <ac:spMk id="51" creationId="{46EFB44B-7EEE-4C47-BE3C-D4306067FB34}"/>
          </ac:spMkLst>
        </pc:spChg>
        <pc:spChg chg="mod ord topLvl">
          <ac:chgData name="Ken Popkin" userId="3c94c39e-c43b-4805-99ab-8da17777f1ac" providerId="ADAL" clId="{E440F346-DC68-4DD4-BA80-8DE6476F8949}" dt="2021-05-29T19:08:05.882" v="49653"/>
          <ac:spMkLst>
            <pc:docMk/>
            <pc:sldMk cId="544242911" sldId="2146846005"/>
            <ac:spMk id="52" creationId="{94D06AB9-8F70-446B-9976-F77814ABEB62}"/>
          </ac:spMkLst>
        </pc:spChg>
        <pc:spChg chg="add del mod">
          <ac:chgData name="Ken Popkin" userId="3c94c39e-c43b-4805-99ab-8da17777f1ac" providerId="ADAL" clId="{E440F346-DC68-4DD4-BA80-8DE6476F8949}" dt="2021-05-29T18:06:53.585" v="1672"/>
          <ac:spMkLst>
            <pc:docMk/>
            <pc:sldMk cId="544242911" sldId="2146846005"/>
            <ac:spMk id="54" creationId="{1EE2EDA8-9E71-4BD3-B0DD-34CDAA1A7BC9}"/>
          </ac:spMkLst>
        </pc:spChg>
        <pc:spChg chg="mod ord">
          <ac:chgData name="Ken Popkin" userId="3c94c39e-c43b-4805-99ab-8da17777f1ac" providerId="ADAL" clId="{E440F346-DC68-4DD4-BA80-8DE6476F8949}" dt="2021-05-29T19:08:05.878" v="49623"/>
          <ac:spMkLst>
            <pc:docMk/>
            <pc:sldMk cId="544242911" sldId="2146846005"/>
            <ac:spMk id="55" creationId="{2E639ED2-1186-46B1-BAE8-9F52954548CF}"/>
          </ac:spMkLst>
        </pc:spChg>
        <pc:spChg chg="mod ord topLvl modVis">
          <ac:chgData name="Ken Popkin" userId="3c94c39e-c43b-4805-99ab-8da17777f1ac" providerId="ADAL" clId="{E440F346-DC68-4DD4-BA80-8DE6476F8949}" dt="2021-05-29T19:08:05.883" v="49655"/>
          <ac:spMkLst>
            <pc:docMk/>
            <pc:sldMk cId="544242911" sldId="2146846005"/>
            <ac:spMk id="56" creationId="{7CB1F8C2-C588-420D-B4D6-1782C26B59F1}"/>
          </ac:spMkLst>
        </pc:spChg>
        <pc:spChg chg="mod ord modVis">
          <ac:chgData name="Ken Popkin" userId="3c94c39e-c43b-4805-99ab-8da17777f1ac" providerId="ADAL" clId="{E440F346-DC68-4DD4-BA80-8DE6476F8949}" dt="2021-05-29T19:08:05.878" v="49625"/>
          <ac:spMkLst>
            <pc:docMk/>
            <pc:sldMk cId="544242911" sldId="2146846005"/>
            <ac:spMk id="57" creationId="{3921F8D3-C0B6-4A22-920B-4865AFF7B34C}"/>
          </ac:spMkLst>
        </pc:spChg>
        <pc:spChg chg="mod ord modVis">
          <ac:chgData name="Ken Popkin" userId="3c94c39e-c43b-4805-99ab-8da17777f1ac" providerId="ADAL" clId="{E440F346-DC68-4DD4-BA80-8DE6476F8949}" dt="2021-05-29T19:08:05.878" v="49627"/>
          <ac:spMkLst>
            <pc:docMk/>
            <pc:sldMk cId="544242911" sldId="2146846005"/>
            <ac:spMk id="58" creationId="{C67F0471-6A0D-481A-83E4-7075D68471C3}"/>
          </ac:spMkLst>
        </pc:spChg>
        <pc:spChg chg="mod ord modVis">
          <ac:chgData name="Ken Popkin" userId="3c94c39e-c43b-4805-99ab-8da17777f1ac" providerId="ADAL" clId="{E440F346-DC68-4DD4-BA80-8DE6476F8949}" dt="2021-05-29T19:08:05.879" v="49629"/>
          <ac:spMkLst>
            <pc:docMk/>
            <pc:sldMk cId="544242911" sldId="2146846005"/>
            <ac:spMk id="59" creationId="{18C69716-7228-4917-B75B-3F7CAAD8DB2E}"/>
          </ac:spMkLst>
        </pc:spChg>
        <pc:spChg chg="mod ord topLvl">
          <ac:chgData name="Ken Popkin" userId="3c94c39e-c43b-4805-99ab-8da17777f1ac" providerId="ADAL" clId="{E440F346-DC68-4DD4-BA80-8DE6476F8949}" dt="2021-05-29T19:08:05.883" v="49657"/>
          <ac:spMkLst>
            <pc:docMk/>
            <pc:sldMk cId="544242911" sldId="2146846005"/>
            <ac:spMk id="60" creationId="{6ED3CA85-FE98-4A35-88E0-E8392AD7FC04}"/>
          </ac:spMkLst>
        </pc:spChg>
        <pc:spChg chg="add del mod">
          <ac:chgData name="Ken Popkin" userId="3c94c39e-c43b-4805-99ab-8da17777f1ac" providerId="ADAL" clId="{E440F346-DC68-4DD4-BA80-8DE6476F8949}" dt="2021-05-29T19:06:53.798" v="46633"/>
          <ac:spMkLst>
            <pc:docMk/>
            <pc:sldMk cId="544242911" sldId="2146846005"/>
            <ac:spMk id="61" creationId="{EF1F3993-C795-42F5-8464-FE01C2AF8B3C}"/>
          </ac:spMkLst>
        </pc:spChg>
        <pc:spChg chg="add del mod">
          <ac:chgData name="Ken Popkin" userId="3c94c39e-c43b-4805-99ab-8da17777f1ac" providerId="ADAL" clId="{E440F346-DC68-4DD4-BA80-8DE6476F8949}" dt="2021-05-29T19:07:11.789" v="47255"/>
          <ac:spMkLst>
            <pc:docMk/>
            <pc:sldMk cId="544242911" sldId="2146846005"/>
            <ac:spMk id="62" creationId="{3E869EAA-4E2F-48E2-8B0D-F05E25F6E218}"/>
          </ac:spMkLst>
        </pc:spChg>
        <pc:spChg chg="mod ord">
          <ac:chgData name="Ken Popkin" userId="3c94c39e-c43b-4805-99ab-8da17777f1ac" providerId="ADAL" clId="{E440F346-DC68-4DD4-BA80-8DE6476F8949}" dt="2021-05-29T19:08:05.879" v="49631"/>
          <ac:spMkLst>
            <pc:docMk/>
            <pc:sldMk cId="544242911" sldId="2146846005"/>
            <ac:spMk id="63" creationId="{E721BFFD-9195-4945-8A38-5737A47FE97D}"/>
          </ac:spMkLst>
        </pc:spChg>
        <pc:spChg chg="mod ord topLvl modVis">
          <ac:chgData name="Ken Popkin" userId="3c94c39e-c43b-4805-99ab-8da17777f1ac" providerId="ADAL" clId="{E440F346-DC68-4DD4-BA80-8DE6476F8949}" dt="2021-05-29T19:08:05.883" v="49659"/>
          <ac:spMkLst>
            <pc:docMk/>
            <pc:sldMk cId="544242911" sldId="2146846005"/>
            <ac:spMk id="64" creationId="{205E7A4F-9FB8-4BFE-8939-DCAC54E09C09}"/>
          </ac:spMkLst>
        </pc:spChg>
        <pc:spChg chg="mod ord modVis">
          <ac:chgData name="Ken Popkin" userId="3c94c39e-c43b-4805-99ab-8da17777f1ac" providerId="ADAL" clId="{E440F346-DC68-4DD4-BA80-8DE6476F8949}" dt="2021-05-29T19:08:05.879" v="49633"/>
          <ac:spMkLst>
            <pc:docMk/>
            <pc:sldMk cId="544242911" sldId="2146846005"/>
            <ac:spMk id="65" creationId="{2288BDE6-2B64-42A4-9598-BD278D2D2DE0}"/>
          </ac:spMkLst>
        </pc:spChg>
        <pc:spChg chg="mod ord modVis">
          <ac:chgData name="Ken Popkin" userId="3c94c39e-c43b-4805-99ab-8da17777f1ac" providerId="ADAL" clId="{E440F346-DC68-4DD4-BA80-8DE6476F8949}" dt="2021-05-29T19:08:05.879" v="49635"/>
          <ac:spMkLst>
            <pc:docMk/>
            <pc:sldMk cId="544242911" sldId="2146846005"/>
            <ac:spMk id="66" creationId="{A4D603DF-0875-4DEE-A721-3833D3D3B1C0}"/>
          </ac:spMkLst>
        </pc:spChg>
        <pc:spChg chg="mod ord topLvl modVis">
          <ac:chgData name="Ken Popkin" userId="3c94c39e-c43b-4805-99ab-8da17777f1ac" providerId="ADAL" clId="{E440F346-DC68-4DD4-BA80-8DE6476F8949}" dt="2021-05-29T19:08:05.884" v="49661"/>
          <ac:spMkLst>
            <pc:docMk/>
            <pc:sldMk cId="544242911" sldId="2146846005"/>
            <ac:spMk id="67" creationId="{DACD42DE-5A90-450E-8DE7-A48DCB3E9050}"/>
          </ac:spMkLst>
        </pc:spChg>
        <pc:spChg chg="mod ord topLvl">
          <ac:chgData name="Ken Popkin" userId="3c94c39e-c43b-4805-99ab-8da17777f1ac" providerId="ADAL" clId="{E440F346-DC68-4DD4-BA80-8DE6476F8949}" dt="2021-05-29T19:08:05.884" v="49663"/>
          <ac:spMkLst>
            <pc:docMk/>
            <pc:sldMk cId="544242911" sldId="2146846005"/>
            <ac:spMk id="68" creationId="{0EE229FB-CAFB-4E09-BC67-B878DBB01E0A}"/>
          </ac:spMkLst>
        </pc:spChg>
        <pc:spChg chg="add del mod">
          <ac:chgData name="Ken Popkin" userId="3c94c39e-c43b-4805-99ab-8da17777f1ac" providerId="ADAL" clId="{E440F346-DC68-4DD4-BA80-8DE6476F8949}" dt="2021-05-29T19:07:11.801" v="47282"/>
          <ac:spMkLst>
            <pc:docMk/>
            <pc:sldMk cId="544242911" sldId="2146846005"/>
            <ac:spMk id="69" creationId="{A722806A-1B14-4CA4-A3D5-7B680B124E30}"/>
          </ac:spMkLst>
        </pc:spChg>
        <pc:spChg chg="mod ord">
          <ac:chgData name="Ken Popkin" userId="3c94c39e-c43b-4805-99ab-8da17777f1ac" providerId="ADAL" clId="{E440F346-DC68-4DD4-BA80-8DE6476F8949}" dt="2021-05-29T19:08:05.880" v="49637"/>
          <ac:spMkLst>
            <pc:docMk/>
            <pc:sldMk cId="544242911" sldId="2146846005"/>
            <ac:spMk id="71" creationId="{BAF3A888-9593-4E45-827E-64B636BD928C}"/>
          </ac:spMkLst>
        </pc:spChg>
        <pc:spChg chg="mod ord topLvl modVis">
          <ac:chgData name="Ken Popkin" userId="3c94c39e-c43b-4805-99ab-8da17777f1ac" providerId="ADAL" clId="{E440F346-DC68-4DD4-BA80-8DE6476F8949}" dt="2021-05-29T19:08:05.884" v="49665"/>
          <ac:spMkLst>
            <pc:docMk/>
            <pc:sldMk cId="544242911" sldId="2146846005"/>
            <ac:spMk id="72" creationId="{E27C6F55-ABA9-4BDD-85E3-62B312709092}"/>
          </ac:spMkLst>
        </pc:spChg>
        <pc:spChg chg="mod ord modVis">
          <ac:chgData name="Ken Popkin" userId="3c94c39e-c43b-4805-99ab-8da17777f1ac" providerId="ADAL" clId="{E440F346-DC68-4DD4-BA80-8DE6476F8949}" dt="2021-05-29T19:08:05.880" v="49639"/>
          <ac:spMkLst>
            <pc:docMk/>
            <pc:sldMk cId="544242911" sldId="2146846005"/>
            <ac:spMk id="73" creationId="{90B29A43-6DCF-4F28-A9AD-EC9F2BEDAE01}"/>
          </ac:spMkLst>
        </pc:spChg>
        <pc:spChg chg="mod ord modVis">
          <ac:chgData name="Ken Popkin" userId="3c94c39e-c43b-4805-99ab-8da17777f1ac" providerId="ADAL" clId="{E440F346-DC68-4DD4-BA80-8DE6476F8949}" dt="2021-05-29T19:08:05.880" v="49641"/>
          <ac:spMkLst>
            <pc:docMk/>
            <pc:sldMk cId="544242911" sldId="2146846005"/>
            <ac:spMk id="74" creationId="{30330596-BA6D-48C7-A741-F6ACC63681B5}"/>
          </ac:spMkLst>
        </pc:spChg>
        <pc:spChg chg="mod ord topLvl modVis">
          <ac:chgData name="Ken Popkin" userId="3c94c39e-c43b-4805-99ab-8da17777f1ac" providerId="ADAL" clId="{E440F346-DC68-4DD4-BA80-8DE6476F8949}" dt="2021-05-29T19:08:05.884" v="49667"/>
          <ac:spMkLst>
            <pc:docMk/>
            <pc:sldMk cId="544242911" sldId="2146846005"/>
            <ac:spMk id="75" creationId="{FDCF0D6D-EEA7-43D6-93B2-D255A3AA385B}"/>
          </ac:spMkLst>
        </pc:spChg>
        <pc:spChg chg="mod ord topLvl">
          <ac:chgData name="Ken Popkin" userId="3c94c39e-c43b-4805-99ab-8da17777f1ac" providerId="ADAL" clId="{E440F346-DC68-4DD4-BA80-8DE6476F8949}" dt="2021-05-29T19:08:05.885" v="49669"/>
          <ac:spMkLst>
            <pc:docMk/>
            <pc:sldMk cId="544242911" sldId="2146846005"/>
            <ac:spMk id="76" creationId="{5FB381B8-C136-4C40-9999-129EBA703075}"/>
          </ac:spMkLst>
        </pc:spChg>
        <pc:spChg chg="del mod topLvl">
          <ac:chgData name="Ken Popkin" userId="3c94c39e-c43b-4805-99ab-8da17777f1ac" providerId="ADAL" clId="{E440F346-DC68-4DD4-BA80-8DE6476F8949}" dt="2021-05-29T19:06:53.676" v="46410"/>
          <ac:spMkLst>
            <pc:docMk/>
            <pc:sldMk cId="544242911" sldId="2146846005"/>
            <ac:spMk id="77" creationId="{4A954C12-F818-4D94-BDAF-B732F9B84033}"/>
          </ac:spMkLst>
        </pc:spChg>
        <pc:spChg chg="del mod topLvl">
          <ac:chgData name="Ken Popkin" userId="3c94c39e-c43b-4805-99ab-8da17777f1ac" providerId="ADAL" clId="{E440F346-DC68-4DD4-BA80-8DE6476F8949}" dt="2021-05-29T19:06:53.702" v="46436"/>
          <ac:spMkLst>
            <pc:docMk/>
            <pc:sldMk cId="544242911" sldId="2146846005"/>
            <ac:spMk id="78" creationId="{5DA1B5CC-370B-4D91-9D6A-E461EB51759A}"/>
          </ac:spMkLst>
        </pc:spChg>
        <pc:spChg chg="del mod topLvl">
          <ac:chgData name="Ken Popkin" userId="3c94c39e-c43b-4805-99ab-8da17777f1ac" providerId="ADAL" clId="{E440F346-DC68-4DD4-BA80-8DE6476F8949}" dt="2021-05-29T19:06:54.003" v="47250"/>
          <ac:spMkLst>
            <pc:docMk/>
            <pc:sldMk cId="544242911" sldId="2146846005"/>
            <ac:spMk id="79" creationId="{93BCF3CE-15D2-4489-A122-D39DB647788D}"/>
          </ac:spMkLst>
        </pc:spChg>
        <pc:spChg chg="add del mod">
          <ac:chgData name="Ken Popkin" userId="3c94c39e-c43b-4805-99ab-8da17777f1ac" providerId="ADAL" clId="{E440F346-DC68-4DD4-BA80-8DE6476F8949}" dt="2021-05-29T19:07:11.823" v="47362"/>
          <ac:spMkLst>
            <pc:docMk/>
            <pc:sldMk cId="544242911" sldId="2146846005"/>
            <ac:spMk id="85" creationId="{79A2A8C2-8912-42B2-B06B-A1D3E2AEA286}"/>
          </ac:spMkLst>
        </pc:spChg>
        <pc:spChg chg="add del mod">
          <ac:chgData name="Ken Popkin" userId="3c94c39e-c43b-4805-99ab-8da17777f1ac" providerId="ADAL" clId="{E440F346-DC68-4DD4-BA80-8DE6476F8949}" dt="2021-05-29T19:07:11.832" v="47391"/>
          <ac:spMkLst>
            <pc:docMk/>
            <pc:sldMk cId="544242911" sldId="2146846005"/>
            <ac:spMk id="86" creationId="{43A1DEE7-85D5-4402-9AFC-D32E987A3085}"/>
          </ac:spMkLst>
        </pc:spChg>
        <pc:spChg chg="add del mod">
          <ac:chgData name="Ken Popkin" userId="3c94c39e-c43b-4805-99ab-8da17777f1ac" providerId="ADAL" clId="{E440F346-DC68-4DD4-BA80-8DE6476F8949}" dt="2021-05-29T19:07:11.841" v="47421"/>
          <ac:spMkLst>
            <pc:docMk/>
            <pc:sldMk cId="544242911" sldId="2146846005"/>
            <ac:spMk id="87" creationId="{E024F1D3-87F6-4F23-ACA8-6070140A972A}"/>
          </ac:spMkLst>
        </pc:spChg>
        <pc:spChg chg="add del mod">
          <ac:chgData name="Ken Popkin" userId="3c94c39e-c43b-4805-99ab-8da17777f1ac" providerId="ADAL" clId="{E440F346-DC68-4DD4-BA80-8DE6476F8949}" dt="2021-05-29T19:07:11.851" v="47450"/>
          <ac:spMkLst>
            <pc:docMk/>
            <pc:sldMk cId="544242911" sldId="2146846005"/>
            <ac:spMk id="88" creationId="{26E7F528-317A-4DA2-9148-414E23EAD851}"/>
          </ac:spMkLst>
        </pc:spChg>
        <pc:spChg chg="add del mod">
          <ac:chgData name="Ken Popkin" userId="3c94c39e-c43b-4805-99ab-8da17777f1ac" providerId="ADAL" clId="{E440F346-DC68-4DD4-BA80-8DE6476F8949}" dt="2021-05-29T19:07:11.858" v="47470"/>
          <ac:spMkLst>
            <pc:docMk/>
            <pc:sldMk cId="544242911" sldId="2146846005"/>
            <ac:spMk id="89" creationId="{327D68C5-8E64-4A43-9A6F-4F3E0557EFDD}"/>
          </ac:spMkLst>
        </pc:spChg>
        <pc:spChg chg="add del mod">
          <ac:chgData name="Ken Popkin" userId="3c94c39e-c43b-4805-99ab-8da17777f1ac" providerId="ADAL" clId="{E440F346-DC68-4DD4-BA80-8DE6476F8949}" dt="2021-05-29T19:07:11.864" v="47490"/>
          <ac:spMkLst>
            <pc:docMk/>
            <pc:sldMk cId="544242911" sldId="2146846005"/>
            <ac:spMk id="90" creationId="{08C3F15D-7CE9-4144-BABC-C2242C0DD099}"/>
          </ac:spMkLst>
        </pc:spChg>
        <pc:spChg chg="add del mod">
          <ac:chgData name="Ken Popkin" userId="3c94c39e-c43b-4805-99ab-8da17777f1ac" providerId="ADAL" clId="{E440F346-DC68-4DD4-BA80-8DE6476F8949}" dt="2021-05-29T19:07:11.891" v="47561"/>
          <ac:spMkLst>
            <pc:docMk/>
            <pc:sldMk cId="544242911" sldId="2146846005"/>
            <ac:spMk id="91" creationId="{AFAF0D80-633D-49AD-83CF-51085DED82CA}"/>
          </ac:spMkLst>
        </pc:spChg>
        <pc:spChg chg="add del mod">
          <ac:chgData name="Ken Popkin" userId="3c94c39e-c43b-4805-99ab-8da17777f1ac" providerId="ADAL" clId="{E440F346-DC68-4DD4-BA80-8DE6476F8949}" dt="2021-05-29T19:07:11.898" v="47581"/>
          <ac:spMkLst>
            <pc:docMk/>
            <pc:sldMk cId="544242911" sldId="2146846005"/>
            <ac:spMk id="92" creationId="{F502BC3B-8620-4942-BF18-8D69C53E3981}"/>
          </ac:spMkLst>
        </pc:spChg>
        <pc:spChg chg="add del mod">
          <ac:chgData name="Ken Popkin" userId="3c94c39e-c43b-4805-99ab-8da17777f1ac" providerId="ADAL" clId="{E440F346-DC68-4DD4-BA80-8DE6476F8949}" dt="2021-05-29T19:07:11.924" v="47653"/>
          <ac:spMkLst>
            <pc:docMk/>
            <pc:sldMk cId="544242911" sldId="2146846005"/>
            <ac:spMk id="93" creationId="{BA7F4E6E-1344-45C9-8FAC-AEDB022125D9}"/>
          </ac:spMkLst>
        </pc:spChg>
        <pc:spChg chg="add del mod">
          <ac:chgData name="Ken Popkin" userId="3c94c39e-c43b-4805-99ab-8da17777f1ac" providerId="ADAL" clId="{E440F346-DC68-4DD4-BA80-8DE6476F8949}" dt="2021-05-29T19:07:11.932" v="47673"/>
          <ac:spMkLst>
            <pc:docMk/>
            <pc:sldMk cId="544242911" sldId="2146846005"/>
            <ac:spMk id="94" creationId="{9AEB4DCA-40D1-41E2-8747-F31DBAA69086}"/>
          </ac:spMkLst>
        </pc:spChg>
        <pc:spChg chg="add del mod">
          <ac:chgData name="Ken Popkin" userId="3c94c39e-c43b-4805-99ab-8da17777f1ac" providerId="ADAL" clId="{E440F346-DC68-4DD4-BA80-8DE6476F8949}" dt="2021-05-29T19:07:11.953" v="47732"/>
          <ac:spMkLst>
            <pc:docMk/>
            <pc:sldMk cId="544242911" sldId="2146846005"/>
            <ac:spMk id="95" creationId="{8B19B004-3CA6-4E07-803A-982A7163404B}"/>
          </ac:spMkLst>
        </pc:spChg>
        <pc:spChg chg="add del mod">
          <ac:chgData name="Ken Popkin" userId="3c94c39e-c43b-4805-99ab-8da17777f1ac" providerId="ADAL" clId="{E440F346-DC68-4DD4-BA80-8DE6476F8949}" dt="2021-05-29T19:07:11.960" v="47752"/>
          <ac:spMkLst>
            <pc:docMk/>
            <pc:sldMk cId="544242911" sldId="2146846005"/>
            <ac:spMk id="96" creationId="{40952252-1E54-4354-976F-49AC09AD55D2}"/>
          </ac:spMkLst>
        </pc:spChg>
        <pc:spChg chg="add del mod">
          <ac:chgData name="Ken Popkin" userId="3c94c39e-c43b-4805-99ab-8da17777f1ac" providerId="ADAL" clId="{E440F346-DC68-4DD4-BA80-8DE6476F8949}" dt="2021-05-29T19:07:11.987" v="47824"/>
          <ac:spMkLst>
            <pc:docMk/>
            <pc:sldMk cId="544242911" sldId="2146846005"/>
            <ac:spMk id="97" creationId="{91CDA410-3CF7-4E8D-8700-D64EB80E6017}"/>
          </ac:spMkLst>
        </pc:spChg>
        <pc:spChg chg="add del mod">
          <ac:chgData name="Ken Popkin" userId="3c94c39e-c43b-4805-99ab-8da17777f1ac" providerId="ADAL" clId="{E440F346-DC68-4DD4-BA80-8DE6476F8949}" dt="2021-05-29T19:07:11.995" v="47844"/>
          <ac:spMkLst>
            <pc:docMk/>
            <pc:sldMk cId="544242911" sldId="2146846005"/>
            <ac:spMk id="98" creationId="{215A0465-F386-4637-8C0B-D4210E088E35}"/>
          </ac:spMkLst>
        </pc:spChg>
        <pc:spChg chg="del mod topLvl">
          <ac:chgData name="Ken Popkin" userId="3c94c39e-c43b-4805-99ab-8da17777f1ac" providerId="ADAL" clId="{E440F346-DC68-4DD4-BA80-8DE6476F8949}" dt="2021-05-29T19:06:53.768" v="46572"/>
          <ac:spMkLst>
            <pc:docMk/>
            <pc:sldMk cId="544242911" sldId="2146846005"/>
            <ac:spMk id="99" creationId="{792ABBEF-2924-4DFF-9F36-994B06F40F2C}"/>
          </ac:spMkLst>
        </pc:spChg>
        <pc:spChg chg="del mod topLvl">
          <ac:chgData name="Ken Popkin" userId="3c94c39e-c43b-4805-99ab-8da17777f1ac" providerId="ADAL" clId="{E440F346-DC68-4DD4-BA80-8DE6476F8949}" dt="2021-05-29T19:06:53.754" v="46542"/>
          <ac:spMkLst>
            <pc:docMk/>
            <pc:sldMk cId="544242911" sldId="2146846005"/>
            <ac:spMk id="100" creationId="{BB4B7431-0A7A-4FB3-8ABF-4F90752A5C16}"/>
          </ac:spMkLst>
        </pc:spChg>
        <pc:spChg chg="del mod topLvl">
          <ac:chgData name="Ken Popkin" userId="3c94c39e-c43b-4805-99ab-8da17777f1ac" providerId="ADAL" clId="{E440F346-DC68-4DD4-BA80-8DE6476F8949}" dt="2021-05-29T19:06:53.784" v="46603"/>
          <ac:spMkLst>
            <pc:docMk/>
            <pc:sldMk cId="544242911" sldId="2146846005"/>
            <ac:spMk id="101" creationId="{7F0CF521-DE4A-4330-82CC-DC5B7B5D421A}"/>
          </ac:spMkLst>
        </pc:spChg>
        <pc:spChg chg="del mod topLvl">
          <ac:chgData name="Ken Popkin" userId="3c94c39e-c43b-4805-99ab-8da17777f1ac" providerId="ADAL" clId="{E440F346-DC68-4DD4-BA80-8DE6476F8949}" dt="2021-05-29T19:06:53.808" v="46654"/>
          <ac:spMkLst>
            <pc:docMk/>
            <pc:sldMk cId="544242911" sldId="2146846005"/>
            <ac:spMk id="102" creationId="{E1DF0E3B-6482-494D-BC12-86F66002C776}"/>
          </ac:spMkLst>
        </pc:spChg>
        <pc:spChg chg="del mod">
          <ac:chgData name="Ken Popkin" userId="3c94c39e-c43b-4805-99ab-8da17777f1ac" providerId="ADAL" clId="{E440F346-DC68-4DD4-BA80-8DE6476F8949}" dt="2021-05-29T19:06:53.819" v="46675"/>
          <ac:spMkLst>
            <pc:docMk/>
            <pc:sldMk cId="544242911" sldId="2146846005"/>
            <ac:spMk id="103" creationId="{0FD8EF40-2986-48B1-8B4E-CF59511F7785}"/>
          </ac:spMkLst>
        </pc:spChg>
        <pc:spChg chg="del mod topLvl">
          <ac:chgData name="Ken Popkin" userId="3c94c39e-c43b-4805-99ab-8da17777f1ac" providerId="ADAL" clId="{E440F346-DC68-4DD4-BA80-8DE6476F8949}" dt="2021-05-29T19:06:53.845" v="46750"/>
          <ac:spMkLst>
            <pc:docMk/>
            <pc:sldMk cId="544242911" sldId="2146846005"/>
            <ac:spMk id="104" creationId="{02BBFADA-1165-48C0-8C43-7214A083F9F8}"/>
          </ac:spMkLst>
        </pc:spChg>
        <pc:spChg chg="del mod modVis">
          <ac:chgData name="Ken Popkin" userId="3c94c39e-c43b-4805-99ab-8da17777f1ac" providerId="ADAL" clId="{E440F346-DC68-4DD4-BA80-8DE6476F8949}" dt="2021-05-29T19:06:53.853" v="46771"/>
          <ac:spMkLst>
            <pc:docMk/>
            <pc:sldMk cId="544242911" sldId="2146846005"/>
            <ac:spMk id="105" creationId="{C2F23F31-0172-4879-B427-BB1DB8BB3AE9}"/>
          </ac:spMkLst>
        </pc:spChg>
        <pc:spChg chg="del mod topLvl">
          <ac:chgData name="Ken Popkin" userId="3c94c39e-c43b-4805-99ab-8da17777f1ac" providerId="ADAL" clId="{E440F346-DC68-4DD4-BA80-8DE6476F8949}" dt="2021-05-29T19:06:53.879" v="46846"/>
          <ac:spMkLst>
            <pc:docMk/>
            <pc:sldMk cId="544242911" sldId="2146846005"/>
            <ac:spMk id="106" creationId="{A6DE8B0A-B304-4A70-B7E7-FAF7A31E994D}"/>
          </ac:spMkLst>
        </pc:spChg>
        <pc:spChg chg="del mod modVis">
          <ac:chgData name="Ken Popkin" userId="3c94c39e-c43b-4805-99ab-8da17777f1ac" providerId="ADAL" clId="{E440F346-DC68-4DD4-BA80-8DE6476F8949}" dt="2021-05-29T19:06:53.887" v="46867"/>
          <ac:spMkLst>
            <pc:docMk/>
            <pc:sldMk cId="544242911" sldId="2146846005"/>
            <ac:spMk id="107" creationId="{069EE212-14E4-45FE-BC9F-23D037BC0FF3}"/>
          </ac:spMkLst>
        </pc:spChg>
        <pc:spChg chg="del mod topLvl">
          <ac:chgData name="Ken Popkin" userId="3c94c39e-c43b-4805-99ab-8da17777f1ac" providerId="ADAL" clId="{E440F346-DC68-4DD4-BA80-8DE6476F8949}" dt="2021-05-29T19:06:53.948" v="47031"/>
          <ac:spMkLst>
            <pc:docMk/>
            <pc:sldMk cId="544242911" sldId="2146846005"/>
            <ac:spMk id="108" creationId="{A617DF41-3448-4512-81D1-D2B6C222DFA4}"/>
          </ac:spMkLst>
        </pc:spChg>
        <pc:spChg chg="del mod modVis">
          <ac:chgData name="Ken Popkin" userId="3c94c39e-c43b-4805-99ab-8da17777f1ac" providerId="ADAL" clId="{E440F346-DC68-4DD4-BA80-8DE6476F8949}" dt="2021-05-29T19:06:53.956" v="47052"/>
          <ac:spMkLst>
            <pc:docMk/>
            <pc:sldMk cId="544242911" sldId="2146846005"/>
            <ac:spMk id="109" creationId="{70091E56-2DF5-42F2-A112-6B28D1377A8A}"/>
          </ac:spMkLst>
        </pc:spChg>
        <pc:spChg chg="del mod topLvl">
          <ac:chgData name="Ken Popkin" userId="3c94c39e-c43b-4805-99ab-8da17777f1ac" providerId="ADAL" clId="{E440F346-DC68-4DD4-BA80-8DE6476F8949}" dt="2021-05-29T19:06:53.914" v="46938"/>
          <ac:spMkLst>
            <pc:docMk/>
            <pc:sldMk cId="544242911" sldId="2146846005"/>
            <ac:spMk id="110" creationId="{D8E9243D-53A3-4C5F-9B7B-5BA92E1F7675}"/>
          </ac:spMkLst>
        </pc:spChg>
        <pc:spChg chg="del mod">
          <ac:chgData name="Ken Popkin" userId="3c94c39e-c43b-4805-99ab-8da17777f1ac" providerId="ADAL" clId="{E440F346-DC68-4DD4-BA80-8DE6476F8949}" dt="2021-05-29T19:06:53.922" v="46959"/>
          <ac:spMkLst>
            <pc:docMk/>
            <pc:sldMk cId="544242911" sldId="2146846005"/>
            <ac:spMk id="111" creationId="{516132A5-3EE3-4675-8DDB-AEE4882D0A30}"/>
          </ac:spMkLst>
        </pc:spChg>
        <pc:spChg chg="add del mod">
          <ac:chgData name="Ken Popkin" userId="3c94c39e-c43b-4805-99ab-8da17777f1ac" providerId="ADAL" clId="{E440F346-DC68-4DD4-BA80-8DE6476F8949}" dt="2021-05-29T19:07:37.817" v="48058"/>
          <ac:spMkLst>
            <pc:docMk/>
            <pc:sldMk cId="544242911" sldId="2146846005"/>
            <ac:spMk id="112" creationId="{90EF18E5-C22B-490D-9313-5E29F41F06A5}"/>
          </ac:spMkLst>
        </pc:spChg>
        <pc:spChg chg="add del mod">
          <ac:chgData name="Ken Popkin" userId="3c94c39e-c43b-4805-99ab-8da17777f1ac" providerId="ADAL" clId="{E440F346-DC68-4DD4-BA80-8DE6476F8949}" dt="2021-05-29T19:07:37.832" v="48084"/>
          <ac:spMkLst>
            <pc:docMk/>
            <pc:sldMk cId="544242911" sldId="2146846005"/>
            <ac:spMk id="113" creationId="{BDC8BF85-A72D-4C57-ACDA-F762EECF64CE}"/>
          </ac:spMkLst>
        </pc:spChg>
        <pc:spChg chg="del mod topLvl">
          <ac:chgData name="Ken Popkin" userId="3c94c39e-c43b-4805-99ab-8da17777f1ac" providerId="ADAL" clId="{E440F346-DC68-4DD4-BA80-8DE6476F8949}" dt="2021-05-29T18:06:42.330" v="1074"/>
          <ac:spMkLst>
            <pc:docMk/>
            <pc:sldMk cId="544242911" sldId="2146846005"/>
            <ac:spMk id="114" creationId="{E8E8C3BF-B6C9-402E-A9F5-8CB398B07DF6}"/>
          </ac:spMkLst>
        </pc:spChg>
        <pc:spChg chg="add del mod">
          <ac:chgData name="Ken Popkin" userId="3c94c39e-c43b-4805-99ab-8da17777f1ac" providerId="ADAL" clId="{E440F346-DC68-4DD4-BA80-8DE6476F8949}" dt="2021-05-29T19:07:38.148" v="48898"/>
          <ac:spMkLst>
            <pc:docMk/>
            <pc:sldMk cId="544242911" sldId="2146846005"/>
            <ac:spMk id="115" creationId="{37C5667F-3612-4FB3-B775-CA379C2AADF1}"/>
          </ac:spMkLst>
        </pc:spChg>
        <pc:spChg chg="add del mod">
          <ac:chgData name="Ken Popkin" userId="3c94c39e-c43b-4805-99ab-8da17777f1ac" providerId="ADAL" clId="{E440F346-DC68-4DD4-BA80-8DE6476F8949}" dt="2021-05-29T19:07:37.888" v="48190"/>
          <ac:spMkLst>
            <pc:docMk/>
            <pc:sldMk cId="544242911" sldId="2146846005"/>
            <ac:spMk id="116" creationId="{A7D48743-BA9E-452D-BEA2-4D626A910B77}"/>
          </ac:spMkLst>
        </pc:spChg>
        <pc:spChg chg="add del mod">
          <ac:chgData name="Ken Popkin" userId="3c94c39e-c43b-4805-99ab-8da17777f1ac" providerId="ADAL" clId="{E440F346-DC68-4DD4-BA80-8DE6476F8949}" dt="2021-05-29T19:07:37.905" v="48220"/>
          <ac:spMkLst>
            <pc:docMk/>
            <pc:sldMk cId="544242911" sldId="2146846005"/>
            <ac:spMk id="117" creationId="{666D46D3-3B06-4927-8BF1-C53562B58F99}"/>
          </ac:spMkLst>
        </pc:spChg>
        <pc:spChg chg="add del mod">
          <ac:chgData name="Ken Popkin" userId="3c94c39e-c43b-4805-99ab-8da17777f1ac" providerId="ADAL" clId="{E440F346-DC68-4DD4-BA80-8DE6476F8949}" dt="2021-05-29T19:07:37.922" v="48251"/>
          <ac:spMkLst>
            <pc:docMk/>
            <pc:sldMk cId="544242911" sldId="2146846005"/>
            <ac:spMk id="118" creationId="{7A3195B7-20BD-4FA2-B169-1886DF61B48E}"/>
          </ac:spMkLst>
        </pc:spChg>
        <pc:spChg chg="add del mod">
          <ac:chgData name="Ken Popkin" userId="3c94c39e-c43b-4805-99ab-8da17777f1ac" providerId="ADAL" clId="{E440F346-DC68-4DD4-BA80-8DE6476F8949}" dt="2021-05-29T19:07:37.938" v="48281"/>
          <ac:spMkLst>
            <pc:docMk/>
            <pc:sldMk cId="544242911" sldId="2146846005"/>
            <ac:spMk id="119" creationId="{CD5104F3-7F0F-440C-83C4-AA9CF04C5B3E}"/>
          </ac:spMkLst>
        </pc:spChg>
        <pc:spChg chg="add del mod">
          <ac:chgData name="Ken Popkin" userId="3c94c39e-c43b-4805-99ab-8da17777f1ac" providerId="ADAL" clId="{E440F346-DC68-4DD4-BA80-8DE6476F8949}" dt="2021-05-29T19:07:37.950" v="48302"/>
          <ac:spMkLst>
            <pc:docMk/>
            <pc:sldMk cId="544242911" sldId="2146846005"/>
            <ac:spMk id="120" creationId="{C05D1852-D8EF-48D6-8924-108B4DB6EE67}"/>
          </ac:spMkLst>
        </pc:spChg>
        <pc:spChg chg="add del mod modVis">
          <ac:chgData name="Ken Popkin" userId="3c94c39e-c43b-4805-99ab-8da17777f1ac" providerId="ADAL" clId="{E440F346-DC68-4DD4-BA80-8DE6476F8949}" dt="2021-05-29T19:07:37.963" v="48323"/>
          <ac:spMkLst>
            <pc:docMk/>
            <pc:sldMk cId="544242911" sldId="2146846005"/>
            <ac:spMk id="121" creationId="{805A23E8-4D93-49E8-9B2E-E28D455F8C7B}"/>
          </ac:spMkLst>
        </pc:spChg>
        <pc:spChg chg="add del mod">
          <ac:chgData name="Ken Popkin" userId="3c94c39e-c43b-4805-99ab-8da17777f1ac" providerId="ADAL" clId="{E440F346-DC68-4DD4-BA80-8DE6476F8949}" dt="2021-05-29T19:07:37.991" v="48398"/>
          <ac:spMkLst>
            <pc:docMk/>
            <pc:sldMk cId="544242911" sldId="2146846005"/>
            <ac:spMk id="122" creationId="{635B1EDA-CDCE-4D65-870C-2D137DCEABA4}"/>
          </ac:spMkLst>
        </pc:spChg>
        <pc:spChg chg="add del mod modVis">
          <ac:chgData name="Ken Popkin" userId="3c94c39e-c43b-4805-99ab-8da17777f1ac" providerId="ADAL" clId="{E440F346-DC68-4DD4-BA80-8DE6476F8949}" dt="2021-05-29T19:07:37.999" v="48419"/>
          <ac:spMkLst>
            <pc:docMk/>
            <pc:sldMk cId="544242911" sldId="2146846005"/>
            <ac:spMk id="123" creationId="{D8889989-1E68-44CF-81C6-5A25E8D55796}"/>
          </ac:spMkLst>
        </pc:spChg>
        <pc:spChg chg="add del mod">
          <ac:chgData name="Ken Popkin" userId="3c94c39e-c43b-4805-99ab-8da17777f1ac" providerId="ADAL" clId="{E440F346-DC68-4DD4-BA80-8DE6476F8949}" dt="2021-05-29T19:07:38.026" v="48494"/>
          <ac:spMkLst>
            <pc:docMk/>
            <pc:sldMk cId="544242911" sldId="2146846005"/>
            <ac:spMk id="124" creationId="{83F0AAFC-E6AE-460A-A2EB-98F4018C9814}"/>
          </ac:spMkLst>
        </pc:spChg>
        <pc:spChg chg="add del mod modVis">
          <ac:chgData name="Ken Popkin" userId="3c94c39e-c43b-4805-99ab-8da17777f1ac" providerId="ADAL" clId="{E440F346-DC68-4DD4-BA80-8DE6476F8949}" dt="2021-05-29T19:07:38.033" v="48515"/>
          <ac:spMkLst>
            <pc:docMk/>
            <pc:sldMk cId="544242911" sldId="2146846005"/>
            <ac:spMk id="125" creationId="{23FF886C-E3CC-4A1A-BF81-6BC7C4DF8DB8}"/>
          </ac:spMkLst>
        </pc:spChg>
        <pc:spChg chg="add del mod">
          <ac:chgData name="Ken Popkin" userId="3c94c39e-c43b-4805-99ab-8da17777f1ac" providerId="ADAL" clId="{E440F346-DC68-4DD4-BA80-8DE6476F8949}" dt="2021-05-29T19:07:38.060" v="48586"/>
          <ac:spMkLst>
            <pc:docMk/>
            <pc:sldMk cId="544242911" sldId="2146846005"/>
            <ac:spMk id="126" creationId="{CDC2986E-1758-47DB-9925-A6DC3F34BCC3}"/>
          </ac:spMkLst>
        </pc:spChg>
        <pc:spChg chg="add del mod modVis">
          <ac:chgData name="Ken Popkin" userId="3c94c39e-c43b-4805-99ab-8da17777f1ac" providerId="ADAL" clId="{E440F346-DC68-4DD4-BA80-8DE6476F8949}" dt="2021-05-29T19:07:38.068" v="48607"/>
          <ac:spMkLst>
            <pc:docMk/>
            <pc:sldMk cId="544242911" sldId="2146846005"/>
            <ac:spMk id="127" creationId="{C9165F8F-2D45-465E-AD48-A9607E307C1E}"/>
          </ac:spMkLst>
        </pc:spChg>
        <pc:spChg chg="add del mod">
          <ac:chgData name="Ken Popkin" userId="3c94c39e-c43b-4805-99ab-8da17777f1ac" providerId="ADAL" clId="{E440F346-DC68-4DD4-BA80-8DE6476F8949}" dt="2021-05-29T19:07:38.094" v="48679"/>
          <ac:spMkLst>
            <pc:docMk/>
            <pc:sldMk cId="544242911" sldId="2146846005"/>
            <ac:spMk id="128" creationId="{854B1119-E48D-46B1-90B5-DC3DC5175882}"/>
          </ac:spMkLst>
        </pc:spChg>
        <pc:spChg chg="add del mod modVis">
          <ac:chgData name="Ken Popkin" userId="3c94c39e-c43b-4805-99ab-8da17777f1ac" providerId="ADAL" clId="{E440F346-DC68-4DD4-BA80-8DE6476F8949}" dt="2021-05-29T19:07:38.101" v="48700"/>
          <ac:spMkLst>
            <pc:docMk/>
            <pc:sldMk cId="544242911" sldId="2146846005"/>
            <ac:spMk id="129" creationId="{49F4DC33-C313-4DE0-ABE9-CFCBF7357C57}"/>
          </ac:spMkLst>
        </pc:spChg>
        <pc:spChg chg="add del mod">
          <ac:chgData name="Ken Popkin" userId="3c94c39e-c43b-4805-99ab-8da17777f1ac" providerId="ADAL" clId="{E440F346-DC68-4DD4-BA80-8DE6476F8949}" dt="2021-05-29T19:08:05.630" v="48903"/>
          <ac:spMkLst>
            <pc:docMk/>
            <pc:sldMk cId="544242911" sldId="2146846005"/>
            <ac:spMk id="130" creationId="{BFB5D415-02BA-438F-B7E0-0A664050EF72}"/>
          </ac:spMkLst>
        </pc:spChg>
        <pc:spChg chg="add del mod">
          <ac:chgData name="Ken Popkin" userId="3c94c39e-c43b-4805-99ab-8da17777f1ac" providerId="ADAL" clId="{E440F346-DC68-4DD4-BA80-8DE6476F8949}" dt="2021-05-29T19:08:05.645" v="48930"/>
          <ac:spMkLst>
            <pc:docMk/>
            <pc:sldMk cId="544242911" sldId="2146846005"/>
            <ac:spMk id="131" creationId="{E62F1AFE-243B-46CA-9C52-3E1C6BBE791C}"/>
          </ac:spMkLst>
        </pc:spChg>
        <pc:spChg chg="add del mod">
          <ac:chgData name="Ken Popkin" userId="3c94c39e-c43b-4805-99ab-8da17777f1ac" providerId="ADAL" clId="{E440F346-DC68-4DD4-BA80-8DE6476F8949}" dt="2021-05-29T19:08:05.672" v="49010"/>
          <ac:spMkLst>
            <pc:docMk/>
            <pc:sldMk cId="544242911" sldId="2146846005"/>
            <ac:spMk id="138" creationId="{9D64533D-5104-414E-9773-86E9B9B478C2}"/>
          </ac:spMkLst>
        </pc:spChg>
        <pc:spChg chg="add del mod">
          <ac:chgData name="Ken Popkin" userId="3c94c39e-c43b-4805-99ab-8da17777f1ac" providerId="ADAL" clId="{E440F346-DC68-4DD4-BA80-8DE6476F8949}" dt="2021-05-29T19:08:05.682" v="49039"/>
          <ac:spMkLst>
            <pc:docMk/>
            <pc:sldMk cId="544242911" sldId="2146846005"/>
            <ac:spMk id="139" creationId="{7D60CFE5-1600-4BC5-9E3C-283B6C78C328}"/>
          </ac:spMkLst>
        </pc:spChg>
        <pc:spChg chg="add del mod">
          <ac:chgData name="Ken Popkin" userId="3c94c39e-c43b-4805-99ab-8da17777f1ac" providerId="ADAL" clId="{E440F346-DC68-4DD4-BA80-8DE6476F8949}" dt="2021-05-29T19:08:05.691" v="49069"/>
          <ac:spMkLst>
            <pc:docMk/>
            <pc:sldMk cId="544242911" sldId="2146846005"/>
            <ac:spMk id="140" creationId="{AECA5F0B-1AD1-406A-9D10-4215DB2FCE79}"/>
          </ac:spMkLst>
        </pc:spChg>
        <pc:spChg chg="add del mod">
          <ac:chgData name="Ken Popkin" userId="3c94c39e-c43b-4805-99ab-8da17777f1ac" providerId="ADAL" clId="{E440F346-DC68-4DD4-BA80-8DE6476F8949}" dt="2021-05-29T19:08:05.701" v="49098"/>
          <ac:spMkLst>
            <pc:docMk/>
            <pc:sldMk cId="544242911" sldId="2146846005"/>
            <ac:spMk id="141" creationId="{5E368FD8-7053-4D17-B1FF-B560EEF6529D}"/>
          </ac:spMkLst>
        </pc:spChg>
        <pc:spChg chg="add del mod">
          <ac:chgData name="Ken Popkin" userId="3c94c39e-c43b-4805-99ab-8da17777f1ac" providerId="ADAL" clId="{E440F346-DC68-4DD4-BA80-8DE6476F8949}" dt="2021-05-29T19:08:05.708" v="49118"/>
          <ac:spMkLst>
            <pc:docMk/>
            <pc:sldMk cId="544242911" sldId="2146846005"/>
            <ac:spMk id="142" creationId="{E1735D3F-CE53-4B5B-A150-DE02B600E1D2}"/>
          </ac:spMkLst>
        </pc:spChg>
        <pc:spChg chg="add del mod">
          <ac:chgData name="Ken Popkin" userId="3c94c39e-c43b-4805-99ab-8da17777f1ac" providerId="ADAL" clId="{E440F346-DC68-4DD4-BA80-8DE6476F8949}" dt="2021-05-29T19:08:05.714" v="49138"/>
          <ac:spMkLst>
            <pc:docMk/>
            <pc:sldMk cId="544242911" sldId="2146846005"/>
            <ac:spMk id="143" creationId="{1FFFA56E-BC0D-4610-B129-8D100398EFDB}"/>
          </ac:spMkLst>
        </pc:spChg>
        <pc:spChg chg="add del mod">
          <ac:chgData name="Ken Popkin" userId="3c94c39e-c43b-4805-99ab-8da17777f1ac" providerId="ADAL" clId="{E440F346-DC68-4DD4-BA80-8DE6476F8949}" dt="2021-05-29T19:08:05.740" v="49209"/>
          <ac:spMkLst>
            <pc:docMk/>
            <pc:sldMk cId="544242911" sldId="2146846005"/>
            <ac:spMk id="144" creationId="{9DC6EFCC-FEE3-4D82-9F46-A4806B629030}"/>
          </ac:spMkLst>
        </pc:spChg>
        <pc:spChg chg="add del mod">
          <ac:chgData name="Ken Popkin" userId="3c94c39e-c43b-4805-99ab-8da17777f1ac" providerId="ADAL" clId="{E440F346-DC68-4DD4-BA80-8DE6476F8949}" dt="2021-05-29T19:08:05.747" v="49229"/>
          <ac:spMkLst>
            <pc:docMk/>
            <pc:sldMk cId="544242911" sldId="2146846005"/>
            <ac:spMk id="145" creationId="{009A1F1E-F2C8-4608-8744-9499AF734B79}"/>
          </ac:spMkLst>
        </pc:spChg>
        <pc:spChg chg="add del mod">
          <ac:chgData name="Ken Popkin" userId="3c94c39e-c43b-4805-99ab-8da17777f1ac" providerId="ADAL" clId="{E440F346-DC68-4DD4-BA80-8DE6476F8949}" dt="2021-05-29T19:08:05.772" v="49301"/>
          <ac:spMkLst>
            <pc:docMk/>
            <pc:sldMk cId="544242911" sldId="2146846005"/>
            <ac:spMk id="146" creationId="{43BF2135-AEB5-4B89-AFF4-D6BD0283F373}"/>
          </ac:spMkLst>
        </pc:spChg>
        <pc:spChg chg="add del mod">
          <ac:chgData name="Ken Popkin" userId="3c94c39e-c43b-4805-99ab-8da17777f1ac" providerId="ADAL" clId="{E440F346-DC68-4DD4-BA80-8DE6476F8949}" dt="2021-05-29T19:08:05.780" v="49321"/>
          <ac:spMkLst>
            <pc:docMk/>
            <pc:sldMk cId="544242911" sldId="2146846005"/>
            <ac:spMk id="147" creationId="{F49A1525-7402-4068-B6FB-9C8F6CD9190E}"/>
          </ac:spMkLst>
        </pc:spChg>
        <pc:spChg chg="add del mod">
          <ac:chgData name="Ken Popkin" userId="3c94c39e-c43b-4805-99ab-8da17777f1ac" providerId="ADAL" clId="{E440F346-DC68-4DD4-BA80-8DE6476F8949}" dt="2021-05-29T19:08:05.801" v="49380"/>
          <ac:spMkLst>
            <pc:docMk/>
            <pc:sldMk cId="544242911" sldId="2146846005"/>
            <ac:spMk id="148" creationId="{2273E248-F9AB-490D-A41A-9F05C0D93A89}"/>
          </ac:spMkLst>
        </pc:spChg>
        <pc:spChg chg="add del mod">
          <ac:chgData name="Ken Popkin" userId="3c94c39e-c43b-4805-99ab-8da17777f1ac" providerId="ADAL" clId="{E440F346-DC68-4DD4-BA80-8DE6476F8949}" dt="2021-05-29T19:08:05.808" v="49400"/>
          <ac:spMkLst>
            <pc:docMk/>
            <pc:sldMk cId="544242911" sldId="2146846005"/>
            <ac:spMk id="149" creationId="{01266A11-10E9-4E52-BFDA-C57FFE77374E}"/>
          </ac:spMkLst>
        </pc:spChg>
        <pc:spChg chg="add del mod">
          <ac:chgData name="Ken Popkin" userId="3c94c39e-c43b-4805-99ab-8da17777f1ac" providerId="ADAL" clId="{E440F346-DC68-4DD4-BA80-8DE6476F8949}" dt="2021-05-29T19:08:05.834" v="49472"/>
          <ac:spMkLst>
            <pc:docMk/>
            <pc:sldMk cId="544242911" sldId="2146846005"/>
            <ac:spMk id="150" creationId="{73EBC0DE-2157-4017-BD79-8C27572FA10C}"/>
          </ac:spMkLst>
        </pc:spChg>
        <pc:spChg chg="add del mod">
          <ac:chgData name="Ken Popkin" userId="3c94c39e-c43b-4805-99ab-8da17777f1ac" providerId="ADAL" clId="{E440F346-DC68-4DD4-BA80-8DE6476F8949}" dt="2021-05-29T19:08:05.841" v="49492"/>
          <ac:spMkLst>
            <pc:docMk/>
            <pc:sldMk cId="544242911" sldId="2146846005"/>
            <ac:spMk id="151" creationId="{2C118036-3197-4F56-ACC7-3778500B7AF5}"/>
          </ac:spMkLst>
        </pc:spChg>
        <pc:spChg chg="add mod">
          <ac:chgData name="Ken Popkin" userId="3c94c39e-c43b-4805-99ab-8da17777f1ac" providerId="ADAL" clId="{E440F346-DC68-4DD4-BA80-8DE6476F8949}" dt="2021-05-29T19:08:05.868" v="49568"/>
          <ac:spMkLst>
            <pc:docMk/>
            <pc:sldMk cId="544242911" sldId="2146846005"/>
            <ac:spMk id="152" creationId="{F19D69FE-ACBC-4A6D-AB94-AB009AFC8F99}"/>
          </ac:spMkLst>
        </pc:spChg>
        <pc:spChg chg="add mod">
          <ac:chgData name="Ken Popkin" userId="3c94c39e-c43b-4805-99ab-8da17777f1ac" providerId="ADAL" clId="{E440F346-DC68-4DD4-BA80-8DE6476F8949}" dt="2021-05-29T19:08:05.869" v="49569"/>
          <ac:spMkLst>
            <pc:docMk/>
            <pc:sldMk cId="544242911" sldId="2146846005"/>
            <ac:spMk id="153" creationId="{AA7D19C1-03F4-425A-94AB-9F142DA6321A}"/>
          </ac:spMkLst>
        </pc:spChg>
        <pc:spChg chg="add mod">
          <ac:chgData name="Ken Popkin" userId="3c94c39e-c43b-4805-99ab-8da17777f1ac" providerId="ADAL" clId="{E440F346-DC68-4DD4-BA80-8DE6476F8949}" dt="2021-05-29T19:08:05.869" v="49570"/>
          <ac:spMkLst>
            <pc:docMk/>
            <pc:sldMk cId="544242911" sldId="2146846005"/>
            <ac:spMk id="154" creationId="{A16FA871-E774-49AD-8509-0680BDE10FA9}"/>
          </ac:spMkLst>
        </pc:spChg>
        <pc:spChg chg="add mod">
          <ac:chgData name="Ken Popkin" userId="3c94c39e-c43b-4805-99ab-8da17777f1ac" providerId="ADAL" clId="{E440F346-DC68-4DD4-BA80-8DE6476F8949}" dt="2021-05-29T19:08:05.885" v="49671"/>
          <ac:spMkLst>
            <pc:docMk/>
            <pc:sldMk cId="544242911" sldId="2146846005"/>
            <ac:spMk id="155" creationId="{C0A0F93F-28FE-4703-8BA6-CCD6A9AB85A1}"/>
          </ac:spMkLst>
        </pc:spChg>
        <pc:spChg chg="add mod">
          <ac:chgData name="Ken Popkin" userId="3c94c39e-c43b-4805-99ab-8da17777f1ac" providerId="ADAL" clId="{E440F346-DC68-4DD4-BA80-8DE6476F8949}" dt="2021-05-29T19:08:05.885" v="49670"/>
          <ac:spMkLst>
            <pc:docMk/>
            <pc:sldMk cId="544242911" sldId="2146846005"/>
            <ac:spMk id="156" creationId="{FA021C1E-F793-4931-92DC-B510C052342A}"/>
          </ac:spMkLst>
        </pc:spChg>
        <pc:spChg chg="add mod">
          <ac:chgData name="Ken Popkin" userId="3c94c39e-c43b-4805-99ab-8da17777f1ac" providerId="ADAL" clId="{E440F346-DC68-4DD4-BA80-8DE6476F8949}" dt="2021-05-29T19:08:05.886" v="49672"/>
          <ac:spMkLst>
            <pc:docMk/>
            <pc:sldMk cId="544242911" sldId="2146846005"/>
            <ac:spMk id="157" creationId="{59090122-0685-499D-BC02-278E8C31DE41}"/>
          </ac:spMkLst>
        </pc:spChg>
        <pc:spChg chg="add mod">
          <ac:chgData name="Ken Popkin" userId="3c94c39e-c43b-4805-99ab-8da17777f1ac" providerId="ADAL" clId="{E440F346-DC68-4DD4-BA80-8DE6476F8949}" dt="2021-05-29T19:08:05.886" v="49673"/>
          <ac:spMkLst>
            <pc:docMk/>
            <pc:sldMk cId="544242911" sldId="2146846005"/>
            <ac:spMk id="158" creationId="{12862EAD-2427-4160-A1C7-F1142366FD72}"/>
          </ac:spMkLst>
        </pc:spChg>
        <pc:spChg chg="add mod">
          <ac:chgData name="Ken Popkin" userId="3c94c39e-c43b-4805-99ab-8da17777f1ac" providerId="ADAL" clId="{E440F346-DC68-4DD4-BA80-8DE6476F8949}" dt="2021-05-29T19:08:05.874" v="49600"/>
          <ac:spMkLst>
            <pc:docMk/>
            <pc:sldMk cId="544242911" sldId="2146846005"/>
            <ac:spMk id="159" creationId="{F976951B-6F8C-4977-BBFE-B09630781961}"/>
          </ac:spMkLst>
        </pc:spChg>
        <pc:spChg chg="add mod modVis">
          <ac:chgData name="Ken Popkin" userId="3c94c39e-c43b-4805-99ab-8da17777f1ac" providerId="ADAL" clId="{E440F346-DC68-4DD4-BA80-8DE6476F8949}" dt="2021-05-29T19:08:05.875" v="49605"/>
          <ac:spMkLst>
            <pc:docMk/>
            <pc:sldMk cId="544242911" sldId="2146846005"/>
            <ac:spMk id="160" creationId="{58D184E1-C289-462C-AE9B-65103D12EDAB}"/>
          </ac:spMkLst>
        </pc:spChg>
        <pc:spChg chg="add mod">
          <ac:chgData name="Ken Popkin" userId="3c94c39e-c43b-4805-99ab-8da17777f1ac" providerId="ADAL" clId="{E440F346-DC68-4DD4-BA80-8DE6476F8949}" dt="2021-05-29T19:08:05.874" v="49601"/>
          <ac:spMkLst>
            <pc:docMk/>
            <pc:sldMk cId="544242911" sldId="2146846005"/>
            <ac:spMk id="161" creationId="{4E777C7E-065C-46C0-9468-C31FCB11DF57}"/>
          </ac:spMkLst>
        </pc:spChg>
        <pc:spChg chg="add mod modVis">
          <ac:chgData name="Ken Popkin" userId="3c94c39e-c43b-4805-99ab-8da17777f1ac" providerId="ADAL" clId="{E440F346-DC68-4DD4-BA80-8DE6476F8949}" dt="2021-05-29T19:08:05.876" v="49606"/>
          <ac:spMkLst>
            <pc:docMk/>
            <pc:sldMk cId="544242911" sldId="2146846005"/>
            <ac:spMk id="162" creationId="{A0FAA5CA-60C2-49D6-9275-8AE528C5A0A2}"/>
          </ac:spMkLst>
        </pc:spChg>
        <pc:spChg chg="add mod">
          <ac:chgData name="Ken Popkin" userId="3c94c39e-c43b-4805-99ab-8da17777f1ac" providerId="ADAL" clId="{E440F346-DC68-4DD4-BA80-8DE6476F8949}" dt="2021-05-29T19:08:05.875" v="49602"/>
          <ac:spMkLst>
            <pc:docMk/>
            <pc:sldMk cId="544242911" sldId="2146846005"/>
            <ac:spMk id="163" creationId="{45FEB517-21C0-4DC9-BFFA-5627E1743D5E}"/>
          </ac:spMkLst>
        </pc:spChg>
        <pc:spChg chg="add mod modVis">
          <ac:chgData name="Ken Popkin" userId="3c94c39e-c43b-4805-99ab-8da17777f1ac" providerId="ADAL" clId="{E440F346-DC68-4DD4-BA80-8DE6476F8949}" dt="2021-05-29T19:08:05.876" v="49607"/>
          <ac:spMkLst>
            <pc:docMk/>
            <pc:sldMk cId="544242911" sldId="2146846005"/>
            <ac:spMk id="164" creationId="{F6299ACC-46E9-4FC0-AD5B-52F2CB2505B9}"/>
          </ac:spMkLst>
        </pc:spChg>
        <pc:spChg chg="add mod">
          <ac:chgData name="Ken Popkin" userId="3c94c39e-c43b-4805-99ab-8da17777f1ac" providerId="ADAL" clId="{E440F346-DC68-4DD4-BA80-8DE6476F8949}" dt="2021-05-29T19:08:05.875" v="49604"/>
          <ac:spMkLst>
            <pc:docMk/>
            <pc:sldMk cId="544242911" sldId="2146846005"/>
            <ac:spMk id="165" creationId="{85A1D476-8E44-4044-9B80-7A003AE839F4}"/>
          </ac:spMkLst>
        </pc:spChg>
        <pc:spChg chg="add mod modVis">
          <ac:chgData name="Ken Popkin" userId="3c94c39e-c43b-4805-99ab-8da17777f1ac" providerId="ADAL" clId="{E440F346-DC68-4DD4-BA80-8DE6476F8949}" dt="2021-05-29T19:08:05.876" v="49609"/>
          <ac:spMkLst>
            <pc:docMk/>
            <pc:sldMk cId="544242911" sldId="2146846005"/>
            <ac:spMk id="166" creationId="{EF82D9E6-4F74-4061-BC0F-817B173C0273}"/>
          </ac:spMkLst>
        </pc:spChg>
        <pc:spChg chg="add mod">
          <ac:chgData name="Ken Popkin" userId="3c94c39e-c43b-4805-99ab-8da17777f1ac" providerId="ADAL" clId="{E440F346-DC68-4DD4-BA80-8DE6476F8949}" dt="2021-05-29T19:08:05.875" v="49603"/>
          <ac:spMkLst>
            <pc:docMk/>
            <pc:sldMk cId="544242911" sldId="2146846005"/>
            <ac:spMk id="167" creationId="{56DADB09-D0FC-4427-BC33-C7FC0CF57578}"/>
          </ac:spMkLst>
        </pc:spChg>
        <pc:spChg chg="add mod modVis">
          <ac:chgData name="Ken Popkin" userId="3c94c39e-c43b-4805-99ab-8da17777f1ac" providerId="ADAL" clId="{E440F346-DC68-4DD4-BA80-8DE6476F8949}" dt="2021-05-29T19:08:05.876" v="49608"/>
          <ac:spMkLst>
            <pc:docMk/>
            <pc:sldMk cId="544242911" sldId="2146846005"/>
            <ac:spMk id="168" creationId="{DF6C0E9B-31E1-4975-BE3A-A2716E6CCC27}"/>
          </ac:spMkLst>
        </pc:spChg>
        <pc:grpChg chg="add del mod">
          <ac:chgData name="Ken Popkin" userId="3c94c39e-c43b-4805-99ab-8da17777f1ac" providerId="ADAL" clId="{E440F346-DC68-4DD4-BA80-8DE6476F8949}" dt="2021-05-29T18:03:28.869" v="699"/>
          <ac:grpSpMkLst>
            <pc:docMk/>
            <pc:sldMk cId="544242911" sldId="2146846005"/>
            <ac:grpSpMk id="5" creationId="{6C497985-1CDE-4603-82A2-A2DCCF02E904}"/>
          </ac:grpSpMkLst>
        </pc:grpChg>
        <pc:cxnChg chg="add del mod ord">
          <ac:chgData name="Ken Popkin" userId="3c94c39e-c43b-4805-99ab-8da17777f1ac" providerId="ADAL" clId="{E440F346-DC68-4DD4-BA80-8DE6476F8949}" dt="2021-05-29T18:06:53.668" v="1865"/>
          <ac:cxnSpMkLst>
            <pc:docMk/>
            <pc:sldMk cId="544242911" sldId="2146846005"/>
            <ac:cxnSpMk id="15" creationId="{A31502C2-8F1C-4804-97C0-369343475949}"/>
          </ac:cxnSpMkLst>
        </pc:cxnChg>
        <pc:cxnChg chg="add del mod ord">
          <ac:chgData name="Ken Popkin" userId="3c94c39e-c43b-4805-99ab-8da17777f1ac" providerId="ADAL" clId="{E440F346-DC68-4DD4-BA80-8DE6476F8949}" dt="2021-05-29T18:06:53.668" v="1867"/>
          <ac:cxnSpMkLst>
            <pc:docMk/>
            <pc:sldMk cId="544242911" sldId="2146846005"/>
            <ac:cxnSpMk id="16" creationId="{6CE22DD8-9657-4911-86CC-0FB277B767D0}"/>
          </ac:cxnSpMkLst>
        </pc:cxnChg>
        <pc:cxnChg chg="add del mod ord">
          <ac:chgData name="Ken Popkin" userId="3c94c39e-c43b-4805-99ab-8da17777f1ac" providerId="ADAL" clId="{E440F346-DC68-4DD4-BA80-8DE6476F8949}" dt="2021-05-29T18:06:53.669" v="1869"/>
          <ac:cxnSpMkLst>
            <pc:docMk/>
            <pc:sldMk cId="544242911" sldId="2146846005"/>
            <ac:cxnSpMk id="17" creationId="{5286B933-427B-4709-993C-5EAF8EB436AD}"/>
          </ac:cxnSpMkLst>
        </pc:cxnChg>
        <pc:cxnChg chg="add del mod ord">
          <ac:chgData name="Ken Popkin" userId="3c94c39e-c43b-4805-99ab-8da17777f1ac" providerId="ADAL" clId="{E440F346-DC68-4DD4-BA80-8DE6476F8949}" dt="2021-05-29T18:06:53.669" v="1871"/>
          <ac:cxnSpMkLst>
            <pc:docMk/>
            <pc:sldMk cId="544242911" sldId="2146846005"/>
            <ac:cxnSpMk id="18" creationId="{19D46D0E-DBEB-4192-B377-55B7302D366E}"/>
          </ac:cxnSpMkLst>
        </pc:cxnChg>
        <pc:cxnChg chg="add del mod ord">
          <ac:chgData name="Ken Popkin" userId="3c94c39e-c43b-4805-99ab-8da17777f1ac" providerId="ADAL" clId="{E440F346-DC68-4DD4-BA80-8DE6476F8949}" dt="2021-05-29T18:06:53.670" v="1873"/>
          <ac:cxnSpMkLst>
            <pc:docMk/>
            <pc:sldMk cId="544242911" sldId="2146846005"/>
            <ac:cxnSpMk id="19" creationId="{AFFEC803-5814-4083-882B-FB8814098220}"/>
          </ac:cxnSpMkLst>
        </pc:cxnChg>
        <pc:cxnChg chg="add del mod ord">
          <ac:chgData name="Ken Popkin" userId="3c94c39e-c43b-4805-99ab-8da17777f1ac" providerId="ADAL" clId="{E440F346-DC68-4DD4-BA80-8DE6476F8949}" dt="2021-05-29T18:06:53.670" v="1875"/>
          <ac:cxnSpMkLst>
            <pc:docMk/>
            <pc:sldMk cId="544242911" sldId="2146846005"/>
            <ac:cxnSpMk id="20" creationId="{D6C86596-53E6-4BA8-AE9E-AF6FCE7C9356}"/>
          </ac:cxnSpMkLst>
        </pc:cxnChg>
        <pc:cxnChg chg="add del mod ord">
          <ac:chgData name="Ken Popkin" userId="3c94c39e-c43b-4805-99ab-8da17777f1ac" providerId="ADAL" clId="{E440F346-DC68-4DD4-BA80-8DE6476F8949}" dt="2021-05-29T18:06:53.670" v="1877"/>
          <ac:cxnSpMkLst>
            <pc:docMk/>
            <pc:sldMk cId="544242911" sldId="2146846005"/>
            <ac:cxnSpMk id="21" creationId="{9310A559-4F98-42AD-BBE0-C21703060F2F}"/>
          </ac:cxnSpMkLst>
        </pc:cxnChg>
        <pc:cxnChg chg="add del mod ord">
          <ac:chgData name="Ken Popkin" userId="3c94c39e-c43b-4805-99ab-8da17777f1ac" providerId="ADAL" clId="{E440F346-DC68-4DD4-BA80-8DE6476F8949}" dt="2021-05-29T18:06:53.671" v="1879"/>
          <ac:cxnSpMkLst>
            <pc:docMk/>
            <pc:sldMk cId="544242911" sldId="2146846005"/>
            <ac:cxnSpMk id="22" creationId="{0FE521A4-DEBC-48E2-A701-E465FEF5C2F5}"/>
          </ac:cxnSpMkLst>
        </pc:cxnChg>
        <pc:cxnChg chg="add del mod ord">
          <ac:chgData name="Ken Popkin" userId="3c94c39e-c43b-4805-99ab-8da17777f1ac" providerId="ADAL" clId="{E440F346-DC68-4DD4-BA80-8DE6476F8949}" dt="2021-05-29T18:06:53.671" v="1881"/>
          <ac:cxnSpMkLst>
            <pc:docMk/>
            <pc:sldMk cId="544242911" sldId="2146846005"/>
            <ac:cxnSpMk id="23" creationId="{C92D6F4D-CFB7-4EB1-9316-B0F25A481818}"/>
          </ac:cxnSpMkLst>
        </pc:cxnChg>
        <pc:cxnChg chg="add del mod ord">
          <ac:chgData name="Ken Popkin" userId="3c94c39e-c43b-4805-99ab-8da17777f1ac" providerId="ADAL" clId="{E440F346-DC68-4DD4-BA80-8DE6476F8949}" dt="2021-05-29T18:06:53.671" v="1883"/>
          <ac:cxnSpMkLst>
            <pc:docMk/>
            <pc:sldMk cId="544242911" sldId="2146846005"/>
            <ac:cxnSpMk id="24" creationId="{FB06152B-95AB-440C-BC78-A88E66E9772B}"/>
          </ac:cxnSpMkLst>
        </pc:cxnChg>
        <pc:cxnChg chg="add del mod ord">
          <ac:chgData name="Ken Popkin" userId="3c94c39e-c43b-4805-99ab-8da17777f1ac" providerId="ADAL" clId="{E440F346-DC68-4DD4-BA80-8DE6476F8949}" dt="2021-05-29T18:06:53.673" v="1885"/>
          <ac:cxnSpMkLst>
            <pc:docMk/>
            <pc:sldMk cId="544242911" sldId="2146846005"/>
            <ac:cxnSpMk id="27" creationId="{EBADD4AB-924F-4E05-8686-11D8A0A56997}"/>
          </ac:cxnSpMkLst>
        </pc:cxnChg>
        <pc:cxnChg chg="add del mod ord">
          <ac:chgData name="Ken Popkin" userId="3c94c39e-c43b-4805-99ab-8da17777f1ac" providerId="ADAL" clId="{E440F346-DC68-4DD4-BA80-8DE6476F8949}" dt="2021-05-29T18:06:53.673" v="1887"/>
          <ac:cxnSpMkLst>
            <pc:docMk/>
            <pc:sldMk cId="544242911" sldId="2146846005"/>
            <ac:cxnSpMk id="30" creationId="{551F15B5-06EE-4577-865A-0602352DDF8A}"/>
          </ac:cxnSpMkLst>
        </pc:cxnChg>
        <pc:cxnChg chg="add del mod ord">
          <ac:chgData name="Ken Popkin" userId="3c94c39e-c43b-4805-99ab-8da17777f1ac" providerId="ADAL" clId="{E440F346-DC68-4DD4-BA80-8DE6476F8949}" dt="2021-05-29T18:06:53.674" v="1889"/>
          <ac:cxnSpMkLst>
            <pc:docMk/>
            <pc:sldMk cId="544242911" sldId="2146846005"/>
            <ac:cxnSpMk id="33" creationId="{9F19CA30-E556-4A40-A517-345032C566CE}"/>
          </ac:cxnSpMkLst>
        </pc:cxnChg>
        <pc:cxnChg chg="add del mod ord">
          <ac:chgData name="Ken Popkin" userId="3c94c39e-c43b-4805-99ab-8da17777f1ac" providerId="ADAL" clId="{E440F346-DC68-4DD4-BA80-8DE6476F8949}" dt="2021-05-29T18:06:53.674" v="1891"/>
          <ac:cxnSpMkLst>
            <pc:docMk/>
            <pc:sldMk cId="544242911" sldId="2146846005"/>
            <ac:cxnSpMk id="36" creationId="{984FC117-16F7-4736-AE5D-7C57EC862EB6}"/>
          </ac:cxnSpMkLst>
        </pc:cxnChg>
        <pc:cxnChg chg="add del mod ord">
          <ac:chgData name="Ken Popkin" userId="3c94c39e-c43b-4805-99ab-8da17777f1ac" providerId="ADAL" clId="{E440F346-DC68-4DD4-BA80-8DE6476F8949}" dt="2021-05-29T18:06:53.674" v="1893"/>
          <ac:cxnSpMkLst>
            <pc:docMk/>
            <pc:sldMk cId="544242911" sldId="2146846005"/>
            <ac:cxnSpMk id="37" creationId="{C27A02DF-74A9-4427-9729-0630ACEFD527}"/>
          </ac:cxnSpMkLst>
        </pc:cxnChg>
        <pc:cxnChg chg="add del mod ord">
          <ac:chgData name="Ken Popkin" userId="3c94c39e-c43b-4805-99ab-8da17777f1ac" providerId="ADAL" clId="{E440F346-DC68-4DD4-BA80-8DE6476F8949}" dt="2021-05-29T18:06:53.675" v="1895"/>
          <ac:cxnSpMkLst>
            <pc:docMk/>
            <pc:sldMk cId="544242911" sldId="2146846005"/>
            <ac:cxnSpMk id="38" creationId="{F12173B7-11BF-49BC-BF01-310A7057C857}"/>
          </ac:cxnSpMkLst>
        </pc:cxnChg>
        <pc:cxnChg chg="add del mod ord">
          <ac:chgData name="Ken Popkin" userId="3c94c39e-c43b-4805-99ab-8da17777f1ac" providerId="ADAL" clId="{E440F346-DC68-4DD4-BA80-8DE6476F8949}" dt="2021-05-29T18:06:53.675" v="1897"/>
          <ac:cxnSpMkLst>
            <pc:docMk/>
            <pc:sldMk cId="544242911" sldId="2146846005"/>
            <ac:cxnSpMk id="45" creationId="{BFCF4FB3-689A-4879-B06D-D075CB47A446}"/>
          </ac:cxnSpMkLst>
        </pc:cxnChg>
        <pc:cxnChg chg="add del mod ord">
          <ac:chgData name="Ken Popkin" userId="3c94c39e-c43b-4805-99ab-8da17777f1ac" providerId="ADAL" clId="{E440F346-DC68-4DD4-BA80-8DE6476F8949}" dt="2021-05-29T18:06:53.676" v="1899"/>
          <ac:cxnSpMkLst>
            <pc:docMk/>
            <pc:sldMk cId="544242911" sldId="2146846005"/>
            <ac:cxnSpMk id="46" creationId="{AC45D246-7205-4E2B-86A2-E0434B490B13}"/>
          </ac:cxnSpMkLst>
        </pc:cxnChg>
        <pc:cxnChg chg="add del mod ord">
          <ac:chgData name="Ken Popkin" userId="3c94c39e-c43b-4805-99ab-8da17777f1ac" providerId="ADAL" clId="{E440F346-DC68-4DD4-BA80-8DE6476F8949}" dt="2021-05-29T18:06:53.676" v="1901"/>
          <ac:cxnSpMkLst>
            <pc:docMk/>
            <pc:sldMk cId="544242911" sldId="2146846005"/>
            <ac:cxnSpMk id="53" creationId="{19549C99-D229-4719-9176-C972AE55D795}"/>
          </ac:cxnSpMkLst>
        </pc:cxnChg>
        <pc:cxnChg chg="add del mod ord">
          <ac:chgData name="Ken Popkin" userId="3c94c39e-c43b-4805-99ab-8da17777f1ac" providerId="ADAL" clId="{E440F346-DC68-4DD4-BA80-8DE6476F8949}" dt="2021-05-29T19:07:12.041" v="48043"/>
          <ac:cxnSpMkLst>
            <pc:docMk/>
            <pc:sldMk cId="544242911" sldId="2146846005"/>
            <ac:cxnSpMk id="70" creationId="{820D66EC-A763-411F-AD14-1442D89FA6B4}"/>
          </ac:cxnSpMkLst>
        </pc:cxnChg>
        <pc:cxnChg chg="add del mod ord">
          <ac:chgData name="Ken Popkin" userId="3c94c39e-c43b-4805-99ab-8da17777f1ac" providerId="ADAL" clId="{E440F346-DC68-4DD4-BA80-8DE6476F8949}" dt="2021-05-29T19:07:12.042" v="48045"/>
          <ac:cxnSpMkLst>
            <pc:docMk/>
            <pc:sldMk cId="544242911" sldId="2146846005"/>
            <ac:cxnSpMk id="80" creationId="{C9C2058A-DE98-4CB2-AA25-67CA5DCA172C}"/>
          </ac:cxnSpMkLst>
        </pc:cxnChg>
        <pc:cxnChg chg="add del mod ord">
          <ac:chgData name="Ken Popkin" userId="3c94c39e-c43b-4805-99ab-8da17777f1ac" providerId="ADAL" clId="{E440F346-DC68-4DD4-BA80-8DE6476F8949}" dt="2021-05-29T19:07:12.043" v="48047"/>
          <ac:cxnSpMkLst>
            <pc:docMk/>
            <pc:sldMk cId="544242911" sldId="2146846005"/>
            <ac:cxnSpMk id="81" creationId="{AC919642-2DAD-45EF-AC20-DD22E3AF1060}"/>
          </ac:cxnSpMkLst>
        </pc:cxnChg>
        <pc:cxnChg chg="add del mod ord">
          <ac:chgData name="Ken Popkin" userId="3c94c39e-c43b-4805-99ab-8da17777f1ac" providerId="ADAL" clId="{E440F346-DC68-4DD4-BA80-8DE6476F8949}" dt="2021-05-29T19:07:12.043" v="48049"/>
          <ac:cxnSpMkLst>
            <pc:docMk/>
            <pc:sldMk cId="544242911" sldId="2146846005"/>
            <ac:cxnSpMk id="82" creationId="{C4F091AD-1564-422A-BA93-A75EA1B7ED5E}"/>
          </ac:cxnSpMkLst>
        </pc:cxnChg>
        <pc:cxnChg chg="add del mod ord">
          <ac:chgData name="Ken Popkin" userId="3c94c39e-c43b-4805-99ab-8da17777f1ac" providerId="ADAL" clId="{E440F346-DC68-4DD4-BA80-8DE6476F8949}" dt="2021-05-29T19:07:12.043" v="48051"/>
          <ac:cxnSpMkLst>
            <pc:docMk/>
            <pc:sldMk cId="544242911" sldId="2146846005"/>
            <ac:cxnSpMk id="83" creationId="{A83415C7-4B2E-494A-AD1B-5CF9FBCD1989}"/>
          </ac:cxnSpMkLst>
        </pc:cxnChg>
        <pc:cxnChg chg="add del mod ord">
          <ac:chgData name="Ken Popkin" userId="3c94c39e-c43b-4805-99ab-8da17777f1ac" providerId="ADAL" clId="{E440F346-DC68-4DD4-BA80-8DE6476F8949}" dt="2021-05-29T19:07:12.044" v="48053"/>
          <ac:cxnSpMkLst>
            <pc:docMk/>
            <pc:sldMk cId="544242911" sldId="2146846005"/>
            <ac:cxnSpMk id="84" creationId="{03700595-6153-4EC2-9373-5BD749FAF6D8}"/>
          </ac:cxnSpMkLst>
        </pc:cxnChg>
        <pc:cxnChg chg="add del mod ord">
          <ac:chgData name="Ken Popkin" userId="3c94c39e-c43b-4805-99ab-8da17777f1ac" providerId="ADAL" clId="{E440F346-DC68-4DD4-BA80-8DE6476F8949}" dt="2021-05-29T19:08:05.888" v="49691"/>
          <ac:cxnSpMkLst>
            <pc:docMk/>
            <pc:sldMk cId="544242911" sldId="2146846005"/>
            <ac:cxnSpMk id="132" creationId="{32A66916-BE5F-466F-B10A-3ED35797761E}"/>
          </ac:cxnSpMkLst>
        </pc:cxnChg>
        <pc:cxnChg chg="add del mod ord">
          <ac:chgData name="Ken Popkin" userId="3c94c39e-c43b-4805-99ab-8da17777f1ac" providerId="ADAL" clId="{E440F346-DC68-4DD4-BA80-8DE6476F8949}" dt="2021-05-29T19:08:05.888" v="49693"/>
          <ac:cxnSpMkLst>
            <pc:docMk/>
            <pc:sldMk cId="544242911" sldId="2146846005"/>
            <ac:cxnSpMk id="133" creationId="{06B9EC4A-B45C-4B64-B8B7-5654592D073E}"/>
          </ac:cxnSpMkLst>
        </pc:cxnChg>
        <pc:cxnChg chg="add del mod ord">
          <ac:chgData name="Ken Popkin" userId="3c94c39e-c43b-4805-99ab-8da17777f1ac" providerId="ADAL" clId="{E440F346-DC68-4DD4-BA80-8DE6476F8949}" dt="2021-05-29T19:08:05.889" v="49695"/>
          <ac:cxnSpMkLst>
            <pc:docMk/>
            <pc:sldMk cId="544242911" sldId="2146846005"/>
            <ac:cxnSpMk id="134" creationId="{9EBC1EAF-65A4-41AE-B1D7-C9AA709C3545}"/>
          </ac:cxnSpMkLst>
        </pc:cxnChg>
        <pc:cxnChg chg="add del mod ord">
          <ac:chgData name="Ken Popkin" userId="3c94c39e-c43b-4805-99ab-8da17777f1ac" providerId="ADAL" clId="{E440F346-DC68-4DD4-BA80-8DE6476F8949}" dt="2021-05-29T19:08:05.889" v="49697"/>
          <ac:cxnSpMkLst>
            <pc:docMk/>
            <pc:sldMk cId="544242911" sldId="2146846005"/>
            <ac:cxnSpMk id="135" creationId="{29008FA1-218F-440D-A26A-FE78F16AA656}"/>
          </ac:cxnSpMkLst>
        </pc:cxnChg>
        <pc:cxnChg chg="add del mod ord">
          <ac:chgData name="Ken Popkin" userId="3c94c39e-c43b-4805-99ab-8da17777f1ac" providerId="ADAL" clId="{E440F346-DC68-4DD4-BA80-8DE6476F8949}" dt="2021-05-29T19:08:05.889" v="49699"/>
          <ac:cxnSpMkLst>
            <pc:docMk/>
            <pc:sldMk cId="544242911" sldId="2146846005"/>
            <ac:cxnSpMk id="136" creationId="{BF5A055C-1D84-4ACF-A874-242726244565}"/>
          </ac:cxnSpMkLst>
        </pc:cxnChg>
        <pc:cxnChg chg="add del mod ord">
          <ac:chgData name="Ken Popkin" userId="3c94c39e-c43b-4805-99ab-8da17777f1ac" providerId="ADAL" clId="{E440F346-DC68-4DD4-BA80-8DE6476F8949}" dt="2021-05-29T19:08:05.890" v="49701"/>
          <ac:cxnSpMkLst>
            <pc:docMk/>
            <pc:sldMk cId="544242911" sldId="2146846005"/>
            <ac:cxnSpMk id="137" creationId="{3C43B007-F381-4F33-8B67-A9556B9E6463}"/>
          </ac:cxnSpMkLst>
        </pc:cxnChg>
      </pc:sldChg>
      <pc:sldChg chg="modSp mod">
        <pc:chgData name="Ken Popkin" userId="3c94c39e-c43b-4805-99ab-8da17777f1ac" providerId="ADAL" clId="{E440F346-DC68-4DD4-BA80-8DE6476F8949}" dt="2021-05-29T22:53:28.635" v="99765" actId="20577"/>
        <pc:sldMkLst>
          <pc:docMk/>
          <pc:sldMk cId="2181594307" sldId="2146846012"/>
        </pc:sldMkLst>
        <pc:spChg chg="mod">
          <ac:chgData name="Ken Popkin" userId="3c94c39e-c43b-4805-99ab-8da17777f1ac" providerId="ADAL" clId="{E440F346-DC68-4DD4-BA80-8DE6476F8949}" dt="2021-05-29T22:53:28.635" v="99765" actId="20577"/>
          <ac:spMkLst>
            <pc:docMk/>
            <pc:sldMk cId="2181594307" sldId="2146846012"/>
            <ac:spMk id="27" creationId="{4677ACB4-1CAA-4A1B-BA3B-8FBC864CD441}"/>
          </ac:spMkLst>
        </pc:spChg>
      </pc:sldChg>
      <pc:sldChg chg="del">
        <pc:chgData name="Ken Popkin" userId="3c94c39e-c43b-4805-99ab-8da17777f1ac" providerId="ADAL" clId="{E440F346-DC68-4DD4-BA80-8DE6476F8949}" dt="2021-05-29T17:55:30.040" v="6" actId="47"/>
        <pc:sldMkLst>
          <pc:docMk/>
          <pc:sldMk cId="1857544993" sldId="2146846021"/>
        </pc:sldMkLst>
      </pc:sldChg>
      <pc:sldChg chg="del">
        <pc:chgData name="Ken Popkin" userId="3c94c39e-c43b-4805-99ab-8da17777f1ac" providerId="ADAL" clId="{E440F346-DC68-4DD4-BA80-8DE6476F8949}" dt="2021-05-29T19:50:27.541" v="58656" actId="47"/>
        <pc:sldMkLst>
          <pc:docMk/>
          <pc:sldMk cId="1212181384" sldId="2146846023"/>
        </pc:sldMkLst>
      </pc:sldChg>
      <pc:sldChg chg="modSp mod">
        <pc:chgData name="Ken Popkin" userId="3c94c39e-c43b-4805-99ab-8da17777f1ac" providerId="ADAL" clId="{E440F346-DC68-4DD4-BA80-8DE6476F8949}" dt="2021-05-30T00:37:00.656" v="99781" actId="1076"/>
        <pc:sldMkLst>
          <pc:docMk/>
          <pc:sldMk cId="1086001549" sldId="2146846024"/>
        </pc:sldMkLst>
        <pc:picChg chg="mod">
          <ac:chgData name="Ken Popkin" userId="3c94c39e-c43b-4805-99ab-8da17777f1ac" providerId="ADAL" clId="{E440F346-DC68-4DD4-BA80-8DE6476F8949}" dt="2021-05-30T00:37:00.656" v="99781" actId="1076"/>
          <ac:picMkLst>
            <pc:docMk/>
            <pc:sldMk cId="1086001549" sldId="2146846024"/>
            <ac:picMk id="13" creationId="{73F67194-C7A8-4182-8F75-5A3C0FE8FA63}"/>
          </ac:picMkLst>
        </pc:picChg>
      </pc:sldChg>
      <pc:sldChg chg="delSp modSp del mod">
        <pc:chgData name="Ken Popkin" userId="3c94c39e-c43b-4805-99ab-8da17777f1ac" providerId="ADAL" clId="{E440F346-DC68-4DD4-BA80-8DE6476F8949}" dt="2021-05-29T21:28:44.010" v="69585" actId="47"/>
        <pc:sldMkLst>
          <pc:docMk/>
          <pc:sldMk cId="1622227524" sldId="2146846025"/>
        </pc:sldMkLst>
        <pc:spChg chg="mod">
          <ac:chgData name="Ken Popkin" userId="3c94c39e-c43b-4805-99ab-8da17777f1ac" providerId="ADAL" clId="{E440F346-DC68-4DD4-BA80-8DE6476F8949}" dt="2021-05-29T20:20:43.813" v="59272" actId="207"/>
          <ac:spMkLst>
            <pc:docMk/>
            <pc:sldMk cId="1622227524" sldId="2146846025"/>
            <ac:spMk id="19" creationId="{431FF642-D80E-4148-B518-F4E87EA10B69}"/>
          </ac:spMkLst>
        </pc:spChg>
        <pc:graphicFrameChg chg="del mod modGraphic">
          <ac:chgData name="Ken Popkin" userId="3c94c39e-c43b-4805-99ab-8da17777f1ac" providerId="ADAL" clId="{E440F346-DC68-4DD4-BA80-8DE6476F8949}" dt="2021-05-29T20:20:47.840" v="59273" actId="478"/>
          <ac:graphicFrameMkLst>
            <pc:docMk/>
            <pc:sldMk cId="1622227524" sldId="2146846025"/>
            <ac:graphicFrameMk id="12" creationId="{C77BAEC2-275F-4355-B5D2-6829D9958BC5}"/>
          </ac:graphicFrameMkLst>
        </pc:graphicFrameChg>
      </pc:sldChg>
      <pc:sldChg chg="add del setBg">
        <pc:chgData name="Ken Popkin" userId="3c94c39e-c43b-4805-99ab-8da17777f1ac" providerId="ADAL" clId="{E440F346-DC68-4DD4-BA80-8DE6476F8949}" dt="2021-05-29T17:55:57.614" v="23"/>
        <pc:sldMkLst>
          <pc:docMk/>
          <pc:sldMk cId="987387729" sldId="2146846026"/>
        </pc:sldMkLst>
      </pc:sldChg>
      <pc:sldChg chg="add del">
        <pc:chgData name="Ken Popkin" userId="3c94c39e-c43b-4805-99ab-8da17777f1ac" providerId="ADAL" clId="{E440F346-DC68-4DD4-BA80-8DE6476F8949}" dt="2021-05-29T19:05:31.921" v="46223" actId="47"/>
        <pc:sldMkLst>
          <pc:docMk/>
          <pc:sldMk cId="3316187093" sldId="2146846026"/>
        </pc:sldMkLst>
      </pc:sldChg>
      <pc:sldChg chg="addSp delSp modSp add del mod setBg">
        <pc:chgData name="Ken Popkin" userId="3c94c39e-c43b-4805-99ab-8da17777f1ac" providerId="ADAL" clId="{E440F346-DC68-4DD4-BA80-8DE6476F8949}" dt="2021-05-29T18:18:04.350" v="19447" actId="47"/>
        <pc:sldMkLst>
          <pc:docMk/>
          <pc:sldMk cId="149520806" sldId="2146846027"/>
        </pc:sldMkLst>
        <pc:spChg chg="mod ord">
          <ac:chgData name="Ken Popkin" userId="3c94c39e-c43b-4805-99ab-8da17777f1ac" providerId="ADAL" clId="{E440F346-DC68-4DD4-BA80-8DE6476F8949}" dt="2021-05-29T18:17:27.912" v="19446"/>
          <ac:spMkLst>
            <pc:docMk/>
            <pc:sldMk cId="149520806" sldId="2146846027"/>
            <ac:spMk id="2" creationId="{98841C37-6D83-4082-9A9F-6106A3572FD3}"/>
          </ac:spMkLst>
        </pc:spChg>
        <pc:spChg chg="mod ord">
          <ac:chgData name="Ken Popkin" userId="3c94c39e-c43b-4805-99ab-8da17777f1ac" providerId="ADAL" clId="{E440F346-DC68-4DD4-BA80-8DE6476F8949}" dt="2021-05-29T18:17:27.911" v="19444"/>
          <ac:spMkLst>
            <pc:docMk/>
            <pc:sldMk cId="149520806" sldId="2146846027"/>
            <ac:spMk id="3" creationId="{109BA7E2-023B-4BCC-8D6D-3E0117A45995}"/>
          </ac:spMkLst>
        </pc:spChg>
        <pc:spChg chg="mod ord">
          <ac:chgData name="Ken Popkin" userId="3c94c39e-c43b-4805-99ab-8da17777f1ac" providerId="ADAL" clId="{E440F346-DC68-4DD4-BA80-8DE6476F8949}" dt="2021-05-29T18:17:27.911" v="19442"/>
          <ac:spMkLst>
            <pc:docMk/>
            <pc:sldMk cId="149520806" sldId="2146846027"/>
            <ac:spMk id="4" creationId="{E0847121-4AFF-493F-B1EB-8741129EC521}"/>
          </ac:spMkLst>
        </pc:spChg>
        <pc:spChg chg="add mod ord modVis">
          <ac:chgData name="Ken Popkin" userId="3c94c39e-c43b-4805-99ab-8da17777f1ac" providerId="ADAL" clId="{E440F346-DC68-4DD4-BA80-8DE6476F8949}" dt="2021-05-29T18:11:41.125" v="16077"/>
          <ac:spMkLst>
            <pc:docMk/>
            <pc:sldMk cId="149520806" sldId="2146846027"/>
            <ac:spMk id="5" creationId="{D63DC94E-A6E7-4BA9-9FB1-CF57308C5E08}"/>
          </ac:spMkLst>
        </pc:spChg>
        <pc:spChg chg="add mod ord">
          <ac:chgData name="Ken Popkin" userId="3c94c39e-c43b-4805-99ab-8da17777f1ac" providerId="ADAL" clId="{E440F346-DC68-4DD4-BA80-8DE6476F8949}" dt="2021-05-29T18:17:27.576" v="19159"/>
          <ac:spMkLst>
            <pc:docMk/>
            <pc:sldMk cId="149520806" sldId="2146846027"/>
            <ac:spMk id="6" creationId="{EC2CDC8B-14D2-4679-B24F-B92FFD5D1FF1}"/>
          </ac:spMkLst>
        </pc:spChg>
        <pc:spChg chg="add del mod">
          <ac:chgData name="Ken Popkin" userId="3c94c39e-c43b-4805-99ab-8da17777f1ac" providerId="ADAL" clId="{E440F346-DC68-4DD4-BA80-8DE6476F8949}" dt="2021-05-29T18:11:40.627" v="15033"/>
          <ac:spMkLst>
            <pc:docMk/>
            <pc:sldMk cId="149520806" sldId="2146846027"/>
            <ac:spMk id="7" creationId="{B9A51D0C-6438-4118-99C3-0358085CE6A3}"/>
          </ac:spMkLst>
        </pc:spChg>
        <pc:spChg chg="add del mod">
          <ac:chgData name="Ken Popkin" userId="3c94c39e-c43b-4805-99ab-8da17777f1ac" providerId="ADAL" clId="{E440F346-DC68-4DD4-BA80-8DE6476F8949}" dt="2021-05-29T18:11:40.638" v="15060"/>
          <ac:spMkLst>
            <pc:docMk/>
            <pc:sldMk cId="149520806" sldId="2146846027"/>
            <ac:spMk id="8" creationId="{DD4D53CE-6F08-4DF2-BECB-15AC742FD15A}"/>
          </ac:spMkLst>
        </pc:spChg>
        <pc:spChg chg="add mod">
          <ac:chgData name="Ken Popkin" userId="3c94c39e-c43b-4805-99ab-8da17777f1ac" providerId="ADAL" clId="{E440F346-DC68-4DD4-BA80-8DE6476F8949}" dt="2021-05-29T18:17:27.580" v="19167"/>
          <ac:spMkLst>
            <pc:docMk/>
            <pc:sldMk cId="149520806" sldId="2146846027"/>
            <ac:spMk id="9" creationId="{C1BBCC8E-E4E5-4015-BCE8-924DA4B6AA2D}"/>
          </ac:spMkLst>
        </pc:spChg>
        <pc:spChg chg="add mod ord">
          <ac:chgData name="Ken Popkin" userId="3c94c39e-c43b-4805-99ab-8da17777f1ac" providerId="ADAL" clId="{E440F346-DC68-4DD4-BA80-8DE6476F8949}" dt="2021-05-29T18:17:27.581" v="19169"/>
          <ac:spMkLst>
            <pc:docMk/>
            <pc:sldMk cId="149520806" sldId="2146846027"/>
            <ac:spMk id="10" creationId="{431E8256-C41C-46FF-B70B-4B69A55E87B5}"/>
          </ac:spMkLst>
        </pc:spChg>
        <pc:spChg chg="add mod ord">
          <ac:chgData name="Ken Popkin" userId="3c94c39e-c43b-4805-99ab-8da17777f1ac" providerId="ADAL" clId="{E440F346-DC68-4DD4-BA80-8DE6476F8949}" dt="2021-05-29T18:17:27.582" v="19173"/>
          <ac:spMkLst>
            <pc:docMk/>
            <pc:sldMk cId="149520806" sldId="2146846027"/>
            <ac:spMk id="11" creationId="{96D0B2D7-6A0F-42DE-8FC6-286BCB83270B}"/>
          </ac:spMkLst>
        </pc:spChg>
        <pc:spChg chg="add mod ord">
          <ac:chgData name="Ken Popkin" userId="3c94c39e-c43b-4805-99ab-8da17777f1ac" providerId="ADAL" clId="{E440F346-DC68-4DD4-BA80-8DE6476F8949}" dt="2021-05-29T18:17:27.582" v="19177"/>
          <ac:spMkLst>
            <pc:docMk/>
            <pc:sldMk cId="149520806" sldId="2146846027"/>
            <ac:spMk id="12" creationId="{C297FEA0-9C7A-4DD4-B8BD-50B5856CDD6B}"/>
          </ac:spMkLst>
        </pc:spChg>
        <pc:spChg chg="add mod ord">
          <ac:chgData name="Ken Popkin" userId="3c94c39e-c43b-4805-99ab-8da17777f1ac" providerId="ADAL" clId="{E440F346-DC68-4DD4-BA80-8DE6476F8949}" dt="2021-05-29T18:17:27.584" v="19181"/>
          <ac:spMkLst>
            <pc:docMk/>
            <pc:sldMk cId="149520806" sldId="2146846027"/>
            <ac:spMk id="13" creationId="{3D5A6557-D48D-4904-AA15-02D43B82E783}"/>
          </ac:spMkLst>
        </pc:spChg>
        <pc:spChg chg="add mod ord">
          <ac:chgData name="Ken Popkin" userId="3c94c39e-c43b-4805-99ab-8da17777f1ac" providerId="ADAL" clId="{E440F346-DC68-4DD4-BA80-8DE6476F8949}" dt="2021-05-29T18:17:27.585" v="19185"/>
          <ac:spMkLst>
            <pc:docMk/>
            <pc:sldMk cId="149520806" sldId="2146846027"/>
            <ac:spMk id="14" creationId="{ECC70A90-0202-4274-96E4-74D39AC91626}"/>
          </ac:spMkLst>
        </pc:spChg>
        <pc:spChg chg="add mod ord">
          <ac:chgData name="Ken Popkin" userId="3c94c39e-c43b-4805-99ab-8da17777f1ac" providerId="ADAL" clId="{E440F346-DC68-4DD4-BA80-8DE6476F8949}" dt="2021-05-29T18:17:27.585" v="19189"/>
          <ac:spMkLst>
            <pc:docMk/>
            <pc:sldMk cId="149520806" sldId="2146846027"/>
            <ac:spMk id="15" creationId="{224B6CD0-9736-46FF-A73F-4C551D9E1FCC}"/>
          </ac:spMkLst>
        </pc:spChg>
        <pc:spChg chg="add mod ord">
          <ac:chgData name="Ken Popkin" userId="3c94c39e-c43b-4805-99ab-8da17777f1ac" providerId="ADAL" clId="{E440F346-DC68-4DD4-BA80-8DE6476F8949}" dt="2021-05-29T18:17:27.586" v="19193"/>
          <ac:spMkLst>
            <pc:docMk/>
            <pc:sldMk cId="149520806" sldId="2146846027"/>
            <ac:spMk id="16" creationId="{36E5474D-3AD6-4D1C-8EBE-8F36ACAC7EC1}"/>
          </ac:spMkLst>
        </pc:spChg>
        <pc:spChg chg="add mod ord">
          <ac:chgData name="Ken Popkin" userId="3c94c39e-c43b-4805-99ab-8da17777f1ac" providerId="ADAL" clId="{E440F346-DC68-4DD4-BA80-8DE6476F8949}" dt="2021-05-29T18:17:27.587" v="19197"/>
          <ac:spMkLst>
            <pc:docMk/>
            <pc:sldMk cId="149520806" sldId="2146846027"/>
            <ac:spMk id="17" creationId="{82528EF5-D811-4279-96D2-1485FEED510C}"/>
          </ac:spMkLst>
        </pc:spChg>
        <pc:spChg chg="add mod ord">
          <ac:chgData name="Ken Popkin" userId="3c94c39e-c43b-4805-99ab-8da17777f1ac" providerId="ADAL" clId="{E440F346-DC68-4DD4-BA80-8DE6476F8949}" dt="2021-05-29T18:17:27.587" v="19201"/>
          <ac:spMkLst>
            <pc:docMk/>
            <pc:sldMk cId="149520806" sldId="2146846027"/>
            <ac:spMk id="18" creationId="{0774AFCE-CF88-4DEC-8C29-A99B29B0C783}"/>
          </ac:spMkLst>
        </pc:spChg>
        <pc:spChg chg="add mod ord">
          <ac:chgData name="Ken Popkin" userId="3c94c39e-c43b-4805-99ab-8da17777f1ac" providerId="ADAL" clId="{E440F346-DC68-4DD4-BA80-8DE6476F8949}" dt="2021-05-29T18:17:27.588" v="19205"/>
          <ac:spMkLst>
            <pc:docMk/>
            <pc:sldMk cId="149520806" sldId="2146846027"/>
            <ac:spMk id="19" creationId="{CB0BBB5C-131F-44A9-ABEE-3455C56F6F78}"/>
          </ac:spMkLst>
        </pc:spChg>
        <pc:spChg chg="add mod ord">
          <ac:chgData name="Ken Popkin" userId="3c94c39e-c43b-4805-99ab-8da17777f1ac" providerId="ADAL" clId="{E440F346-DC68-4DD4-BA80-8DE6476F8949}" dt="2021-05-29T18:17:27.589" v="19209"/>
          <ac:spMkLst>
            <pc:docMk/>
            <pc:sldMk cId="149520806" sldId="2146846027"/>
            <ac:spMk id="20" creationId="{A2328B1F-6EF8-4EAC-B7F9-03A7E3231904}"/>
          </ac:spMkLst>
        </pc:spChg>
        <pc:spChg chg="add del mod ord">
          <ac:chgData name="Ken Popkin" userId="3c94c39e-c43b-4805-99ab-8da17777f1ac" providerId="ADAL" clId="{E440F346-DC68-4DD4-BA80-8DE6476F8949}" dt="2021-05-29T18:11:41.181" v="16363"/>
          <ac:spMkLst>
            <pc:docMk/>
            <pc:sldMk cId="149520806" sldId="2146846027"/>
            <ac:spMk id="21" creationId="{10B6D18B-47A0-468B-A876-E6FDBF91B43A}"/>
          </ac:spMkLst>
        </pc:spChg>
        <pc:spChg chg="add del mod ord">
          <ac:chgData name="Ken Popkin" userId="3c94c39e-c43b-4805-99ab-8da17777f1ac" providerId="ADAL" clId="{E440F346-DC68-4DD4-BA80-8DE6476F8949}" dt="2021-05-29T18:11:41.182" v="16365"/>
          <ac:spMkLst>
            <pc:docMk/>
            <pc:sldMk cId="149520806" sldId="2146846027"/>
            <ac:spMk id="22" creationId="{E62427F5-4635-49DB-A7BB-6EE191E4926D}"/>
          </ac:spMkLst>
        </pc:spChg>
        <pc:spChg chg="add mod ord">
          <ac:chgData name="Ken Popkin" userId="3c94c39e-c43b-4805-99ab-8da17777f1ac" providerId="ADAL" clId="{E440F346-DC68-4DD4-BA80-8DE6476F8949}" dt="2021-05-29T18:17:27.589" v="19213"/>
          <ac:spMkLst>
            <pc:docMk/>
            <pc:sldMk cId="149520806" sldId="2146846027"/>
            <ac:spMk id="27" creationId="{F300F5E8-6F2A-4A25-852C-2067B87869B6}"/>
          </ac:spMkLst>
        </pc:spChg>
        <pc:spChg chg="add mod ord">
          <ac:chgData name="Ken Popkin" userId="3c94c39e-c43b-4805-99ab-8da17777f1ac" providerId="ADAL" clId="{E440F346-DC68-4DD4-BA80-8DE6476F8949}" dt="2021-05-29T18:17:27.591" v="19217"/>
          <ac:spMkLst>
            <pc:docMk/>
            <pc:sldMk cId="149520806" sldId="2146846027"/>
            <ac:spMk id="28" creationId="{DFEA6F5B-256D-4C91-BB48-7E58C16B326F}"/>
          </ac:spMkLst>
        </pc:spChg>
        <pc:spChg chg="add del mod">
          <ac:chgData name="Ken Popkin" userId="3c94c39e-c43b-4805-99ab-8da17777f1ac" providerId="ADAL" clId="{E440F346-DC68-4DD4-BA80-8DE6476F8949}" dt="2021-05-29T18:11:40.798" v="15352"/>
          <ac:spMkLst>
            <pc:docMk/>
            <pc:sldMk cId="149520806" sldId="2146846027"/>
            <ac:spMk id="29" creationId="{CB2F505D-4374-47D5-B6F9-59D4FCA128D9}"/>
          </ac:spMkLst>
        </pc:spChg>
        <pc:spChg chg="add mod ord">
          <ac:chgData name="Ken Popkin" userId="3c94c39e-c43b-4805-99ab-8da17777f1ac" providerId="ADAL" clId="{E440F346-DC68-4DD4-BA80-8DE6476F8949}" dt="2021-05-29T18:17:27.592" v="19222"/>
          <ac:spMkLst>
            <pc:docMk/>
            <pc:sldMk cId="149520806" sldId="2146846027"/>
            <ac:spMk id="30" creationId="{CAD29674-07BB-42A1-BAAE-D257AA743025}"/>
          </ac:spMkLst>
        </pc:spChg>
        <pc:spChg chg="add mod ord">
          <ac:chgData name="Ken Popkin" userId="3c94c39e-c43b-4805-99ab-8da17777f1ac" providerId="ADAL" clId="{E440F346-DC68-4DD4-BA80-8DE6476F8949}" dt="2021-05-29T18:17:27.593" v="19226"/>
          <ac:spMkLst>
            <pc:docMk/>
            <pc:sldMk cId="149520806" sldId="2146846027"/>
            <ac:spMk id="31" creationId="{FD3A6731-7184-4E7C-8DC0-3EC302619AC8}"/>
          </ac:spMkLst>
        </pc:spChg>
        <pc:spChg chg="add del mod">
          <ac:chgData name="Ken Popkin" userId="3c94c39e-c43b-4805-99ab-8da17777f1ac" providerId="ADAL" clId="{E440F346-DC68-4DD4-BA80-8DE6476F8949}" dt="2021-05-29T18:11:40.814" v="15387"/>
          <ac:spMkLst>
            <pc:docMk/>
            <pc:sldMk cId="149520806" sldId="2146846027"/>
            <ac:spMk id="32" creationId="{FC0450EF-3311-4C00-BA1F-79917A21E957}"/>
          </ac:spMkLst>
        </pc:spChg>
        <pc:spChg chg="add mod ord">
          <ac:chgData name="Ken Popkin" userId="3c94c39e-c43b-4805-99ab-8da17777f1ac" providerId="ADAL" clId="{E440F346-DC68-4DD4-BA80-8DE6476F8949}" dt="2021-05-29T18:17:27.594" v="19231"/>
          <ac:spMkLst>
            <pc:docMk/>
            <pc:sldMk cId="149520806" sldId="2146846027"/>
            <ac:spMk id="33" creationId="{C2A59383-1A9D-4880-B24C-7CD3CA162D0B}"/>
          </ac:spMkLst>
        </pc:spChg>
        <pc:spChg chg="add mod ord">
          <ac:chgData name="Ken Popkin" userId="3c94c39e-c43b-4805-99ab-8da17777f1ac" providerId="ADAL" clId="{E440F346-DC68-4DD4-BA80-8DE6476F8949}" dt="2021-05-29T18:17:27.595" v="19235"/>
          <ac:spMkLst>
            <pc:docMk/>
            <pc:sldMk cId="149520806" sldId="2146846027"/>
            <ac:spMk id="34" creationId="{65F714D7-7DE8-4BE6-BAE4-82B1D235FBDA}"/>
          </ac:spMkLst>
        </pc:spChg>
        <pc:spChg chg="add del mod">
          <ac:chgData name="Ken Popkin" userId="3c94c39e-c43b-4805-99ab-8da17777f1ac" providerId="ADAL" clId="{E440F346-DC68-4DD4-BA80-8DE6476F8949}" dt="2021-05-29T18:11:40.829" v="15422"/>
          <ac:spMkLst>
            <pc:docMk/>
            <pc:sldMk cId="149520806" sldId="2146846027"/>
            <ac:spMk id="35" creationId="{FE43B90B-1567-40C4-BF2A-28B61BD87946}"/>
          </ac:spMkLst>
        </pc:spChg>
        <pc:spChg chg="add mod ord">
          <ac:chgData name="Ken Popkin" userId="3c94c39e-c43b-4805-99ab-8da17777f1ac" providerId="ADAL" clId="{E440F346-DC68-4DD4-BA80-8DE6476F8949}" dt="2021-05-29T18:17:27.596" v="19240"/>
          <ac:spMkLst>
            <pc:docMk/>
            <pc:sldMk cId="149520806" sldId="2146846027"/>
            <ac:spMk id="36" creationId="{723C1A6E-3BC7-46F3-A953-F066A29FFE9E}"/>
          </ac:spMkLst>
        </pc:spChg>
        <pc:spChg chg="add mod ord">
          <ac:chgData name="Ken Popkin" userId="3c94c39e-c43b-4805-99ab-8da17777f1ac" providerId="ADAL" clId="{E440F346-DC68-4DD4-BA80-8DE6476F8949}" dt="2021-05-29T18:17:27.597" v="19244"/>
          <ac:spMkLst>
            <pc:docMk/>
            <pc:sldMk cId="149520806" sldId="2146846027"/>
            <ac:spMk id="37" creationId="{5CAA90D9-9139-4A9C-AA5F-FB154259BC38}"/>
          </ac:spMkLst>
        </pc:spChg>
        <pc:spChg chg="add del mod">
          <ac:chgData name="Ken Popkin" userId="3c94c39e-c43b-4805-99ab-8da17777f1ac" providerId="ADAL" clId="{E440F346-DC68-4DD4-BA80-8DE6476F8949}" dt="2021-05-29T18:11:40.845" v="15456"/>
          <ac:spMkLst>
            <pc:docMk/>
            <pc:sldMk cId="149520806" sldId="2146846027"/>
            <ac:spMk id="38" creationId="{E6F07DF5-6A77-411B-8623-BD7E845313B6}"/>
          </ac:spMkLst>
        </pc:spChg>
        <pc:spChg chg="add del mod">
          <ac:chgData name="Ken Popkin" userId="3c94c39e-c43b-4805-99ab-8da17777f1ac" providerId="ADAL" clId="{E440F346-DC68-4DD4-BA80-8DE6476F8949}" dt="2021-05-29T18:11:40.853" v="15476"/>
          <ac:spMkLst>
            <pc:docMk/>
            <pc:sldMk cId="149520806" sldId="2146846027"/>
            <ac:spMk id="39" creationId="{CF53DF5D-7C21-4D0C-B0D1-DA0974E89820}"/>
          </ac:spMkLst>
        </pc:spChg>
        <pc:spChg chg="add del mod modVis">
          <ac:chgData name="Ken Popkin" userId="3c94c39e-c43b-4805-99ab-8da17777f1ac" providerId="ADAL" clId="{E440F346-DC68-4DD4-BA80-8DE6476F8949}" dt="2021-05-29T18:11:40.861" v="15496"/>
          <ac:spMkLst>
            <pc:docMk/>
            <pc:sldMk cId="149520806" sldId="2146846027"/>
            <ac:spMk id="40" creationId="{C9DF85D7-B822-4A56-B548-526F9BD35BF4}"/>
          </ac:spMkLst>
        </pc:spChg>
        <pc:spChg chg="add mod ord modVis">
          <ac:chgData name="Ken Popkin" userId="3c94c39e-c43b-4805-99ab-8da17777f1ac" providerId="ADAL" clId="{E440F346-DC68-4DD4-BA80-8DE6476F8949}" dt="2021-05-29T18:11:41.144" v="16151"/>
          <ac:spMkLst>
            <pc:docMk/>
            <pc:sldMk cId="149520806" sldId="2146846027"/>
            <ac:spMk id="41" creationId="{223442BF-F9C5-4602-8837-B54128E0BB6B}"/>
          </ac:spMkLst>
        </pc:spChg>
        <pc:spChg chg="add mod ord modVis">
          <ac:chgData name="Ken Popkin" userId="3c94c39e-c43b-4805-99ab-8da17777f1ac" providerId="ADAL" clId="{E440F346-DC68-4DD4-BA80-8DE6476F8949}" dt="2021-05-29T18:17:27.601" v="19254"/>
          <ac:spMkLst>
            <pc:docMk/>
            <pc:sldMk cId="149520806" sldId="2146846027"/>
            <ac:spMk id="42" creationId="{8F74E030-C007-418A-9D9A-FFB640032BF1}"/>
          </ac:spMkLst>
        </pc:spChg>
        <pc:spChg chg="add mod ord modVis">
          <ac:chgData name="Ken Popkin" userId="3c94c39e-c43b-4805-99ab-8da17777f1ac" providerId="ADAL" clId="{E440F346-DC68-4DD4-BA80-8DE6476F8949}" dt="2021-05-29T18:12:34.961" v="16476"/>
          <ac:spMkLst>
            <pc:docMk/>
            <pc:sldMk cId="149520806" sldId="2146846027"/>
            <ac:spMk id="43" creationId="{21BFEB5E-B3E5-4ED6-948F-BA6C2CCEB6AF}"/>
          </ac:spMkLst>
        </pc:spChg>
        <pc:spChg chg="add mod ord modVis">
          <ac:chgData name="Ken Popkin" userId="3c94c39e-c43b-4805-99ab-8da17777f1ac" providerId="ADAL" clId="{E440F346-DC68-4DD4-BA80-8DE6476F8949}" dt="2021-05-29T18:12:34.962" v="16478"/>
          <ac:spMkLst>
            <pc:docMk/>
            <pc:sldMk cId="149520806" sldId="2146846027"/>
            <ac:spMk id="44" creationId="{1C853C44-FA64-4234-A013-E65D58DEE9BA}"/>
          </ac:spMkLst>
        </pc:spChg>
        <pc:spChg chg="add mod ord modVis">
          <ac:chgData name="Ken Popkin" userId="3c94c39e-c43b-4805-99ab-8da17777f1ac" providerId="ADAL" clId="{E440F346-DC68-4DD4-BA80-8DE6476F8949}" dt="2021-05-29T18:14:10.163" v="18253"/>
          <ac:spMkLst>
            <pc:docMk/>
            <pc:sldMk cId="149520806" sldId="2146846027"/>
            <ac:spMk id="45" creationId="{0191ED48-4C9E-46A0-9A60-7D181B2DCAA5}"/>
          </ac:spMkLst>
        </pc:spChg>
        <pc:spChg chg="add mod ord">
          <ac:chgData name="Ken Popkin" userId="3c94c39e-c43b-4805-99ab-8da17777f1ac" providerId="ADAL" clId="{E440F346-DC68-4DD4-BA80-8DE6476F8949}" dt="2021-05-29T18:17:27.602" v="19258"/>
          <ac:spMkLst>
            <pc:docMk/>
            <pc:sldMk cId="149520806" sldId="2146846027"/>
            <ac:spMk id="46" creationId="{EA795275-51C6-4EDA-9B02-8967BE5764D4}"/>
          </ac:spMkLst>
        </pc:spChg>
        <pc:spChg chg="add del mod">
          <ac:chgData name="Ken Popkin" userId="3c94c39e-c43b-4805-99ab-8da17777f1ac" providerId="ADAL" clId="{E440F346-DC68-4DD4-BA80-8DE6476F8949}" dt="2021-05-29T18:11:40.876" v="15531"/>
          <ac:spMkLst>
            <pc:docMk/>
            <pc:sldMk cId="149520806" sldId="2146846027"/>
            <ac:spMk id="47" creationId="{A869AE53-BBB5-42A8-A51A-CB4A20210468}"/>
          </ac:spMkLst>
        </pc:spChg>
        <pc:spChg chg="add del mod modVis">
          <ac:chgData name="Ken Popkin" userId="3c94c39e-c43b-4805-99ab-8da17777f1ac" providerId="ADAL" clId="{E440F346-DC68-4DD4-BA80-8DE6476F8949}" dt="2021-05-29T18:11:40.884" v="15551"/>
          <ac:spMkLst>
            <pc:docMk/>
            <pc:sldMk cId="149520806" sldId="2146846027"/>
            <ac:spMk id="48" creationId="{D9DBB077-B5B9-40A1-9326-56DB5744D898}"/>
          </ac:spMkLst>
        </pc:spChg>
        <pc:spChg chg="add mod ord modVis">
          <ac:chgData name="Ken Popkin" userId="3c94c39e-c43b-4805-99ab-8da17777f1ac" providerId="ADAL" clId="{E440F346-DC68-4DD4-BA80-8DE6476F8949}" dt="2021-05-29T18:11:41.146" v="16163"/>
          <ac:spMkLst>
            <pc:docMk/>
            <pc:sldMk cId="149520806" sldId="2146846027"/>
            <ac:spMk id="49" creationId="{471B823B-B4E3-40E4-9932-44FAD00F4D8E}"/>
          </ac:spMkLst>
        </pc:spChg>
        <pc:spChg chg="add mod ord modVis">
          <ac:chgData name="Ken Popkin" userId="3c94c39e-c43b-4805-99ab-8da17777f1ac" providerId="ADAL" clId="{E440F346-DC68-4DD4-BA80-8DE6476F8949}" dt="2021-05-29T18:17:27.605" v="19266"/>
          <ac:spMkLst>
            <pc:docMk/>
            <pc:sldMk cId="149520806" sldId="2146846027"/>
            <ac:spMk id="50" creationId="{D33EAAAF-1E81-4885-936F-E11E4CA89121}"/>
          </ac:spMkLst>
        </pc:spChg>
        <pc:spChg chg="add mod ord modVis">
          <ac:chgData name="Ken Popkin" userId="3c94c39e-c43b-4805-99ab-8da17777f1ac" providerId="ADAL" clId="{E440F346-DC68-4DD4-BA80-8DE6476F8949}" dt="2021-05-29T18:12:34.973" v="16508"/>
          <ac:spMkLst>
            <pc:docMk/>
            <pc:sldMk cId="149520806" sldId="2146846027"/>
            <ac:spMk id="51" creationId="{F9F24630-BF09-4155-936B-9A5BE215A66A}"/>
          </ac:spMkLst>
        </pc:spChg>
        <pc:spChg chg="add mod ord modVis">
          <ac:chgData name="Ken Popkin" userId="3c94c39e-c43b-4805-99ab-8da17777f1ac" providerId="ADAL" clId="{E440F346-DC68-4DD4-BA80-8DE6476F8949}" dt="2021-05-29T18:12:34.974" v="16510"/>
          <ac:spMkLst>
            <pc:docMk/>
            <pc:sldMk cId="149520806" sldId="2146846027"/>
            <ac:spMk id="52" creationId="{773B262D-EBCF-43C9-99C3-8D3EA1514592}"/>
          </ac:spMkLst>
        </pc:spChg>
        <pc:spChg chg="add mod ord modVis">
          <ac:chgData name="Ken Popkin" userId="3c94c39e-c43b-4805-99ab-8da17777f1ac" providerId="ADAL" clId="{E440F346-DC68-4DD4-BA80-8DE6476F8949}" dt="2021-05-29T18:14:10.168" v="18267"/>
          <ac:spMkLst>
            <pc:docMk/>
            <pc:sldMk cId="149520806" sldId="2146846027"/>
            <ac:spMk id="53" creationId="{4535047D-DD90-44A2-A211-825561D6499C}"/>
          </ac:spMkLst>
        </pc:spChg>
        <pc:spChg chg="add mod ord">
          <ac:chgData name="Ken Popkin" userId="3c94c39e-c43b-4805-99ab-8da17777f1ac" providerId="ADAL" clId="{E440F346-DC68-4DD4-BA80-8DE6476F8949}" dt="2021-05-29T18:17:27.606" v="19270"/>
          <ac:spMkLst>
            <pc:docMk/>
            <pc:sldMk cId="149520806" sldId="2146846027"/>
            <ac:spMk id="54" creationId="{0F8196C9-BB29-47B8-96E5-389B62932AB1}"/>
          </ac:spMkLst>
        </pc:spChg>
        <pc:spChg chg="add del mod">
          <ac:chgData name="Ken Popkin" userId="3c94c39e-c43b-4805-99ab-8da17777f1ac" providerId="ADAL" clId="{E440F346-DC68-4DD4-BA80-8DE6476F8949}" dt="2021-05-29T18:11:40.900" v="15585"/>
          <ac:spMkLst>
            <pc:docMk/>
            <pc:sldMk cId="149520806" sldId="2146846027"/>
            <ac:spMk id="55" creationId="{42146933-1492-49A8-8C5B-80EACE7C4A30}"/>
          </ac:spMkLst>
        </pc:spChg>
        <pc:spChg chg="add del mod modVis">
          <ac:chgData name="Ken Popkin" userId="3c94c39e-c43b-4805-99ab-8da17777f1ac" providerId="ADAL" clId="{E440F346-DC68-4DD4-BA80-8DE6476F8949}" dt="2021-05-29T18:11:40.908" v="15605"/>
          <ac:spMkLst>
            <pc:docMk/>
            <pc:sldMk cId="149520806" sldId="2146846027"/>
            <ac:spMk id="56" creationId="{0323FD56-1BF5-4E09-B23D-818371444E64}"/>
          </ac:spMkLst>
        </pc:spChg>
        <pc:spChg chg="add mod ord modVis">
          <ac:chgData name="Ken Popkin" userId="3c94c39e-c43b-4805-99ab-8da17777f1ac" providerId="ADAL" clId="{E440F346-DC68-4DD4-BA80-8DE6476F8949}" dt="2021-05-29T18:11:41.148" v="16175"/>
          <ac:spMkLst>
            <pc:docMk/>
            <pc:sldMk cId="149520806" sldId="2146846027"/>
            <ac:spMk id="57" creationId="{D650ABC0-8C70-4BE9-A657-D5CE3C380FC0}"/>
          </ac:spMkLst>
        </pc:spChg>
        <pc:spChg chg="add mod ord modVis">
          <ac:chgData name="Ken Popkin" userId="3c94c39e-c43b-4805-99ab-8da17777f1ac" providerId="ADAL" clId="{E440F346-DC68-4DD4-BA80-8DE6476F8949}" dt="2021-05-29T18:17:27.609" v="19278"/>
          <ac:spMkLst>
            <pc:docMk/>
            <pc:sldMk cId="149520806" sldId="2146846027"/>
            <ac:spMk id="58" creationId="{473E907F-5890-4AD8-8FE9-D24909DBCC4C}"/>
          </ac:spMkLst>
        </pc:spChg>
        <pc:spChg chg="add mod ord modVis">
          <ac:chgData name="Ken Popkin" userId="3c94c39e-c43b-4805-99ab-8da17777f1ac" providerId="ADAL" clId="{E440F346-DC68-4DD4-BA80-8DE6476F8949}" dt="2021-05-29T18:12:34.983" v="16533"/>
          <ac:spMkLst>
            <pc:docMk/>
            <pc:sldMk cId="149520806" sldId="2146846027"/>
            <ac:spMk id="59" creationId="{3FFDD8E1-A0B6-4204-BE48-26B5759EB669}"/>
          </ac:spMkLst>
        </pc:spChg>
        <pc:spChg chg="add mod ord modVis">
          <ac:chgData name="Ken Popkin" userId="3c94c39e-c43b-4805-99ab-8da17777f1ac" providerId="ADAL" clId="{E440F346-DC68-4DD4-BA80-8DE6476F8949}" dt="2021-05-29T18:12:34.983" v="16535"/>
          <ac:spMkLst>
            <pc:docMk/>
            <pc:sldMk cId="149520806" sldId="2146846027"/>
            <ac:spMk id="60" creationId="{DB76A225-77C6-41D7-AF11-D2095F7D456B}"/>
          </ac:spMkLst>
        </pc:spChg>
        <pc:spChg chg="add mod ord modVis">
          <ac:chgData name="Ken Popkin" userId="3c94c39e-c43b-4805-99ab-8da17777f1ac" providerId="ADAL" clId="{E440F346-DC68-4DD4-BA80-8DE6476F8949}" dt="2021-05-29T18:11:41.149" v="16183"/>
          <ac:spMkLst>
            <pc:docMk/>
            <pc:sldMk cId="149520806" sldId="2146846027"/>
            <ac:spMk id="61" creationId="{5A50DFE8-2E6A-4460-A0C6-E308D5F1EFCE}"/>
          </ac:spMkLst>
        </pc:spChg>
        <pc:spChg chg="add mod ord">
          <ac:chgData name="Ken Popkin" userId="3c94c39e-c43b-4805-99ab-8da17777f1ac" providerId="ADAL" clId="{E440F346-DC68-4DD4-BA80-8DE6476F8949}" dt="2021-05-29T18:17:27.610" v="19282"/>
          <ac:spMkLst>
            <pc:docMk/>
            <pc:sldMk cId="149520806" sldId="2146846027"/>
            <ac:spMk id="62" creationId="{5DA30DD9-A5BC-43B1-B186-99E13F659BBB}"/>
          </ac:spMkLst>
        </pc:spChg>
        <pc:spChg chg="add del mod">
          <ac:chgData name="Ken Popkin" userId="3c94c39e-c43b-4805-99ab-8da17777f1ac" providerId="ADAL" clId="{E440F346-DC68-4DD4-BA80-8DE6476F8949}" dt="2021-05-29T18:11:40.928" v="15643"/>
          <ac:spMkLst>
            <pc:docMk/>
            <pc:sldMk cId="149520806" sldId="2146846027"/>
            <ac:spMk id="63" creationId="{E02F23D6-3709-4EEC-BE01-6198D2586FDC}"/>
          </ac:spMkLst>
        </pc:spChg>
        <pc:spChg chg="add del mod modVis">
          <ac:chgData name="Ken Popkin" userId="3c94c39e-c43b-4805-99ab-8da17777f1ac" providerId="ADAL" clId="{E440F346-DC68-4DD4-BA80-8DE6476F8949}" dt="2021-05-29T18:11:40.936" v="15663"/>
          <ac:spMkLst>
            <pc:docMk/>
            <pc:sldMk cId="149520806" sldId="2146846027"/>
            <ac:spMk id="64" creationId="{26BA3F8C-1535-44DC-A889-54CFA2862C87}"/>
          </ac:spMkLst>
        </pc:spChg>
        <pc:spChg chg="add mod ord modVis">
          <ac:chgData name="Ken Popkin" userId="3c94c39e-c43b-4805-99ab-8da17777f1ac" providerId="ADAL" clId="{E440F346-DC68-4DD4-BA80-8DE6476F8949}" dt="2021-05-29T18:11:41.150" v="16187"/>
          <ac:spMkLst>
            <pc:docMk/>
            <pc:sldMk cId="149520806" sldId="2146846027"/>
            <ac:spMk id="65" creationId="{E55AD9BB-CCC1-4B9C-88B6-8514182E129A}"/>
          </ac:spMkLst>
        </pc:spChg>
        <pc:spChg chg="add mod ord modVis">
          <ac:chgData name="Ken Popkin" userId="3c94c39e-c43b-4805-99ab-8da17777f1ac" providerId="ADAL" clId="{E440F346-DC68-4DD4-BA80-8DE6476F8949}" dt="2021-05-29T18:17:27.613" v="19291"/>
          <ac:spMkLst>
            <pc:docMk/>
            <pc:sldMk cId="149520806" sldId="2146846027"/>
            <ac:spMk id="66" creationId="{7B5675C6-409C-4CD3-9760-AC836D9702EB}"/>
          </ac:spMkLst>
        </pc:spChg>
        <pc:spChg chg="add mod ord modVis">
          <ac:chgData name="Ken Popkin" userId="3c94c39e-c43b-4805-99ab-8da17777f1ac" providerId="ADAL" clId="{E440F346-DC68-4DD4-BA80-8DE6476F8949}" dt="2021-05-29T18:12:34.993" v="16559"/>
          <ac:spMkLst>
            <pc:docMk/>
            <pc:sldMk cId="149520806" sldId="2146846027"/>
            <ac:spMk id="67" creationId="{77DFBC5E-B216-4E42-9D45-E5B5CF80D31D}"/>
          </ac:spMkLst>
        </pc:spChg>
        <pc:spChg chg="add mod ord modVis">
          <ac:chgData name="Ken Popkin" userId="3c94c39e-c43b-4805-99ab-8da17777f1ac" providerId="ADAL" clId="{E440F346-DC68-4DD4-BA80-8DE6476F8949}" dt="2021-05-29T18:12:34.994" v="16561"/>
          <ac:spMkLst>
            <pc:docMk/>
            <pc:sldMk cId="149520806" sldId="2146846027"/>
            <ac:spMk id="68" creationId="{F7A2310D-E57B-4001-A32E-852FD294DBE8}"/>
          </ac:spMkLst>
        </pc:spChg>
        <pc:spChg chg="add mod ord modVis">
          <ac:chgData name="Ken Popkin" userId="3c94c39e-c43b-4805-99ab-8da17777f1ac" providerId="ADAL" clId="{E440F346-DC68-4DD4-BA80-8DE6476F8949}" dt="2021-05-29T18:14:10.177" v="18294"/>
          <ac:spMkLst>
            <pc:docMk/>
            <pc:sldMk cId="149520806" sldId="2146846027"/>
            <ac:spMk id="69" creationId="{D459B0A8-37E4-42A3-B2E0-C64BC46C96E2}"/>
          </ac:spMkLst>
        </pc:spChg>
        <pc:spChg chg="add mod ord">
          <ac:chgData name="Ken Popkin" userId="3c94c39e-c43b-4805-99ab-8da17777f1ac" providerId="ADAL" clId="{E440F346-DC68-4DD4-BA80-8DE6476F8949}" dt="2021-05-29T18:17:27.614" v="19295"/>
          <ac:spMkLst>
            <pc:docMk/>
            <pc:sldMk cId="149520806" sldId="2146846027"/>
            <ac:spMk id="70" creationId="{8002B206-9E79-4E84-8508-0F716B551217}"/>
          </ac:spMkLst>
        </pc:spChg>
        <pc:spChg chg="add del mod">
          <ac:chgData name="Ken Popkin" userId="3c94c39e-c43b-4805-99ab-8da17777f1ac" providerId="ADAL" clId="{E440F346-DC68-4DD4-BA80-8DE6476F8949}" dt="2021-05-29T18:11:40.952" v="15698"/>
          <ac:spMkLst>
            <pc:docMk/>
            <pc:sldMk cId="149520806" sldId="2146846027"/>
            <ac:spMk id="71" creationId="{CE9EF37D-C28D-40B1-99F3-4B1673B99305}"/>
          </ac:spMkLst>
        </pc:spChg>
        <pc:spChg chg="add del mod modVis">
          <ac:chgData name="Ken Popkin" userId="3c94c39e-c43b-4805-99ab-8da17777f1ac" providerId="ADAL" clId="{E440F346-DC68-4DD4-BA80-8DE6476F8949}" dt="2021-05-29T18:11:40.960" v="15718"/>
          <ac:spMkLst>
            <pc:docMk/>
            <pc:sldMk cId="149520806" sldId="2146846027"/>
            <ac:spMk id="72" creationId="{0681D65C-1F9A-4957-ADA5-504E82351508}"/>
          </ac:spMkLst>
        </pc:spChg>
        <pc:spChg chg="add mod ord modVis">
          <ac:chgData name="Ken Popkin" userId="3c94c39e-c43b-4805-99ab-8da17777f1ac" providerId="ADAL" clId="{E440F346-DC68-4DD4-BA80-8DE6476F8949}" dt="2021-05-29T18:11:41.152" v="16199"/>
          <ac:spMkLst>
            <pc:docMk/>
            <pc:sldMk cId="149520806" sldId="2146846027"/>
            <ac:spMk id="73" creationId="{469EBDA2-8E44-4654-8F7C-F4CF908E3AA9}"/>
          </ac:spMkLst>
        </pc:spChg>
        <pc:spChg chg="add mod ord modVis">
          <ac:chgData name="Ken Popkin" userId="3c94c39e-c43b-4805-99ab-8da17777f1ac" providerId="ADAL" clId="{E440F346-DC68-4DD4-BA80-8DE6476F8949}" dt="2021-05-29T18:17:27.618" v="19304"/>
          <ac:spMkLst>
            <pc:docMk/>
            <pc:sldMk cId="149520806" sldId="2146846027"/>
            <ac:spMk id="74" creationId="{DADDBD06-7472-4BF9-9AA3-3E6E0ADDAE89}"/>
          </ac:spMkLst>
        </pc:spChg>
        <pc:spChg chg="add mod ord modVis">
          <ac:chgData name="Ken Popkin" userId="3c94c39e-c43b-4805-99ab-8da17777f1ac" providerId="ADAL" clId="{E440F346-DC68-4DD4-BA80-8DE6476F8949}" dt="2021-05-29T18:12:35.005" v="16590"/>
          <ac:spMkLst>
            <pc:docMk/>
            <pc:sldMk cId="149520806" sldId="2146846027"/>
            <ac:spMk id="75" creationId="{15A167BA-3A4F-4631-A1B6-E579F6238857}"/>
          </ac:spMkLst>
        </pc:spChg>
        <pc:spChg chg="add mod ord modVis">
          <ac:chgData name="Ken Popkin" userId="3c94c39e-c43b-4805-99ab-8da17777f1ac" providerId="ADAL" clId="{E440F346-DC68-4DD4-BA80-8DE6476F8949}" dt="2021-05-29T18:12:35.005" v="16592"/>
          <ac:spMkLst>
            <pc:docMk/>
            <pc:sldMk cId="149520806" sldId="2146846027"/>
            <ac:spMk id="76" creationId="{43D7084F-E712-4F04-B957-E42FB9F96041}"/>
          </ac:spMkLst>
        </pc:spChg>
        <pc:spChg chg="add mod ord modVis">
          <ac:chgData name="Ken Popkin" userId="3c94c39e-c43b-4805-99ab-8da17777f1ac" providerId="ADAL" clId="{E440F346-DC68-4DD4-BA80-8DE6476F8949}" dt="2021-05-29T18:14:10.182" v="18309"/>
          <ac:spMkLst>
            <pc:docMk/>
            <pc:sldMk cId="149520806" sldId="2146846027"/>
            <ac:spMk id="77" creationId="{97C964A7-ADDD-47CC-B8F0-DAE679AFC5D3}"/>
          </ac:spMkLst>
        </pc:spChg>
        <pc:spChg chg="add mod ord">
          <ac:chgData name="Ken Popkin" userId="3c94c39e-c43b-4805-99ab-8da17777f1ac" providerId="ADAL" clId="{E440F346-DC68-4DD4-BA80-8DE6476F8949}" dt="2021-05-29T18:17:27.618" v="19308"/>
          <ac:spMkLst>
            <pc:docMk/>
            <pc:sldMk cId="149520806" sldId="2146846027"/>
            <ac:spMk id="78" creationId="{609612D4-FA60-4D42-B680-E690EA78574E}"/>
          </ac:spMkLst>
        </pc:spChg>
        <pc:spChg chg="add mod">
          <ac:chgData name="Ken Popkin" userId="3c94c39e-c43b-4805-99ab-8da17777f1ac" providerId="ADAL" clId="{E440F346-DC68-4DD4-BA80-8DE6476F8949}" dt="2021-05-29T18:17:27.619" v="19310"/>
          <ac:spMkLst>
            <pc:docMk/>
            <pc:sldMk cId="149520806" sldId="2146846027"/>
            <ac:spMk id="79" creationId="{3762399C-B672-4D94-8188-567187FE7AB2}"/>
          </ac:spMkLst>
        </pc:spChg>
        <pc:spChg chg="add mod modVis">
          <ac:chgData name="Ken Popkin" userId="3c94c39e-c43b-4805-99ab-8da17777f1ac" providerId="ADAL" clId="{E440F346-DC68-4DD4-BA80-8DE6476F8949}" dt="2021-05-29T18:17:27.620" v="19312"/>
          <ac:spMkLst>
            <pc:docMk/>
            <pc:sldMk cId="149520806" sldId="2146846027"/>
            <ac:spMk id="80" creationId="{5DD69130-5F9C-4290-A808-0C5BB5187943}"/>
          </ac:spMkLst>
        </pc:spChg>
        <pc:spChg chg="add mod ord modVis">
          <ac:chgData name="Ken Popkin" userId="3c94c39e-c43b-4805-99ab-8da17777f1ac" providerId="ADAL" clId="{E440F346-DC68-4DD4-BA80-8DE6476F8949}" dt="2021-05-29T18:11:41.154" v="16211"/>
          <ac:spMkLst>
            <pc:docMk/>
            <pc:sldMk cId="149520806" sldId="2146846027"/>
            <ac:spMk id="81" creationId="{4687BD1A-2D35-4D29-B0B8-FF71F4E59A6F}"/>
          </ac:spMkLst>
        </pc:spChg>
        <pc:spChg chg="add mod ord modVis">
          <ac:chgData name="Ken Popkin" userId="3c94c39e-c43b-4805-99ab-8da17777f1ac" providerId="ADAL" clId="{E440F346-DC68-4DD4-BA80-8DE6476F8949}" dt="2021-05-29T18:17:27.621" v="19316"/>
          <ac:spMkLst>
            <pc:docMk/>
            <pc:sldMk cId="149520806" sldId="2146846027"/>
            <ac:spMk id="82" creationId="{EA98E2F6-1C60-4086-B8E3-17514CE83B1E}"/>
          </ac:spMkLst>
        </pc:spChg>
        <pc:spChg chg="add mod ord modVis">
          <ac:chgData name="Ken Popkin" userId="3c94c39e-c43b-4805-99ab-8da17777f1ac" providerId="ADAL" clId="{E440F346-DC68-4DD4-BA80-8DE6476F8949}" dt="2021-05-29T18:14:10.187" v="18323"/>
          <ac:spMkLst>
            <pc:docMk/>
            <pc:sldMk cId="149520806" sldId="2146846027"/>
            <ac:spMk id="83" creationId="{E2AA6468-C148-44FC-90EC-BF2C1ED5E954}"/>
          </ac:spMkLst>
        </pc:spChg>
        <pc:spChg chg="add mod ord modVis">
          <ac:chgData name="Ken Popkin" userId="3c94c39e-c43b-4805-99ab-8da17777f1ac" providerId="ADAL" clId="{E440F346-DC68-4DD4-BA80-8DE6476F8949}" dt="2021-05-29T18:14:10.187" v="18325"/>
          <ac:spMkLst>
            <pc:docMk/>
            <pc:sldMk cId="149520806" sldId="2146846027"/>
            <ac:spMk id="84" creationId="{C9ED0FFC-39E9-4DB3-B211-4BCB4B54DB33}"/>
          </ac:spMkLst>
        </pc:spChg>
        <pc:spChg chg="add mod ord modVis">
          <ac:chgData name="Ken Popkin" userId="3c94c39e-c43b-4805-99ab-8da17777f1ac" providerId="ADAL" clId="{E440F346-DC68-4DD4-BA80-8DE6476F8949}" dt="2021-05-29T18:13:57.837" v="17975"/>
          <ac:spMkLst>
            <pc:docMk/>
            <pc:sldMk cId="149520806" sldId="2146846027"/>
            <ac:spMk id="85" creationId="{08DF5873-FB87-4602-81D7-047A2D0EADAE}"/>
          </ac:spMkLst>
        </pc:spChg>
        <pc:spChg chg="add mod ord">
          <ac:chgData name="Ken Popkin" userId="3c94c39e-c43b-4805-99ab-8da17777f1ac" providerId="ADAL" clId="{E440F346-DC68-4DD4-BA80-8DE6476F8949}" dt="2021-05-29T18:17:27.622" v="19320"/>
          <ac:spMkLst>
            <pc:docMk/>
            <pc:sldMk cId="149520806" sldId="2146846027"/>
            <ac:spMk id="86" creationId="{27EACD5C-9E5D-40A5-AC5C-C99B12DBC7E2}"/>
          </ac:spMkLst>
        </pc:spChg>
        <pc:spChg chg="add mod">
          <ac:chgData name="Ken Popkin" userId="3c94c39e-c43b-4805-99ab-8da17777f1ac" providerId="ADAL" clId="{E440F346-DC68-4DD4-BA80-8DE6476F8949}" dt="2021-05-29T18:17:27.622" v="19322"/>
          <ac:spMkLst>
            <pc:docMk/>
            <pc:sldMk cId="149520806" sldId="2146846027"/>
            <ac:spMk id="87" creationId="{CE5B84A0-0190-4EA5-B0B0-12FC7542FF5C}"/>
          </ac:spMkLst>
        </pc:spChg>
        <pc:spChg chg="add mod modVis">
          <ac:chgData name="Ken Popkin" userId="3c94c39e-c43b-4805-99ab-8da17777f1ac" providerId="ADAL" clId="{E440F346-DC68-4DD4-BA80-8DE6476F8949}" dt="2021-05-29T18:17:27.624" v="19324"/>
          <ac:spMkLst>
            <pc:docMk/>
            <pc:sldMk cId="149520806" sldId="2146846027"/>
            <ac:spMk id="88" creationId="{98872CA1-07E4-4454-B8AD-4A0DEC3B6A8A}"/>
          </ac:spMkLst>
        </pc:spChg>
        <pc:spChg chg="add mod ord modVis">
          <ac:chgData name="Ken Popkin" userId="3c94c39e-c43b-4805-99ab-8da17777f1ac" providerId="ADAL" clId="{E440F346-DC68-4DD4-BA80-8DE6476F8949}" dt="2021-05-29T18:11:41.156" v="16223"/>
          <ac:spMkLst>
            <pc:docMk/>
            <pc:sldMk cId="149520806" sldId="2146846027"/>
            <ac:spMk id="89" creationId="{37AB11FF-1166-4C1C-ABFC-94B0FEC8E565}"/>
          </ac:spMkLst>
        </pc:spChg>
        <pc:spChg chg="add mod ord modVis">
          <ac:chgData name="Ken Popkin" userId="3c94c39e-c43b-4805-99ab-8da17777f1ac" providerId="ADAL" clId="{E440F346-DC68-4DD4-BA80-8DE6476F8949}" dt="2021-05-29T18:17:27.626" v="19328"/>
          <ac:spMkLst>
            <pc:docMk/>
            <pc:sldMk cId="149520806" sldId="2146846027"/>
            <ac:spMk id="90" creationId="{EBF2E80C-F4BD-4BDD-BB0D-2C65D72A98AE}"/>
          </ac:spMkLst>
        </pc:spChg>
        <pc:spChg chg="add mod ord modVis">
          <ac:chgData name="Ken Popkin" userId="3c94c39e-c43b-4805-99ab-8da17777f1ac" providerId="ADAL" clId="{E440F346-DC68-4DD4-BA80-8DE6476F8949}" dt="2021-05-29T18:14:53.483" v="18683"/>
          <ac:spMkLst>
            <pc:docMk/>
            <pc:sldMk cId="149520806" sldId="2146846027"/>
            <ac:spMk id="91" creationId="{58BF9A94-5531-4619-82FD-7A91EE9F8D45}"/>
          </ac:spMkLst>
        </pc:spChg>
        <pc:spChg chg="add mod ord modVis">
          <ac:chgData name="Ken Popkin" userId="3c94c39e-c43b-4805-99ab-8da17777f1ac" providerId="ADAL" clId="{E440F346-DC68-4DD4-BA80-8DE6476F8949}" dt="2021-05-29T18:14:53.483" v="18685"/>
          <ac:spMkLst>
            <pc:docMk/>
            <pc:sldMk cId="149520806" sldId="2146846027"/>
            <ac:spMk id="92" creationId="{37E86C9D-7183-4A3B-BE79-125A7FA00905}"/>
          </ac:spMkLst>
        </pc:spChg>
        <pc:spChg chg="add mod ord modVis">
          <ac:chgData name="Ken Popkin" userId="3c94c39e-c43b-4805-99ab-8da17777f1ac" providerId="ADAL" clId="{E440F346-DC68-4DD4-BA80-8DE6476F8949}" dt="2021-05-29T18:14:10.192" v="18339"/>
          <ac:spMkLst>
            <pc:docMk/>
            <pc:sldMk cId="149520806" sldId="2146846027"/>
            <ac:spMk id="93" creationId="{92687BC4-25BC-4027-B005-5035BC949F4E}"/>
          </ac:spMkLst>
        </pc:spChg>
        <pc:spChg chg="add mod ord">
          <ac:chgData name="Ken Popkin" userId="3c94c39e-c43b-4805-99ab-8da17777f1ac" providerId="ADAL" clId="{E440F346-DC68-4DD4-BA80-8DE6476F8949}" dt="2021-05-29T18:17:27.626" v="19332"/>
          <ac:spMkLst>
            <pc:docMk/>
            <pc:sldMk cId="149520806" sldId="2146846027"/>
            <ac:spMk id="94" creationId="{4452FD83-7B01-447A-B913-5BB5018D3D3D}"/>
          </ac:spMkLst>
        </pc:spChg>
        <pc:spChg chg="add mod">
          <ac:chgData name="Ken Popkin" userId="3c94c39e-c43b-4805-99ab-8da17777f1ac" providerId="ADAL" clId="{E440F346-DC68-4DD4-BA80-8DE6476F8949}" dt="2021-05-29T18:17:27.627" v="19334"/>
          <ac:spMkLst>
            <pc:docMk/>
            <pc:sldMk cId="149520806" sldId="2146846027"/>
            <ac:spMk id="95" creationId="{D77F2585-6A6F-45B6-8A1F-A2DDE5871E87}"/>
          </ac:spMkLst>
        </pc:spChg>
        <pc:spChg chg="add mod modVis">
          <ac:chgData name="Ken Popkin" userId="3c94c39e-c43b-4805-99ab-8da17777f1ac" providerId="ADAL" clId="{E440F346-DC68-4DD4-BA80-8DE6476F8949}" dt="2021-05-29T18:17:27.628" v="19336"/>
          <ac:spMkLst>
            <pc:docMk/>
            <pc:sldMk cId="149520806" sldId="2146846027"/>
            <ac:spMk id="96" creationId="{2A57CE24-71F6-45D6-9D1F-95CF5A8A2A1D}"/>
          </ac:spMkLst>
        </pc:spChg>
        <pc:spChg chg="add mod ord modVis">
          <ac:chgData name="Ken Popkin" userId="3c94c39e-c43b-4805-99ab-8da17777f1ac" providerId="ADAL" clId="{E440F346-DC68-4DD4-BA80-8DE6476F8949}" dt="2021-05-29T18:11:41.159" v="16235"/>
          <ac:spMkLst>
            <pc:docMk/>
            <pc:sldMk cId="149520806" sldId="2146846027"/>
            <ac:spMk id="97" creationId="{AF736F5B-2139-4660-AB43-E2A1BECC003D}"/>
          </ac:spMkLst>
        </pc:spChg>
        <pc:spChg chg="add mod ord modVis">
          <ac:chgData name="Ken Popkin" userId="3c94c39e-c43b-4805-99ab-8da17777f1ac" providerId="ADAL" clId="{E440F346-DC68-4DD4-BA80-8DE6476F8949}" dt="2021-05-29T18:17:27.630" v="19340"/>
          <ac:spMkLst>
            <pc:docMk/>
            <pc:sldMk cId="149520806" sldId="2146846027"/>
            <ac:spMk id="98" creationId="{56C19BF8-8744-4933-B08D-F4B41AA6B240}"/>
          </ac:spMkLst>
        </pc:spChg>
        <pc:spChg chg="add mod ord modVis">
          <ac:chgData name="Ken Popkin" userId="3c94c39e-c43b-4805-99ab-8da17777f1ac" providerId="ADAL" clId="{E440F346-DC68-4DD4-BA80-8DE6476F8949}" dt="2021-05-29T18:14:53.487" v="18699"/>
          <ac:spMkLst>
            <pc:docMk/>
            <pc:sldMk cId="149520806" sldId="2146846027"/>
            <ac:spMk id="99" creationId="{9C2F668C-71F6-456E-91B2-94AE2AB05A0D}"/>
          </ac:spMkLst>
        </pc:spChg>
        <pc:spChg chg="add mod ord modVis">
          <ac:chgData name="Ken Popkin" userId="3c94c39e-c43b-4805-99ab-8da17777f1ac" providerId="ADAL" clId="{E440F346-DC68-4DD4-BA80-8DE6476F8949}" dt="2021-05-29T18:14:53.488" v="18701"/>
          <ac:spMkLst>
            <pc:docMk/>
            <pc:sldMk cId="149520806" sldId="2146846027"/>
            <ac:spMk id="100" creationId="{5D6DB989-252B-4022-B84C-EDDBC0D9DDE0}"/>
          </ac:spMkLst>
        </pc:spChg>
        <pc:spChg chg="add mod ord modVis">
          <ac:chgData name="Ken Popkin" userId="3c94c39e-c43b-4805-99ab-8da17777f1ac" providerId="ADAL" clId="{E440F346-DC68-4DD4-BA80-8DE6476F8949}" dt="2021-05-29T18:14:10.199" v="18357"/>
          <ac:spMkLst>
            <pc:docMk/>
            <pc:sldMk cId="149520806" sldId="2146846027"/>
            <ac:spMk id="101" creationId="{D34A66B8-3FC6-4543-B160-B1A8BCE59A4D}"/>
          </ac:spMkLst>
        </pc:spChg>
        <pc:spChg chg="add mod ord">
          <ac:chgData name="Ken Popkin" userId="3c94c39e-c43b-4805-99ab-8da17777f1ac" providerId="ADAL" clId="{E440F346-DC68-4DD4-BA80-8DE6476F8949}" dt="2021-05-29T18:17:27.631" v="19344"/>
          <ac:spMkLst>
            <pc:docMk/>
            <pc:sldMk cId="149520806" sldId="2146846027"/>
            <ac:spMk id="102" creationId="{20C66581-071B-4008-868C-7669CECE2F23}"/>
          </ac:spMkLst>
        </pc:spChg>
        <pc:spChg chg="add del mod">
          <ac:chgData name="Ken Popkin" userId="3c94c39e-c43b-4805-99ab-8da17777f1ac" providerId="ADAL" clId="{E440F346-DC68-4DD4-BA80-8DE6476F8949}" dt="2021-05-29T18:11:41.010" v="15826"/>
          <ac:spMkLst>
            <pc:docMk/>
            <pc:sldMk cId="149520806" sldId="2146846027"/>
            <ac:spMk id="103" creationId="{BD967C64-E0A5-437E-B5C3-C3FC23F8D6D8}"/>
          </ac:spMkLst>
        </pc:spChg>
        <pc:spChg chg="add del mod modVis">
          <ac:chgData name="Ken Popkin" userId="3c94c39e-c43b-4805-99ab-8da17777f1ac" providerId="ADAL" clId="{E440F346-DC68-4DD4-BA80-8DE6476F8949}" dt="2021-05-29T18:11:41.018" v="15846"/>
          <ac:spMkLst>
            <pc:docMk/>
            <pc:sldMk cId="149520806" sldId="2146846027"/>
            <ac:spMk id="104" creationId="{D08DCC0E-C85A-4193-B0F8-2211529CF066}"/>
          </ac:spMkLst>
        </pc:spChg>
        <pc:spChg chg="add mod ord modVis">
          <ac:chgData name="Ken Popkin" userId="3c94c39e-c43b-4805-99ab-8da17777f1ac" providerId="ADAL" clId="{E440F346-DC68-4DD4-BA80-8DE6476F8949}" dt="2021-05-29T18:11:41.160" v="16247"/>
          <ac:spMkLst>
            <pc:docMk/>
            <pc:sldMk cId="149520806" sldId="2146846027"/>
            <ac:spMk id="105" creationId="{D5F45958-B24D-47A1-BD25-91AB63A73756}"/>
          </ac:spMkLst>
        </pc:spChg>
        <pc:spChg chg="add mod ord modVis">
          <ac:chgData name="Ken Popkin" userId="3c94c39e-c43b-4805-99ab-8da17777f1ac" providerId="ADAL" clId="{E440F346-DC68-4DD4-BA80-8DE6476F8949}" dt="2021-05-29T18:17:27.634" v="19352"/>
          <ac:spMkLst>
            <pc:docMk/>
            <pc:sldMk cId="149520806" sldId="2146846027"/>
            <ac:spMk id="106" creationId="{D9B283BA-FEFB-40C2-9C16-ED29B134BF56}"/>
          </ac:spMkLst>
        </pc:spChg>
        <pc:spChg chg="add mod ord modVis">
          <ac:chgData name="Ken Popkin" userId="3c94c39e-c43b-4805-99ab-8da17777f1ac" providerId="ADAL" clId="{E440F346-DC68-4DD4-BA80-8DE6476F8949}" dt="2021-05-29T18:14:53.492" v="18715"/>
          <ac:spMkLst>
            <pc:docMk/>
            <pc:sldMk cId="149520806" sldId="2146846027"/>
            <ac:spMk id="107" creationId="{04C5339F-D449-4D54-B2C6-D92B74EFA313}"/>
          </ac:spMkLst>
        </pc:spChg>
        <pc:spChg chg="add mod ord modVis">
          <ac:chgData name="Ken Popkin" userId="3c94c39e-c43b-4805-99ab-8da17777f1ac" providerId="ADAL" clId="{E440F346-DC68-4DD4-BA80-8DE6476F8949}" dt="2021-05-29T18:14:53.493" v="18717"/>
          <ac:spMkLst>
            <pc:docMk/>
            <pc:sldMk cId="149520806" sldId="2146846027"/>
            <ac:spMk id="108" creationId="{8E586039-2935-428A-AB21-A397F0C7D286}"/>
          </ac:spMkLst>
        </pc:spChg>
        <pc:spChg chg="add mod ord modVis">
          <ac:chgData name="Ken Popkin" userId="3c94c39e-c43b-4805-99ab-8da17777f1ac" providerId="ADAL" clId="{E440F346-DC68-4DD4-BA80-8DE6476F8949}" dt="2021-05-29T18:14:10.207" v="18375"/>
          <ac:spMkLst>
            <pc:docMk/>
            <pc:sldMk cId="149520806" sldId="2146846027"/>
            <ac:spMk id="109" creationId="{B7C58BB4-B7BE-4769-9035-0D9D882AD494}"/>
          </ac:spMkLst>
        </pc:spChg>
        <pc:spChg chg="add mod ord">
          <ac:chgData name="Ken Popkin" userId="3c94c39e-c43b-4805-99ab-8da17777f1ac" providerId="ADAL" clId="{E440F346-DC68-4DD4-BA80-8DE6476F8949}" dt="2021-05-29T18:17:27.635" v="19356"/>
          <ac:spMkLst>
            <pc:docMk/>
            <pc:sldMk cId="149520806" sldId="2146846027"/>
            <ac:spMk id="110" creationId="{3067964C-2D27-4789-806A-0794067CFED8}"/>
          </ac:spMkLst>
        </pc:spChg>
        <pc:spChg chg="add mod">
          <ac:chgData name="Ken Popkin" userId="3c94c39e-c43b-4805-99ab-8da17777f1ac" providerId="ADAL" clId="{E440F346-DC68-4DD4-BA80-8DE6476F8949}" dt="2021-05-29T18:17:27.636" v="19358"/>
          <ac:spMkLst>
            <pc:docMk/>
            <pc:sldMk cId="149520806" sldId="2146846027"/>
            <ac:spMk id="111" creationId="{B481C5A9-5C49-417E-82FD-1325391A2AE3}"/>
          </ac:spMkLst>
        </pc:spChg>
        <pc:spChg chg="add mod modVis">
          <ac:chgData name="Ken Popkin" userId="3c94c39e-c43b-4805-99ab-8da17777f1ac" providerId="ADAL" clId="{E440F346-DC68-4DD4-BA80-8DE6476F8949}" dt="2021-05-29T18:17:27.636" v="19360"/>
          <ac:spMkLst>
            <pc:docMk/>
            <pc:sldMk cId="149520806" sldId="2146846027"/>
            <ac:spMk id="112" creationId="{AA163115-397F-4BB3-AA59-40598E6DCE06}"/>
          </ac:spMkLst>
        </pc:spChg>
        <pc:spChg chg="add mod ord modVis">
          <ac:chgData name="Ken Popkin" userId="3c94c39e-c43b-4805-99ab-8da17777f1ac" providerId="ADAL" clId="{E440F346-DC68-4DD4-BA80-8DE6476F8949}" dt="2021-05-29T18:11:41.162" v="16259"/>
          <ac:spMkLst>
            <pc:docMk/>
            <pc:sldMk cId="149520806" sldId="2146846027"/>
            <ac:spMk id="113" creationId="{89E67166-EEC7-427A-9E82-6BC1E55E6A8E}"/>
          </ac:spMkLst>
        </pc:spChg>
        <pc:spChg chg="add mod ord modVis">
          <ac:chgData name="Ken Popkin" userId="3c94c39e-c43b-4805-99ab-8da17777f1ac" providerId="ADAL" clId="{E440F346-DC68-4DD4-BA80-8DE6476F8949}" dt="2021-05-29T18:17:27.638" v="19364"/>
          <ac:spMkLst>
            <pc:docMk/>
            <pc:sldMk cId="149520806" sldId="2146846027"/>
            <ac:spMk id="114" creationId="{8D6D648B-C088-45DC-96B2-0BA5BE7CF196}"/>
          </ac:spMkLst>
        </pc:spChg>
        <pc:spChg chg="add mod ord modVis">
          <ac:chgData name="Ken Popkin" userId="3c94c39e-c43b-4805-99ab-8da17777f1ac" providerId="ADAL" clId="{E440F346-DC68-4DD4-BA80-8DE6476F8949}" dt="2021-05-29T18:14:53.497" v="18731"/>
          <ac:spMkLst>
            <pc:docMk/>
            <pc:sldMk cId="149520806" sldId="2146846027"/>
            <ac:spMk id="115" creationId="{47851CF1-AFEE-4D38-8925-ECD5171B5BB4}"/>
          </ac:spMkLst>
        </pc:spChg>
        <pc:spChg chg="add mod ord modVis">
          <ac:chgData name="Ken Popkin" userId="3c94c39e-c43b-4805-99ab-8da17777f1ac" providerId="ADAL" clId="{E440F346-DC68-4DD4-BA80-8DE6476F8949}" dt="2021-05-29T18:14:53.498" v="18733"/>
          <ac:spMkLst>
            <pc:docMk/>
            <pc:sldMk cId="149520806" sldId="2146846027"/>
            <ac:spMk id="116" creationId="{B326DEE1-4B3B-4435-90C4-C988C6E01C30}"/>
          </ac:spMkLst>
        </pc:spChg>
        <pc:spChg chg="add mod ord modVis">
          <ac:chgData name="Ken Popkin" userId="3c94c39e-c43b-4805-99ab-8da17777f1ac" providerId="ADAL" clId="{E440F346-DC68-4DD4-BA80-8DE6476F8949}" dt="2021-05-29T18:14:10.213" v="18391"/>
          <ac:spMkLst>
            <pc:docMk/>
            <pc:sldMk cId="149520806" sldId="2146846027"/>
            <ac:spMk id="117" creationId="{F8143041-1C44-4E0A-8976-BF42D0D0883B}"/>
          </ac:spMkLst>
        </pc:spChg>
        <pc:spChg chg="add mod ord">
          <ac:chgData name="Ken Popkin" userId="3c94c39e-c43b-4805-99ab-8da17777f1ac" providerId="ADAL" clId="{E440F346-DC68-4DD4-BA80-8DE6476F8949}" dt="2021-05-29T18:17:27.639" v="19368"/>
          <ac:spMkLst>
            <pc:docMk/>
            <pc:sldMk cId="149520806" sldId="2146846027"/>
            <ac:spMk id="118" creationId="{321426B9-29E6-4790-85C1-04461C29C6F1}"/>
          </ac:spMkLst>
        </pc:spChg>
        <pc:spChg chg="add mod">
          <ac:chgData name="Ken Popkin" userId="3c94c39e-c43b-4805-99ab-8da17777f1ac" providerId="ADAL" clId="{E440F346-DC68-4DD4-BA80-8DE6476F8949}" dt="2021-05-29T18:17:27.639" v="19370"/>
          <ac:spMkLst>
            <pc:docMk/>
            <pc:sldMk cId="149520806" sldId="2146846027"/>
            <ac:spMk id="119" creationId="{502E277D-18E2-4E9D-A69A-F8BE809570F8}"/>
          </ac:spMkLst>
        </pc:spChg>
        <pc:spChg chg="add mod modVis">
          <ac:chgData name="Ken Popkin" userId="3c94c39e-c43b-4805-99ab-8da17777f1ac" providerId="ADAL" clId="{E440F346-DC68-4DD4-BA80-8DE6476F8949}" dt="2021-05-29T18:17:27.640" v="19372"/>
          <ac:spMkLst>
            <pc:docMk/>
            <pc:sldMk cId="149520806" sldId="2146846027"/>
            <ac:spMk id="120" creationId="{77CE3EC3-F248-4C73-9F29-888B53041A75}"/>
          </ac:spMkLst>
        </pc:spChg>
        <pc:spChg chg="add mod ord modVis">
          <ac:chgData name="Ken Popkin" userId="3c94c39e-c43b-4805-99ab-8da17777f1ac" providerId="ADAL" clId="{E440F346-DC68-4DD4-BA80-8DE6476F8949}" dt="2021-05-29T18:11:41.164" v="16271"/>
          <ac:spMkLst>
            <pc:docMk/>
            <pc:sldMk cId="149520806" sldId="2146846027"/>
            <ac:spMk id="121" creationId="{EAB2462F-FA02-4358-9FCC-8E3312CD1B91}"/>
          </ac:spMkLst>
        </pc:spChg>
        <pc:spChg chg="add mod ord modVis">
          <ac:chgData name="Ken Popkin" userId="3c94c39e-c43b-4805-99ab-8da17777f1ac" providerId="ADAL" clId="{E440F346-DC68-4DD4-BA80-8DE6476F8949}" dt="2021-05-29T18:17:27.641" v="19376"/>
          <ac:spMkLst>
            <pc:docMk/>
            <pc:sldMk cId="149520806" sldId="2146846027"/>
            <ac:spMk id="122" creationId="{9B4846D8-3F32-427D-AE53-D83C028D4019}"/>
          </ac:spMkLst>
        </pc:spChg>
        <pc:spChg chg="add mod ord modVis">
          <ac:chgData name="Ken Popkin" userId="3c94c39e-c43b-4805-99ab-8da17777f1ac" providerId="ADAL" clId="{E440F346-DC68-4DD4-BA80-8DE6476F8949}" dt="2021-05-29T18:14:53.502" v="18747"/>
          <ac:spMkLst>
            <pc:docMk/>
            <pc:sldMk cId="149520806" sldId="2146846027"/>
            <ac:spMk id="123" creationId="{F2CA3C76-451D-4602-834D-03A239868790}"/>
          </ac:spMkLst>
        </pc:spChg>
        <pc:spChg chg="add mod ord modVis">
          <ac:chgData name="Ken Popkin" userId="3c94c39e-c43b-4805-99ab-8da17777f1ac" providerId="ADAL" clId="{E440F346-DC68-4DD4-BA80-8DE6476F8949}" dt="2021-05-29T18:14:53.502" v="18749"/>
          <ac:spMkLst>
            <pc:docMk/>
            <pc:sldMk cId="149520806" sldId="2146846027"/>
            <ac:spMk id="124" creationId="{F3BCA353-2EE3-4B11-84AD-7B7CABAD7E4B}"/>
          </ac:spMkLst>
        </pc:spChg>
        <pc:spChg chg="add mod ord modVis">
          <ac:chgData name="Ken Popkin" userId="3c94c39e-c43b-4805-99ab-8da17777f1ac" providerId="ADAL" clId="{E440F346-DC68-4DD4-BA80-8DE6476F8949}" dt="2021-05-29T18:14:10.219" v="18407"/>
          <ac:spMkLst>
            <pc:docMk/>
            <pc:sldMk cId="149520806" sldId="2146846027"/>
            <ac:spMk id="125" creationId="{5213EF7F-A77B-4F55-8CA4-428F886CF3E4}"/>
          </ac:spMkLst>
        </pc:spChg>
        <pc:spChg chg="add mod ord">
          <ac:chgData name="Ken Popkin" userId="3c94c39e-c43b-4805-99ab-8da17777f1ac" providerId="ADAL" clId="{E440F346-DC68-4DD4-BA80-8DE6476F8949}" dt="2021-05-29T18:17:27.643" v="19380"/>
          <ac:spMkLst>
            <pc:docMk/>
            <pc:sldMk cId="149520806" sldId="2146846027"/>
            <ac:spMk id="126" creationId="{FED9E000-E9A6-4C70-BAB1-ED1B3B001CD8}"/>
          </ac:spMkLst>
        </pc:spChg>
        <pc:spChg chg="add mod">
          <ac:chgData name="Ken Popkin" userId="3c94c39e-c43b-4805-99ab-8da17777f1ac" providerId="ADAL" clId="{E440F346-DC68-4DD4-BA80-8DE6476F8949}" dt="2021-05-29T18:17:27.644" v="19382"/>
          <ac:spMkLst>
            <pc:docMk/>
            <pc:sldMk cId="149520806" sldId="2146846027"/>
            <ac:spMk id="127" creationId="{ED904EB9-5EC7-4061-A34B-864D2E9E0064}"/>
          </ac:spMkLst>
        </pc:spChg>
        <pc:spChg chg="add mod modVis">
          <ac:chgData name="Ken Popkin" userId="3c94c39e-c43b-4805-99ab-8da17777f1ac" providerId="ADAL" clId="{E440F346-DC68-4DD4-BA80-8DE6476F8949}" dt="2021-05-29T18:17:27.645" v="19384"/>
          <ac:spMkLst>
            <pc:docMk/>
            <pc:sldMk cId="149520806" sldId="2146846027"/>
            <ac:spMk id="128" creationId="{6FF2E54C-6BFD-4063-B774-B4C6993629F5}"/>
          </ac:spMkLst>
        </pc:spChg>
        <pc:spChg chg="add mod ord modVis">
          <ac:chgData name="Ken Popkin" userId="3c94c39e-c43b-4805-99ab-8da17777f1ac" providerId="ADAL" clId="{E440F346-DC68-4DD4-BA80-8DE6476F8949}" dt="2021-05-29T18:11:41.167" v="16283"/>
          <ac:spMkLst>
            <pc:docMk/>
            <pc:sldMk cId="149520806" sldId="2146846027"/>
            <ac:spMk id="129" creationId="{F7D38F83-779C-48F0-938B-86AC089296D0}"/>
          </ac:spMkLst>
        </pc:spChg>
        <pc:spChg chg="add mod ord modVis">
          <ac:chgData name="Ken Popkin" userId="3c94c39e-c43b-4805-99ab-8da17777f1ac" providerId="ADAL" clId="{E440F346-DC68-4DD4-BA80-8DE6476F8949}" dt="2021-05-29T18:17:27.646" v="19388"/>
          <ac:spMkLst>
            <pc:docMk/>
            <pc:sldMk cId="149520806" sldId="2146846027"/>
            <ac:spMk id="130" creationId="{B6F34D94-0C61-443E-B296-13FB49FBCE92}"/>
          </ac:spMkLst>
        </pc:spChg>
        <pc:spChg chg="add mod ord modVis">
          <ac:chgData name="Ken Popkin" userId="3c94c39e-c43b-4805-99ab-8da17777f1ac" providerId="ADAL" clId="{E440F346-DC68-4DD4-BA80-8DE6476F8949}" dt="2021-05-29T18:14:53.508" v="18763"/>
          <ac:spMkLst>
            <pc:docMk/>
            <pc:sldMk cId="149520806" sldId="2146846027"/>
            <ac:spMk id="131" creationId="{FD68AFCD-5F58-46B5-9219-A5A0EB8F71AB}"/>
          </ac:spMkLst>
        </pc:spChg>
        <pc:spChg chg="add mod ord modVis">
          <ac:chgData name="Ken Popkin" userId="3c94c39e-c43b-4805-99ab-8da17777f1ac" providerId="ADAL" clId="{E440F346-DC68-4DD4-BA80-8DE6476F8949}" dt="2021-05-29T18:14:53.508" v="18765"/>
          <ac:spMkLst>
            <pc:docMk/>
            <pc:sldMk cId="149520806" sldId="2146846027"/>
            <ac:spMk id="132" creationId="{E1441F29-C25A-4B4A-83C4-9924ED7D38D1}"/>
          </ac:spMkLst>
        </pc:spChg>
        <pc:spChg chg="add mod ord modVis">
          <ac:chgData name="Ken Popkin" userId="3c94c39e-c43b-4805-99ab-8da17777f1ac" providerId="ADAL" clId="{E440F346-DC68-4DD4-BA80-8DE6476F8949}" dt="2021-05-29T18:14:10.227" v="18425"/>
          <ac:spMkLst>
            <pc:docMk/>
            <pc:sldMk cId="149520806" sldId="2146846027"/>
            <ac:spMk id="133" creationId="{30897F6A-C228-49A6-A81F-D5F4403FF750}"/>
          </ac:spMkLst>
        </pc:spChg>
        <pc:spChg chg="add mod ord">
          <ac:chgData name="Ken Popkin" userId="3c94c39e-c43b-4805-99ab-8da17777f1ac" providerId="ADAL" clId="{E440F346-DC68-4DD4-BA80-8DE6476F8949}" dt="2021-05-29T18:17:27.647" v="19392"/>
          <ac:spMkLst>
            <pc:docMk/>
            <pc:sldMk cId="149520806" sldId="2146846027"/>
            <ac:spMk id="134" creationId="{072E8E44-13F9-42D7-B228-67B430D09B41}"/>
          </ac:spMkLst>
        </pc:spChg>
        <pc:spChg chg="add del mod">
          <ac:chgData name="Ken Popkin" userId="3c94c39e-c43b-4805-99ab-8da17777f1ac" providerId="ADAL" clId="{E440F346-DC68-4DD4-BA80-8DE6476F8949}" dt="2021-05-29T18:11:41.066" v="15951"/>
          <ac:spMkLst>
            <pc:docMk/>
            <pc:sldMk cId="149520806" sldId="2146846027"/>
            <ac:spMk id="135" creationId="{910AAD72-5D9A-4D0A-A59B-7900F62B5045}"/>
          </ac:spMkLst>
        </pc:spChg>
        <pc:spChg chg="add del mod modVis">
          <ac:chgData name="Ken Popkin" userId="3c94c39e-c43b-4805-99ab-8da17777f1ac" providerId="ADAL" clId="{E440F346-DC68-4DD4-BA80-8DE6476F8949}" dt="2021-05-29T18:11:41.074" v="15971"/>
          <ac:spMkLst>
            <pc:docMk/>
            <pc:sldMk cId="149520806" sldId="2146846027"/>
            <ac:spMk id="136" creationId="{C5E80E9C-9CCF-4871-A5FB-39901F63B9CD}"/>
          </ac:spMkLst>
        </pc:spChg>
        <pc:spChg chg="add mod ord modVis">
          <ac:chgData name="Ken Popkin" userId="3c94c39e-c43b-4805-99ab-8da17777f1ac" providerId="ADAL" clId="{E440F346-DC68-4DD4-BA80-8DE6476F8949}" dt="2021-05-29T18:11:41.169" v="16295"/>
          <ac:spMkLst>
            <pc:docMk/>
            <pc:sldMk cId="149520806" sldId="2146846027"/>
            <ac:spMk id="137" creationId="{C454DF8D-FD69-4AE1-B576-E81BE205A293}"/>
          </ac:spMkLst>
        </pc:spChg>
        <pc:spChg chg="add mod ord modVis">
          <ac:chgData name="Ken Popkin" userId="3c94c39e-c43b-4805-99ab-8da17777f1ac" providerId="ADAL" clId="{E440F346-DC68-4DD4-BA80-8DE6476F8949}" dt="2021-05-29T18:17:27.651" v="19400"/>
          <ac:spMkLst>
            <pc:docMk/>
            <pc:sldMk cId="149520806" sldId="2146846027"/>
            <ac:spMk id="138" creationId="{2E18D0C0-770C-4F05-805D-7792C87E94EB}"/>
          </ac:spMkLst>
        </pc:spChg>
        <pc:spChg chg="add mod ord modVis">
          <ac:chgData name="Ken Popkin" userId="3c94c39e-c43b-4805-99ab-8da17777f1ac" providerId="ADAL" clId="{E440F346-DC68-4DD4-BA80-8DE6476F8949}" dt="2021-05-29T18:14:53.512" v="18779"/>
          <ac:spMkLst>
            <pc:docMk/>
            <pc:sldMk cId="149520806" sldId="2146846027"/>
            <ac:spMk id="139" creationId="{E813E8C1-836D-4FD9-A48B-37AA27B690DF}"/>
          </ac:spMkLst>
        </pc:spChg>
        <pc:spChg chg="add mod ord modVis">
          <ac:chgData name="Ken Popkin" userId="3c94c39e-c43b-4805-99ab-8da17777f1ac" providerId="ADAL" clId="{E440F346-DC68-4DD4-BA80-8DE6476F8949}" dt="2021-05-29T18:14:53.513" v="18781"/>
          <ac:spMkLst>
            <pc:docMk/>
            <pc:sldMk cId="149520806" sldId="2146846027"/>
            <ac:spMk id="140" creationId="{FAE730D1-6C89-4B65-907E-51A801F776A9}"/>
          </ac:spMkLst>
        </pc:spChg>
        <pc:spChg chg="add mod ord modVis">
          <ac:chgData name="Ken Popkin" userId="3c94c39e-c43b-4805-99ab-8da17777f1ac" providerId="ADAL" clId="{E440F346-DC68-4DD4-BA80-8DE6476F8949}" dt="2021-05-29T18:14:10.234" v="18443"/>
          <ac:spMkLst>
            <pc:docMk/>
            <pc:sldMk cId="149520806" sldId="2146846027"/>
            <ac:spMk id="141" creationId="{88ACC3A2-04DE-4E6D-A88B-9BC6EFE13843}"/>
          </ac:spMkLst>
        </pc:spChg>
        <pc:spChg chg="add mod ord">
          <ac:chgData name="Ken Popkin" userId="3c94c39e-c43b-4805-99ab-8da17777f1ac" providerId="ADAL" clId="{E440F346-DC68-4DD4-BA80-8DE6476F8949}" dt="2021-05-29T18:17:27.651" v="19404"/>
          <ac:spMkLst>
            <pc:docMk/>
            <pc:sldMk cId="149520806" sldId="2146846027"/>
            <ac:spMk id="142" creationId="{10A8649C-DD46-45E8-BAAB-940209352D50}"/>
          </ac:spMkLst>
        </pc:spChg>
        <pc:spChg chg="add mod">
          <ac:chgData name="Ken Popkin" userId="3c94c39e-c43b-4805-99ab-8da17777f1ac" providerId="ADAL" clId="{E440F346-DC68-4DD4-BA80-8DE6476F8949}" dt="2021-05-29T18:17:27.652" v="19406"/>
          <ac:spMkLst>
            <pc:docMk/>
            <pc:sldMk cId="149520806" sldId="2146846027"/>
            <ac:spMk id="143" creationId="{7B9E0508-4177-4F02-BD85-40472B36E5E4}"/>
          </ac:spMkLst>
        </pc:spChg>
        <pc:spChg chg="add mod modVis">
          <ac:chgData name="Ken Popkin" userId="3c94c39e-c43b-4805-99ab-8da17777f1ac" providerId="ADAL" clId="{E440F346-DC68-4DD4-BA80-8DE6476F8949}" dt="2021-05-29T18:17:27.653" v="19408"/>
          <ac:spMkLst>
            <pc:docMk/>
            <pc:sldMk cId="149520806" sldId="2146846027"/>
            <ac:spMk id="144" creationId="{F8A79080-3FCB-472E-92D2-A03E648437EB}"/>
          </ac:spMkLst>
        </pc:spChg>
        <pc:spChg chg="add mod ord modVis">
          <ac:chgData name="Ken Popkin" userId="3c94c39e-c43b-4805-99ab-8da17777f1ac" providerId="ADAL" clId="{E440F346-DC68-4DD4-BA80-8DE6476F8949}" dt="2021-05-29T18:11:41.171" v="16307"/>
          <ac:spMkLst>
            <pc:docMk/>
            <pc:sldMk cId="149520806" sldId="2146846027"/>
            <ac:spMk id="145" creationId="{30AD4D36-72E2-4E38-B291-BD7CAA0415B0}"/>
          </ac:spMkLst>
        </pc:spChg>
        <pc:spChg chg="add mod ord modVis">
          <ac:chgData name="Ken Popkin" userId="3c94c39e-c43b-4805-99ab-8da17777f1ac" providerId="ADAL" clId="{E440F346-DC68-4DD4-BA80-8DE6476F8949}" dt="2021-05-29T18:17:27.654" v="19412"/>
          <ac:spMkLst>
            <pc:docMk/>
            <pc:sldMk cId="149520806" sldId="2146846027"/>
            <ac:spMk id="146" creationId="{ECBA7069-399F-49DB-8FD2-CDB4BAE971A4}"/>
          </ac:spMkLst>
        </pc:spChg>
        <pc:spChg chg="add mod ord modVis">
          <ac:chgData name="Ken Popkin" userId="3c94c39e-c43b-4805-99ab-8da17777f1ac" providerId="ADAL" clId="{E440F346-DC68-4DD4-BA80-8DE6476F8949}" dt="2021-05-29T18:14:53.519" v="18795"/>
          <ac:spMkLst>
            <pc:docMk/>
            <pc:sldMk cId="149520806" sldId="2146846027"/>
            <ac:spMk id="147" creationId="{21C41218-4967-467C-8BC2-B0248045CDF0}"/>
          </ac:spMkLst>
        </pc:spChg>
        <pc:spChg chg="add mod ord modVis">
          <ac:chgData name="Ken Popkin" userId="3c94c39e-c43b-4805-99ab-8da17777f1ac" providerId="ADAL" clId="{E440F346-DC68-4DD4-BA80-8DE6476F8949}" dt="2021-05-29T18:14:53.519" v="18797"/>
          <ac:spMkLst>
            <pc:docMk/>
            <pc:sldMk cId="149520806" sldId="2146846027"/>
            <ac:spMk id="148" creationId="{DFA84E9F-3F2A-4BBE-B8CD-C419C5325DE3}"/>
          </ac:spMkLst>
        </pc:spChg>
        <pc:spChg chg="add mod ord modVis">
          <ac:chgData name="Ken Popkin" userId="3c94c39e-c43b-4805-99ab-8da17777f1ac" providerId="ADAL" clId="{E440F346-DC68-4DD4-BA80-8DE6476F8949}" dt="2021-05-29T18:14:10.241" v="18459"/>
          <ac:spMkLst>
            <pc:docMk/>
            <pc:sldMk cId="149520806" sldId="2146846027"/>
            <ac:spMk id="149" creationId="{28634FCF-CC9A-4546-B7F0-E78720DDB781}"/>
          </ac:spMkLst>
        </pc:spChg>
        <pc:spChg chg="add mod ord">
          <ac:chgData name="Ken Popkin" userId="3c94c39e-c43b-4805-99ab-8da17777f1ac" providerId="ADAL" clId="{E440F346-DC68-4DD4-BA80-8DE6476F8949}" dt="2021-05-29T18:17:27.655" v="19416"/>
          <ac:spMkLst>
            <pc:docMk/>
            <pc:sldMk cId="149520806" sldId="2146846027"/>
            <ac:spMk id="150" creationId="{D31E1AA9-2B60-4551-99A3-B5620E615E52}"/>
          </ac:spMkLst>
        </pc:spChg>
        <pc:spChg chg="add mod">
          <ac:chgData name="Ken Popkin" userId="3c94c39e-c43b-4805-99ab-8da17777f1ac" providerId="ADAL" clId="{E440F346-DC68-4DD4-BA80-8DE6476F8949}" dt="2021-05-29T18:17:27.656" v="19418"/>
          <ac:spMkLst>
            <pc:docMk/>
            <pc:sldMk cId="149520806" sldId="2146846027"/>
            <ac:spMk id="151" creationId="{03FA0793-3F0B-4A55-9E24-481C7CA8C6F9}"/>
          </ac:spMkLst>
        </pc:spChg>
        <pc:spChg chg="add mod modVis">
          <ac:chgData name="Ken Popkin" userId="3c94c39e-c43b-4805-99ab-8da17777f1ac" providerId="ADAL" clId="{E440F346-DC68-4DD4-BA80-8DE6476F8949}" dt="2021-05-29T18:17:27.657" v="19420"/>
          <ac:spMkLst>
            <pc:docMk/>
            <pc:sldMk cId="149520806" sldId="2146846027"/>
            <ac:spMk id="152" creationId="{77DE9166-B308-48B1-B793-9E8BF6D79CD5}"/>
          </ac:spMkLst>
        </pc:spChg>
        <pc:spChg chg="add mod ord modVis">
          <ac:chgData name="Ken Popkin" userId="3c94c39e-c43b-4805-99ab-8da17777f1ac" providerId="ADAL" clId="{E440F346-DC68-4DD4-BA80-8DE6476F8949}" dt="2021-05-29T18:11:41.173" v="16319"/>
          <ac:spMkLst>
            <pc:docMk/>
            <pc:sldMk cId="149520806" sldId="2146846027"/>
            <ac:spMk id="153" creationId="{9015A331-9D5A-4138-8A3F-EBA43E729148}"/>
          </ac:spMkLst>
        </pc:spChg>
        <pc:spChg chg="add mod ord modVis">
          <ac:chgData name="Ken Popkin" userId="3c94c39e-c43b-4805-99ab-8da17777f1ac" providerId="ADAL" clId="{E440F346-DC68-4DD4-BA80-8DE6476F8949}" dt="2021-05-29T18:17:27.659" v="19424"/>
          <ac:spMkLst>
            <pc:docMk/>
            <pc:sldMk cId="149520806" sldId="2146846027"/>
            <ac:spMk id="154" creationId="{95C7E86B-AE36-4971-81D4-0B820D7A9227}"/>
          </ac:spMkLst>
        </pc:spChg>
        <pc:spChg chg="add mod ord modVis">
          <ac:chgData name="Ken Popkin" userId="3c94c39e-c43b-4805-99ab-8da17777f1ac" providerId="ADAL" clId="{E440F346-DC68-4DD4-BA80-8DE6476F8949}" dt="2021-05-29T18:14:53.523" v="18811"/>
          <ac:spMkLst>
            <pc:docMk/>
            <pc:sldMk cId="149520806" sldId="2146846027"/>
            <ac:spMk id="155" creationId="{723B55BD-0312-4254-B0B8-DA12CDC816A6}"/>
          </ac:spMkLst>
        </pc:spChg>
        <pc:spChg chg="add mod ord modVis">
          <ac:chgData name="Ken Popkin" userId="3c94c39e-c43b-4805-99ab-8da17777f1ac" providerId="ADAL" clId="{E440F346-DC68-4DD4-BA80-8DE6476F8949}" dt="2021-05-29T18:14:53.523" v="18813"/>
          <ac:spMkLst>
            <pc:docMk/>
            <pc:sldMk cId="149520806" sldId="2146846027"/>
            <ac:spMk id="156" creationId="{E87A69B6-FDB0-4494-BA7E-5A5DABCE2DA5}"/>
          </ac:spMkLst>
        </pc:spChg>
        <pc:spChg chg="add mod ord modVis">
          <ac:chgData name="Ken Popkin" userId="3c94c39e-c43b-4805-99ab-8da17777f1ac" providerId="ADAL" clId="{E440F346-DC68-4DD4-BA80-8DE6476F8949}" dt="2021-05-29T18:14:10.248" v="18475"/>
          <ac:spMkLst>
            <pc:docMk/>
            <pc:sldMk cId="149520806" sldId="2146846027"/>
            <ac:spMk id="157" creationId="{BC5B631A-8A5A-4660-82F8-EA9A972AB275}"/>
          </ac:spMkLst>
        </pc:spChg>
        <pc:spChg chg="add mod ord">
          <ac:chgData name="Ken Popkin" userId="3c94c39e-c43b-4805-99ab-8da17777f1ac" providerId="ADAL" clId="{E440F346-DC68-4DD4-BA80-8DE6476F8949}" dt="2021-05-29T18:17:27.659" v="19428"/>
          <ac:spMkLst>
            <pc:docMk/>
            <pc:sldMk cId="149520806" sldId="2146846027"/>
            <ac:spMk id="158" creationId="{E8AB7C50-C936-40AA-A069-2A5C25D95DC6}"/>
          </ac:spMkLst>
        </pc:spChg>
        <pc:spChg chg="add mod">
          <ac:chgData name="Ken Popkin" userId="3c94c39e-c43b-4805-99ab-8da17777f1ac" providerId="ADAL" clId="{E440F346-DC68-4DD4-BA80-8DE6476F8949}" dt="2021-05-29T18:17:27.660" v="19430"/>
          <ac:spMkLst>
            <pc:docMk/>
            <pc:sldMk cId="149520806" sldId="2146846027"/>
            <ac:spMk id="159" creationId="{9A7BDF81-5607-4684-8994-12F712AC5B3F}"/>
          </ac:spMkLst>
        </pc:spChg>
        <pc:spChg chg="add mod modVis">
          <ac:chgData name="Ken Popkin" userId="3c94c39e-c43b-4805-99ab-8da17777f1ac" providerId="ADAL" clId="{E440F346-DC68-4DD4-BA80-8DE6476F8949}" dt="2021-05-29T18:17:27.661" v="19432"/>
          <ac:spMkLst>
            <pc:docMk/>
            <pc:sldMk cId="149520806" sldId="2146846027"/>
            <ac:spMk id="160" creationId="{1769A0AD-8EAA-4111-8CD6-F57C1E8635FA}"/>
          </ac:spMkLst>
        </pc:spChg>
        <pc:spChg chg="add mod ord modVis">
          <ac:chgData name="Ken Popkin" userId="3c94c39e-c43b-4805-99ab-8da17777f1ac" providerId="ADAL" clId="{E440F346-DC68-4DD4-BA80-8DE6476F8949}" dt="2021-05-29T18:11:41.175" v="16331"/>
          <ac:spMkLst>
            <pc:docMk/>
            <pc:sldMk cId="149520806" sldId="2146846027"/>
            <ac:spMk id="161" creationId="{CC67D65C-83FD-4A8F-A322-9FB26133436A}"/>
          </ac:spMkLst>
        </pc:spChg>
        <pc:spChg chg="add mod ord modVis">
          <ac:chgData name="Ken Popkin" userId="3c94c39e-c43b-4805-99ab-8da17777f1ac" providerId="ADAL" clId="{E440F346-DC68-4DD4-BA80-8DE6476F8949}" dt="2021-05-29T18:17:27.662" v="19436"/>
          <ac:spMkLst>
            <pc:docMk/>
            <pc:sldMk cId="149520806" sldId="2146846027"/>
            <ac:spMk id="162" creationId="{EC7ACBA3-D7F5-4524-83ED-BF96615D657E}"/>
          </ac:spMkLst>
        </pc:spChg>
        <pc:spChg chg="add mod ord modVis">
          <ac:chgData name="Ken Popkin" userId="3c94c39e-c43b-4805-99ab-8da17777f1ac" providerId="ADAL" clId="{E440F346-DC68-4DD4-BA80-8DE6476F8949}" dt="2021-05-29T18:14:53.528" v="18827"/>
          <ac:spMkLst>
            <pc:docMk/>
            <pc:sldMk cId="149520806" sldId="2146846027"/>
            <ac:spMk id="163" creationId="{6ED0D178-6405-4F0C-BF2C-E67D23D3086A}"/>
          </ac:spMkLst>
        </pc:spChg>
        <pc:spChg chg="add mod ord modVis">
          <ac:chgData name="Ken Popkin" userId="3c94c39e-c43b-4805-99ab-8da17777f1ac" providerId="ADAL" clId="{E440F346-DC68-4DD4-BA80-8DE6476F8949}" dt="2021-05-29T18:14:53.529" v="18829"/>
          <ac:spMkLst>
            <pc:docMk/>
            <pc:sldMk cId="149520806" sldId="2146846027"/>
            <ac:spMk id="164" creationId="{55D062BB-FFD4-416A-B6C6-9C7AE650A678}"/>
          </ac:spMkLst>
        </pc:spChg>
        <pc:spChg chg="add mod ord modVis">
          <ac:chgData name="Ken Popkin" userId="3c94c39e-c43b-4805-99ab-8da17777f1ac" providerId="ADAL" clId="{E440F346-DC68-4DD4-BA80-8DE6476F8949}" dt="2021-05-29T18:14:10.255" v="18493"/>
          <ac:spMkLst>
            <pc:docMk/>
            <pc:sldMk cId="149520806" sldId="2146846027"/>
            <ac:spMk id="165" creationId="{362AD9B0-0064-45EE-8577-CF51511CDFEF}"/>
          </ac:spMkLst>
        </pc:spChg>
        <pc:spChg chg="add mod ord">
          <ac:chgData name="Ken Popkin" userId="3c94c39e-c43b-4805-99ab-8da17777f1ac" providerId="ADAL" clId="{E440F346-DC68-4DD4-BA80-8DE6476F8949}" dt="2021-05-29T18:17:27.664" v="19440"/>
          <ac:spMkLst>
            <pc:docMk/>
            <pc:sldMk cId="149520806" sldId="2146846027"/>
            <ac:spMk id="166" creationId="{0BAA7EF0-1634-4311-9502-AED58CC6F63F}"/>
          </ac:spMkLst>
        </pc:spChg>
        <pc:spChg chg="add mod">
          <ac:chgData name="Ken Popkin" userId="3c94c39e-c43b-4805-99ab-8da17777f1ac" providerId="ADAL" clId="{E440F346-DC68-4DD4-BA80-8DE6476F8949}" dt="2021-05-29T18:17:27.576" v="19160"/>
          <ac:spMkLst>
            <pc:docMk/>
            <pc:sldMk cId="149520806" sldId="2146846027"/>
            <ac:spMk id="167" creationId="{04637522-4A70-435B-BF90-2E334F6105A9}"/>
          </ac:spMkLst>
        </pc:spChg>
        <pc:spChg chg="add mod">
          <ac:chgData name="Ken Popkin" userId="3c94c39e-c43b-4805-99ab-8da17777f1ac" providerId="ADAL" clId="{E440F346-DC68-4DD4-BA80-8DE6476F8949}" dt="2021-05-29T18:17:27.579" v="19163"/>
          <ac:spMkLst>
            <pc:docMk/>
            <pc:sldMk cId="149520806" sldId="2146846027"/>
            <ac:spMk id="168" creationId="{AC57EA52-989C-471B-B3B7-CDD6C8986C13}"/>
          </ac:spMkLst>
        </pc:spChg>
        <pc:spChg chg="add mod">
          <ac:chgData name="Ken Popkin" userId="3c94c39e-c43b-4805-99ab-8da17777f1ac" providerId="ADAL" clId="{E440F346-DC68-4DD4-BA80-8DE6476F8949}" dt="2021-05-29T18:17:27.580" v="19166"/>
          <ac:spMkLst>
            <pc:docMk/>
            <pc:sldMk cId="149520806" sldId="2146846027"/>
            <ac:spMk id="169" creationId="{E8AE049C-BE43-4087-BC72-71ECF740EAB2}"/>
          </ac:spMkLst>
        </pc:spChg>
        <pc:spChg chg="add mod">
          <ac:chgData name="Ken Popkin" userId="3c94c39e-c43b-4805-99ab-8da17777f1ac" providerId="ADAL" clId="{E440F346-DC68-4DD4-BA80-8DE6476F8949}" dt="2021-05-29T18:17:27.591" v="19218"/>
          <ac:spMkLst>
            <pc:docMk/>
            <pc:sldMk cId="149520806" sldId="2146846027"/>
            <ac:spMk id="170" creationId="{608F9FEF-5B34-4A12-9B65-ECD975F39842}"/>
          </ac:spMkLst>
        </pc:spChg>
        <pc:spChg chg="add mod">
          <ac:chgData name="Ken Popkin" userId="3c94c39e-c43b-4805-99ab-8da17777f1ac" providerId="ADAL" clId="{E440F346-DC68-4DD4-BA80-8DE6476F8949}" dt="2021-05-29T18:17:27.593" v="19227"/>
          <ac:spMkLst>
            <pc:docMk/>
            <pc:sldMk cId="149520806" sldId="2146846027"/>
            <ac:spMk id="171" creationId="{2962F224-FBD7-4D6B-B6C5-7D95115CB608}"/>
          </ac:spMkLst>
        </pc:spChg>
        <pc:spChg chg="add mod">
          <ac:chgData name="Ken Popkin" userId="3c94c39e-c43b-4805-99ab-8da17777f1ac" providerId="ADAL" clId="{E440F346-DC68-4DD4-BA80-8DE6476F8949}" dt="2021-05-29T18:17:27.595" v="19236"/>
          <ac:spMkLst>
            <pc:docMk/>
            <pc:sldMk cId="149520806" sldId="2146846027"/>
            <ac:spMk id="172" creationId="{B43D0425-EBDE-48AE-A0D6-9BF6EA9185B2}"/>
          </ac:spMkLst>
        </pc:spChg>
        <pc:spChg chg="add mod">
          <ac:chgData name="Ken Popkin" userId="3c94c39e-c43b-4805-99ab-8da17777f1ac" providerId="ADAL" clId="{E440F346-DC68-4DD4-BA80-8DE6476F8949}" dt="2021-05-29T18:17:27.597" v="19245"/>
          <ac:spMkLst>
            <pc:docMk/>
            <pc:sldMk cId="149520806" sldId="2146846027"/>
            <ac:spMk id="173" creationId="{A0AAB880-F6CD-4638-802C-DE823267DBDC}"/>
          </ac:spMkLst>
        </pc:spChg>
        <pc:spChg chg="add mod">
          <ac:chgData name="Ken Popkin" userId="3c94c39e-c43b-4805-99ab-8da17777f1ac" providerId="ADAL" clId="{E440F346-DC68-4DD4-BA80-8DE6476F8949}" dt="2021-05-29T18:17:27.599" v="19248"/>
          <ac:spMkLst>
            <pc:docMk/>
            <pc:sldMk cId="149520806" sldId="2146846027"/>
            <ac:spMk id="174" creationId="{7BEA79EF-1991-4D69-AB4C-841B027EF6E9}"/>
          </ac:spMkLst>
        </pc:spChg>
        <pc:spChg chg="add mod modVis">
          <ac:chgData name="Ken Popkin" userId="3c94c39e-c43b-4805-99ab-8da17777f1ac" providerId="ADAL" clId="{E440F346-DC68-4DD4-BA80-8DE6476F8949}" dt="2021-05-29T18:17:27.600" v="19250"/>
          <ac:spMkLst>
            <pc:docMk/>
            <pc:sldMk cId="149520806" sldId="2146846027"/>
            <ac:spMk id="175" creationId="{BBB4CA01-7284-4542-801E-409455EA0CDB}"/>
          </ac:spMkLst>
        </pc:spChg>
        <pc:spChg chg="add mod">
          <ac:chgData name="Ken Popkin" userId="3c94c39e-c43b-4805-99ab-8da17777f1ac" providerId="ADAL" clId="{E440F346-DC68-4DD4-BA80-8DE6476F8949}" dt="2021-05-29T18:17:27.602" v="19260"/>
          <ac:spMkLst>
            <pc:docMk/>
            <pc:sldMk cId="149520806" sldId="2146846027"/>
            <ac:spMk id="176" creationId="{57E165D2-5AFD-43C1-AD63-EE242E9B2351}"/>
          </ac:spMkLst>
        </pc:spChg>
        <pc:spChg chg="add mod modVis">
          <ac:chgData name="Ken Popkin" userId="3c94c39e-c43b-4805-99ab-8da17777f1ac" providerId="ADAL" clId="{E440F346-DC68-4DD4-BA80-8DE6476F8949}" dt="2021-05-29T18:17:27.604" v="19262"/>
          <ac:spMkLst>
            <pc:docMk/>
            <pc:sldMk cId="149520806" sldId="2146846027"/>
            <ac:spMk id="177" creationId="{D883502C-FD59-4315-A0B6-D0BB771AFBA5}"/>
          </ac:spMkLst>
        </pc:spChg>
        <pc:spChg chg="add mod">
          <ac:chgData name="Ken Popkin" userId="3c94c39e-c43b-4805-99ab-8da17777f1ac" providerId="ADAL" clId="{E440F346-DC68-4DD4-BA80-8DE6476F8949}" dt="2021-05-29T18:17:27.606" v="19272"/>
          <ac:spMkLst>
            <pc:docMk/>
            <pc:sldMk cId="149520806" sldId="2146846027"/>
            <ac:spMk id="178" creationId="{EA88D42F-4FD1-4933-BA62-5057FC28F47E}"/>
          </ac:spMkLst>
        </pc:spChg>
        <pc:spChg chg="add mod modVis">
          <ac:chgData name="Ken Popkin" userId="3c94c39e-c43b-4805-99ab-8da17777f1ac" providerId="ADAL" clId="{E440F346-DC68-4DD4-BA80-8DE6476F8949}" dt="2021-05-29T18:17:27.607" v="19274"/>
          <ac:spMkLst>
            <pc:docMk/>
            <pc:sldMk cId="149520806" sldId="2146846027"/>
            <ac:spMk id="179" creationId="{CC9DBA45-B6DA-4E7A-9007-4EB2FB579032}"/>
          </ac:spMkLst>
        </pc:spChg>
        <pc:spChg chg="add mod">
          <ac:chgData name="Ken Popkin" userId="3c94c39e-c43b-4805-99ab-8da17777f1ac" providerId="ADAL" clId="{E440F346-DC68-4DD4-BA80-8DE6476F8949}" dt="2021-05-29T18:17:27.611" v="19285"/>
          <ac:spMkLst>
            <pc:docMk/>
            <pc:sldMk cId="149520806" sldId="2146846027"/>
            <ac:spMk id="180" creationId="{79BCE64B-1B72-40A6-9123-47FEBB6C5DFF}"/>
          </ac:spMkLst>
        </pc:spChg>
        <pc:spChg chg="add mod modVis">
          <ac:chgData name="Ken Popkin" userId="3c94c39e-c43b-4805-99ab-8da17777f1ac" providerId="ADAL" clId="{E440F346-DC68-4DD4-BA80-8DE6476F8949}" dt="2021-05-29T18:17:27.612" v="19287"/>
          <ac:spMkLst>
            <pc:docMk/>
            <pc:sldMk cId="149520806" sldId="2146846027"/>
            <ac:spMk id="181" creationId="{E1EFB6E1-8900-48CE-A92E-BC08327A309D}"/>
          </ac:spMkLst>
        </pc:spChg>
        <pc:spChg chg="add mod">
          <ac:chgData name="Ken Popkin" userId="3c94c39e-c43b-4805-99ab-8da17777f1ac" providerId="ADAL" clId="{E440F346-DC68-4DD4-BA80-8DE6476F8949}" dt="2021-05-29T18:17:27.615" v="19298"/>
          <ac:spMkLst>
            <pc:docMk/>
            <pc:sldMk cId="149520806" sldId="2146846027"/>
            <ac:spMk id="182" creationId="{3F5B4D2C-29BA-4FCC-ADC4-CC0008B65FFE}"/>
          </ac:spMkLst>
        </pc:spChg>
        <pc:spChg chg="add mod modVis">
          <ac:chgData name="Ken Popkin" userId="3c94c39e-c43b-4805-99ab-8da17777f1ac" providerId="ADAL" clId="{E440F346-DC68-4DD4-BA80-8DE6476F8949}" dt="2021-05-29T18:17:27.616" v="19300"/>
          <ac:spMkLst>
            <pc:docMk/>
            <pc:sldMk cId="149520806" sldId="2146846027"/>
            <ac:spMk id="183" creationId="{F48FE81A-126E-4D86-8DCF-124C6FCE8695}"/>
          </ac:spMkLst>
        </pc:spChg>
        <pc:spChg chg="add mod">
          <ac:chgData name="Ken Popkin" userId="3c94c39e-c43b-4805-99ab-8da17777f1ac" providerId="ADAL" clId="{E440F346-DC68-4DD4-BA80-8DE6476F8949}" dt="2021-05-29T18:17:27.631" v="19346"/>
          <ac:spMkLst>
            <pc:docMk/>
            <pc:sldMk cId="149520806" sldId="2146846027"/>
            <ac:spMk id="184" creationId="{90EDFC46-D707-4577-BADD-BE4A8846B8DE}"/>
          </ac:spMkLst>
        </pc:spChg>
        <pc:spChg chg="add mod modVis">
          <ac:chgData name="Ken Popkin" userId="3c94c39e-c43b-4805-99ab-8da17777f1ac" providerId="ADAL" clId="{E440F346-DC68-4DD4-BA80-8DE6476F8949}" dt="2021-05-29T18:17:27.632" v="19348"/>
          <ac:spMkLst>
            <pc:docMk/>
            <pc:sldMk cId="149520806" sldId="2146846027"/>
            <ac:spMk id="185" creationId="{CE541014-6DF2-4ECC-96A0-1DDA1880A8E0}"/>
          </ac:spMkLst>
        </pc:spChg>
        <pc:spChg chg="add mod">
          <ac:chgData name="Ken Popkin" userId="3c94c39e-c43b-4805-99ab-8da17777f1ac" providerId="ADAL" clId="{E440F346-DC68-4DD4-BA80-8DE6476F8949}" dt="2021-05-29T18:17:27.648" v="19394"/>
          <ac:spMkLst>
            <pc:docMk/>
            <pc:sldMk cId="149520806" sldId="2146846027"/>
            <ac:spMk id="186" creationId="{B8090D90-7E26-4C39-B02D-8F44B47D7DF3}"/>
          </ac:spMkLst>
        </pc:spChg>
        <pc:spChg chg="add mod modVis">
          <ac:chgData name="Ken Popkin" userId="3c94c39e-c43b-4805-99ab-8da17777f1ac" providerId="ADAL" clId="{E440F346-DC68-4DD4-BA80-8DE6476F8949}" dt="2021-05-29T18:17:27.648" v="19396"/>
          <ac:spMkLst>
            <pc:docMk/>
            <pc:sldMk cId="149520806" sldId="2146846027"/>
            <ac:spMk id="187" creationId="{E00CA95A-68F2-4F20-8606-4D340E8A2F31}"/>
          </ac:spMkLst>
        </pc:spChg>
        <pc:cxnChg chg="add del mod ord">
          <ac:chgData name="Ken Popkin" userId="3c94c39e-c43b-4805-99ab-8da17777f1ac" providerId="ADAL" clId="{E440F346-DC68-4DD4-BA80-8DE6476F8949}" dt="2021-05-29T18:11:41.182" v="16367"/>
          <ac:cxnSpMkLst>
            <pc:docMk/>
            <pc:sldMk cId="149520806" sldId="2146846027"/>
            <ac:cxnSpMk id="23" creationId="{CFCB57E4-6630-444F-89BB-0E8E3FCB8D5F}"/>
          </ac:cxnSpMkLst>
        </pc:cxnChg>
        <pc:cxnChg chg="add del mod ord">
          <ac:chgData name="Ken Popkin" userId="3c94c39e-c43b-4805-99ab-8da17777f1ac" providerId="ADAL" clId="{E440F346-DC68-4DD4-BA80-8DE6476F8949}" dt="2021-05-29T18:11:41.183" v="16369"/>
          <ac:cxnSpMkLst>
            <pc:docMk/>
            <pc:sldMk cId="149520806" sldId="2146846027"/>
            <ac:cxnSpMk id="24" creationId="{F4E89811-8622-42C8-B7F8-37C8BE9D682B}"/>
          </ac:cxnSpMkLst>
        </pc:cxnChg>
        <pc:cxnChg chg="add del mod ord">
          <ac:chgData name="Ken Popkin" userId="3c94c39e-c43b-4805-99ab-8da17777f1ac" providerId="ADAL" clId="{E440F346-DC68-4DD4-BA80-8DE6476F8949}" dt="2021-05-29T18:11:41.184" v="16371"/>
          <ac:cxnSpMkLst>
            <pc:docMk/>
            <pc:sldMk cId="149520806" sldId="2146846027"/>
            <ac:cxnSpMk id="25" creationId="{798B6770-A231-4FAB-BECD-F3EDB6627A84}"/>
          </ac:cxnSpMkLst>
        </pc:cxnChg>
        <pc:cxnChg chg="add del mod ord">
          <ac:chgData name="Ken Popkin" userId="3c94c39e-c43b-4805-99ab-8da17777f1ac" providerId="ADAL" clId="{E440F346-DC68-4DD4-BA80-8DE6476F8949}" dt="2021-05-29T18:11:41.184" v="16373"/>
          <ac:cxnSpMkLst>
            <pc:docMk/>
            <pc:sldMk cId="149520806" sldId="2146846027"/>
            <ac:cxnSpMk id="26" creationId="{9259CB96-0D4F-431C-B3A2-A66D2489B1DA}"/>
          </ac:cxnSpMkLst>
        </pc:cxnChg>
      </pc:sldChg>
      <pc:sldChg chg="addSp delSp modSp add del mod">
        <pc:chgData name="Ken Popkin" userId="3c94c39e-c43b-4805-99ab-8da17777f1ac" providerId="ADAL" clId="{E440F346-DC68-4DD4-BA80-8DE6476F8949}" dt="2021-05-29T18:10:19.606" v="10182" actId="47"/>
        <pc:sldMkLst>
          <pc:docMk/>
          <pc:sldMk cId="246031870" sldId="2146846027"/>
        </pc:sldMkLst>
        <pc:spChg chg="mod ord">
          <ac:chgData name="Ken Popkin" userId="3c94c39e-c43b-4805-99ab-8da17777f1ac" providerId="ADAL" clId="{E440F346-DC68-4DD4-BA80-8DE6476F8949}" dt="2021-05-29T18:09:48.269" v="10181"/>
          <ac:spMkLst>
            <pc:docMk/>
            <pc:sldMk cId="246031870" sldId="2146846027"/>
            <ac:spMk id="2" creationId="{5E449529-891B-4179-9C83-8A6B99D5AC5B}"/>
          </ac:spMkLst>
        </pc:spChg>
        <pc:spChg chg="mod ord">
          <ac:chgData name="Ken Popkin" userId="3c94c39e-c43b-4805-99ab-8da17777f1ac" providerId="ADAL" clId="{E440F346-DC68-4DD4-BA80-8DE6476F8949}" dt="2021-05-29T18:09:48.269" v="10179"/>
          <ac:spMkLst>
            <pc:docMk/>
            <pc:sldMk cId="246031870" sldId="2146846027"/>
            <ac:spMk id="3" creationId="{9A119EA9-2E87-4920-B8B2-FEB8277C8478}"/>
          </ac:spMkLst>
        </pc:spChg>
        <pc:spChg chg="mod ord">
          <ac:chgData name="Ken Popkin" userId="3c94c39e-c43b-4805-99ab-8da17777f1ac" providerId="ADAL" clId="{E440F346-DC68-4DD4-BA80-8DE6476F8949}" dt="2021-05-29T18:09:48.267" v="10177"/>
          <ac:spMkLst>
            <pc:docMk/>
            <pc:sldMk cId="246031870" sldId="2146846027"/>
            <ac:spMk id="4" creationId="{B951C435-AAC5-42C3-B2FF-E85896EAE18D}"/>
          </ac:spMkLst>
        </pc:spChg>
        <pc:spChg chg="add mod ord modVis">
          <ac:chgData name="Ken Popkin" userId="3c94c39e-c43b-4805-99ab-8da17777f1ac" providerId="ADAL" clId="{E440F346-DC68-4DD4-BA80-8DE6476F8949}" dt="2021-05-29T18:08:39.380" v="7977"/>
          <ac:spMkLst>
            <pc:docMk/>
            <pc:sldMk cId="246031870" sldId="2146846027"/>
            <ac:spMk id="5" creationId="{A0A0F140-F6E1-48C6-A4B7-0960A462ED11}"/>
          </ac:spMkLst>
        </pc:spChg>
        <pc:spChg chg="add mod ord">
          <ac:chgData name="Ken Popkin" userId="3c94c39e-c43b-4805-99ab-8da17777f1ac" providerId="ADAL" clId="{E440F346-DC68-4DD4-BA80-8DE6476F8949}" dt="2021-05-29T18:09:48.064" v="9696"/>
          <ac:spMkLst>
            <pc:docMk/>
            <pc:sldMk cId="246031870" sldId="2146846027"/>
            <ac:spMk id="6" creationId="{7D98D568-8771-4770-B47A-3D17E644F4D3}"/>
          </ac:spMkLst>
        </pc:spChg>
        <pc:spChg chg="add del mod">
          <ac:chgData name="Ken Popkin" userId="3c94c39e-c43b-4805-99ab-8da17777f1ac" providerId="ADAL" clId="{E440F346-DC68-4DD4-BA80-8DE6476F8949}" dt="2021-05-29T18:08:38.968" v="7077"/>
          <ac:spMkLst>
            <pc:docMk/>
            <pc:sldMk cId="246031870" sldId="2146846027"/>
            <ac:spMk id="7" creationId="{F3C4D5CF-548F-4D54-A998-AC18F1CB08A3}"/>
          </ac:spMkLst>
        </pc:spChg>
        <pc:spChg chg="add del mod">
          <ac:chgData name="Ken Popkin" userId="3c94c39e-c43b-4805-99ab-8da17777f1ac" providerId="ADAL" clId="{E440F346-DC68-4DD4-BA80-8DE6476F8949}" dt="2021-05-29T18:08:38.980" v="7104"/>
          <ac:spMkLst>
            <pc:docMk/>
            <pc:sldMk cId="246031870" sldId="2146846027"/>
            <ac:spMk id="8" creationId="{DF02D9B6-DC2D-435E-9D08-C0226785BFE3}"/>
          </ac:spMkLst>
        </pc:spChg>
        <pc:spChg chg="add mod">
          <ac:chgData name="Ken Popkin" userId="3c94c39e-c43b-4805-99ab-8da17777f1ac" providerId="ADAL" clId="{E440F346-DC68-4DD4-BA80-8DE6476F8949}" dt="2021-05-29T18:09:48.070" v="9707"/>
          <ac:spMkLst>
            <pc:docMk/>
            <pc:sldMk cId="246031870" sldId="2146846027"/>
            <ac:spMk id="9" creationId="{6822D3C9-7610-46F0-BEAF-BDD4E507F162}"/>
          </ac:spMkLst>
        </pc:spChg>
        <pc:spChg chg="add mod ord">
          <ac:chgData name="Ken Popkin" userId="3c94c39e-c43b-4805-99ab-8da17777f1ac" providerId="ADAL" clId="{E440F346-DC68-4DD4-BA80-8DE6476F8949}" dt="2021-05-29T18:09:48.071" v="9711"/>
          <ac:spMkLst>
            <pc:docMk/>
            <pc:sldMk cId="246031870" sldId="2146846027"/>
            <ac:spMk id="10" creationId="{9C7E3E59-58ED-4EE3-B710-D9D85B722E76}"/>
          </ac:spMkLst>
        </pc:spChg>
        <pc:spChg chg="add mod ord">
          <ac:chgData name="Ken Popkin" userId="3c94c39e-c43b-4805-99ab-8da17777f1ac" providerId="ADAL" clId="{E440F346-DC68-4DD4-BA80-8DE6476F8949}" dt="2021-05-29T18:09:48.072" v="9715"/>
          <ac:spMkLst>
            <pc:docMk/>
            <pc:sldMk cId="246031870" sldId="2146846027"/>
            <ac:spMk id="11" creationId="{EC2BD681-34D2-4D1B-A6CB-6E1A54F19BF1}"/>
          </ac:spMkLst>
        </pc:spChg>
        <pc:spChg chg="add mod ord">
          <ac:chgData name="Ken Popkin" userId="3c94c39e-c43b-4805-99ab-8da17777f1ac" providerId="ADAL" clId="{E440F346-DC68-4DD4-BA80-8DE6476F8949}" dt="2021-05-29T18:09:48.072" v="9719"/>
          <ac:spMkLst>
            <pc:docMk/>
            <pc:sldMk cId="246031870" sldId="2146846027"/>
            <ac:spMk id="12" creationId="{5AA1268C-8BD3-4DC0-889B-0F20A92A7C87}"/>
          </ac:spMkLst>
        </pc:spChg>
        <pc:spChg chg="add mod ord">
          <ac:chgData name="Ken Popkin" userId="3c94c39e-c43b-4805-99ab-8da17777f1ac" providerId="ADAL" clId="{E440F346-DC68-4DD4-BA80-8DE6476F8949}" dt="2021-05-29T18:09:48.073" v="9723"/>
          <ac:spMkLst>
            <pc:docMk/>
            <pc:sldMk cId="246031870" sldId="2146846027"/>
            <ac:spMk id="13" creationId="{365DE96B-9307-43A1-A328-30EF3D7F23F7}"/>
          </ac:spMkLst>
        </pc:spChg>
        <pc:spChg chg="add mod ord">
          <ac:chgData name="Ken Popkin" userId="3c94c39e-c43b-4805-99ab-8da17777f1ac" providerId="ADAL" clId="{E440F346-DC68-4DD4-BA80-8DE6476F8949}" dt="2021-05-29T18:09:48.074" v="9727"/>
          <ac:spMkLst>
            <pc:docMk/>
            <pc:sldMk cId="246031870" sldId="2146846027"/>
            <ac:spMk id="14" creationId="{CAFA0B0A-3D11-4F77-8414-C701C6658975}"/>
          </ac:spMkLst>
        </pc:spChg>
        <pc:spChg chg="add mod ord">
          <ac:chgData name="Ken Popkin" userId="3c94c39e-c43b-4805-99ab-8da17777f1ac" providerId="ADAL" clId="{E440F346-DC68-4DD4-BA80-8DE6476F8949}" dt="2021-05-29T18:09:48.074" v="9731"/>
          <ac:spMkLst>
            <pc:docMk/>
            <pc:sldMk cId="246031870" sldId="2146846027"/>
            <ac:spMk id="15" creationId="{F48BB858-50F4-4CF8-BA24-AC4CAE591CB2}"/>
          </ac:spMkLst>
        </pc:spChg>
        <pc:spChg chg="add mod ord">
          <ac:chgData name="Ken Popkin" userId="3c94c39e-c43b-4805-99ab-8da17777f1ac" providerId="ADAL" clId="{E440F346-DC68-4DD4-BA80-8DE6476F8949}" dt="2021-05-29T18:09:48.075" v="9735"/>
          <ac:spMkLst>
            <pc:docMk/>
            <pc:sldMk cId="246031870" sldId="2146846027"/>
            <ac:spMk id="16" creationId="{0BBB1998-CD0E-4878-8141-CAB40486210D}"/>
          </ac:spMkLst>
        </pc:spChg>
        <pc:spChg chg="add mod ord">
          <ac:chgData name="Ken Popkin" userId="3c94c39e-c43b-4805-99ab-8da17777f1ac" providerId="ADAL" clId="{E440F346-DC68-4DD4-BA80-8DE6476F8949}" dt="2021-05-29T18:09:48.076" v="9739"/>
          <ac:spMkLst>
            <pc:docMk/>
            <pc:sldMk cId="246031870" sldId="2146846027"/>
            <ac:spMk id="17" creationId="{E62C8438-FF28-4F6B-8483-BD92DC480160}"/>
          </ac:spMkLst>
        </pc:spChg>
        <pc:spChg chg="add mod ord">
          <ac:chgData name="Ken Popkin" userId="3c94c39e-c43b-4805-99ab-8da17777f1ac" providerId="ADAL" clId="{E440F346-DC68-4DD4-BA80-8DE6476F8949}" dt="2021-05-29T18:09:48.076" v="9743"/>
          <ac:spMkLst>
            <pc:docMk/>
            <pc:sldMk cId="246031870" sldId="2146846027"/>
            <ac:spMk id="18" creationId="{BAFAA217-B53D-4E42-9201-DEB176E97DBA}"/>
          </ac:spMkLst>
        </pc:spChg>
        <pc:spChg chg="add mod ord">
          <ac:chgData name="Ken Popkin" userId="3c94c39e-c43b-4805-99ab-8da17777f1ac" providerId="ADAL" clId="{E440F346-DC68-4DD4-BA80-8DE6476F8949}" dt="2021-05-29T18:09:48.078" v="9747"/>
          <ac:spMkLst>
            <pc:docMk/>
            <pc:sldMk cId="246031870" sldId="2146846027"/>
            <ac:spMk id="19" creationId="{7960C7E5-EAB8-4A1E-8248-27218256AAD4}"/>
          </ac:spMkLst>
        </pc:spChg>
        <pc:spChg chg="add mod ord">
          <ac:chgData name="Ken Popkin" userId="3c94c39e-c43b-4805-99ab-8da17777f1ac" providerId="ADAL" clId="{E440F346-DC68-4DD4-BA80-8DE6476F8949}" dt="2021-05-29T18:09:48.078" v="9751"/>
          <ac:spMkLst>
            <pc:docMk/>
            <pc:sldMk cId="246031870" sldId="2146846027"/>
            <ac:spMk id="20" creationId="{0440F8E2-66B4-4090-8755-84A989ECDBDA}"/>
          </ac:spMkLst>
        </pc:spChg>
        <pc:spChg chg="add del mod ord">
          <ac:chgData name="Ken Popkin" userId="3c94c39e-c43b-4805-99ab-8da17777f1ac" providerId="ADAL" clId="{E440F346-DC68-4DD4-BA80-8DE6476F8949}" dt="2021-05-29T18:08:39.439" v="8293"/>
          <ac:spMkLst>
            <pc:docMk/>
            <pc:sldMk cId="246031870" sldId="2146846027"/>
            <ac:spMk id="21" creationId="{973B4F5E-4FAF-40E0-9758-956FFB860FA4}"/>
          </ac:spMkLst>
        </pc:spChg>
        <pc:spChg chg="add del mod ord">
          <ac:chgData name="Ken Popkin" userId="3c94c39e-c43b-4805-99ab-8da17777f1ac" providerId="ADAL" clId="{E440F346-DC68-4DD4-BA80-8DE6476F8949}" dt="2021-05-29T18:08:39.440" v="8295"/>
          <ac:spMkLst>
            <pc:docMk/>
            <pc:sldMk cId="246031870" sldId="2146846027"/>
            <ac:spMk id="22" creationId="{CD2E730F-C149-407A-8614-DA76DF94E1E3}"/>
          </ac:spMkLst>
        </pc:spChg>
        <pc:spChg chg="add mod ord">
          <ac:chgData name="Ken Popkin" userId="3c94c39e-c43b-4805-99ab-8da17777f1ac" providerId="ADAL" clId="{E440F346-DC68-4DD4-BA80-8DE6476F8949}" dt="2021-05-29T18:09:48.079" v="9755"/>
          <ac:spMkLst>
            <pc:docMk/>
            <pc:sldMk cId="246031870" sldId="2146846027"/>
            <ac:spMk id="27" creationId="{29775BB0-1271-4B31-9169-21098115ED40}"/>
          </ac:spMkLst>
        </pc:spChg>
        <pc:spChg chg="add mod ord">
          <ac:chgData name="Ken Popkin" userId="3c94c39e-c43b-4805-99ab-8da17777f1ac" providerId="ADAL" clId="{E440F346-DC68-4DD4-BA80-8DE6476F8949}" dt="2021-05-29T18:09:48.081" v="9760"/>
          <ac:spMkLst>
            <pc:docMk/>
            <pc:sldMk cId="246031870" sldId="2146846027"/>
            <ac:spMk id="28" creationId="{779120BE-218F-44BF-94A2-7850E10C163F}"/>
          </ac:spMkLst>
        </pc:spChg>
        <pc:spChg chg="add del mod">
          <ac:chgData name="Ken Popkin" userId="3c94c39e-c43b-4805-99ab-8da17777f1ac" providerId="ADAL" clId="{E440F346-DC68-4DD4-BA80-8DE6476F8949}" dt="2021-05-29T18:08:39.134" v="7396"/>
          <ac:spMkLst>
            <pc:docMk/>
            <pc:sldMk cId="246031870" sldId="2146846027"/>
            <ac:spMk id="29" creationId="{1BF42365-EA64-434E-A94F-3ECF0745480F}"/>
          </ac:spMkLst>
        </pc:spChg>
        <pc:spChg chg="add mod ord">
          <ac:chgData name="Ken Popkin" userId="3c94c39e-c43b-4805-99ab-8da17777f1ac" providerId="ADAL" clId="{E440F346-DC68-4DD4-BA80-8DE6476F8949}" dt="2021-05-29T18:09:48.089" v="9785"/>
          <ac:spMkLst>
            <pc:docMk/>
            <pc:sldMk cId="246031870" sldId="2146846027"/>
            <ac:spMk id="30" creationId="{8DF9BBB7-C8BD-473A-89ED-3750D5C49102}"/>
          </ac:spMkLst>
        </pc:spChg>
        <pc:spChg chg="add mod ord">
          <ac:chgData name="Ken Popkin" userId="3c94c39e-c43b-4805-99ab-8da17777f1ac" providerId="ADAL" clId="{E440F346-DC68-4DD4-BA80-8DE6476F8949}" dt="2021-05-29T18:09:48.091" v="9790"/>
          <ac:spMkLst>
            <pc:docMk/>
            <pc:sldMk cId="246031870" sldId="2146846027"/>
            <ac:spMk id="31" creationId="{3B2497CC-252E-41D3-A48E-A301B9848110}"/>
          </ac:spMkLst>
        </pc:spChg>
        <pc:spChg chg="add del mod">
          <ac:chgData name="Ken Popkin" userId="3c94c39e-c43b-4805-99ab-8da17777f1ac" providerId="ADAL" clId="{E440F346-DC68-4DD4-BA80-8DE6476F8949}" dt="2021-05-29T18:08:39.149" v="7431"/>
          <ac:spMkLst>
            <pc:docMk/>
            <pc:sldMk cId="246031870" sldId="2146846027"/>
            <ac:spMk id="32" creationId="{264B062B-AE7D-431B-B192-9DD1E189D2CE}"/>
          </ac:spMkLst>
        </pc:spChg>
        <pc:spChg chg="add mod ord">
          <ac:chgData name="Ken Popkin" userId="3c94c39e-c43b-4805-99ab-8da17777f1ac" providerId="ADAL" clId="{E440F346-DC68-4DD4-BA80-8DE6476F8949}" dt="2021-05-29T18:09:48.099" v="9815"/>
          <ac:spMkLst>
            <pc:docMk/>
            <pc:sldMk cId="246031870" sldId="2146846027"/>
            <ac:spMk id="33" creationId="{5375CFB0-A79A-4F6A-B844-9477D0758F80}"/>
          </ac:spMkLst>
        </pc:spChg>
        <pc:spChg chg="add mod ord">
          <ac:chgData name="Ken Popkin" userId="3c94c39e-c43b-4805-99ab-8da17777f1ac" providerId="ADAL" clId="{E440F346-DC68-4DD4-BA80-8DE6476F8949}" dt="2021-05-29T18:09:48.101" v="9820"/>
          <ac:spMkLst>
            <pc:docMk/>
            <pc:sldMk cId="246031870" sldId="2146846027"/>
            <ac:spMk id="34" creationId="{BD3B77E7-1537-4114-A6EF-51B3B3193170}"/>
          </ac:spMkLst>
        </pc:spChg>
        <pc:spChg chg="add del mod">
          <ac:chgData name="Ken Popkin" userId="3c94c39e-c43b-4805-99ab-8da17777f1ac" providerId="ADAL" clId="{E440F346-DC68-4DD4-BA80-8DE6476F8949}" dt="2021-05-29T18:08:39.164" v="7466"/>
          <ac:spMkLst>
            <pc:docMk/>
            <pc:sldMk cId="246031870" sldId="2146846027"/>
            <ac:spMk id="35" creationId="{2C806560-40B2-42F8-B0F2-A8E9C8374CDC}"/>
          </ac:spMkLst>
        </pc:spChg>
        <pc:spChg chg="add mod ord">
          <ac:chgData name="Ken Popkin" userId="3c94c39e-c43b-4805-99ab-8da17777f1ac" providerId="ADAL" clId="{E440F346-DC68-4DD4-BA80-8DE6476F8949}" dt="2021-05-29T18:09:48.110" v="9844"/>
          <ac:spMkLst>
            <pc:docMk/>
            <pc:sldMk cId="246031870" sldId="2146846027"/>
            <ac:spMk id="36" creationId="{2875CBC4-D660-401F-802A-C6C1C1A47F40}"/>
          </ac:spMkLst>
        </pc:spChg>
        <pc:spChg chg="add mod ord">
          <ac:chgData name="Ken Popkin" userId="3c94c39e-c43b-4805-99ab-8da17777f1ac" providerId="ADAL" clId="{E440F346-DC68-4DD4-BA80-8DE6476F8949}" dt="2021-05-29T18:09:48.111" v="9849"/>
          <ac:spMkLst>
            <pc:docMk/>
            <pc:sldMk cId="246031870" sldId="2146846027"/>
            <ac:spMk id="37" creationId="{0EE7C229-C6ED-4CA2-8017-08DAEBFCE9F1}"/>
          </ac:spMkLst>
        </pc:spChg>
        <pc:spChg chg="add del mod">
          <ac:chgData name="Ken Popkin" userId="3c94c39e-c43b-4805-99ab-8da17777f1ac" providerId="ADAL" clId="{E440F346-DC68-4DD4-BA80-8DE6476F8949}" dt="2021-05-29T18:08:39.180" v="7500"/>
          <ac:spMkLst>
            <pc:docMk/>
            <pc:sldMk cId="246031870" sldId="2146846027"/>
            <ac:spMk id="38" creationId="{2A1062E3-E078-406C-AB2D-A579BD9B2C68}"/>
          </ac:spMkLst>
        </pc:spChg>
        <pc:spChg chg="add mod">
          <ac:chgData name="Ken Popkin" userId="3c94c39e-c43b-4805-99ab-8da17777f1ac" providerId="ADAL" clId="{E440F346-DC68-4DD4-BA80-8DE6476F8949}" dt="2021-05-29T18:09:48.118" v="9871"/>
          <ac:spMkLst>
            <pc:docMk/>
            <pc:sldMk cId="246031870" sldId="2146846027"/>
            <ac:spMk id="39" creationId="{8F334B21-37EC-495E-ABD0-621B720E157C}"/>
          </ac:spMkLst>
        </pc:spChg>
        <pc:spChg chg="add mod">
          <ac:chgData name="Ken Popkin" userId="3c94c39e-c43b-4805-99ab-8da17777f1ac" providerId="ADAL" clId="{E440F346-DC68-4DD4-BA80-8DE6476F8949}" dt="2021-05-29T18:09:48.120" v="9873"/>
          <ac:spMkLst>
            <pc:docMk/>
            <pc:sldMk cId="246031870" sldId="2146846027"/>
            <ac:spMk id="40" creationId="{BE2603CB-DC98-46F4-9B7A-9D0523553D83}"/>
          </ac:spMkLst>
        </pc:spChg>
        <pc:spChg chg="add mod ord">
          <ac:chgData name="Ken Popkin" userId="3c94c39e-c43b-4805-99ab-8da17777f1ac" providerId="ADAL" clId="{E440F346-DC68-4DD4-BA80-8DE6476F8949}" dt="2021-05-29T18:09:48.121" v="9875"/>
          <ac:spMkLst>
            <pc:docMk/>
            <pc:sldMk cId="246031870" sldId="2146846027"/>
            <ac:spMk id="41" creationId="{D72EC5FF-B3E3-452B-9716-7D178B053F7F}"/>
          </ac:spMkLst>
        </pc:spChg>
        <pc:spChg chg="add mod">
          <ac:chgData name="Ken Popkin" userId="3c94c39e-c43b-4805-99ab-8da17777f1ac" providerId="ADAL" clId="{E440F346-DC68-4DD4-BA80-8DE6476F8949}" dt="2021-05-29T18:09:48.121" v="9877"/>
          <ac:spMkLst>
            <pc:docMk/>
            <pc:sldMk cId="246031870" sldId="2146846027"/>
            <ac:spMk id="42" creationId="{41EC3F44-4D63-47AA-B8C6-C579B6C74B93}"/>
          </ac:spMkLst>
        </pc:spChg>
        <pc:spChg chg="add mod">
          <ac:chgData name="Ken Popkin" userId="3c94c39e-c43b-4805-99ab-8da17777f1ac" providerId="ADAL" clId="{E440F346-DC68-4DD4-BA80-8DE6476F8949}" dt="2021-05-29T18:09:48.122" v="9879"/>
          <ac:spMkLst>
            <pc:docMk/>
            <pc:sldMk cId="246031870" sldId="2146846027"/>
            <ac:spMk id="43" creationId="{C26918F2-2021-43EB-8A65-36416CE9083F}"/>
          </ac:spMkLst>
        </pc:spChg>
        <pc:spChg chg="add mod ord">
          <ac:chgData name="Ken Popkin" userId="3c94c39e-c43b-4805-99ab-8da17777f1ac" providerId="ADAL" clId="{E440F346-DC68-4DD4-BA80-8DE6476F8949}" dt="2021-05-29T18:09:48.123" v="9881"/>
          <ac:spMkLst>
            <pc:docMk/>
            <pc:sldMk cId="246031870" sldId="2146846027"/>
            <ac:spMk id="44" creationId="{4AA5D472-89CA-4222-AE21-C4E56C953F6C}"/>
          </ac:spMkLst>
        </pc:spChg>
        <pc:spChg chg="add mod">
          <ac:chgData name="Ken Popkin" userId="3c94c39e-c43b-4805-99ab-8da17777f1ac" providerId="ADAL" clId="{E440F346-DC68-4DD4-BA80-8DE6476F8949}" dt="2021-05-29T18:09:48.123" v="9883"/>
          <ac:spMkLst>
            <pc:docMk/>
            <pc:sldMk cId="246031870" sldId="2146846027"/>
            <ac:spMk id="45" creationId="{EEEAD330-EE80-4F37-8566-47084E74374B}"/>
          </ac:spMkLst>
        </pc:spChg>
        <pc:spChg chg="add mod">
          <ac:chgData name="Ken Popkin" userId="3c94c39e-c43b-4805-99ab-8da17777f1ac" providerId="ADAL" clId="{E440F346-DC68-4DD4-BA80-8DE6476F8949}" dt="2021-05-29T18:09:48.124" v="9885"/>
          <ac:spMkLst>
            <pc:docMk/>
            <pc:sldMk cId="246031870" sldId="2146846027"/>
            <ac:spMk id="46" creationId="{3F40CCC1-1DFE-4B1D-AFF6-FDE650A5C633}"/>
          </ac:spMkLst>
        </pc:spChg>
        <pc:spChg chg="add mod ord">
          <ac:chgData name="Ken Popkin" userId="3c94c39e-c43b-4805-99ab-8da17777f1ac" providerId="ADAL" clId="{E440F346-DC68-4DD4-BA80-8DE6476F8949}" dt="2021-05-29T18:09:48.125" v="9887"/>
          <ac:spMkLst>
            <pc:docMk/>
            <pc:sldMk cId="246031870" sldId="2146846027"/>
            <ac:spMk id="47" creationId="{010A397A-9ECC-44C2-8FA1-689252B9C643}"/>
          </ac:spMkLst>
        </pc:spChg>
        <pc:spChg chg="add mod">
          <ac:chgData name="Ken Popkin" userId="3c94c39e-c43b-4805-99ab-8da17777f1ac" providerId="ADAL" clId="{E440F346-DC68-4DD4-BA80-8DE6476F8949}" dt="2021-05-29T18:09:48.125" v="9889"/>
          <ac:spMkLst>
            <pc:docMk/>
            <pc:sldMk cId="246031870" sldId="2146846027"/>
            <ac:spMk id="48" creationId="{C5F295D9-3F90-4237-AAEF-D846DF15BB41}"/>
          </ac:spMkLst>
        </pc:spChg>
        <pc:spChg chg="add mod">
          <ac:chgData name="Ken Popkin" userId="3c94c39e-c43b-4805-99ab-8da17777f1ac" providerId="ADAL" clId="{E440F346-DC68-4DD4-BA80-8DE6476F8949}" dt="2021-05-29T18:09:48.126" v="9891"/>
          <ac:spMkLst>
            <pc:docMk/>
            <pc:sldMk cId="246031870" sldId="2146846027"/>
            <ac:spMk id="49" creationId="{236B5ADD-3062-4F3D-A13A-368DA7600E99}"/>
          </ac:spMkLst>
        </pc:spChg>
        <pc:spChg chg="add mod ord">
          <ac:chgData name="Ken Popkin" userId="3c94c39e-c43b-4805-99ab-8da17777f1ac" providerId="ADAL" clId="{E440F346-DC68-4DD4-BA80-8DE6476F8949}" dt="2021-05-29T18:09:48.127" v="9893"/>
          <ac:spMkLst>
            <pc:docMk/>
            <pc:sldMk cId="246031870" sldId="2146846027"/>
            <ac:spMk id="50" creationId="{ECC3852A-C611-4715-9039-4F3F1484B700}"/>
          </ac:spMkLst>
        </pc:spChg>
        <pc:spChg chg="add mod">
          <ac:chgData name="Ken Popkin" userId="3c94c39e-c43b-4805-99ab-8da17777f1ac" providerId="ADAL" clId="{E440F346-DC68-4DD4-BA80-8DE6476F8949}" dt="2021-05-29T18:09:48.132" v="9914"/>
          <ac:spMkLst>
            <pc:docMk/>
            <pc:sldMk cId="246031870" sldId="2146846027"/>
            <ac:spMk id="60" creationId="{5D0E1446-A900-4C77-A908-D18CD18480D4}"/>
          </ac:spMkLst>
        </pc:spChg>
        <pc:spChg chg="add mod modVis">
          <ac:chgData name="Ken Popkin" userId="3c94c39e-c43b-4805-99ab-8da17777f1ac" providerId="ADAL" clId="{E440F346-DC68-4DD4-BA80-8DE6476F8949}" dt="2021-05-29T18:09:48.133" v="9916"/>
          <ac:spMkLst>
            <pc:docMk/>
            <pc:sldMk cId="246031870" sldId="2146846027"/>
            <ac:spMk id="61" creationId="{AFBA1436-95E9-41B0-849A-6D712543A644}"/>
          </ac:spMkLst>
        </pc:spChg>
        <pc:spChg chg="add mod ord modVis">
          <ac:chgData name="Ken Popkin" userId="3c94c39e-c43b-4805-99ab-8da17777f1ac" providerId="ADAL" clId="{E440F346-DC68-4DD4-BA80-8DE6476F8949}" dt="2021-05-29T18:08:39.405" v="8081"/>
          <ac:spMkLst>
            <pc:docMk/>
            <pc:sldMk cId="246031870" sldId="2146846027"/>
            <ac:spMk id="62" creationId="{BAEC555D-EF02-4C69-B33E-F432E786F611}"/>
          </ac:spMkLst>
        </pc:spChg>
        <pc:spChg chg="add mod ord modVis">
          <ac:chgData name="Ken Popkin" userId="3c94c39e-c43b-4805-99ab-8da17777f1ac" providerId="ADAL" clId="{E440F346-DC68-4DD4-BA80-8DE6476F8949}" dt="2021-05-29T18:09:48.134" v="9920"/>
          <ac:spMkLst>
            <pc:docMk/>
            <pc:sldMk cId="246031870" sldId="2146846027"/>
            <ac:spMk id="63" creationId="{DAF5A54E-058C-41BD-8FCC-B9FE83BAAC36}"/>
          </ac:spMkLst>
        </pc:spChg>
        <pc:spChg chg="add mod ord modVis">
          <ac:chgData name="Ken Popkin" userId="3c94c39e-c43b-4805-99ab-8da17777f1ac" providerId="ADAL" clId="{E440F346-DC68-4DD4-BA80-8DE6476F8949}" dt="2021-05-29T18:09:05.685" v="8439"/>
          <ac:spMkLst>
            <pc:docMk/>
            <pc:sldMk cId="246031870" sldId="2146846027"/>
            <ac:spMk id="64" creationId="{2CBF2534-A864-41AE-B226-F5E77D55E0EA}"/>
          </ac:spMkLst>
        </pc:spChg>
        <pc:spChg chg="add mod ord modVis">
          <ac:chgData name="Ken Popkin" userId="3c94c39e-c43b-4805-99ab-8da17777f1ac" providerId="ADAL" clId="{E440F346-DC68-4DD4-BA80-8DE6476F8949}" dt="2021-05-29T18:09:05.686" v="8441"/>
          <ac:spMkLst>
            <pc:docMk/>
            <pc:sldMk cId="246031870" sldId="2146846027"/>
            <ac:spMk id="65" creationId="{6DF5426B-A93F-4EF3-966E-C68513D19DDE}"/>
          </ac:spMkLst>
        </pc:spChg>
        <pc:spChg chg="add mod ord">
          <ac:chgData name="Ken Popkin" userId="3c94c39e-c43b-4805-99ab-8da17777f1ac" providerId="ADAL" clId="{E440F346-DC68-4DD4-BA80-8DE6476F8949}" dt="2021-05-29T18:09:48.137" v="9928"/>
          <ac:spMkLst>
            <pc:docMk/>
            <pc:sldMk cId="246031870" sldId="2146846027"/>
            <ac:spMk id="66" creationId="{3FD00458-395B-451F-B0F7-D303049EA605}"/>
          </ac:spMkLst>
        </pc:spChg>
        <pc:spChg chg="add mod ord">
          <ac:chgData name="Ken Popkin" userId="3c94c39e-c43b-4805-99ab-8da17777f1ac" providerId="ADAL" clId="{E440F346-DC68-4DD4-BA80-8DE6476F8949}" dt="2021-05-29T18:09:48.135" v="9924"/>
          <ac:spMkLst>
            <pc:docMk/>
            <pc:sldMk cId="246031870" sldId="2146846027"/>
            <ac:spMk id="67" creationId="{80438A75-891C-428F-BD91-557008FBF176}"/>
          </ac:spMkLst>
        </pc:spChg>
        <pc:spChg chg="add mod">
          <ac:chgData name="Ken Popkin" userId="3c94c39e-c43b-4805-99ab-8da17777f1ac" providerId="ADAL" clId="{E440F346-DC68-4DD4-BA80-8DE6476F8949}" dt="2021-05-29T18:09:48.137" v="9930"/>
          <ac:spMkLst>
            <pc:docMk/>
            <pc:sldMk cId="246031870" sldId="2146846027"/>
            <ac:spMk id="68" creationId="{2269A036-AE6E-436A-B98C-B58966434202}"/>
          </ac:spMkLst>
        </pc:spChg>
        <pc:spChg chg="add mod modVis">
          <ac:chgData name="Ken Popkin" userId="3c94c39e-c43b-4805-99ab-8da17777f1ac" providerId="ADAL" clId="{E440F346-DC68-4DD4-BA80-8DE6476F8949}" dt="2021-05-29T18:09:48.138" v="9932"/>
          <ac:spMkLst>
            <pc:docMk/>
            <pc:sldMk cId="246031870" sldId="2146846027"/>
            <ac:spMk id="69" creationId="{40DD1579-1259-4566-BA45-C3CD7C9B5E11}"/>
          </ac:spMkLst>
        </pc:spChg>
        <pc:spChg chg="add mod ord modVis">
          <ac:chgData name="Ken Popkin" userId="3c94c39e-c43b-4805-99ab-8da17777f1ac" providerId="ADAL" clId="{E440F346-DC68-4DD4-BA80-8DE6476F8949}" dt="2021-05-29T18:08:39.406" v="8093"/>
          <ac:spMkLst>
            <pc:docMk/>
            <pc:sldMk cId="246031870" sldId="2146846027"/>
            <ac:spMk id="70" creationId="{6C2CE71D-3D87-4375-9371-AA312DD07383}"/>
          </ac:spMkLst>
        </pc:spChg>
        <pc:spChg chg="add mod ord modVis">
          <ac:chgData name="Ken Popkin" userId="3c94c39e-c43b-4805-99ab-8da17777f1ac" providerId="ADAL" clId="{E440F346-DC68-4DD4-BA80-8DE6476F8949}" dt="2021-05-29T18:09:48.139" v="9936"/>
          <ac:spMkLst>
            <pc:docMk/>
            <pc:sldMk cId="246031870" sldId="2146846027"/>
            <ac:spMk id="71" creationId="{0AA20557-EB72-425B-A249-F937853FA7C9}"/>
          </ac:spMkLst>
        </pc:spChg>
        <pc:spChg chg="add mod ord modVis">
          <ac:chgData name="Ken Popkin" userId="3c94c39e-c43b-4805-99ab-8da17777f1ac" providerId="ADAL" clId="{E440F346-DC68-4DD4-BA80-8DE6476F8949}" dt="2021-05-29T18:09:05.697" v="8469"/>
          <ac:spMkLst>
            <pc:docMk/>
            <pc:sldMk cId="246031870" sldId="2146846027"/>
            <ac:spMk id="72" creationId="{F1B37EFE-B19A-4630-BEE5-6147C5BB88FB}"/>
          </ac:spMkLst>
        </pc:spChg>
        <pc:spChg chg="add mod ord modVis">
          <ac:chgData name="Ken Popkin" userId="3c94c39e-c43b-4805-99ab-8da17777f1ac" providerId="ADAL" clId="{E440F346-DC68-4DD4-BA80-8DE6476F8949}" dt="2021-05-29T18:09:05.697" v="8471"/>
          <ac:spMkLst>
            <pc:docMk/>
            <pc:sldMk cId="246031870" sldId="2146846027"/>
            <ac:spMk id="73" creationId="{20C1AEF2-DDFC-4F5C-A856-680B5C8E62A3}"/>
          </ac:spMkLst>
        </pc:spChg>
        <pc:spChg chg="add mod ord">
          <ac:chgData name="Ken Popkin" userId="3c94c39e-c43b-4805-99ab-8da17777f1ac" providerId="ADAL" clId="{E440F346-DC68-4DD4-BA80-8DE6476F8949}" dt="2021-05-29T18:09:48.140" v="9940"/>
          <ac:spMkLst>
            <pc:docMk/>
            <pc:sldMk cId="246031870" sldId="2146846027"/>
            <ac:spMk id="74" creationId="{A5CE031F-1C18-42F7-828D-3BCAC61C22F5}"/>
          </ac:spMkLst>
        </pc:spChg>
        <pc:spChg chg="add mod ord">
          <ac:chgData name="Ken Popkin" userId="3c94c39e-c43b-4805-99ab-8da17777f1ac" providerId="ADAL" clId="{E440F346-DC68-4DD4-BA80-8DE6476F8949}" dt="2021-05-29T18:09:48.141" v="9944"/>
          <ac:spMkLst>
            <pc:docMk/>
            <pc:sldMk cId="246031870" sldId="2146846027"/>
            <ac:spMk id="75" creationId="{F3D44C1A-469D-4ED6-97CB-6F1961DCA038}"/>
          </ac:spMkLst>
        </pc:spChg>
        <pc:spChg chg="add mod">
          <ac:chgData name="Ken Popkin" userId="3c94c39e-c43b-4805-99ab-8da17777f1ac" providerId="ADAL" clId="{E440F346-DC68-4DD4-BA80-8DE6476F8949}" dt="2021-05-29T18:09:48.141" v="9946"/>
          <ac:spMkLst>
            <pc:docMk/>
            <pc:sldMk cId="246031870" sldId="2146846027"/>
            <ac:spMk id="76" creationId="{63B3B15F-4943-44C5-AEE2-D958DEBD1F53}"/>
          </ac:spMkLst>
        </pc:spChg>
        <pc:spChg chg="add mod modVis">
          <ac:chgData name="Ken Popkin" userId="3c94c39e-c43b-4805-99ab-8da17777f1ac" providerId="ADAL" clId="{E440F346-DC68-4DD4-BA80-8DE6476F8949}" dt="2021-05-29T18:09:48.142" v="9948"/>
          <ac:spMkLst>
            <pc:docMk/>
            <pc:sldMk cId="246031870" sldId="2146846027"/>
            <ac:spMk id="77" creationId="{B4325D81-D033-4E17-8864-465CFA7F7937}"/>
          </ac:spMkLst>
        </pc:spChg>
        <pc:spChg chg="add mod ord modVis">
          <ac:chgData name="Ken Popkin" userId="3c94c39e-c43b-4805-99ab-8da17777f1ac" providerId="ADAL" clId="{E440F346-DC68-4DD4-BA80-8DE6476F8949}" dt="2021-05-29T18:08:39.408" v="8105"/>
          <ac:spMkLst>
            <pc:docMk/>
            <pc:sldMk cId="246031870" sldId="2146846027"/>
            <ac:spMk id="78" creationId="{5940DFAA-4D6F-4AE3-BEA1-DC7EC01A8C87}"/>
          </ac:spMkLst>
        </pc:spChg>
        <pc:spChg chg="add mod ord modVis">
          <ac:chgData name="Ken Popkin" userId="3c94c39e-c43b-4805-99ab-8da17777f1ac" providerId="ADAL" clId="{E440F346-DC68-4DD4-BA80-8DE6476F8949}" dt="2021-05-29T18:09:48.144" v="9952"/>
          <ac:spMkLst>
            <pc:docMk/>
            <pc:sldMk cId="246031870" sldId="2146846027"/>
            <ac:spMk id="79" creationId="{B5EE8FD7-45B3-4E2A-B304-F82BD704CB5A}"/>
          </ac:spMkLst>
        </pc:spChg>
        <pc:spChg chg="add mod ord modVis">
          <ac:chgData name="Ken Popkin" userId="3c94c39e-c43b-4805-99ab-8da17777f1ac" providerId="ADAL" clId="{E440F346-DC68-4DD4-BA80-8DE6476F8949}" dt="2021-05-29T18:09:05.707" v="8498"/>
          <ac:spMkLst>
            <pc:docMk/>
            <pc:sldMk cId="246031870" sldId="2146846027"/>
            <ac:spMk id="80" creationId="{50631DF5-E074-46C5-B712-6A6C05E4F9AA}"/>
          </ac:spMkLst>
        </pc:spChg>
        <pc:spChg chg="add mod ord modVis">
          <ac:chgData name="Ken Popkin" userId="3c94c39e-c43b-4805-99ab-8da17777f1ac" providerId="ADAL" clId="{E440F346-DC68-4DD4-BA80-8DE6476F8949}" dt="2021-05-29T18:09:05.708" v="8500"/>
          <ac:spMkLst>
            <pc:docMk/>
            <pc:sldMk cId="246031870" sldId="2146846027"/>
            <ac:spMk id="81" creationId="{615C5EDD-3D37-4AAA-BDB9-76B628AF9352}"/>
          </ac:spMkLst>
        </pc:spChg>
        <pc:spChg chg="add mod ord">
          <ac:chgData name="Ken Popkin" userId="3c94c39e-c43b-4805-99ab-8da17777f1ac" providerId="ADAL" clId="{E440F346-DC68-4DD4-BA80-8DE6476F8949}" dt="2021-05-29T18:09:48.145" v="9956"/>
          <ac:spMkLst>
            <pc:docMk/>
            <pc:sldMk cId="246031870" sldId="2146846027"/>
            <ac:spMk id="82" creationId="{E0BF8487-69F1-49C1-8740-E22B06CA20DF}"/>
          </ac:spMkLst>
        </pc:spChg>
        <pc:spChg chg="add mod ord">
          <ac:chgData name="Ken Popkin" userId="3c94c39e-c43b-4805-99ab-8da17777f1ac" providerId="ADAL" clId="{E440F346-DC68-4DD4-BA80-8DE6476F8949}" dt="2021-05-29T18:09:48.146" v="9960"/>
          <ac:spMkLst>
            <pc:docMk/>
            <pc:sldMk cId="246031870" sldId="2146846027"/>
            <ac:spMk id="83" creationId="{E8A3DFCA-84A7-45B4-A9D1-B57A9283B250}"/>
          </ac:spMkLst>
        </pc:spChg>
        <pc:spChg chg="add mod">
          <ac:chgData name="Ken Popkin" userId="3c94c39e-c43b-4805-99ab-8da17777f1ac" providerId="ADAL" clId="{E440F346-DC68-4DD4-BA80-8DE6476F8949}" dt="2021-05-29T18:09:48.146" v="9963"/>
          <ac:spMkLst>
            <pc:docMk/>
            <pc:sldMk cId="246031870" sldId="2146846027"/>
            <ac:spMk id="84" creationId="{FB43E04A-0D7F-4A02-BA94-6375DF13C22E}"/>
          </ac:spMkLst>
        </pc:spChg>
        <pc:spChg chg="add mod modVis">
          <ac:chgData name="Ken Popkin" userId="3c94c39e-c43b-4805-99ab-8da17777f1ac" providerId="ADAL" clId="{E440F346-DC68-4DD4-BA80-8DE6476F8949}" dt="2021-05-29T18:09:48.147" v="9965"/>
          <ac:spMkLst>
            <pc:docMk/>
            <pc:sldMk cId="246031870" sldId="2146846027"/>
            <ac:spMk id="85" creationId="{D5A314EE-AC30-4A39-8828-5C1355ABD4FE}"/>
          </ac:spMkLst>
        </pc:spChg>
        <pc:spChg chg="add mod ord modVis">
          <ac:chgData name="Ken Popkin" userId="3c94c39e-c43b-4805-99ab-8da17777f1ac" providerId="ADAL" clId="{E440F346-DC68-4DD4-BA80-8DE6476F8949}" dt="2021-05-29T18:08:39.410" v="8117"/>
          <ac:spMkLst>
            <pc:docMk/>
            <pc:sldMk cId="246031870" sldId="2146846027"/>
            <ac:spMk id="86" creationId="{0784B311-4E63-4AE8-A436-047CAAC4EBD7}"/>
          </ac:spMkLst>
        </pc:spChg>
        <pc:spChg chg="add mod ord modVis">
          <ac:chgData name="Ken Popkin" userId="3c94c39e-c43b-4805-99ab-8da17777f1ac" providerId="ADAL" clId="{E440F346-DC68-4DD4-BA80-8DE6476F8949}" dt="2021-05-29T18:09:48.149" v="9969"/>
          <ac:spMkLst>
            <pc:docMk/>
            <pc:sldMk cId="246031870" sldId="2146846027"/>
            <ac:spMk id="87" creationId="{B962293A-8250-4934-A546-161556A95C85}"/>
          </ac:spMkLst>
        </pc:spChg>
        <pc:spChg chg="add mod ord modVis">
          <ac:chgData name="Ken Popkin" userId="3c94c39e-c43b-4805-99ab-8da17777f1ac" providerId="ADAL" clId="{E440F346-DC68-4DD4-BA80-8DE6476F8949}" dt="2021-05-29T18:09:05.718" v="8528"/>
          <ac:spMkLst>
            <pc:docMk/>
            <pc:sldMk cId="246031870" sldId="2146846027"/>
            <ac:spMk id="88" creationId="{866749A1-0CB1-4D97-8A94-56FC9776E356}"/>
          </ac:spMkLst>
        </pc:spChg>
        <pc:spChg chg="add mod ord modVis">
          <ac:chgData name="Ken Popkin" userId="3c94c39e-c43b-4805-99ab-8da17777f1ac" providerId="ADAL" clId="{E440F346-DC68-4DD4-BA80-8DE6476F8949}" dt="2021-05-29T18:09:05.719" v="8530"/>
          <ac:spMkLst>
            <pc:docMk/>
            <pc:sldMk cId="246031870" sldId="2146846027"/>
            <ac:spMk id="89" creationId="{B7CBDF62-2938-4BC2-8343-E2731BF52C84}"/>
          </ac:spMkLst>
        </pc:spChg>
        <pc:spChg chg="add mod ord">
          <ac:chgData name="Ken Popkin" userId="3c94c39e-c43b-4805-99ab-8da17777f1ac" providerId="ADAL" clId="{E440F346-DC68-4DD4-BA80-8DE6476F8949}" dt="2021-05-29T18:09:48.151" v="9977"/>
          <ac:spMkLst>
            <pc:docMk/>
            <pc:sldMk cId="246031870" sldId="2146846027"/>
            <ac:spMk id="90" creationId="{E6D9EC29-A7E2-4F2C-AE19-05923B37882F}"/>
          </ac:spMkLst>
        </pc:spChg>
        <pc:spChg chg="add mod ord">
          <ac:chgData name="Ken Popkin" userId="3c94c39e-c43b-4805-99ab-8da17777f1ac" providerId="ADAL" clId="{E440F346-DC68-4DD4-BA80-8DE6476F8949}" dt="2021-05-29T18:09:48.150" v="9973"/>
          <ac:spMkLst>
            <pc:docMk/>
            <pc:sldMk cId="246031870" sldId="2146846027"/>
            <ac:spMk id="91" creationId="{E166535F-0691-4B67-B193-DE3AB4D5282B}"/>
          </ac:spMkLst>
        </pc:spChg>
        <pc:spChg chg="add mod">
          <ac:chgData name="Ken Popkin" userId="3c94c39e-c43b-4805-99ab-8da17777f1ac" providerId="ADAL" clId="{E440F346-DC68-4DD4-BA80-8DE6476F8949}" dt="2021-05-29T18:09:48.152" v="9980"/>
          <ac:spMkLst>
            <pc:docMk/>
            <pc:sldMk cId="246031870" sldId="2146846027"/>
            <ac:spMk id="92" creationId="{0BD5DBDD-66C2-481F-8771-60152CC54CDC}"/>
          </ac:spMkLst>
        </pc:spChg>
        <pc:spChg chg="add mod modVis">
          <ac:chgData name="Ken Popkin" userId="3c94c39e-c43b-4805-99ab-8da17777f1ac" providerId="ADAL" clId="{E440F346-DC68-4DD4-BA80-8DE6476F8949}" dt="2021-05-29T18:09:48.153" v="9982"/>
          <ac:spMkLst>
            <pc:docMk/>
            <pc:sldMk cId="246031870" sldId="2146846027"/>
            <ac:spMk id="93" creationId="{9CA4F9E3-CF6C-428D-BDFA-460C2CD98893}"/>
          </ac:spMkLst>
        </pc:spChg>
        <pc:spChg chg="add mod ord modVis">
          <ac:chgData name="Ken Popkin" userId="3c94c39e-c43b-4805-99ab-8da17777f1ac" providerId="ADAL" clId="{E440F346-DC68-4DD4-BA80-8DE6476F8949}" dt="2021-05-29T18:08:39.412" v="8129"/>
          <ac:spMkLst>
            <pc:docMk/>
            <pc:sldMk cId="246031870" sldId="2146846027"/>
            <ac:spMk id="94" creationId="{8ABA8261-6F56-4BED-91AF-483886153023}"/>
          </ac:spMkLst>
        </pc:spChg>
        <pc:spChg chg="add mod ord modVis">
          <ac:chgData name="Ken Popkin" userId="3c94c39e-c43b-4805-99ab-8da17777f1ac" providerId="ADAL" clId="{E440F346-DC68-4DD4-BA80-8DE6476F8949}" dt="2021-05-29T18:09:48.154" v="9986"/>
          <ac:spMkLst>
            <pc:docMk/>
            <pc:sldMk cId="246031870" sldId="2146846027"/>
            <ac:spMk id="95" creationId="{D826B5E2-FD9A-4316-A9A8-D9E4403A9988}"/>
          </ac:spMkLst>
        </pc:spChg>
        <pc:spChg chg="add mod ord modVis">
          <ac:chgData name="Ken Popkin" userId="3c94c39e-c43b-4805-99ab-8da17777f1ac" providerId="ADAL" clId="{E440F346-DC68-4DD4-BA80-8DE6476F8949}" dt="2021-05-29T18:09:05.730" v="8559"/>
          <ac:spMkLst>
            <pc:docMk/>
            <pc:sldMk cId="246031870" sldId="2146846027"/>
            <ac:spMk id="96" creationId="{720379ED-281C-41E1-9EB0-290523C91F71}"/>
          </ac:spMkLst>
        </pc:spChg>
        <pc:spChg chg="add mod ord modVis">
          <ac:chgData name="Ken Popkin" userId="3c94c39e-c43b-4805-99ab-8da17777f1ac" providerId="ADAL" clId="{E440F346-DC68-4DD4-BA80-8DE6476F8949}" dt="2021-05-29T18:09:05.730" v="8561"/>
          <ac:spMkLst>
            <pc:docMk/>
            <pc:sldMk cId="246031870" sldId="2146846027"/>
            <ac:spMk id="97" creationId="{0987A795-8A4E-4465-8EC9-41B968FAECD5}"/>
          </ac:spMkLst>
        </pc:spChg>
        <pc:spChg chg="add mod ord">
          <ac:chgData name="Ken Popkin" userId="3c94c39e-c43b-4805-99ab-8da17777f1ac" providerId="ADAL" clId="{E440F346-DC68-4DD4-BA80-8DE6476F8949}" dt="2021-05-29T18:09:48.156" v="9994"/>
          <ac:spMkLst>
            <pc:docMk/>
            <pc:sldMk cId="246031870" sldId="2146846027"/>
            <ac:spMk id="98" creationId="{871D7DFD-16DD-4D6B-9C1C-03DA36C2CD86}"/>
          </ac:spMkLst>
        </pc:spChg>
        <pc:spChg chg="add mod ord">
          <ac:chgData name="Ken Popkin" userId="3c94c39e-c43b-4805-99ab-8da17777f1ac" providerId="ADAL" clId="{E440F346-DC68-4DD4-BA80-8DE6476F8949}" dt="2021-05-29T18:09:48.154" v="9990"/>
          <ac:spMkLst>
            <pc:docMk/>
            <pc:sldMk cId="246031870" sldId="2146846027"/>
            <ac:spMk id="99" creationId="{50A36F71-0DCC-442E-94B7-E3D8BBE9D08C}"/>
          </ac:spMkLst>
        </pc:spChg>
        <pc:spChg chg="add mod">
          <ac:chgData name="Ken Popkin" userId="3c94c39e-c43b-4805-99ab-8da17777f1ac" providerId="ADAL" clId="{E440F346-DC68-4DD4-BA80-8DE6476F8949}" dt="2021-05-29T18:09:48.157" v="9996"/>
          <ac:spMkLst>
            <pc:docMk/>
            <pc:sldMk cId="246031870" sldId="2146846027"/>
            <ac:spMk id="100" creationId="{B9E61A1C-86AF-4400-8992-82B2278180AC}"/>
          </ac:spMkLst>
        </pc:spChg>
        <pc:spChg chg="add mod modVis">
          <ac:chgData name="Ken Popkin" userId="3c94c39e-c43b-4805-99ab-8da17777f1ac" providerId="ADAL" clId="{E440F346-DC68-4DD4-BA80-8DE6476F8949}" dt="2021-05-29T18:09:48.157" v="9998"/>
          <ac:spMkLst>
            <pc:docMk/>
            <pc:sldMk cId="246031870" sldId="2146846027"/>
            <ac:spMk id="101" creationId="{ABB67BBA-00B8-41E3-B7F9-7651EEED843A}"/>
          </ac:spMkLst>
        </pc:spChg>
        <pc:spChg chg="add mod ord modVis">
          <ac:chgData name="Ken Popkin" userId="3c94c39e-c43b-4805-99ab-8da17777f1ac" providerId="ADAL" clId="{E440F346-DC68-4DD4-BA80-8DE6476F8949}" dt="2021-05-29T18:08:39.414" v="8141"/>
          <ac:spMkLst>
            <pc:docMk/>
            <pc:sldMk cId="246031870" sldId="2146846027"/>
            <ac:spMk id="102" creationId="{8C1255D6-98E7-4F7C-A804-7C1F292DA07C}"/>
          </ac:spMkLst>
        </pc:spChg>
        <pc:spChg chg="add mod ord modVis">
          <ac:chgData name="Ken Popkin" userId="3c94c39e-c43b-4805-99ab-8da17777f1ac" providerId="ADAL" clId="{E440F346-DC68-4DD4-BA80-8DE6476F8949}" dt="2021-05-29T18:09:48.159" v="10002"/>
          <ac:spMkLst>
            <pc:docMk/>
            <pc:sldMk cId="246031870" sldId="2146846027"/>
            <ac:spMk id="103" creationId="{B205942F-4391-4A14-8D0C-D9C05232A1B1}"/>
          </ac:spMkLst>
        </pc:spChg>
        <pc:spChg chg="add mod ord modVis">
          <ac:chgData name="Ken Popkin" userId="3c94c39e-c43b-4805-99ab-8da17777f1ac" providerId="ADAL" clId="{E440F346-DC68-4DD4-BA80-8DE6476F8949}" dt="2021-05-29T18:09:05.741" v="8589"/>
          <ac:spMkLst>
            <pc:docMk/>
            <pc:sldMk cId="246031870" sldId="2146846027"/>
            <ac:spMk id="104" creationId="{1BC14A51-D30D-4F4B-B51A-3CF3F2A3C0EC}"/>
          </ac:spMkLst>
        </pc:spChg>
        <pc:spChg chg="add mod ord modVis">
          <ac:chgData name="Ken Popkin" userId="3c94c39e-c43b-4805-99ab-8da17777f1ac" providerId="ADAL" clId="{E440F346-DC68-4DD4-BA80-8DE6476F8949}" dt="2021-05-29T18:09:05.741" v="8591"/>
          <ac:spMkLst>
            <pc:docMk/>
            <pc:sldMk cId="246031870" sldId="2146846027"/>
            <ac:spMk id="105" creationId="{3D718EE4-9C72-492A-A975-1601040E84DB}"/>
          </ac:spMkLst>
        </pc:spChg>
        <pc:spChg chg="add mod ord">
          <ac:chgData name="Ken Popkin" userId="3c94c39e-c43b-4805-99ab-8da17777f1ac" providerId="ADAL" clId="{E440F346-DC68-4DD4-BA80-8DE6476F8949}" dt="2021-05-29T18:09:48.159" v="10006"/>
          <ac:spMkLst>
            <pc:docMk/>
            <pc:sldMk cId="246031870" sldId="2146846027"/>
            <ac:spMk id="106" creationId="{AAA618E2-9231-4C50-AAEC-8D1FCDFED9AB}"/>
          </ac:spMkLst>
        </pc:spChg>
        <pc:spChg chg="add mod ord">
          <ac:chgData name="Ken Popkin" userId="3c94c39e-c43b-4805-99ab-8da17777f1ac" providerId="ADAL" clId="{E440F346-DC68-4DD4-BA80-8DE6476F8949}" dt="2021-05-29T18:09:48.161" v="10010"/>
          <ac:spMkLst>
            <pc:docMk/>
            <pc:sldMk cId="246031870" sldId="2146846027"/>
            <ac:spMk id="107" creationId="{50DB6277-6738-436F-B233-A4EA888CD1C5}"/>
          </ac:spMkLst>
        </pc:spChg>
        <pc:spChg chg="add mod">
          <ac:chgData name="Ken Popkin" userId="3c94c39e-c43b-4805-99ab-8da17777f1ac" providerId="ADAL" clId="{E440F346-DC68-4DD4-BA80-8DE6476F8949}" dt="2021-05-29T18:09:48.161" v="10012"/>
          <ac:spMkLst>
            <pc:docMk/>
            <pc:sldMk cId="246031870" sldId="2146846027"/>
            <ac:spMk id="108" creationId="{4B1F5320-F9DF-494A-8607-A01336EBD85D}"/>
          </ac:spMkLst>
        </pc:spChg>
        <pc:spChg chg="add mod modVis">
          <ac:chgData name="Ken Popkin" userId="3c94c39e-c43b-4805-99ab-8da17777f1ac" providerId="ADAL" clId="{E440F346-DC68-4DD4-BA80-8DE6476F8949}" dt="2021-05-29T18:09:48.162" v="10014"/>
          <ac:spMkLst>
            <pc:docMk/>
            <pc:sldMk cId="246031870" sldId="2146846027"/>
            <ac:spMk id="109" creationId="{40F5A453-4494-469D-B4A3-A536D4018BD3}"/>
          </ac:spMkLst>
        </pc:spChg>
        <pc:spChg chg="add mod ord modVis">
          <ac:chgData name="Ken Popkin" userId="3c94c39e-c43b-4805-99ab-8da17777f1ac" providerId="ADAL" clId="{E440F346-DC68-4DD4-BA80-8DE6476F8949}" dt="2021-05-29T18:08:39.415" v="8153"/>
          <ac:spMkLst>
            <pc:docMk/>
            <pc:sldMk cId="246031870" sldId="2146846027"/>
            <ac:spMk id="110" creationId="{E4BFE2F5-EAF2-4546-A7CF-BE18EAF07965}"/>
          </ac:spMkLst>
        </pc:spChg>
        <pc:spChg chg="add mod ord modVis">
          <ac:chgData name="Ken Popkin" userId="3c94c39e-c43b-4805-99ab-8da17777f1ac" providerId="ADAL" clId="{E440F346-DC68-4DD4-BA80-8DE6476F8949}" dt="2021-05-29T18:09:48.163" v="10018"/>
          <ac:spMkLst>
            <pc:docMk/>
            <pc:sldMk cId="246031870" sldId="2146846027"/>
            <ac:spMk id="111" creationId="{005B2959-A83A-4414-8ECD-59DBB1A60A57}"/>
          </ac:spMkLst>
        </pc:spChg>
        <pc:spChg chg="add mod ord modVis">
          <ac:chgData name="Ken Popkin" userId="3c94c39e-c43b-4805-99ab-8da17777f1ac" providerId="ADAL" clId="{E440F346-DC68-4DD4-BA80-8DE6476F8949}" dt="2021-05-29T18:09:05.753" v="8619"/>
          <ac:spMkLst>
            <pc:docMk/>
            <pc:sldMk cId="246031870" sldId="2146846027"/>
            <ac:spMk id="112" creationId="{595EDC34-DE66-4290-AECB-84DE85261505}"/>
          </ac:spMkLst>
        </pc:spChg>
        <pc:spChg chg="add mod ord modVis">
          <ac:chgData name="Ken Popkin" userId="3c94c39e-c43b-4805-99ab-8da17777f1ac" providerId="ADAL" clId="{E440F346-DC68-4DD4-BA80-8DE6476F8949}" dt="2021-05-29T18:09:05.753" v="8621"/>
          <ac:spMkLst>
            <pc:docMk/>
            <pc:sldMk cId="246031870" sldId="2146846027"/>
            <ac:spMk id="113" creationId="{B57B1757-FE64-4630-96EC-7AA722DCAF7A}"/>
          </ac:spMkLst>
        </pc:spChg>
        <pc:spChg chg="add mod ord">
          <ac:chgData name="Ken Popkin" userId="3c94c39e-c43b-4805-99ab-8da17777f1ac" providerId="ADAL" clId="{E440F346-DC68-4DD4-BA80-8DE6476F8949}" dt="2021-05-29T18:09:48.165" v="10022"/>
          <ac:spMkLst>
            <pc:docMk/>
            <pc:sldMk cId="246031870" sldId="2146846027"/>
            <ac:spMk id="114" creationId="{4E5C458E-DD06-41CE-94EB-7DD87FD531D8}"/>
          </ac:spMkLst>
        </pc:spChg>
        <pc:spChg chg="add mod ord">
          <ac:chgData name="Ken Popkin" userId="3c94c39e-c43b-4805-99ab-8da17777f1ac" providerId="ADAL" clId="{E440F346-DC68-4DD4-BA80-8DE6476F8949}" dt="2021-05-29T18:09:48.166" v="10026"/>
          <ac:spMkLst>
            <pc:docMk/>
            <pc:sldMk cId="246031870" sldId="2146846027"/>
            <ac:spMk id="115" creationId="{7E45012E-2D75-4CF0-AD63-36878001B6FC}"/>
          </ac:spMkLst>
        </pc:spChg>
        <pc:spChg chg="add mod">
          <ac:chgData name="Ken Popkin" userId="3c94c39e-c43b-4805-99ab-8da17777f1ac" providerId="ADAL" clId="{E440F346-DC68-4DD4-BA80-8DE6476F8949}" dt="2021-05-29T18:09:48.167" v="10029"/>
          <ac:spMkLst>
            <pc:docMk/>
            <pc:sldMk cId="246031870" sldId="2146846027"/>
            <ac:spMk id="116" creationId="{93272620-3591-477E-9869-0604DEB4CB63}"/>
          </ac:spMkLst>
        </pc:spChg>
        <pc:spChg chg="add mod modVis">
          <ac:chgData name="Ken Popkin" userId="3c94c39e-c43b-4805-99ab-8da17777f1ac" providerId="ADAL" clId="{E440F346-DC68-4DD4-BA80-8DE6476F8949}" dt="2021-05-29T18:09:48.167" v="10031"/>
          <ac:spMkLst>
            <pc:docMk/>
            <pc:sldMk cId="246031870" sldId="2146846027"/>
            <ac:spMk id="117" creationId="{BF1F000E-634A-4A48-AB83-5D3ED6BCB0CE}"/>
          </ac:spMkLst>
        </pc:spChg>
        <pc:spChg chg="add mod ord modVis">
          <ac:chgData name="Ken Popkin" userId="3c94c39e-c43b-4805-99ab-8da17777f1ac" providerId="ADAL" clId="{E440F346-DC68-4DD4-BA80-8DE6476F8949}" dt="2021-05-29T18:08:39.417" v="8165"/>
          <ac:spMkLst>
            <pc:docMk/>
            <pc:sldMk cId="246031870" sldId="2146846027"/>
            <ac:spMk id="118" creationId="{A9FE1A4F-E8BF-4C67-8E22-C7441D60153F}"/>
          </ac:spMkLst>
        </pc:spChg>
        <pc:spChg chg="add mod ord modVis">
          <ac:chgData name="Ken Popkin" userId="3c94c39e-c43b-4805-99ab-8da17777f1ac" providerId="ADAL" clId="{E440F346-DC68-4DD4-BA80-8DE6476F8949}" dt="2021-05-29T18:09:48.170" v="10035"/>
          <ac:spMkLst>
            <pc:docMk/>
            <pc:sldMk cId="246031870" sldId="2146846027"/>
            <ac:spMk id="119" creationId="{3E5E1541-E8B2-444A-8567-3598A3ACB6E2}"/>
          </ac:spMkLst>
        </pc:spChg>
        <pc:spChg chg="add mod ord modVis">
          <ac:chgData name="Ken Popkin" userId="3c94c39e-c43b-4805-99ab-8da17777f1ac" providerId="ADAL" clId="{E440F346-DC68-4DD4-BA80-8DE6476F8949}" dt="2021-05-29T18:09:05.764" v="8650"/>
          <ac:spMkLst>
            <pc:docMk/>
            <pc:sldMk cId="246031870" sldId="2146846027"/>
            <ac:spMk id="120" creationId="{3F2E414A-91F4-406A-A8C5-DA1E6437A587}"/>
          </ac:spMkLst>
        </pc:spChg>
        <pc:spChg chg="add mod ord modVis">
          <ac:chgData name="Ken Popkin" userId="3c94c39e-c43b-4805-99ab-8da17777f1ac" providerId="ADAL" clId="{E440F346-DC68-4DD4-BA80-8DE6476F8949}" dt="2021-05-29T18:09:05.764" v="8652"/>
          <ac:spMkLst>
            <pc:docMk/>
            <pc:sldMk cId="246031870" sldId="2146846027"/>
            <ac:spMk id="121" creationId="{D00716FA-2E82-4FF5-98C8-33B0F51D212E}"/>
          </ac:spMkLst>
        </pc:spChg>
        <pc:spChg chg="add mod ord">
          <ac:chgData name="Ken Popkin" userId="3c94c39e-c43b-4805-99ab-8da17777f1ac" providerId="ADAL" clId="{E440F346-DC68-4DD4-BA80-8DE6476F8949}" dt="2021-05-29T18:09:48.171" v="10043"/>
          <ac:spMkLst>
            <pc:docMk/>
            <pc:sldMk cId="246031870" sldId="2146846027"/>
            <ac:spMk id="122" creationId="{A8B8DAAD-F783-4EFA-8A38-03EA76937631}"/>
          </ac:spMkLst>
        </pc:spChg>
        <pc:spChg chg="add mod ord">
          <ac:chgData name="Ken Popkin" userId="3c94c39e-c43b-4805-99ab-8da17777f1ac" providerId="ADAL" clId="{E440F346-DC68-4DD4-BA80-8DE6476F8949}" dt="2021-05-29T18:09:48.170" v="10039"/>
          <ac:spMkLst>
            <pc:docMk/>
            <pc:sldMk cId="246031870" sldId="2146846027"/>
            <ac:spMk id="123" creationId="{491CEDB1-39A2-47DC-BE75-22B945510073}"/>
          </ac:spMkLst>
        </pc:spChg>
        <pc:spChg chg="add mod">
          <ac:chgData name="Ken Popkin" userId="3c94c39e-c43b-4805-99ab-8da17777f1ac" providerId="ADAL" clId="{E440F346-DC68-4DD4-BA80-8DE6476F8949}" dt="2021-05-29T18:09:48.172" v="10046"/>
          <ac:spMkLst>
            <pc:docMk/>
            <pc:sldMk cId="246031870" sldId="2146846027"/>
            <ac:spMk id="124" creationId="{EB340389-8255-45CD-852D-EF0BA3CA3E70}"/>
          </ac:spMkLst>
        </pc:spChg>
        <pc:spChg chg="add mod modVis">
          <ac:chgData name="Ken Popkin" userId="3c94c39e-c43b-4805-99ab-8da17777f1ac" providerId="ADAL" clId="{E440F346-DC68-4DD4-BA80-8DE6476F8949}" dt="2021-05-29T18:09:48.173" v="10048"/>
          <ac:spMkLst>
            <pc:docMk/>
            <pc:sldMk cId="246031870" sldId="2146846027"/>
            <ac:spMk id="125" creationId="{6597D19F-1123-4732-B425-D57C7023E928}"/>
          </ac:spMkLst>
        </pc:spChg>
        <pc:spChg chg="add mod ord modVis">
          <ac:chgData name="Ken Popkin" userId="3c94c39e-c43b-4805-99ab-8da17777f1ac" providerId="ADAL" clId="{E440F346-DC68-4DD4-BA80-8DE6476F8949}" dt="2021-05-29T18:08:39.420" v="8177"/>
          <ac:spMkLst>
            <pc:docMk/>
            <pc:sldMk cId="246031870" sldId="2146846027"/>
            <ac:spMk id="126" creationId="{7F0A6467-B92D-4BC6-9851-C8E08B3D9189}"/>
          </ac:spMkLst>
        </pc:spChg>
        <pc:spChg chg="add mod ord modVis">
          <ac:chgData name="Ken Popkin" userId="3c94c39e-c43b-4805-99ab-8da17777f1ac" providerId="ADAL" clId="{E440F346-DC68-4DD4-BA80-8DE6476F8949}" dt="2021-05-29T18:09:48.174" v="10052"/>
          <ac:spMkLst>
            <pc:docMk/>
            <pc:sldMk cId="246031870" sldId="2146846027"/>
            <ac:spMk id="127" creationId="{67F9A3A4-2BBA-4941-9938-F53D1B4100F5}"/>
          </ac:spMkLst>
        </pc:spChg>
        <pc:spChg chg="add mod ord modVis">
          <ac:chgData name="Ken Popkin" userId="3c94c39e-c43b-4805-99ab-8da17777f1ac" providerId="ADAL" clId="{E440F346-DC68-4DD4-BA80-8DE6476F8949}" dt="2021-05-29T18:09:05.775" v="8679"/>
          <ac:spMkLst>
            <pc:docMk/>
            <pc:sldMk cId="246031870" sldId="2146846027"/>
            <ac:spMk id="128" creationId="{09624159-A56E-44D2-B84C-666F892BFC3F}"/>
          </ac:spMkLst>
        </pc:spChg>
        <pc:spChg chg="add mod ord modVis">
          <ac:chgData name="Ken Popkin" userId="3c94c39e-c43b-4805-99ab-8da17777f1ac" providerId="ADAL" clId="{E440F346-DC68-4DD4-BA80-8DE6476F8949}" dt="2021-05-29T18:09:05.775" v="8681"/>
          <ac:spMkLst>
            <pc:docMk/>
            <pc:sldMk cId="246031870" sldId="2146846027"/>
            <ac:spMk id="129" creationId="{BA3104FC-9818-4E5E-871E-8A1A82A698E6}"/>
          </ac:spMkLst>
        </pc:spChg>
        <pc:spChg chg="add mod ord">
          <ac:chgData name="Ken Popkin" userId="3c94c39e-c43b-4805-99ab-8da17777f1ac" providerId="ADAL" clId="{E440F346-DC68-4DD4-BA80-8DE6476F8949}" dt="2021-05-29T18:09:48.175" v="10060"/>
          <ac:spMkLst>
            <pc:docMk/>
            <pc:sldMk cId="246031870" sldId="2146846027"/>
            <ac:spMk id="130" creationId="{160C46CB-1EAE-4CAF-B03A-EC3E80457471}"/>
          </ac:spMkLst>
        </pc:spChg>
        <pc:spChg chg="add mod ord">
          <ac:chgData name="Ken Popkin" userId="3c94c39e-c43b-4805-99ab-8da17777f1ac" providerId="ADAL" clId="{E440F346-DC68-4DD4-BA80-8DE6476F8949}" dt="2021-05-29T18:09:48.175" v="10056"/>
          <ac:spMkLst>
            <pc:docMk/>
            <pc:sldMk cId="246031870" sldId="2146846027"/>
            <ac:spMk id="131" creationId="{C77BCE8D-B634-4DC1-9841-04FCF61B6FE4}"/>
          </ac:spMkLst>
        </pc:spChg>
        <pc:spChg chg="add mod">
          <ac:chgData name="Ken Popkin" userId="3c94c39e-c43b-4805-99ab-8da17777f1ac" providerId="ADAL" clId="{E440F346-DC68-4DD4-BA80-8DE6476F8949}" dt="2021-05-29T18:09:48.177" v="10062"/>
          <ac:spMkLst>
            <pc:docMk/>
            <pc:sldMk cId="246031870" sldId="2146846027"/>
            <ac:spMk id="132" creationId="{83778C7B-5E1E-4427-9C1F-CE2D47A63BF1}"/>
          </ac:spMkLst>
        </pc:spChg>
        <pc:spChg chg="add mod modVis">
          <ac:chgData name="Ken Popkin" userId="3c94c39e-c43b-4805-99ab-8da17777f1ac" providerId="ADAL" clId="{E440F346-DC68-4DD4-BA80-8DE6476F8949}" dt="2021-05-29T18:09:48.178" v="10064"/>
          <ac:spMkLst>
            <pc:docMk/>
            <pc:sldMk cId="246031870" sldId="2146846027"/>
            <ac:spMk id="133" creationId="{78ABA077-B3DD-4051-A6BD-0ECE9D306684}"/>
          </ac:spMkLst>
        </pc:spChg>
        <pc:spChg chg="add mod ord modVis">
          <ac:chgData name="Ken Popkin" userId="3c94c39e-c43b-4805-99ab-8da17777f1ac" providerId="ADAL" clId="{E440F346-DC68-4DD4-BA80-8DE6476F8949}" dt="2021-05-29T18:08:39.421" v="8189"/>
          <ac:spMkLst>
            <pc:docMk/>
            <pc:sldMk cId="246031870" sldId="2146846027"/>
            <ac:spMk id="134" creationId="{A561B09D-2744-4AE2-B9C1-482B12775C8D}"/>
          </ac:spMkLst>
        </pc:spChg>
        <pc:spChg chg="add mod ord modVis">
          <ac:chgData name="Ken Popkin" userId="3c94c39e-c43b-4805-99ab-8da17777f1ac" providerId="ADAL" clId="{E440F346-DC68-4DD4-BA80-8DE6476F8949}" dt="2021-05-29T18:09:48.179" v="10068"/>
          <ac:spMkLst>
            <pc:docMk/>
            <pc:sldMk cId="246031870" sldId="2146846027"/>
            <ac:spMk id="135" creationId="{74505CCE-65A0-499C-9CBB-9242B8982721}"/>
          </ac:spMkLst>
        </pc:spChg>
        <pc:spChg chg="add mod ord modVis">
          <ac:chgData name="Ken Popkin" userId="3c94c39e-c43b-4805-99ab-8da17777f1ac" providerId="ADAL" clId="{E440F346-DC68-4DD4-BA80-8DE6476F8949}" dt="2021-05-29T18:09:05.786" v="8705"/>
          <ac:spMkLst>
            <pc:docMk/>
            <pc:sldMk cId="246031870" sldId="2146846027"/>
            <ac:spMk id="136" creationId="{189B5472-6D90-466F-BE43-88DBAB4B2AFF}"/>
          </ac:spMkLst>
        </pc:spChg>
        <pc:spChg chg="add mod ord modVis">
          <ac:chgData name="Ken Popkin" userId="3c94c39e-c43b-4805-99ab-8da17777f1ac" providerId="ADAL" clId="{E440F346-DC68-4DD4-BA80-8DE6476F8949}" dt="2021-05-29T18:09:05.787" v="8707"/>
          <ac:spMkLst>
            <pc:docMk/>
            <pc:sldMk cId="246031870" sldId="2146846027"/>
            <ac:spMk id="137" creationId="{407AD9D8-62CD-4065-A213-CD3EE9AEF04C}"/>
          </ac:spMkLst>
        </pc:spChg>
        <pc:spChg chg="add mod ord">
          <ac:chgData name="Ken Popkin" userId="3c94c39e-c43b-4805-99ab-8da17777f1ac" providerId="ADAL" clId="{E440F346-DC68-4DD4-BA80-8DE6476F8949}" dt="2021-05-29T18:09:48.180" v="10072"/>
          <ac:spMkLst>
            <pc:docMk/>
            <pc:sldMk cId="246031870" sldId="2146846027"/>
            <ac:spMk id="138" creationId="{187C31A5-755D-4996-845F-C85AB11E0F62}"/>
          </ac:spMkLst>
        </pc:spChg>
        <pc:spChg chg="add mod ord">
          <ac:chgData name="Ken Popkin" userId="3c94c39e-c43b-4805-99ab-8da17777f1ac" providerId="ADAL" clId="{E440F346-DC68-4DD4-BA80-8DE6476F8949}" dt="2021-05-29T18:09:48.181" v="10076"/>
          <ac:spMkLst>
            <pc:docMk/>
            <pc:sldMk cId="246031870" sldId="2146846027"/>
            <ac:spMk id="139" creationId="{FA112CA5-A326-44F7-8A49-ED6C753E28DD}"/>
          </ac:spMkLst>
        </pc:spChg>
        <pc:spChg chg="add mod">
          <ac:chgData name="Ken Popkin" userId="3c94c39e-c43b-4805-99ab-8da17777f1ac" providerId="ADAL" clId="{E440F346-DC68-4DD4-BA80-8DE6476F8949}" dt="2021-05-29T18:09:48.181" v="10078"/>
          <ac:spMkLst>
            <pc:docMk/>
            <pc:sldMk cId="246031870" sldId="2146846027"/>
            <ac:spMk id="140" creationId="{4DFAFF9B-3572-4E9F-A44C-8E69F0C9F1C8}"/>
          </ac:spMkLst>
        </pc:spChg>
        <pc:spChg chg="add mod modVis">
          <ac:chgData name="Ken Popkin" userId="3c94c39e-c43b-4805-99ab-8da17777f1ac" providerId="ADAL" clId="{E440F346-DC68-4DD4-BA80-8DE6476F8949}" dt="2021-05-29T18:09:48.182" v="10080"/>
          <ac:spMkLst>
            <pc:docMk/>
            <pc:sldMk cId="246031870" sldId="2146846027"/>
            <ac:spMk id="141" creationId="{03B1AD96-B43D-4D02-9710-CBB8632947A0}"/>
          </ac:spMkLst>
        </pc:spChg>
        <pc:spChg chg="add mod ord modVis">
          <ac:chgData name="Ken Popkin" userId="3c94c39e-c43b-4805-99ab-8da17777f1ac" providerId="ADAL" clId="{E440F346-DC68-4DD4-BA80-8DE6476F8949}" dt="2021-05-29T18:08:39.424" v="8201"/>
          <ac:spMkLst>
            <pc:docMk/>
            <pc:sldMk cId="246031870" sldId="2146846027"/>
            <ac:spMk id="142" creationId="{FA502C5F-914E-4F34-9EEA-6FD84A593A92}"/>
          </ac:spMkLst>
        </pc:spChg>
        <pc:spChg chg="add mod ord modVis">
          <ac:chgData name="Ken Popkin" userId="3c94c39e-c43b-4805-99ab-8da17777f1ac" providerId="ADAL" clId="{E440F346-DC68-4DD4-BA80-8DE6476F8949}" dt="2021-05-29T18:09:48.185" v="10084"/>
          <ac:spMkLst>
            <pc:docMk/>
            <pc:sldMk cId="246031870" sldId="2146846027"/>
            <ac:spMk id="143" creationId="{089F4A60-8A0C-41A0-92D8-1908BD33DEB1}"/>
          </ac:spMkLst>
        </pc:spChg>
        <pc:spChg chg="add mod ord modVis">
          <ac:chgData name="Ken Popkin" userId="3c94c39e-c43b-4805-99ab-8da17777f1ac" providerId="ADAL" clId="{E440F346-DC68-4DD4-BA80-8DE6476F8949}" dt="2021-05-29T18:09:05.798" v="8735"/>
          <ac:spMkLst>
            <pc:docMk/>
            <pc:sldMk cId="246031870" sldId="2146846027"/>
            <ac:spMk id="144" creationId="{E86035DC-8A92-4CAA-A2C9-4AF900C3CCAE}"/>
          </ac:spMkLst>
        </pc:spChg>
        <pc:spChg chg="add mod ord modVis">
          <ac:chgData name="Ken Popkin" userId="3c94c39e-c43b-4805-99ab-8da17777f1ac" providerId="ADAL" clId="{E440F346-DC68-4DD4-BA80-8DE6476F8949}" dt="2021-05-29T18:09:05.798" v="8737"/>
          <ac:spMkLst>
            <pc:docMk/>
            <pc:sldMk cId="246031870" sldId="2146846027"/>
            <ac:spMk id="145" creationId="{D09CC7AE-C5F8-4251-800A-0E4583EE7E74}"/>
          </ac:spMkLst>
        </pc:spChg>
        <pc:spChg chg="add mod ord">
          <ac:chgData name="Ken Popkin" userId="3c94c39e-c43b-4805-99ab-8da17777f1ac" providerId="ADAL" clId="{E440F346-DC68-4DD4-BA80-8DE6476F8949}" dt="2021-05-29T18:09:48.185" v="10088"/>
          <ac:spMkLst>
            <pc:docMk/>
            <pc:sldMk cId="246031870" sldId="2146846027"/>
            <ac:spMk id="146" creationId="{F8E306AF-4002-47EF-8619-4D8D6C6D0CFF}"/>
          </ac:spMkLst>
        </pc:spChg>
        <pc:spChg chg="add mod ord">
          <ac:chgData name="Ken Popkin" userId="3c94c39e-c43b-4805-99ab-8da17777f1ac" providerId="ADAL" clId="{E440F346-DC68-4DD4-BA80-8DE6476F8949}" dt="2021-05-29T18:09:48.186" v="10092"/>
          <ac:spMkLst>
            <pc:docMk/>
            <pc:sldMk cId="246031870" sldId="2146846027"/>
            <ac:spMk id="147" creationId="{53EE1FBF-EF63-45A5-8B52-0D41F92B2AB0}"/>
          </ac:spMkLst>
        </pc:spChg>
        <pc:spChg chg="add mod">
          <ac:chgData name="Ken Popkin" userId="3c94c39e-c43b-4805-99ab-8da17777f1ac" providerId="ADAL" clId="{E440F346-DC68-4DD4-BA80-8DE6476F8949}" dt="2021-05-29T18:09:48.187" v="10095"/>
          <ac:spMkLst>
            <pc:docMk/>
            <pc:sldMk cId="246031870" sldId="2146846027"/>
            <ac:spMk id="148" creationId="{5D76E633-C19D-4A77-BC68-F3F6CE348360}"/>
          </ac:spMkLst>
        </pc:spChg>
        <pc:spChg chg="add mod modVis">
          <ac:chgData name="Ken Popkin" userId="3c94c39e-c43b-4805-99ab-8da17777f1ac" providerId="ADAL" clId="{E440F346-DC68-4DD4-BA80-8DE6476F8949}" dt="2021-05-29T18:09:48.188" v="10097"/>
          <ac:spMkLst>
            <pc:docMk/>
            <pc:sldMk cId="246031870" sldId="2146846027"/>
            <ac:spMk id="149" creationId="{6974EE42-FE64-40EF-AB0C-8D0EBB1FD6D6}"/>
          </ac:spMkLst>
        </pc:spChg>
        <pc:spChg chg="add mod ord modVis">
          <ac:chgData name="Ken Popkin" userId="3c94c39e-c43b-4805-99ab-8da17777f1ac" providerId="ADAL" clId="{E440F346-DC68-4DD4-BA80-8DE6476F8949}" dt="2021-05-29T18:08:39.425" v="8213"/>
          <ac:spMkLst>
            <pc:docMk/>
            <pc:sldMk cId="246031870" sldId="2146846027"/>
            <ac:spMk id="150" creationId="{9A5BD782-0503-42C1-8C8C-5EE01FD3AB4F}"/>
          </ac:spMkLst>
        </pc:spChg>
        <pc:spChg chg="add mod ord modVis">
          <ac:chgData name="Ken Popkin" userId="3c94c39e-c43b-4805-99ab-8da17777f1ac" providerId="ADAL" clId="{E440F346-DC68-4DD4-BA80-8DE6476F8949}" dt="2021-05-29T18:09:48.190" v="10101"/>
          <ac:spMkLst>
            <pc:docMk/>
            <pc:sldMk cId="246031870" sldId="2146846027"/>
            <ac:spMk id="151" creationId="{7061B682-CABB-45D4-A968-213FC6C4C120}"/>
          </ac:spMkLst>
        </pc:spChg>
        <pc:spChg chg="add mod ord modVis">
          <ac:chgData name="Ken Popkin" userId="3c94c39e-c43b-4805-99ab-8da17777f1ac" providerId="ADAL" clId="{E440F346-DC68-4DD4-BA80-8DE6476F8949}" dt="2021-05-29T18:09:05.810" v="8766"/>
          <ac:spMkLst>
            <pc:docMk/>
            <pc:sldMk cId="246031870" sldId="2146846027"/>
            <ac:spMk id="152" creationId="{167A1AB2-CA78-4935-B565-88ACF924FC05}"/>
          </ac:spMkLst>
        </pc:spChg>
        <pc:spChg chg="add mod ord modVis">
          <ac:chgData name="Ken Popkin" userId="3c94c39e-c43b-4805-99ab-8da17777f1ac" providerId="ADAL" clId="{E440F346-DC68-4DD4-BA80-8DE6476F8949}" dt="2021-05-29T18:09:05.810" v="8768"/>
          <ac:spMkLst>
            <pc:docMk/>
            <pc:sldMk cId="246031870" sldId="2146846027"/>
            <ac:spMk id="153" creationId="{F9EB9E25-3DC5-49C2-AC8D-56E209A47BAA}"/>
          </ac:spMkLst>
        </pc:spChg>
        <pc:spChg chg="add mod ord">
          <ac:chgData name="Ken Popkin" userId="3c94c39e-c43b-4805-99ab-8da17777f1ac" providerId="ADAL" clId="{E440F346-DC68-4DD4-BA80-8DE6476F8949}" dt="2021-05-29T18:09:48.191" v="10109"/>
          <ac:spMkLst>
            <pc:docMk/>
            <pc:sldMk cId="246031870" sldId="2146846027"/>
            <ac:spMk id="154" creationId="{7DCF0336-92F8-4E3A-983C-86A737F01BB0}"/>
          </ac:spMkLst>
        </pc:spChg>
        <pc:spChg chg="add mod ord">
          <ac:chgData name="Ken Popkin" userId="3c94c39e-c43b-4805-99ab-8da17777f1ac" providerId="ADAL" clId="{E440F346-DC68-4DD4-BA80-8DE6476F8949}" dt="2021-05-29T18:09:48.191" v="10105"/>
          <ac:spMkLst>
            <pc:docMk/>
            <pc:sldMk cId="246031870" sldId="2146846027"/>
            <ac:spMk id="155" creationId="{6BB94134-3A93-42DC-B1EA-ADCC389B7F06}"/>
          </ac:spMkLst>
        </pc:spChg>
        <pc:spChg chg="add mod">
          <ac:chgData name="Ken Popkin" userId="3c94c39e-c43b-4805-99ab-8da17777f1ac" providerId="ADAL" clId="{E440F346-DC68-4DD4-BA80-8DE6476F8949}" dt="2021-05-29T18:09:48.192" v="10112"/>
          <ac:spMkLst>
            <pc:docMk/>
            <pc:sldMk cId="246031870" sldId="2146846027"/>
            <ac:spMk id="156" creationId="{B27EDB50-7758-427F-BC84-2C16ACF680D5}"/>
          </ac:spMkLst>
        </pc:spChg>
        <pc:spChg chg="add mod modVis">
          <ac:chgData name="Ken Popkin" userId="3c94c39e-c43b-4805-99ab-8da17777f1ac" providerId="ADAL" clId="{E440F346-DC68-4DD4-BA80-8DE6476F8949}" dt="2021-05-29T18:09:48.194" v="10114"/>
          <ac:spMkLst>
            <pc:docMk/>
            <pc:sldMk cId="246031870" sldId="2146846027"/>
            <ac:spMk id="157" creationId="{077E89A0-483C-4F10-8439-CBF9C99C06FE}"/>
          </ac:spMkLst>
        </pc:spChg>
        <pc:spChg chg="add mod ord modVis">
          <ac:chgData name="Ken Popkin" userId="3c94c39e-c43b-4805-99ab-8da17777f1ac" providerId="ADAL" clId="{E440F346-DC68-4DD4-BA80-8DE6476F8949}" dt="2021-05-29T18:08:39.427" v="8225"/>
          <ac:spMkLst>
            <pc:docMk/>
            <pc:sldMk cId="246031870" sldId="2146846027"/>
            <ac:spMk id="158" creationId="{6ABDDA9D-988D-49EF-9DF2-B58977712CCA}"/>
          </ac:spMkLst>
        </pc:spChg>
        <pc:spChg chg="add mod ord modVis">
          <ac:chgData name="Ken Popkin" userId="3c94c39e-c43b-4805-99ab-8da17777f1ac" providerId="ADAL" clId="{E440F346-DC68-4DD4-BA80-8DE6476F8949}" dt="2021-05-29T18:09:48.195" v="10118"/>
          <ac:spMkLst>
            <pc:docMk/>
            <pc:sldMk cId="246031870" sldId="2146846027"/>
            <ac:spMk id="159" creationId="{0908F4A9-5676-47E4-8A4A-F9BC2EFB674D}"/>
          </ac:spMkLst>
        </pc:spChg>
        <pc:spChg chg="add mod ord modVis">
          <ac:chgData name="Ken Popkin" userId="3c94c39e-c43b-4805-99ab-8da17777f1ac" providerId="ADAL" clId="{E440F346-DC68-4DD4-BA80-8DE6476F8949}" dt="2021-05-29T18:09:05.821" v="8797"/>
          <ac:spMkLst>
            <pc:docMk/>
            <pc:sldMk cId="246031870" sldId="2146846027"/>
            <ac:spMk id="160" creationId="{72ECE852-C863-446A-B8BF-5C1491430F34}"/>
          </ac:spMkLst>
        </pc:spChg>
        <pc:spChg chg="add mod ord modVis">
          <ac:chgData name="Ken Popkin" userId="3c94c39e-c43b-4805-99ab-8da17777f1ac" providerId="ADAL" clId="{E440F346-DC68-4DD4-BA80-8DE6476F8949}" dt="2021-05-29T18:09:05.822" v="8799"/>
          <ac:spMkLst>
            <pc:docMk/>
            <pc:sldMk cId="246031870" sldId="2146846027"/>
            <ac:spMk id="161" creationId="{4027861A-763D-4B95-A177-D86D3A037E39}"/>
          </ac:spMkLst>
        </pc:spChg>
        <pc:spChg chg="add mod ord">
          <ac:chgData name="Ken Popkin" userId="3c94c39e-c43b-4805-99ab-8da17777f1ac" providerId="ADAL" clId="{E440F346-DC68-4DD4-BA80-8DE6476F8949}" dt="2021-05-29T18:09:48.196" v="10126"/>
          <ac:spMkLst>
            <pc:docMk/>
            <pc:sldMk cId="246031870" sldId="2146846027"/>
            <ac:spMk id="162" creationId="{4E03B7AF-EDBD-43CA-9463-8BD18BBA1D30}"/>
          </ac:spMkLst>
        </pc:spChg>
        <pc:spChg chg="add mod ord">
          <ac:chgData name="Ken Popkin" userId="3c94c39e-c43b-4805-99ab-8da17777f1ac" providerId="ADAL" clId="{E440F346-DC68-4DD4-BA80-8DE6476F8949}" dt="2021-05-29T18:09:48.196" v="10122"/>
          <ac:spMkLst>
            <pc:docMk/>
            <pc:sldMk cId="246031870" sldId="2146846027"/>
            <ac:spMk id="163" creationId="{D292045B-2970-4532-9CC5-A71851D0EBF7}"/>
          </ac:spMkLst>
        </pc:spChg>
        <pc:spChg chg="add mod">
          <ac:chgData name="Ken Popkin" userId="3c94c39e-c43b-4805-99ab-8da17777f1ac" providerId="ADAL" clId="{E440F346-DC68-4DD4-BA80-8DE6476F8949}" dt="2021-05-29T18:09:48.197" v="10128"/>
          <ac:spMkLst>
            <pc:docMk/>
            <pc:sldMk cId="246031870" sldId="2146846027"/>
            <ac:spMk id="164" creationId="{A593C1E9-FC0B-487A-98EB-355B75DF783C}"/>
          </ac:spMkLst>
        </pc:spChg>
        <pc:spChg chg="add mod modVis">
          <ac:chgData name="Ken Popkin" userId="3c94c39e-c43b-4805-99ab-8da17777f1ac" providerId="ADAL" clId="{E440F346-DC68-4DD4-BA80-8DE6476F8949}" dt="2021-05-29T18:09:48.198" v="10130"/>
          <ac:spMkLst>
            <pc:docMk/>
            <pc:sldMk cId="246031870" sldId="2146846027"/>
            <ac:spMk id="165" creationId="{DDB966E3-91FA-4E53-8B68-9F2C001C3D81}"/>
          </ac:spMkLst>
        </pc:spChg>
        <pc:spChg chg="add mod ord modVis">
          <ac:chgData name="Ken Popkin" userId="3c94c39e-c43b-4805-99ab-8da17777f1ac" providerId="ADAL" clId="{E440F346-DC68-4DD4-BA80-8DE6476F8949}" dt="2021-05-29T18:08:39.429" v="8237"/>
          <ac:spMkLst>
            <pc:docMk/>
            <pc:sldMk cId="246031870" sldId="2146846027"/>
            <ac:spMk id="166" creationId="{5293F8D9-4A0A-4765-BAA8-D2A5233FACBB}"/>
          </ac:spMkLst>
        </pc:spChg>
        <pc:spChg chg="add mod ord modVis">
          <ac:chgData name="Ken Popkin" userId="3c94c39e-c43b-4805-99ab-8da17777f1ac" providerId="ADAL" clId="{E440F346-DC68-4DD4-BA80-8DE6476F8949}" dt="2021-05-29T18:09:48.199" v="10134"/>
          <ac:spMkLst>
            <pc:docMk/>
            <pc:sldMk cId="246031870" sldId="2146846027"/>
            <ac:spMk id="167" creationId="{8DAD2397-0F46-44D9-978A-4B28855A3B74}"/>
          </ac:spMkLst>
        </pc:spChg>
        <pc:spChg chg="add mod ord modVis">
          <ac:chgData name="Ken Popkin" userId="3c94c39e-c43b-4805-99ab-8da17777f1ac" providerId="ADAL" clId="{E440F346-DC68-4DD4-BA80-8DE6476F8949}" dt="2021-05-29T18:09:05.832" v="8827"/>
          <ac:spMkLst>
            <pc:docMk/>
            <pc:sldMk cId="246031870" sldId="2146846027"/>
            <ac:spMk id="168" creationId="{34678E9B-95EA-4C98-A1CA-FC549BF17E69}"/>
          </ac:spMkLst>
        </pc:spChg>
        <pc:spChg chg="add mod ord modVis">
          <ac:chgData name="Ken Popkin" userId="3c94c39e-c43b-4805-99ab-8da17777f1ac" providerId="ADAL" clId="{E440F346-DC68-4DD4-BA80-8DE6476F8949}" dt="2021-05-29T18:09:05.832" v="8829"/>
          <ac:spMkLst>
            <pc:docMk/>
            <pc:sldMk cId="246031870" sldId="2146846027"/>
            <ac:spMk id="169" creationId="{F243292C-9DA3-44A1-A183-2E36B0985C7F}"/>
          </ac:spMkLst>
        </pc:spChg>
        <pc:spChg chg="add mod ord">
          <ac:chgData name="Ken Popkin" userId="3c94c39e-c43b-4805-99ab-8da17777f1ac" providerId="ADAL" clId="{E440F346-DC68-4DD4-BA80-8DE6476F8949}" dt="2021-05-29T18:09:48.201" v="10138"/>
          <ac:spMkLst>
            <pc:docMk/>
            <pc:sldMk cId="246031870" sldId="2146846027"/>
            <ac:spMk id="170" creationId="{19F4FF9A-E2E6-4C55-B5F7-FE62C444AD68}"/>
          </ac:spMkLst>
        </pc:spChg>
        <pc:spChg chg="add mod ord">
          <ac:chgData name="Ken Popkin" userId="3c94c39e-c43b-4805-99ab-8da17777f1ac" providerId="ADAL" clId="{E440F346-DC68-4DD4-BA80-8DE6476F8949}" dt="2021-05-29T18:09:48.202" v="10142"/>
          <ac:spMkLst>
            <pc:docMk/>
            <pc:sldMk cId="246031870" sldId="2146846027"/>
            <ac:spMk id="171" creationId="{2A49A2B7-E7A3-4BDF-BB8D-E87870B441FD}"/>
          </ac:spMkLst>
        </pc:spChg>
        <pc:spChg chg="add mod">
          <ac:chgData name="Ken Popkin" userId="3c94c39e-c43b-4805-99ab-8da17777f1ac" providerId="ADAL" clId="{E440F346-DC68-4DD4-BA80-8DE6476F8949}" dt="2021-05-29T18:09:48.203" v="10144"/>
          <ac:spMkLst>
            <pc:docMk/>
            <pc:sldMk cId="246031870" sldId="2146846027"/>
            <ac:spMk id="172" creationId="{787710B0-D23E-49A4-8280-0F7BB0FD3DE7}"/>
          </ac:spMkLst>
        </pc:spChg>
        <pc:spChg chg="add mod modVis">
          <ac:chgData name="Ken Popkin" userId="3c94c39e-c43b-4805-99ab-8da17777f1ac" providerId="ADAL" clId="{E440F346-DC68-4DD4-BA80-8DE6476F8949}" dt="2021-05-29T18:09:48.204" v="10146"/>
          <ac:spMkLst>
            <pc:docMk/>
            <pc:sldMk cId="246031870" sldId="2146846027"/>
            <ac:spMk id="173" creationId="{8881F979-702F-429B-880F-A68C3CA0C57A}"/>
          </ac:spMkLst>
        </pc:spChg>
        <pc:spChg chg="add mod ord modVis">
          <ac:chgData name="Ken Popkin" userId="3c94c39e-c43b-4805-99ab-8da17777f1ac" providerId="ADAL" clId="{E440F346-DC68-4DD4-BA80-8DE6476F8949}" dt="2021-05-29T18:08:39.431" v="8249"/>
          <ac:spMkLst>
            <pc:docMk/>
            <pc:sldMk cId="246031870" sldId="2146846027"/>
            <ac:spMk id="174" creationId="{7D337AB3-35F4-4C73-90A9-FD3164B79264}"/>
          </ac:spMkLst>
        </pc:spChg>
        <pc:spChg chg="add mod ord modVis">
          <ac:chgData name="Ken Popkin" userId="3c94c39e-c43b-4805-99ab-8da17777f1ac" providerId="ADAL" clId="{E440F346-DC68-4DD4-BA80-8DE6476F8949}" dt="2021-05-29T18:09:48.205" v="10150"/>
          <ac:spMkLst>
            <pc:docMk/>
            <pc:sldMk cId="246031870" sldId="2146846027"/>
            <ac:spMk id="175" creationId="{4FE28C0C-C9A1-434F-AE3F-FB37F9A1B018}"/>
          </ac:spMkLst>
        </pc:spChg>
        <pc:spChg chg="add mod ord modVis">
          <ac:chgData name="Ken Popkin" userId="3c94c39e-c43b-4805-99ab-8da17777f1ac" providerId="ADAL" clId="{E440F346-DC68-4DD4-BA80-8DE6476F8949}" dt="2021-05-29T18:09:05.844" v="8857"/>
          <ac:spMkLst>
            <pc:docMk/>
            <pc:sldMk cId="246031870" sldId="2146846027"/>
            <ac:spMk id="176" creationId="{B1A6ADF1-7271-405C-8049-C40CDCFCD192}"/>
          </ac:spMkLst>
        </pc:spChg>
        <pc:spChg chg="add mod ord modVis">
          <ac:chgData name="Ken Popkin" userId="3c94c39e-c43b-4805-99ab-8da17777f1ac" providerId="ADAL" clId="{E440F346-DC68-4DD4-BA80-8DE6476F8949}" dt="2021-05-29T18:09:05.844" v="8859"/>
          <ac:spMkLst>
            <pc:docMk/>
            <pc:sldMk cId="246031870" sldId="2146846027"/>
            <ac:spMk id="177" creationId="{C5DD7259-9F37-44E7-84A4-52B0B10F703A}"/>
          </ac:spMkLst>
        </pc:spChg>
        <pc:spChg chg="add mod ord">
          <ac:chgData name="Ken Popkin" userId="3c94c39e-c43b-4805-99ab-8da17777f1ac" providerId="ADAL" clId="{E440F346-DC68-4DD4-BA80-8DE6476F8949}" dt="2021-05-29T18:09:48.205" v="10154"/>
          <ac:spMkLst>
            <pc:docMk/>
            <pc:sldMk cId="246031870" sldId="2146846027"/>
            <ac:spMk id="178" creationId="{B8B11F99-1C3E-4677-923B-63BBEE161D58}"/>
          </ac:spMkLst>
        </pc:spChg>
        <pc:spChg chg="add mod ord">
          <ac:chgData name="Ken Popkin" userId="3c94c39e-c43b-4805-99ab-8da17777f1ac" providerId="ADAL" clId="{E440F346-DC68-4DD4-BA80-8DE6476F8949}" dt="2021-05-29T18:09:48.207" v="10158"/>
          <ac:spMkLst>
            <pc:docMk/>
            <pc:sldMk cId="246031870" sldId="2146846027"/>
            <ac:spMk id="179" creationId="{77FD74A2-B5A5-459A-9144-BC5EC1CDFEC5}"/>
          </ac:spMkLst>
        </pc:spChg>
        <pc:spChg chg="add mod">
          <ac:chgData name="Ken Popkin" userId="3c94c39e-c43b-4805-99ab-8da17777f1ac" providerId="ADAL" clId="{E440F346-DC68-4DD4-BA80-8DE6476F8949}" dt="2021-05-29T18:09:48.208" v="10161"/>
          <ac:spMkLst>
            <pc:docMk/>
            <pc:sldMk cId="246031870" sldId="2146846027"/>
            <ac:spMk id="180" creationId="{4E4CC389-4CF8-4A2C-BF8A-A774B57674C8}"/>
          </ac:spMkLst>
        </pc:spChg>
        <pc:spChg chg="add mod modVis">
          <ac:chgData name="Ken Popkin" userId="3c94c39e-c43b-4805-99ab-8da17777f1ac" providerId="ADAL" clId="{E440F346-DC68-4DD4-BA80-8DE6476F8949}" dt="2021-05-29T18:09:48.209" v="10163"/>
          <ac:spMkLst>
            <pc:docMk/>
            <pc:sldMk cId="246031870" sldId="2146846027"/>
            <ac:spMk id="181" creationId="{B827DA3C-4703-4A1A-9AA4-7BC3425ACE33}"/>
          </ac:spMkLst>
        </pc:spChg>
        <pc:spChg chg="add mod ord modVis">
          <ac:chgData name="Ken Popkin" userId="3c94c39e-c43b-4805-99ab-8da17777f1ac" providerId="ADAL" clId="{E440F346-DC68-4DD4-BA80-8DE6476F8949}" dt="2021-05-29T18:08:39.433" v="8261"/>
          <ac:spMkLst>
            <pc:docMk/>
            <pc:sldMk cId="246031870" sldId="2146846027"/>
            <ac:spMk id="182" creationId="{6BCB6F85-ADA8-4AFA-B33F-E4757FAA9040}"/>
          </ac:spMkLst>
        </pc:spChg>
        <pc:spChg chg="add mod ord modVis">
          <ac:chgData name="Ken Popkin" userId="3c94c39e-c43b-4805-99ab-8da17777f1ac" providerId="ADAL" clId="{E440F346-DC68-4DD4-BA80-8DE6476F8949}" dt="2021-05-29T18:09:48.211" v="10167"/>
          <ac:spMkLst>
            <pc:docMk/>
            <pc:sldMk cId="246031870" sldId="2146846027"/>
            <ac:spMk id="183" creationId="{E01F3F76-ED5D-45A0-A2B3-8A793B691B88}"/>
          </ac:spMkLst>
        </pc:spChg>
        <pc:spChg chg="add mod ord modVis">
          <ac:chgData name="Ken Popkin" userId="3c94c39e-c43b-4805-99ab-8da17777f1ac" providerId="ADAL" clId="{E440F346-DC68-4DD4-BA80-8DE6476F8949}" dt="2021-05-29T18:09:05.856" v="8888"/>
          <ac:spMkLst>
            <pc:docMk/>
            <pc:sldMk cId="246031870" sldId="2146846027"/>
            <ac:spMk id="184" creationId="{BD8DFF29-A48B-4231-9B5D-873D03BDDF50}"/>
          </ac:spMkLst>
        </pc:spChg>
        <pc:spChg chg="add mod ord modVis">
          <ac:chgData name="Ken Popkin" userId="3c94c39e-c43b-4805-99ab-8da17777f1ac" providerId="ADAL" clId="{E440F346-DC68-4DD4-BA80-8DE6476F8949}" dt="2021-05-29T18:09:05.857" v="8890"/>
          <ac:spMkLst>
            <pc:docMk/>
            <pc:sldMk cId="246031870" sldId="2146846027"/>
            <ac:spMk id="185" creationId="{B4ACAB33-2458-4D03-BD4C-CAC56DA73B33}"/>
          </ac:spMkLst>
        </pc:spChg>
        <pc:spChg chg="add mod ord">
          <ac:chgData name="Ken Popkin" userId="3c94c39e-c43b-4805-99ab-8da17777f1ac" providerId="ADAL" clId="{E440F346-DC68-4DD4-BA80-8DE6476F8949}" dt="2021-05-29T18:09:48.212" v="10175"/>
          <ac:spMkLst>
            <pc:docMk/>
            <pc:sldMk cId="246031870" sldId="2146846027"/>
            <ac:spMk id="186" creationId="{195C7D78-A12C-46C4-9799-0A7E4167A03B}"/>
          </ac:spMkLst>
        </pc:spChg>
        <pc:spChg chg="add mod ord">
          <ac:chgData name="Ken Popkin" userId="3c94c39e-c43b-4805-99ab-8da17777f1ac" providerId="ADAL" clId="{E440F346-DC68-4DD4-BA80-8DE6476F8949}" dt="2021-05-29T18:09:48.211" v="10171"/>
          <ac:spMkLst>
            <pc:docMk/>
            <pc:sldMk cId="246031870" sldId="2146846027"/>
            <ac:spMk id="187" creationId="{BD89A4F0-E9ED-437A-9C17-F1436ED370A6}"/>
          </ac:spMkLst>
        </pc:spChg>
        <pc:spChg chg="add mod">
          <ac:chgData name="Ken Popkin" userId="3c94c39e-c43b-4805-99ab-8da17777f1ac" providerId="ADAL" clId="{E440F346-DC68-4DD4-BA80-8DE6476F8949}" dt="2021-05-29T18:09:48.065" v="9698"/>
          <ac:spMkLst>
            <pc:docMk/>
            <pc:sldMk cId="246031870" sldId="2146846027"/>
            <ac:spMk id="188" creationId="{D75089DE-AC6F-41DD-BE98-CCAD39619796}"/>
          </ac:spMkLst>
        </pc:spChg>
        <pc:spChg chg="add mod">
          <ac:chgData name="Ken Popkin" userId="3c94c39e-c43b-4805-99ab-8da17777f1ac" providerId="ADAL" clId="{E440F346-DC68-4DD4-BA80-8DE6476F8949}" dt="2021-05-29T18:09:48.067" v="9702"/>
          <ac:spMkLst>
            <pc:docMk/>
            <pc:sldMk cId="246031870" sldId="2146846027"/>
            <ac:spMk id="189" creationId="{F1ABB506-8F98-4C24-B9C4-72DDBC09724B}"/>
          </ac:spMkLst>
        </pc:spChg>
        <pc:spChg chg="add mod">
          <ac:chgData name="Ken Popkin" userId="3c94c39e-c43b-4805-99ab-8da17777f1ac" providerId="ADAL" clId="{E440F346-DC68-4DD4-BA80-8DE6476F8949}" dt="2021-05-29T18:09:48.068" v="9705"/>
          <ac:spMkLst>
            <pc:docMk/>
            <pc:sldMk cId="246031870" sldId="2146846027"/>
            <ac:spMk id="190" creationId="{EF6352CA-5D9A-40A6-88B9-85D75454E4C6}"/>
          </ac:spMkLst>
        </pc:spChg>
        <pc:spChg chg="add del mod">
          <ac:chgData name="Ken Popkin" userId="3c94c39e-c43b-4805-99ab-8da17777f1ac" providerId="ADAL" clId="{E440F346-DC68-4DD4-BA80-8DE6476F8949}" dt="2021-05-29T18:09:48.081" v="9761"/>
          <ac:spMkLst>
            <pc:docMk/>
            <pc:sldMk cId="246031870" sldId="2146846027"/>
            <ac:spMk id="191" creationId="{76B51F38-4973-43D4-909C-81922C31754A}"/>
          </ac:spMkLst>
        </pc:spChg>
        <pc:spChg chg="add del mod">
          <ac:chgData name="Ken Popkin" userId="3c94c39e-c43b-4805-99ab-8da17777f1ac" providerId="ADAL" clId="{E440F346-DC68-4DD4-BA80-8DE6476F8949}" dt="2021-05-29T18:09:48.091" v="9791"/>
          <ac:spMkLst>
            <pc:docMk/>
            <pc:sldMk cId="246031870" sldId="2146846027"/>
            <ac:spMk id="192" creationId="{0262911C-2763-4940-ABA2-265D6625337F}"/>
          </ac:spMkLst>
        </pc:spChg>
        <pc:spChg chg="add del mod">
          <ac:chgData name="Ken Popkin" userId="3c94c39e-c43b-4805-99ab-8da17777f1ac" providerId="ADAL" clId="{E440F346-DC68-4DD4-BA80-8DE6476F8949}" dt="2021-05-29T18:09:48.101" v="9821"/>
          <ac:spMkLst>
            <pc:docMk/>
            <pc:sldMk cId="246031870" sldId="2146846027"/>
            <ac:spMk id="193" creationId="{48E280A1-FFEB-4E9C-96B1-07692C7210E9}"/>
          </ac:spMkLst>
        </pc:spChg>
        <pc:spChg chg="add del mod">
          <ac:chgData name="Ken Popkin" userId="3c94c39e-c43b-4805-99ab-8da17777f1ac" providerId="ADAL" clId="{E440F346-DC68-4DD4-BA80-8DE6476F8949}" dt="2021-05-29T18:09:48.111" v="9850"/>
          <ac:spMkLst>
            <pc:docMk/>
            <pc:sldMk cId="246031870" sldId="2146846027"/>
            <ac:spMk id="194" creationId="{8E35D6BE-5E78-4247-9161-4B6D2B52E546}"/>
          </ac:spMkLst>
        </pc:spChg>
        <pc:spChg chg="add mod">
          <ac:chgData name="Ken Popkin" userId="3c94c39e-c43b-4805-99ab-8da17777f1ac" providerId="ADAL" clId="{E440F346-DC68-4DD4-BA80-8DE6476F8949}" dt="2021-05-29T18:09:48.087" v="9780"/>
          <ac:spMkLst>
            <pc:docMk/>
            <pc:sldMk cId="246031870" sldId="2146846027"/>
            <ac:spMk id="195" creationId="{46E263C0-71D4-4AB5-A001-F0F67407E58C}"/>
          </ac:spMkLst>
        </pc:spChg>
        <pc:spChg chg="add mod">
          <ac:chgData name="Ken Popkin" userId="3c94c39e-c43b-4805-99ab-8da17777f1ac" providerId="ADAL" clId="{E440F346-DC68-4DD4-BA80-8DE6476F8949}" dt="2021-05-29T18:09:48.097" v="9810"/>
          <ac:spMkLst>
            <pc:docMk/>
            <pc:sldMk cId="246031870" sldId="2146846027"/>
            <ac:spMk id="196" creationId="{D5C5C49F-1C5F-4B4B-B7B4-F6CE8B0CCFB8}"/>
          </ac:spMkLst>
        </pc:spChg>
        <pc:spChg chg="add mod">
          <ac:chgData name="Ken Popkin" userId="3c94c39e-c43b-4805-99ab-8da17777f1ac" providerId="ADAL" clId="{E440F346-DC68-4DD4-BA80-8DE6476F8949}" dt="2021-05-29T18:09:48.108" v="9840"/>
          <ac:spMkLst>
            <pc:docMk/>
            <pc:sldMk cId="246031870" sldId="2146846027"/>
            <ac:spMk id="197" creationId="{2BAD770A-9616-49AE-95ED-41754DF1866F}"/>
          </ac:spMkLst>
        </pc:spChg>
        <pc:spChg chg="add mod">
          <ac:chgData name="Ken Popkin" userId="3c94c39e-c43b-4805-99ab-8da17777f1ac" providerId="ADAL" clId="{E440F346-DC68-4DD4-BA80-8DE6476F8949}" dt="2021-05-29T18:09:48.117" v="9869"/>
          <ac:spMkLst>
            <pc:docMk/>
            <pc:sldMk cId="246031870" sldId="2146846027"/>
            <ac:spMk id="198" creationId="{57A088FC-1BAC-4C97-8EC9-DE16F97D4693}"/>
          </ac:spMkLst>
        </pc:spChg>
        <pc:cxnChg chg="add del mod ord">
          <ac:chgData name="Ken Popkin" userId="3c94c39e-c43b-4805-99ab-8da17777f1ac" providerId="ADAL" clId="{E440F346-DC68-4DD4-BA80-8DE6476F8949}" dt="2021-05-29T18:08:39.440" v="8297"/>
          <ac:cxnSpMkLst>
            <pc:docMk/>
            <pc:sldMk cId="246031870" sldId="2146846027"/>
            <ac:cxnSpMk id="23" creationId="{4A74629A-4E0B-47AE-A713-A40740DE48E0}"/>
          </ac:cxnSpMkLst>
        </pc:cxnChg>
        <pc:cxnChg chg="add del mod ord">
          <ac:chgData name="Ken Popkin" userId="3c94c39e-c43b-4805-99ab-8da17777f1ac" providerId="ADAL" clId="{E440F346-DC68-4DD4-BA80-8DE6476F8949}" dt="2021-05-29T18:08:39.440" v="8299"/>
          <ac:cxnSpMkLst>
            <pc:docMk/>
            <pc:sldMk cId="246031870" sldId="2146846027"/>
            <ac:cxnSpMk id="24" creationId="{D6297F50-5E1E-4F7F-A7A5-1B001C319305}"/>
          </ac:cxnSpMkLst>
        </pc:cxnChg>
        <pc:cxnChg chg="add del mod ord">
          <ac:chgData name="Ken Popkin" userId="3c94c39e-c43b-4805-99ab-8da17777f1ac" providerId="ADAL" clId="{E440F346-DC68-4DD4-BA80-8DE6476F8949}" dt="2021-05-29T18:08:39.441" v="8301"/>
          <ac:cxnSpMkLst>
            <pc:docMk/>
            <pc:sldMk cId="246031870" sldId="2146846027"/>
            <ac:cxnSpMk id="25" creationId="{EF51FDA3-682A-4996-B9D0-A9FC8E751D83}"/>
          </ac:cxnSpMkLst>
        </pc:cxnChg>
        <pc:cxnChg chg="add del mod ord">
          <ac:chgData name="Ken Popkin" userId="3c94c39e-c43b-4805-99ab-8da17777f1ac" providerId="ADAL" clId="{E440F346-DC68-4DD4-BA80-8DE6476F8949}" dt="2021-05-29T18:08:39.441" v="8303"/>
          <ac:cxnSpMkLst>
            <pc:docMk/>
            <pc:sldMk cId="246031870" sldId="2146846027"/>
            <ac:cxnSpMk id="26" creationId="{9FFEA360-4F70-4BE7-A654-D0A9DAED9E0C}"/>
          </ac:cxnSpMkLst>
        </pc:cxnChg>
        <pc:cxnChg chg="add mod ord">
          <ac:chgData name="Ken Popkin" userId="3c94c39e-c43b-4805-99ab-8da17777f1ac" providerId="ADAL" clId="{E440F346-DC68-4DD4-BA80-8DE6476F8949}" dt="2021-05-29T18:09:48.128" v="9895"/>
          <ac:cxnSpMkLst>
            <pc:docMk/>
            <pc:sldMk cId="246031870" sldId="2146846027"/>
            <ac:cxnSpMk id="51" creationId="{A3A029B0-8B3E-4CDE-B7AA-2B210BA958FD}"/>
          </ac:cxnSpMkLst>
        </pc:cxnChg>
        <pc:cxnChg chg="add mod ord">
          <ac:chgData name="Ken Popkin" userId="3c94c39e-c43b-4805-99ab-8da17777f1ac" providerId="ADAL" clId="{E440F346-DC68-4DD4-BA80-8DE6476F8949}" dt="2021-05-29T18:09:48.128" v="9897"/>
          <ac:cxnSpMkLst>
            <pc:docMk/>
            <pc:sldMk cId="246031870" sldId="2146846027"/>
            <ac:cxnSpMk id="52" creationId="{D174A80A-3157-44B3-88DA-89D018B2ECDD}"/>
          </ac:cxnSpMkLst>
        </pc:cxnChg>
        <pc:cxnChg chg="add mod ord">
          <ac:chgData name="Ken Popkin" userId="3c94c39e-c43b-4805-99ab-8da17777f1ac" providerId="ADAL" clId="{E440F346-DC68-4DD4-BA80-8DE6476F8949}" dt="2021-05-29T18:09:48.129" v="9899"/>
          <ac:cxnSpMkLst>
            <pc:docMk/>
            <pc:sldMk cId="246031870" sldId="2146846027"/>
            <ac:cxnSpMk id="53" creationId="{96FC5A08-5632-4098-AD99-F33067957572}"/>
          </ac:cxnSpMkLst>
        </pc:cxnChg>
        <pc:cxnChg chg="add mod ord">
          <ac:chgData name="Ken Popkin" userId="3c94c39e-c43b-4805-99ab-8da17777f1ac" providerId="ADAL" clId="{E440F346-DC68-4DD4-BA80-8DE6476F8949}" dt="2021-05-29T18:09:48.129" v="9901"/>
          <ac:cxnSpMkLst>
            <pc:docMk/>
            <pc:sldMk cId="246031870" sldId="2146846027"/>
            <ac:cxnSpMk id="54" creationId="{C32F38C4-93DE-465A-8481-5DB00EA14098}"/>
          </ac:cxnSpMkLst>
        </pc:cxnChg>
        <pc:cxnChg chg="add mod ord">
          <ac:chgData name="Ken Popkin" userId="3c94c39e-c43b-4805-99ab-8da17777f1ac" providerId="ADAL" clId="{E440F346-DC68-4DD4-BA80-8DE6476F8949}" dt="2021-05-29T18:09:48.129" v="9903"/>
          <ac:cxnSpMkLst>
            <pc:docMk/>
            <pc:sldMk cId="246031870" sldId="2146846027"/>
            <ac:cxnSpMk id="55" creationId="{E54F813A-CFC9-4FEE-9D5C-06720E176D80}"/>
          </ac:cxnSpMkLst>
        </pc:cxnChg>
        <pc:cxnChg chg="add mod ord">
          <ac:chgData name="Ken Popkin" userId="3c94c39e-c43b-4805-99ab-8da17777f1ac" providerId="ADAL" clId="{E440F346-DC68-4DD4-BA80-8DE6476F8949}" dt="2021-05-29T18:09:48.130" v="9905"/>
          <ac:cxnSpMkLst>
            <pc:docMk/>
            <pc:sldMk cId="246031870" sldId="2146846027"/>
            <ac:cxnSpMk id="56" creationId="{2B461B63-6170-46A8-B0F2-03CA191B056A}"/>
          </ac:cxnSpMkLst>
        </pc:cxnChg>
        <pc:cxnChg chg="add mod ord">
          <ac:chgData name="Ken Popkin" userId="3c94c39e-c43b-4805-99ab-8da17777f1ac" providerId="ADAL" clId="{E440F346-DC68-4DD4-BA80-8DE6476F8949}" dt="2021-05-29T18:09:48.130" v="9907"/>
          <ac:cxnSpMkLst>
            <pc:docMk/>
            <pc:sldMk cId="246031870" sldId="2146846027"/>
            <ac:cxnSpMk id="57" creationId="{546713CC-9C4F-47A7-BEAF-880078FB649A}"/>
          </ac:cxnSpMkLst>
        </pc:cxnChg>
        <pc:cxnChg chg="add mod ord">
          <ac:chgData name="Ken Popkin" userId="3c94c39e-c43b-4805-99ab-8da17777f1ac" providerId="ADAL" clId="{E440F346-DC68-4DD4-BA80-8DE6476F8949}" dt="2021-05-29T18:09:48.131" v="9909"/>
          <ac:cxnSpMkLst>
            <pc:docMk/>
            <pc:sldMk cId="246031870" sldId="2146846027"/>
            <ac:cxnSpMk id="58" creationId="{4A1057B1-BEC1-42CA-9C70-D6D944265E96}"/>
          </ac:cxnSpMkLst>
        </pc:cxnChg>
        <pc:cxnChg chg="add mod ord">
          <ac:chgData name="Ken Popkin" userId="3c94c39e-c43b-4805-99ab-8da17777f1ac" providerId="ADAL" clId="{E440F346-DC68-4DD4-BA80-8DE6476F8949}" dt="2021-05-29T18:09:48.131" v="9911"/>
          <ac:cxnSpMkLst>
            <pc:docMk/>
            <pc:sldMk cId="246031870" sldId="2146846027"/>
            <ac:cxnSpMk id="59" creationId="{09305B57-DB39-4C51-9801-26D42C64BD5F}"/>
          </ac:cxnSpMkLst>
        </pc:cxnChg>
      </pc:sldChg>
      <pc:sldChg chg="addSp delSp modSp add mod setBg">
        <pc:chgData name="Ken Popkin" userId="3c94c39e-c43b-4805-99ab-8da17777f1ac" providerId="ADAL" clId="{E440F346-DC68-4DD4-BA80-8DE6476F8949}" dt="2021-06-01T21:19:09.086" v="113887"/>
        <pc:sldMkLst>
          <pc:docMk/>
          <pc:sldMk cId="3450880574" sldId="2146846027"/>
        </pc:sldMkLst>
        <pc:spChg chg="del mod ord">
          <ac:chgData name="Ken Popkin" userId="3c94c39e-c43b-4805-99ab-8da17777f1ac" providerId="ADAL" clId="{E440F346-DC68-4DD4-BA80-8DE6476F8949}" dt="2021-06-01T21:06:17.309" v="107170" actId="478"/>
          <ac:spMkLst>
            <pc:docMk/>
            <pc:sldMk cId="3450880574" sldId="2146846027"/>
            <ac:spMk id="2" creationId="{4762609E-B2D0-45FC-AD43-4FF8B05EC06A}"/>
          </ac:spMkLst>
        </pc:spChg>
        <pc:spChg chg="del mod ord">
          <ac:chgData name="Ken Popkin" userId="3c94c39e-c43b-4805-99ab-8da17777f1ac" providerId="ADAL" clId="{E440F346-DC68-4DD4-BA80-8DE6476F8949}" dt="2021-06-01T21:06:10.884" v="107169" actId="478"/>
          <ac:spMkLst>
            <pc:docMk/>
            <pc:sldMk cId="3450880574" sldId="2146846027"/>
            <ac:spMk id="3" creationId="{746E71DA-ACB9-4850-AD64-5A90D8E50C19}"/>
          </ac:spMkLst>
        </pc:spChg>
        <pc:spChg chg="mod ord">
          <ac:chgData name="Ken Popkin" userId="3c94c39e-c43b-4805-99ab-8da17777f1ac" providerId="ADAL" clId="{E440F346-DC68-4DD4-BA80-8DE6476F8949}" dt="2021-06-01T21:19:09.086" v="113887"/>
          <ac:spMkLst>
            <pc:docMk/>
            <pc:sldMk cId="3450880574" sldId="2146846027"/>
            <ac:spMk id="4" creationId="{C77C1DD2-67F2-472C-BB25-5ECBEEA08597}"/>
          </ac:spMkLst>
        </pc:spChg>
        <pc:spChg chg="add mod ord topLvl modVis">
          <ac:chgData name="Ken Popkin" userId="3c94c39e-c43b-4805-99ab-8da17777f1ac" providerId="ADAL" clId="{E440F346-DC68-4DD4-BA80-8DE6476F8949}" dt="2021-06-01T21:19:08.445" v="113622"/>
          <ac:spMkLst>
            <pc:docMk/>
            <pc:sldMk cId="3450880574" sldId="2146846027"/>
            <ac:spMk id="5" creationId="{7C082F3C-E573-49E7-823F-857D79FA662B}"/>
          </ac:spMkLst>
        </pc:spChg>
        <pc:spChg chg="add mod ord topLvl">
          <ac:chgData name="Ken Popkin" userId="3c94c39e-c43b-4805-99ab-8da17777f1ac" providerId="ADAL" clId="{E440F346-DC68-4DD4-BA80-8DE6476F8949}" dt="2021-06-01T21:19:08.446" v="113626"/>
          <ac:spMkLst>
            <pc:docMk/>
            <pc:sldMk cId="3450880574" sldId="2146846027"/>
            <ac:spMk id="6" creationId="{1694823C-6F52-4A2F-BFDE-B89C2FDBB698}"/>
          </ac:spMkLst>
        </pc:spChg>
        <pc:spChg chg="add mod topLvl">
          <ac:chgData name="Ken Popkin" userId="3c94c39e-c43b-4805-99ab-8da17777f1ac" providerId="ADAL" clId="{E440F346-DC68-4DD4-BA80-8DE6476F8949}" dt="2021-06-01T21:19:08.446" v="113627"/>
          <ac:spMkLst>
            <pc:docMk/>
            <pc:sldMk cId="3450880574" sldId="2146846027"/>
            <ac:spMk id="7" creationId="{E211CA19-6EB9-44E5-9BC5-0BB8B4A68093}"/>
          </ac:spMkLst>
        </pc:spChg>
        <pc:spChg chg="add mod topLvl">
          <ac:chgData name="Ken Popkin" userId="3c94c39e-c43b-4805-99ab-8da17777f1ac" providerId="ADAL" clId="{E440F346-DC68-4DD4-BA80-8DE6476F8949}" dt="2021-06-01T21:19:08.450" v="113630"/>
          <ac:spMkLst>
            <pc:docMk/>
            <pc:sldMk cId="3450880574" sldId="2146846027"/>
            <ac:spMk id="8" creationId="{22B35963-E258-4F7A-B0AA-56440F7D888A}"/>
          </ac:spMkLst>
        </pc:spChg>
        <pc:spChg chg="add mod topLvl">
          <ac:chgData name="Ken Popkin" userId="3c94c39e-c43b-4805-99ab-8da17777f1ac" providerId="ADAL" clId="{E440F346-DC68-4DD4-BA80-8DE6476F8949}" dt="2021-06-01T21:19:08.451" v="113632"/>
          <ac:spMkLst>
            <pc:docMk/>
            <pc:sldMk cId="3450880574" sldId="2146846027"/>
            <ac:spMk id="9" creationId="{9D1AD886-1625-4F78-BBC2-6D75D647FAC3}"/>
          </ac:spMkLst>
        </pc:spChg>
        <pc:spChg chg="add mod ord topLvl">
          <ac:chgData name="Ken Popkin" userId="3c94c39e-c43b-4805-99ab-8da17777f1ac" providerId="ADAL" clId="{E440F346-DC68-4DD4-BA80-8DE6476F8949}" dt="2021-06-01T21:19:08.453" v="113636"/>
          <ac:spMkLst>
            <pc:docMk/>
            <pc:sldMk cId="3450880574" sldId="2146846027"/>
            <ac:spMk id="10" creationId="{A2BD8324-F8F4-4D52-835F-E114AF567834}"/>
          </ac:spMkLst>
        </pc:spChg>
        <pc:spChg chg="add mod ord topLvl">
          <ac:chgData name="Ken Popkin" userId="3c94c39e-c43b-4805-99ab-8da17777f1ac" providerId="ADAL" clId="{E440F346-DC68-4DD4-BA80-8DE6476F8949}" dt="2021-06-01T21:19:08.454" v="113638"/>
          <ac:spMkLst>
            <pc:docMk/>
            <pc:sldMk cId="3450880574" sldId="2146846027"/>
            <ac:spMk id="11" creationId="{D31BBB32-2849-4E9B-A172-453FE5B0B2B8}"/>
          </ac:spMkLst>
        </pc:spChg>
        <pc:spChg chg="add mod ord topLvl">
          <ac:chgData name="Ken Popkin" userId="3c94c39e-c43b-4805-99ab-8da17777f1ac" providerId="ADAL" clId="{E440F346-DC68-4DD4-BA80-8DE6476F8949}" dt="2021-06-01T21:19:08.454" v="113640"/>
          <ac:spMkLst>
            <pc:docMk/>
            <pc:sldMk cId="3450880574" sldId="2146846027"/>
            <ac:spMk id="12" creationId="{A438A4A5-E836-43B8-9F34-0F55BBC1EB34}"/>
          </ac:spMkLst>
        </pc:spChg>
        <pc:spChg chg="add mod ord topLvl">
          <ac:chgData name="Ken Popkin" userId="3c94c39e-c43b-4805-99ab-8da17777f1ac" providerId="ADAL" clId="{E440F346-DC68-4DD4-BA80-8DE6476F8949}" dt="2021-06-01T21:19:08.455" v="113642"/>
          <ac:spMkLst>
            <pc:docMk/>
            <pc:sldMk cId="3450880574" sldId="2146846027"/>
            <ac:spMk id="13" creationId="{087214EF-D2F4-42C3-A4E4-B756388EE268}"/>
          </ac:spMkLst>
        </pc:spChg>
        <pc:spChg chg="add mod ord topLvl">
          <ac:chgData name="Ken Popkin" userId="3c94c39e-c43b-4805-99ab-8da17777f1ac" providerId="ADAL" clId="{E440F346-DC68-4DD4-BA80-8DE6476F8949}" dt="2021-06-01T21:19:08.455" v="113644"/>
          <ac:spMkLst>
            <pc:docMk/>
            <pc:sldMk cId="3450880574" sldId="2146846027"/>
            <ac:spMk id="14" creationId="{72375FD9-51FE-444F-B193-87DE6A250AB5}"/>
          </ac:spMkLst>
        </pc:spChg>
        <pc:spChg chg="add mod ord topLvl">
          <ac:chgData name="Ken Popkin" userId="3c94c39e-c43b-4805-99ab-8da17777f1ac" providerId="ADAL" clId="{E440F346-DC68-4DD4-BA80-8DE6476F8949}" dt="2021-06-01T21:19:08.456" v="113646"/>
          <ac:spMkLst>
            <pc:docMk/>
            <pc:sldMk cId="3450880574" sldId="2146846027"/>
            <ac:spMk id="15" creationId="{EF6F6C3E-DA34-4450-A385-2E097DA54DB1}"/>
          </ac:spMkLst>
        </pc:spChg>
        <pc:spChg chg="add mod ord topLvl">
          <ac:chgData name="Ken Popkin" userId="3c94c39e-c43b-4805-99ab-8da17777f1ac" providerId="ADAL" clId="{E440F346-DC68-4DD4-BA80-8DE6476F8949}" dt="2021-06-01T21:19:08.458" v="113648"/>
          <ac:spMkLst>
            <pc:docMk/>
            <pc:sldMk cId="3450880574" sldId="2146846027"/>
            <ac:spMk id="16" creationId="{0587702C-339E-404B-AD1D-C99686C7EEF3}"/>
          </ac:spMkLst>
        </pc:spChg>
        <pc:spChg chg="add mod ord topLvl">
          <ac:chgData name="Ken Popkin" userId="3c94c39e-c43b-4805-99ab-8da17777f1ac" providerId="ADAL" clId="{E440F346-DC68-4DD4-BA80-8DE6476F8949}" dt="2021-06-01T21:19:08.458" v="113650"/>
          <ac:spMkLst>
            <pc:docMk/>
            <pc:sldMk cId="3450880574" sldId="2146846027"/>
            <ac:spMk id="17" creationId="{692D2F4F-48C6-406A-B441-53147C903F8E}"/>
          </ac:spMkLst>
        </pc:spChg>
        <pc:spChg chg="add mod ord topLvl">
          <ac:chgData name="Ken Popkin" userId="3c94c39e-c43b-4805-99ab-8da17777f1ac" providerId="ADAL" clId="{E440F346-DC68-4DD4-BA80-8DE6476F8949}" dt="2021-06-01T21:19:08.461" v="113660"/>
          <ac:spMkLst>
            <pc:docMk/>
            <pc:sldMk cId="3450880574" sldId="2146846027"/>
            <ac:spMk id="18" creationId="{5413A91A-05B9-452F-91E7-C1A5B332109A}"/>
          </ac:spMkLst>
        </pc:spChg>
        <pc:spChg chg="add mod ord topLvl">
          <ac:chgData name="Ken Popkin" userId="3c94c39e-c43b-4805-99ab-8da17777f1ac" providerId="ADAL" clId="{E440F346-DC68-4DD4-BA80-8DE6476F8949}" dt="2021-06-01T21:19:08.462" v="113664"/>
          <ac:spMkLst>
            <pc:docMk/>
            <pc:sldMk cId="3450880574" sldId="2146846027"/>
            <ac:spMk id="19" creationId="{887485F9-8011-4C53-B954-D2CD52F83EA9}"/>
          </ac:spMkLst>
        </pc:spChg>
        <pc:spChg chg="add mod">
          <ac:chgData name="Ken Popkin" userId="3c94c39e-c43b-4805-99ab-8da17777f1ac" providerId="ADAL" clId="{E440F346-DC68-4DD4-BA80-8DE6476F8949}" dt="2021-06-01T21:19:08.516" v="113764"/>
          <ac:spMkLst>
            <pc:docMk/>
            <pc:sldMk cId="3450880574" sldId="2146846027"/>
            <ac:spMk id="20" creationId="{D4DFFB11-0C1B-488F-8E6B-4317393DB50D}"/>
          </ac:spMkLst>
        </pc:spChg>
        <pc:spChg chg="add mod modVis">
          <ac:chgData name="Ken Popkin" userId="3c94c39e-c43b-4805-99ab-8da17777f1ac" providerId="ADAL" clId="{E440F346-DC68-4DD4-BA80-8DE6476F8949}" dt="2021-06-01T21:19:08.517" v="113766"/>
          <ac:spMkLst>
            <pc:docMk/>
            <pc:sldMk cId="3450880574" sldId="2146846027"/>
            <ac:spMk id="21" creationId="{61517762-05BA-4F1F-B349-F77C4BB3EE67}"/>
          </ac:spMkLst>
        </pc:spChg>
        <pc:spChg chg="add mod ord modVis">
          <ac:chgData name="Ken Popkin" userId="3c94c39e-c43b-4805-99ab-8da17777f1ac" providerId="ADAL" clId="{E440F346-DC68-4DD4-BA80-8DE6476F8949}" dt="2021-06-01T20:58:47.127" v="104283"/>
          <ac:spMkLst>
            <pc:docMk/>
            <pc:sldMk cId="3450880574" sldId="2146846027"/>
            <ac:spMk id="22" creationId="{6CAE134F-4AD3-4BDE-A362-2F02EDB5085B}"/>
          </ac:spMkLst>
        </pc:spChg>
        <pc:spChg chg="add mod ord modVis">
          <ac:chgData name="Ken Popkin" userId="3c94c39e-c43b-4805-99ab-8da17777f1ac" providerId="ADAL" clId="{E440F346-DC68-4DD4-BA80-8DE6476F8949}" dt="2021-06-01T21:04:54.444" v="106109"/>
          <ac:spMkLst>
            <pc:docMk/>
            <pc:sldMk cId="3450880574" sldId="2146846027"/>
            <ac:spMk id="23" creationId="{E27F847F-A681-4495-840F-23AB2E546467}"/>
          </ac:spMkLst>
        </pc:spChg>
        <pc:spChg chg="add mod ord topLvl">
          <ac:chgData name="Ken Popkin" userId="3c94c39e-c43b-4805-99ab-8da17777f1ac" providerId="ADAL" clId="{E440F346-DC68-4DD4-BA80-8DE6476F8949}" dt="2021-06-01T21:19:08.472" v="113688"/>
          <ac:spMkLst>
            <pc:docMk/>
            <pc:sldMk cId="3450880574" sldId="2146846027"/>
            <ac:spMk id="24" creationId="{DBCDC936-4A66-4894-B817-148AD5BA6C78}"/>
          </ac:spMkLst>
        </pc:spChg>
        <pc:spChg chg="add mod ord topLvl">
          <ac:chgData name="Ken Popkin" userId="3c94c39e-c43b-4805-99ab-8da17777f1ac" providerId="ADAL" clId="{E440F346-DC68-4DD4-BA80-8DE6476F8949}" dt="2021-06-01T21:19:08.473" v="113692"/>
          <ac:spMkLst>
            <pc:docMk/>
            <pc:sldMk cId="3450880574" sldId="2146846027"/>
            <ac:spMk id="25" creationId="{1750EC42-3478-450C-8A6F-54A406315131}"/>
          </ac:spMkLst>
        </pc:spChg>
        <pc:spChg chg="add mod ord modVis">
          <ac:chgData name="Ken Popkin" userId="3c94c39e-c43b-4805-99ab-8da17777f1ac" providerId="ADAL" clId="{E440F346-DC68-4DD4-BA80-8DE6476F8949}" dt="2021-06-01T21:04:54.446" v="106111"/>
          <ac:spMkLst>
            <pc:docMk/>
            <pc:sldMk cId="3450880574" sldId="2146846027"/>
            <ac:spMk id="26" creationId="{5917EDC5-6D82-41A3-997A-25781D985C21}"/>
          </ac:spMkLst>
        </pc:spChg>
        <pc:spChg chg="add del mod">
          <ac:chgData name="Ken Popkin" userId="3c94c39e-c43b-4805-99ab-8da17777f1ac" providerId="ADAL" clId="{E440F346-DC68-4DD4-BA80-8DE6476F8949}" dt="2021-05-29T18:23:14.024" v="24945"/>
          <ac:spMkLst>
            <pc:docMk/>
            <pc:sldMk cId="3450880574" sldId="2146846027"/>
            <ac:spMk id="26" creationId="{D3AA1052-BB8F-44DC-9F28-BA0A1A97421C}"/>
          </ac:spMkLst>
        </pc:spChg>
        <pc:spChg chg="add mod ord topLvl">
          <ac:chgData name="Ken Popkin" userId="3c94c39e-c43b-4805-99ab-8da17777f1ac" providerId="ADAL" clId="{E440F346-DC68-4DD4-BA80-8DE6476F8949}" dt="2021-06-01T21:19:08.468" v="113678"/>
          <ac:spMkLst>
            <pc:docMk/>
            <pc:sldMk cId="3450880574" sldId="2146846027"/>
            <ac:spMk id="27" creationId="{1C961A1C-7F1F-4680-B81C-CA113463F480}"/>
          </ac:spMkLst>
        </pc:spChg>
        <pc:spChg chg="add mod ord topLvl">
          <ac:chgData name="Ken Popkin" userId="3c94c39e-c43b-4805-99ab-8da17777f1ac" providerId="ADAL" clId="{E440F346-DC68-4DD4-BA80-8DE6476F8949}" dt="2021-06-01T21:19:08.469" v="113682"/>
          <ac:spMkLst>
            <pc:docMk/>
            <pc:sldMk cId="3450880574" sldId="2146846027"/>
            <ac:spMk id="28" creationId="{6788F343-7B3D-475B-997E-A96580BCA5C7}"/>
          </ac:spMkLst>
        </pc:spChg>
        <pc:spChg chg="add del mod">
          <ac:chgData name="Ken Popkin" userId="3c94c39e-c43b-4805-99ab-8da17777f1ac" providerId="ADAL" clId="{E440F346-DC68-4DD4-BA80-8DE6476F8949}" dt="2021-05-29T18:23:33.072" v="25617"/>
          <ac:spMkLst>
            <pc:docMk/>
            <pc:sldMk cId="3450880574" sldId="2146846027"/>
            <ac:spMk id="29" creationId="{74C81982-28AB-4426-8F34-E32A2E4C99D5}"/>
          </ac:spMkLst>
        </pc:spChg>
        <pc:spChg chg="add mod ord modVis">
          <ac:chgData name="Ken Popkin" userId="3c94c39e-c43b-4805-99ab-8da17777f1ac" providerId="ADAL" clId="{E440F346-DC68-4DD4-BA80-8DE6476F8949}" dt="2021-06-01T21:04:40.825" v="105797"/>
          <ac:spMkLst>
            <pc:docMk/>
            <pc:sldMk cId="3450880574" sldId="2146846027"/>
            <ac:spMk id="29" creationId="{EB66A15C-0E62-4BC9-9130-F9F4A60AB35B}"/>
          </ac:spMkLst>
        </pc:spChg>
        <pc:spChg chg="add mod ord topLvl">
          <ac:chgData name="Ken Popkin" userId="3c94c39e-c43b-4805-99ab-8da17777f1ac" providerId="ADAL" clId="{E440F346-DC68-4DD4-BA80-8DE6476F8949}" dt="2021-06-01T21:19:08.476" v="113698"/>
          <ac:spMkLst>
            <pc:docMk/>
            <pc:sldMk cId="3450880574" sldId="2146846027"/>
            <ac:spMk id="30" creationId="{D47A33B4-0151-48C4-99E5-15A960EAAE14}"/>
          </ac:spMkLst>
        </pc:spChg>
        <pc:spChg chg="add mod ord topLvl">
          <ac:chgData name="Ken Popkin" userId="3c94c39e-c43b-4805-99ab-8da17777f1ac" providerId="ADAL" clId="{E440F346-DC68-4DD4-BA80-8DE6476F8949}" dt="2021-06-01T21:19:08.477" v="113702"/>
          <ac:spMkLst>
            <pc:docMk/>
            <pc:sldMk cId="3450880574" sldId="2146846027"/>
            <ac:spMk id="31" creationId="{F25FD801-3B37-47A0-9A57-1AC36B0AE9C0}"/>
          </ac:spMkLst>
        </pc:spChg>
        <pc:spChg chg="add mod ord">
          <ac:chgData name="Ken Popkin" userId="3c94c39e-c43b-4805-99ab-8da17777f1ac" providerId="ADAL" clId="{E440F346-DC68-4DD4-BA80-8DE6476F8949}" dt="2021-06-01T21:19:08.521" v="113770"/>
          <ac:spMkLst>
            <pc:docMk/>
            <pc:sldMk cId="3450880574" sldId="2146846027"/>
            <ac:spMk id="32" creationId="{2CA22DF5-F2D7-4A9E-8456-2A3AA8EDA814}"/>
          </ac:spMkLst>
        </pc:spChg>
        <pc:spChg chg="add del mod">
          <ac:chgData name="Ken Popkin" userId="3c94c39e-c43b-4805-99ab-8da17777f1ac" providerId="ADAL" clId="{E440F346-DC68-4DD4-BA80-8DE6476F8949}" dt="2021-05-29T18:23:33.083" v="25647"/>
          <ac:spMkLst>
            <pc:docMk/>
            <pc:sldMk cId="3450880574" sldId="2146846027"/>
            <ac:spMk id="32" creationId="{2EFEFD31-4344-4A51-A0D5-6A12F2CF2506}"/>
          </ac:spMkLst>
        </pc:spChg>
        <pc:spChg chg="add mod ord topLvl">
          <ac:chgData name="Ken Popkin" userId="3c94c39e-c43b-4805-99ab-8da17777f1ac" providerId="ADAL" clId="{E440F346-DC68-4DD4-BA80-8DE6476F8949}" dt="2021-06-01T21:19:08.481" v="113708"/>
          <ac:spMkLst>
            <pc:docMk/>
            <pc:sldMk cId="3450880574" sldId="2146846027"/>
            <ac:spMk id="33" creationId="{B41819AD-40E8-4D56-A1A0-99FCC7E505B1}"/>
          </ac:spMkLst>
        </pc:spChg>
        <pc:spChg chg="add mod ord topLvl">
          <ac:chgData name="Ken Popkin" userId="3c94c39e-c43b-4805-99ab-8da17777f1ac" providerId="ADAL" clId="{E440F346-DC68-4DD4-BA80-8DE6476F8949}" dt="2021-06-01T21:19:08.483" v="113712"/>
          <ac:spMkLst>
            <pc:docMk/>
            <pc:sldMk cId="3450880574" sldId="2146846027"/>
            <ac:spMk id="34" creationId="{977BCE81-FF6D-4B4E-AE7A-11C4F416F469}"/>
          </ac:spMkLst>
        </pc:spChg>
        <pc:spChg chg="add mod ord modVis">
          <ac:chgData name="Ken Popkin" userId="3c94c39e-c43b-4805-99ab-8da17777f1ac" providerId="ADAL" clId="{E440F346-DC68-4DD4-BA80-8DE6476F8949}" dt="2021-06-01T21:05:05.561" v="106727"/>
          <ac:spMkLst>
            <pc:docMk/>
            <pc:sldMk cId="3450880574" sldId="2146846027"/>
            <ac:spMk id="35" creationId="{0194B890-C496-4F45-8095-677F07EF64A7}"/>
          </ac:spMkLst>
        </pc:spChg>
        <pc:spChg chg="add del mod">
          <ac:chgData name="Ken Popkin" userId="3c94c39e-c43b-4805-99ab-8da17777f1ac" providerId="ADAL" clId="{E440F346-DC68-4DD4-BA80-8DE6476F8949}" dt="2021-05-29T18:23:33.094" v="25677"/>
          <ac:spMkLst>
            <pc:docMk/>
            <pc:sldMk cId="3450880574" sldId="2146846027"/>
            <ac:spMk id="35" creationId="{E4DEBE05-F7DD-48DE-818C-4C5C62D181AB}"/>
          </ac:spMkLst>
        </pc:spChg>
        <pc:spChg chg="add del mod">
          <ac:chgData name="Ken Popkin" userId="3c94c39e-c43b-4805-99ab-8da17777f1ac" providerId="ADAL" clId="{E440F346-DC68-4DD4-BA80-8DE6476F8949}" dt="2021-05-29T18:29:56.593" v="30842"/>
          <ac:spMkLst>
            <pc:docMk/>
            <pc:sldMk cId="3450880574" sldId="2146846027"/>
            <ac:spMk id="36" creationId="{DAD24F6A-9C78-456D-AD50-AA4725CDE0F4}"/>
          </ac:spMkLst>
        </pc:spChg>
        <pc:spChg chg="add mod">
          <ac:chgData name="Ken Popkin" userId="3c94c39e-c43b-4805-99ab-8da17777f1ac" providerId="ADAL" clId="{E440F346-DC68-4DD4-BA80-8DE6476F8949}" dt="2021-06-01T21:19:08.598" v="113864"/>
          <ac:spMkLst>
            <pc:docMk/>
            <pc:sldMk cId="3450880574" sldId="2146846027"/>
            <ac:spMk id="36" creationId="{FBB0962F-05A7-45EF-A1E1-A0E2B06C40FE}"/>
          </ac:spMkLst>
        </pc:spChg>
        <pc:spChg chg="add mod modVis">
          <ac:chgData name="Ken Popkin" userId="3c94c39e-c43b-4805-99ab-8da17777f1ac" providerId="ADAL" clId="{E440F346-DC68-4DD4-BA80-8DE6476F8949}" dt="2021-06-01T21:19:08.600" v="113866"/>
          <ac:spMkLst>
            <pc:docMk/>
            <pc:sldMk cId="3450880574" sldId="2146846027"/>
            <ac:spMk id="37" creationId="{A8EB3A8C-9133-4E6D-BA8F-5EEDDAB27FBD}"/>
          </ac:spMkLst>
        </pc:spChg>
        <pc:spChg chg="add del mod modVis">
          <ac:chgData name="Ken Popkin" userId="3c94c39e-c43b-4805-99ab-8da17777f1ac" providerId="ADAL" clId="{E440F346-DC68-4DD4-BA80-8DE6476F8949}" dt="2021-05-29T18:29:56.594" v="30843"/>
          <ac:spMkLst>
            <pc:docMk/>
            <pc:sldMk cId="3450880574" sldId="2146846027"/>
            <ac:spMk id="37" creationId="{B122665B-5591-4767-972D-9E859AABD559}"/>
          </ac:spMkLst>
        </pc:spChg>
        <pc:spChg chg="add mod ord modVis">
          <ac:chgData name="Ken Popkin" userId="3c94c39e-c43b-4805-99ab-8da17777f1ac" providerId="ADAL" clId="{E440F346-DC68-4DD4-BA80-8DE6476F8949}" dt="2021-06-01T21:01:06.933" v="104823" actId="20577"/>
          <ac:spMkLst>
            <pc:docMk/>
            <pc:sldMk cId="3450880574" sldId="2146846027"/>
            <ac:spMk id="38" creationId="{1C3EE330-2833-44DE-99E6-56B36EF8A2FA}"/>
          </ac:spMkLst>
        </pc:spChg>
        <pc:spChg chg="add del mod ord modVis">
          <ac:chgData name="Ken Popkin" userId="3c94c39e-c43b-4805-99ab-8da17777f1ac" providerId="ADAL" clId="{E440F346-DC68-4DD4-BA80-8DE6476F8949}" dt="2021-05-29T18:29:56.591" v="30831"/>
          <ac:spMkLst>
            <pc:docMk/>
            <pc:sldMk cId="3450880574" sldId="2146846027"/>
            <ac:spMk id="38" creationId="{8EE781A6-CB6E-449C-94AD-BD4971FE1119}"/>
          </ac:spMkLst>
        </pc:spChg>
        <pc:spChg chg="add del mod ord modVis">
          <ac:chgData name="Ken Popkin" userId="3c94c39e-c43b-4805-99ab-8da17777f1ac" providerId="ADAL" clId="{E440F346-DC68-4DD4-BA80-8DE6476F8949}" dt="2021-05-29T18:29:56.591" v="30833"/>
          <ac:spMkLst>
            <pc:docMk/>
            <pc:sldMk cId="3450880574" sldId="2146846027"/>
            <ac:spMk id="39" creationId="{C5BCCF72-0B29-4337-9F8E-690631E37AD1}"/>
          </ac:spMkLst>
        </pc:spChg>
        <pc:spChg chg="add mod ord modVis">
          <ac:chgData name="Ken Popkin" userId="3c94c39e-c43b-4805-99ab-8da17777f1ac" providerId="ADAL" clId="{E440F346-DC68-4DD4-BA80-8DE6476F8949}" dt="2021-06-01T21:09:12.155" v="109763"/>
          <ac:spMkLst>
            <pc:docMk/>
            <pc:sldMk cId="3450880574" sldId="2146846027"/>
            <ac:spMk id="39" creationId="{DE4B292F-2779-4277-92A4-99C18DD874FB}"/>
          </ac:spMkLst>
        </pc:spChg>
        <pc:spChg chg="add del mod ord modVis">
          <ac:chgData name="Ken Popkin" userId="3c94c39e-c43b-4805-99ab-8da17777f1ac" providerId="ADAL" clId="{E440F346-DC68-4DD4-BA80-8DE6476F8949}" dt="2021-05-29T18:29:56.592" v="30835"/>
          <ac:spMkLst>
            <pc:docMk/>
            <pc:sldMk cId="3450880574" sldId="2146846027"/>
            <ac:spMk id="40" creationId="{75EA6D6D-815F-4019-9A29-13A2095845AB}"/>
          </ac:spMkLst>
        </pc:spChg>
        <pc:spChg chg="add mod ord modVis">
          <ac:chgData name="Ken Popkin" userId="3c94c39e-c43b-4805-99ab-8da17777f1ac" providerId="ADAL" clId="{E440F346-DC68-4DD4-BA80-8DE6476F8949}" dt="2021-06-01T21:09:12.156" v="109765"/>
          <ac:spMkLst>
            <pc:docMk/>
            <pc:sldMk cId="3450880574" sldId="2146846027"/>
            <ac:spMk id="40" creationId="{D1A2BE71-A8BF-4424-91AB-1CA2EFEF5647}"/>
          </ac:spMkLst>
        </pc:spChg>
        <pc:spChg chg="add mod ord modVis">
          <ac:chgData name="Ken Popkin" userId="3c94c39e-c43b-4805-99ab-8da17777f1ac" providerId="ADAL" clId="{E440F346-DC68-4DD4-BA80-8DE6476F8949}" dt="2021-06-01T21:08:57.096" v="109470"/>
          <ac:spMkLst>
            <pc:docMk/>
            <pc:sldMk cId="3450880574" sldId="2146846027"/>
            <ac:spMk id="41" creationId="{083C4EDC-2C8E-4372-BD2E-841B65318B31}"/>
          </ac:spMkLst>
        </pc:spChg>
        <pc:spChg chg="add del mod ord modVis">
          <ac:chgData name="Ken Popkin" userId="3c94c39e-c43b-4805-99ab-8da17777f1ac" providerId="ADAL" clId="{E440F346-DC68-4DD4-BA80-8DE6476F8949}" dt="2021-05-29T18:29:56.592" v="30837"/>
          <ac:spMkLst>
            <pc:docMk/>
            <pc:sldMk cId="3450880574" sldId="2146846027"/>
            <ac:spMk id="41" creationId="{AFBB7818-8F1F-464C-945C-196ADCAF801A}"/>
          </ac:spMkLst>
        </pc:spChg>
        <pc:spChg chg="add mod ord">
          <ac:chgData name="Ken Popkin" userId="3c94c39e-c43b-4805-99ab-8da17777f1ac" providerId="ADAL" clId="{E440F346-DC68-4DD4-BA80-8DE6476F8949}" dt="2021-06-01T21:19:08.604" v="113870"/>
          <ac:spMkLst>
            <pc:docMk/>
            <pc:sldMk cId="3450880574" sldId="2146846027"/>
            <ac:spMk id="42" creationId="{4CF1BF97-5356-4F29-8E96-FA64AE35F2AE}"/>
          </ac:spMkLst>
        </pc:spChg>
        <pc:spChg chg="add del mod ord modVis">
          <ac:chgData name="Ken Popkin" userId="3c94c39e-c43b-4805-99ab-8da17777f1ac" providerId="ADAL" clId="{E440F346-DC68-4DD4-BA80-8DE6476F8949}" dt="2021-05-29T18:29:56.593" v="30839"/>
          <ac:spMkLst>
            <pc:docMk/>
            <pc:sldMk cId="3450880574" sldId="2146846027"/>
            <ac:spMk id="42" creationId="{60574F7F-9DD0-4129-A07A-C82EA031F596}"/>
          </ac:spMkLst>
        </pc:spChg>
        <pc:spChg chg="add mod ord modVis">
          <ac:chgData name="Ken Popkin" userId="3c94c39e-c43b-4805-99ab-8da17777f1ac" providerId="ADAL" clId="{E440F346-DC68-4DD4-BA80-8DE6476F8949}" dt="2021-06-01T21:06:26.777" v="107442"/>
          <ac:spMkLst>
            <pc:docMk/>
            <pc:sldMk cId="3450880574" sldId="2146846027"/>
            <ac:spMk id="43" creationId="{31BAD420-C230-44A4-90D6-B9E694D88438}"/>
          </ac:spMkLst>
        </pc:spChg>
        <pc:spChg chg="add del mod ord">
          <ac:chgData name="Ken Popkin" userId="3c94c39e-c43b-4805-99ab-8da17777f1ac" providerId="ADAL" clId="{E440F346-DC68-4DD4-BA80-8DE6476F8949}" dt="2021-05-29T18:29:56.593" v="30841"/>
          <ac:spMkLst>
            <pc:docMk/>
            <pc:sldMk cId="3450880574" sldId="2146846027"/>
            <ac:spMk id="43" creationId="{8716FE0E-B4BF-4CC7-AFD1-1F9F2535DC35}"/>
          </ac:spMkLst>
        </pc:spChg>
        <pc:spChg chg="add del mod">
          <ac:chgData name="Ken Popkin" userId="3c94c39e-c43b-4805-99ab-8da17777f1ac" providerId="ADAL" clId="{E440F346-DC68-4DD4-BA80-8DE6476F8949}" dt="2021-05-29T18:36:34.696" v="31854" actId="478"/>
          <ac:spMkLst>
            <pc:docMk/>
            <pc:sldMk cId="3450880574" sldId="2146846027"/>
            <ac:spMk id="44" creationId="{6DD7C518-05C5-4CEA-A270-1D9E436AECCA}"/>
          </ac:spMkLst>
        </pc:spChg>
        <pc:spChg chg="add mod">
          <ac:chgData name="Ken Popkin" userId="3c94c39e-c43b-4805-99ab-8da17777f1ac" providerId="ADAL" clId="{E440F346-DC68-4DD4-BA80-8DE6476F8949}" dt="2021-06-01T21:19:08.542" v="113797"/>
          <ac:spMkLst>
            <pc:docMk/>
            <pc:sldMk cId="3450880574" sldId="2146846027"/>
            <ac:spMk id="44" creationId="{6E44C96F-4DA5-4E0C-82DB-9DDE00F28B1C}"/>
          </ac:spMkLst>
        </pc:spChg>
        <pc:spChg chg="add del mod modVis">
          <ac:chgData name="Ken Popkin" userId="3c94c39e-c43b-4805-99ab-8da17777f1ac" providerId="ADAL" clId="{E440F346-DC68-4DD4-BA80-8DE6476F8949}" dt="2021-05-29T18:36:36.728" v="32759"/>
          <ac:spMkLst>
            <pc:docMk/>
            <pc:sldMk cId="3450880574" sldId="2146846027"/>
            <ac:spMk id="45" creationId="{A728A74D-F922-4D05-86B9-115CD94C4FB3}"/>
          </ac:spMkLst>
        </pc:spChg>
        <pc:spChg chg="add mod modVis">
          <ac:chgData name="Ken Popkin" userId="3c94c39e-c43b-4805-99ab-8da17777f1ac" providerId="ADAL" clId="{E440F346-DC68-4DD4-BA80-8DE6476F8949}" dt="2021-06-01T21:19:08.543" v="113799"/>
          <ac:spMkLst>
            <pc:docMk/>
            <pc:sldMk cId="3450880574" sldId="2146846027"/>
            <ac:spMk id="45" creationId="{C64F0DE9-C88E-4651-9AEE-6472190D6504}"/>
          </ac:spMkLst>
        </pc:spChg>
        <pc:spChg chg="add del mod ord modVis">
          <ac:chgData name="Ken Popkin" userId="3c94c39e-c43b-4805-99ab-8da17777f1ac" providerId="ADAL" clId="{E440F346-DC68-4DD4-BA80-8DE6476F8949}" dt="2021-05-29T18:36:36.725" v="32748"/>
          <ac:spMkLst>
            <pc:docMk/>
            <pc:sldMk cId="3450880574" sldId="2146846027"/>
            <ac:spMk id="46" creationId="{A047F5F5-2DFD-4C26-956F-4E5D520370B1}"/>
          </ac:spMkLst>
        </pc:spChg>
        <pc:spChg chg="add mod ord modVis">
          <ac:chgData name="Ken Popkin" userId="3c94c39e-c43b-4805-99ab-8da17777f1ac" providerId="ADAL" clId="{E440F346-DC68-4DD4-BA80-8DE6476F8949}" dt="2021-06-01T20:58:47.131" v="104307"/>
          <ac:spMkLst>
            <pc:docMk/>
            <pc:sldMk cId="3450880574" sldId="2146846027"/>
            <ac:spMk id="46" creationId="{E56ACD88-1A58-4EC6-8E01-930AE15B917A}"/>
          </ac:spMkLst>
        </pc:spChg>
        <pc:spChg chg="add del mod ord modVis">
          <ac:chgData name="Ken Popkin" userId="3c94c39e-c43b-4805-99ab-8da17777f1ac" providerId="ADAL" clId="{E440F346-DC68-4DD4-BA80-8DE6476F8949}" dt="2021-05-29T18:36:36.726" v="32750"/>
          <ac:spMkLst>
            <pc:docMk/>
            <pc:sldMk cId="3450880574" sldId="2146846027"/>
            <ac:spMk id="47" creationId="{A538CDA0-A39E-4BCB-8415-A6E30FF5A8C4}"/>
          </ac:spMkLst>
        </pc:spChg>
        <pc:spChg chg="add mod ord modVis">
          <ac:chgData name="Ken Popkin" userId="3c94c39e-c43b-4805-99ab-8da17777f1ac" providerId="ADAL" clId="{E440F346-DC68-4DD4-BA80-8DE6476F8949}" dt="2021-06-01T21:06:26.743" v="107365"/>
          <ac:spMkLst>
            <pc:docMk/>
            <pc:sldMk cId="3450880574" sldId="2146846027"/>
            <ac:spMk id="47" creationId="{DFC5EB5A-42B4-4C6A-BEBE-BD78DC4A0313}"/>
          </ac:spMkLst>
        </pc:spChg>
        <pc:spChg chg="add mod ord modVis">
          <ac:chgData name="Ken Popkin" userId="3c94c39e-c43b-4805-99ab-8da17777f1ac" providerId="ADAL" clId="{E440F346-DC68-4DD4-BA80-8DE6476F8949}" dt="2021-06-01T21:06:26.744" v="107367"/>
          <ac:spMkLst>
            <pc:docMk/>
            <pc:sldMk cId="3450880574" sldId="2146846027"/>
            <ac:spMk id="48" creationId="{436C8881-5F34-40BE-88E5-07AE09F13CD1}"/>
          </ac:spMkLst>
        </pc:spChg>
        <pc:spChg chg="add del mod ord modVis">
          <ac:chgData name="Ken Popkin" userId="3c94c39e-c43b-4805-99ab-8da17777f1ac" providerId="ADAL" clId="{E440F346-DC68-4DD4-BA80-8DE6476F8949}" dt="2021-05-29T18:36:36.726" v="32752"/>
          <ac:spMkLst>
            <pc:docMk/>
            <pc:sldMk cId="3450880574" sldId="2146846027"/>
            <ac:spMk id="48" creationId="{A9C358EB-A0B3-414F-8A44-37163E6BF66E}"/>
          </ac:spMkLst>
        </pc:spChg>
        <pc:spChg chg="add mod ord modVis">
          <ac:chgData name="Ken Popkin" userId="3c94c39e-c43b-4805-99ab-8da17777f1ac" providerId="ADAL" clId="{E440F346-DC68-4DD4-BA80-8DE6476F8949}" dt="2021-06-01T21:05:40.121" v="107064"/>
          <ac:spMkLst>
            <pc:docMk/>
            <pc:sldMk cId="3450880574" sldId="2146846027"/>
            <ac:spMk id="49" creationId="{09BC4946-DEF1-4C79-B416-C8EC2CDBFE3E}"/>
          </ac:spMkLst>
        </pc:spChg>
        <pc:spChg chg="add del mod ord modVis">
          <ac:chgData name="Ken Popkin" userId="3c94c39e-c43b-4805-99ab-8da17777f1ac" providerId="ADAL" clId="{E440F346-DC68-4DD4-BA80-8DE6476F8949}" dt="2021-05-29T18:36:36.727" v="32754"/>
          <ac:spMkLst>
            <pc:docMk/>
            <pc:sldMk cId="3450880574" sldId="2146846027"/>
            <ac:spMk id="49" creationId="{256D34F5-EB6B-4A19-8313-4B38C0472BC2}"/>
          </ac:spMkLst>
        </pc:spChg>
        <pc:spChg chg="add del mod ord modVis">
          <ac:chgData name="Ken Popkin" userId="3c94c39e-c43b-4805-99ab-8da17777f1ac" providerId="ADAL" clId="{E440F346-DC68-4DD4-BA80-8DE6476F8949}" dt="2021-05-29T18:36:36.727" v="32756"/>
          <ac:spMkLst>
            <pc:docMk/>
            <pc:sldMk cId="3450880574" sldId="2146846027"/>
            <ac:spMk id="50" creationId="{7F193D21-F12C-4F62-8F3A-C45EAE61691E}"/>
          </ac:spMkLst>
        </pc:spChg>
        <pc:spChg chg="add mod ord">
          <ac:chgData name="Ken Popkin" userId="3c94c39e-c43b-4805-99ab-8da17777f1ac" providerId="ADAL" clId="{E440F346-DC68-4DD4-BA80-8DE6476F8949}" dt="2021-06-01T21:19:08.547" v="113803"/>
          <ac:spMkLst>
            <pc:docMk/>
            <pc:sldMk cId="3450880574" sldId="2146846027"/>
            <ac:spMk id="50" creationId="{F07010CC-6DAB-4C2B-BE7C-16C03830F637}"/>
          </ac:spMkLst>
        </pc:spChg>
        <pc:spChg chg="add del mod ord">
          <ac:chgData name="Ken Popkin" userId="3c94c39e-c43b-4805-99ab-8da17777f1ac" providerId="ADAL" clId="{E440F346-DC68-4DD4-BA80-8DE6476F8949}" dt="2021-05-29T18:36:36.728" v="32758"/>
          <ac:spMkLst>
            <pc:docMk/>
            <pc:sldMk cId="3450880574" sldId="2146846027"/>
            <ac:spMk id="51" creationId="{004DD5F1-8640-4348-A086-1C24D9877DF4}"/>
          </ac:spMkLst>
        </pc:spChg>
        <pc:spChg chg="add mod ord modVis">
          <ac:chgData name="Ken Popkin" userId="3c94c39e-c43b-4805-99ab-8da17777f1ac" providerId="ADAL" clId="{E440F346-DC68-4DD4-BA80-8DE6476F8949}" dt="2021-06-01T21:08:23.376" v="108560"/>
          <ac:spMkLst>
            <pc:docMk/>
            <pc:sldMk cId="3450880574" sldId="2146846027"/>
            <ac:spMk id="51" creationId="{E1B7629E-43A6-4255-8C87-E3648CEB2B87}"/>
          </ac:spMkLst>
        </pc:spChg>
        <pc:spChg chg="add mod topLvl">
          <ac:chgData name="Ken Popkin" userId="3c94c39e-c43b-4805-99ab-8da17777f1ac" providerId="ADAL" clId="{E440F346-DC68-4DD4-BA80-8DE6476F8949}" dt="2021-06-01T21:19:08.485" v="113716"/>
          <ac:spMkLst>
            <pc:docMk/>
            <pc:sldMk cId="3450880574" sldId="2146846027"/>
            <ac:spMk id="52" creationId="{154D9FE8-977D-49D7-A2AD-14D2B4AF64F0}"/>
          </ac:spMkLst>
        </pc:spChg>
        <pc:spChg chg="add mod ord topLvl">
          <ac:chgData name="Ken Popkin" userId="3c94c39e-c43b-4805-99ab-8da17777f1ac" providerId="ADAL" clId="{E440F346-DC68-4DD4-BA80-8DE6476F8949}" dt="2021-06-01T21:19:08.486" v="113720"/>
          <ac:spMkLst>
            <pc:docMk/>
            <pc:sldMk cId="3450880574" sldId="2146846027"/>
            <ac:spMk id="53" creationId="{A59E22F7-0728-4CD5-8D73-9DCB0368BE50}"/>
          </ac:spMkLst>
        </pc:spChg>
        <pc:spChg chg="add mod ord topLvl">
          <ac:chgData name="Ken Popkin" userId="3c94c39e-c43b-4805-99ab-8da17777f1ac" providerId="ADAL" clId="{E440F346-DC68-4DD4-BA80-8DE6476F8949}" dt="2021-06-01T21:19:08.488" v="113722"/>
          <ac:spMkLst>
            <pc:docMk/>
            <pc:sldMk cId="3450880574" sldId="2146846027"/>
            <ac:spMk id="54" creationId="{8F0DBCDE-064F-4D5E-80DC-D010D27E6D72}"/>
          </ac:spMkLst>
        </pc:spChg>
        <pc:spChg chg="add mod topLvl">
          <ac:chgData name="Ken Popkin" userId="3c94c39e-c43b-4805-99ab-8da17777f1ac" providerId="ADAL" clId="{E440F346-DC68-4DD4-BA80-8DE6476F8949}" dt="2021-06-01T21:19:08.489" v="113724"/>
          <ac:spMkLst>
            <pc:docMk/>
            <pc:sldMk cId="3450880574" sldId="2146846027"/>
            <ac:spMk id="55" creationId="{0F6CCACC-FD4F-4FCE-813B-88B5344C345D}"/>
          </ac:spMkLst>
        </pc:spChg>
        <pc:spChg chg="add mod ord topLvl">
          <ac:chgData name="Ken Popkin" userId="3c94c39e-c43b-4805-99ab-8da17777f1ac" providerId="ADAL" clId="{E440F346-DC68-4DD4-BA80-8DE6476F8949}" dt="2021-06-01T21:19:08.491" v="113728"/>
          <ac:spMkLst>
            <pc:docMk/>
            <pc:sldMk cId="3450880574" sldId="2146846027"/>
            <ac:spMk id="56" creationId="{B769F82E-F853-4D31-96B1-9C8809B00D39}"/>
          </ac:spMkLst>
        </pc:spChg>
        <pc:spChg chg="add mod ord topLvl">
          <ac:chgData name="Ken Popkin" userId="3c94c39e-c43b-4805-99ab-8da17777f1ac" providerId="ADAL" clId="{E440F346-DC68-4DD4-BA80-8DE6476F8949}" dt="2021-06-01T21:19:08.492" v="113730"/>
          <ac:spMkLst>
            <pc:docMk/>
            <pc:sldMk cId="3450880574" sldId="2146846027"/>
            <ac:spMk id="57" creationId="{66771273-F9ED-4F3A-BE14-3E06F63E817A}"/>
          </ac:spMkLst>
        </pc:spChg>
        <pc:spChg chg="add mod topLvl">
          <ac:chgData name="Ken Popkin" userId="3c94c39e-c43b-4805-99ab-8da17777f1ac" providerId="ADAL" clId="{E440F346-DC68-4DD4-BA80-8DE6476F8949}" dt="2021-06-01T21:19:08.493" v="113732"/>
          <ac:spMkLst>
            <pc:docMk/>
            <pc:sldMk cId="3450880574" sldId="2146846027"/>
            <ac:spMk id="58" creationId="{DC151761-D43B-4032-9E6B-5E51799B7611}"/>
          </ac:spMkLst>
        </pc:spChg>
        <pc:spChg chg="add mod ord topLvl">
          <ac:chgData name="Ken Popkin" userId="3c94c39e-c43b-4805-99ab-8da17777f1ac" providerId="ADAL" clId="{E440F346-DC68-4DD4-BA80-8DE6476F8949}" dt="2021-06-01T21:19:08.495" v="113736"/>
          <ac:spMkLst>
            <pc:docMk/>
            <pc:sldMk cId="3450880574" sldId="2146846027"/>
            <ac:spMk id="59" creationId="{273B325C-0C90-4840-8980-4AAEE20497BC}"/>
          </ac:spMkLst>
        </pc:spChg>
        <pc:spChg chg="add mod ord topLvl">
          <ac:chgData name="Ken Popkin" userId="3c94c39e-c43b-4805-99ab-8da17777f1ac" providerId="ADAL" clId="{E440F346-DC68-4DD4-BA80-8DE6476F8949}" dt="2021-06-01T21:19:08.496" v="113738"/>
          <ac:spMkLst>
            <pc:docMk/>
            <pc:sldMk cId="3450880574" sldId="2146846027"/>
            <ac:spMk id="60" creationId="{58691516-B9A6-4021-83D0-A9390D34A2C0}"/>
          </ac:spMkLst>
        </pc:spChg>
        <pc:spChg chg="add mod topLvl">
          <ac:chgData name="Ken Popkin" userId="3c94c39e-c43b-4805-99ab-8da17777f1ac" providerId="ADAL" clId="{E440F346-DC68-4DD4-BA80-8DE6476F8949}" dt="2021-06-01T21:19:08.497" v="113740"/>
          <ac:spMkLst>
            <pc:docMk/>
            <pc:sldMk cId="3450880574" sldId="2146846027"/>
            <ac:spMk id="61" creationId="{8ACA0C8D-CF8C-4D04-BBEF-93ED132CB6A9}"/>
          </ac:spMkLst>
        </pc:spChg>
        <pc:spChg chg="add mod ord topLvl">
          <ac:chgData name="Ken Popkin" userId="3c94c39e-c43b-4805-99ab-8da17777f1ac" providerId="ADAL" clId="{E440F346-DC68-4DD4-BA80-8DE6476F8949}" dt="2021-06-01T21:19:08.499" v="113744"/>
          <ac:spMkLst>
            <pc:docMk/>
            <pc:sldMk cId="3450880574" sldId="2146846027"/>
            <ac:spMk id="62" creationId="{FA74FEC8-70EB-4C8A-86E2-8F0B4A8137C7}"/>
          </ac:spMkLst>
        </pc:spChg>
        <pc:spChg chg="add mod ord topLvl">
          <ac:chgData name="Ken Popkin" userId="3c94c39e-c43b-4805-99ab-8da17777f1ac" providerId="ADAL" clId="{E440F346-DC68-4DD4-BA80-8DE6476F8949}" dt="2021-06-01T21:19:08.500" v="113746"/>
          <ac:spMkLst>
            <pc:docMk/>
            <pc:sldMk cId="3450880574" sldId="2146846027"/>
            <ac:spMk id="63" creationId="{97982675-E95C-400C-8CE0-085AFB57A985}"/>
          </ac:spMkLst>
        </pc:spChg>
        <pc:spChg chg="add mod">
          <ac:chgData name="Ken Popkin" userId="3c94c39e-c43b-4805-99ab-8da17777f1ac" providerId="ADAL" clId="{E440F346-DC68-4DD4-BA80-8DE6476F8949}" dt="2021-06-01T21:19:08.571" v="113831"/>
          <ac:spMkLst>
            <pc:docMk/>
            <pc:sldMk cId="3450880574" sldId="2146846027"/>
            <ac:spMk id="70" creationId="{70BCE0AA-B4F3-43AD-862B-EF51975F7A9A}"/>
          </ac:spMkLst>
        </pc:spChg>
        <pc:spChg chg="add del mod">
          <ac:chgData name="Ken Popkin" userId="3c94c39e-c43b-4805-99ab-8da17777f1ac" providerId="ADAL" clId="{E440F346-DC68-4DD4-BA80-8DE6476F8949}" dt="2021-05-29T18:52:03.798" v="40062" actId="478"/>
          <ac:spMkLst>
            <pc:docMk/>
            <pc:sldMk cId="3450880574" sldId="2146846027"/>
            <ac:spMk id="70" creationId="{7B2D3A46-7859-4683-A7BE-02556808C11D}"/>
          </ac:spMkLst>
        </pc:spChg>
        <pc:spChg chg="add del mod modVis">
          <ac:chgData name="Ken Popkin" userId="3c94c39e-c43b-4805-99ab-8da17777f1ac" providerId="ADAL" clId="{E440F346-DC68-4DD4-BA80-8DE6476F8949}" dt="2021-05-29T18:52:05.490" v="40335"/>
          <ac:spMkLst>
            <pc:docMk/>
            <pc:sldMk cId="3450880574" sldId="2146846027"/>
            <ac:spMk id="71" creationId="{2C830607-2709-411E-8A12-76457CEA75B8}"/>
          </ac:spMkLst>
        </pc:spChg>
        <pc:spChg chg="add mod modVis">
          <ac:chgData name="Ken Popkin" userId="3c94c39e-c43b-4805-99ab-8da17777f1ac" providerId="ADAL" clId="{E440F346-DC68-4DD4-BA80-8DE6476F8949}" dt="2021-06-01T21:19:08.573" v="113833"/>
          <ac:spMkLst>
            <pc:docMk/>
            <pc:sldMk cId="3450880574" sldId="2146846027"/>
            <ac:spMk id="71" creationId="{B1AD704E-0C0B-452B-B675-6CE9EEAC7FB4}"/>
          </ac:spMkLst>
        </pc:spChg>
        <pc:spChg chg="add mod ord modVis">
          <ac:chgData name="Ken Popkin" userId="3c94c39e-c43b-4805-99ab-8da17777f1ac" providerId="ADAL" clId="{E440F346-DC68-4DD4-BA80-8DE6476F8949}" dt="2021-06-01T20:58:47.133" v="104319"/>
          <ac:spMkLst>
            <pc:docMk/>
            <pc:sldMk cId="3450880574" sldId="2146846027"/>
            <ac:spMk id="72" creationId="{27869BF5-CE4C-4481-8570-615110339DB5}"/>
          </ac:spMkLst>
        </pc:spChg>
        <pc:spChg chg="add del mod ord modVis">
          <ac:chgData name="Ken Popkin" userId="3c94c39e-c43b-4805-99ab-8da17777f1ac" providerId="ADAL" clId="{E440F346-DC68-4DD4-BA80-8DE6476F8949}" dt="2021-05-29T18:52:05.486" v="40324"/>
          <ac:spMkLst>
            <pc:docMk/>
            <pc:sldMk cId="3450880574" sldId="2146846027"/>
            <ac:spMk id="72" creationId="{367905C7-44C9-4B4B-85F5-9089C39B72F7}"/>
          </ac:spMkLst>
        </pc:spChg>
        <pc:spChg chg="add del mod ord modVis">
          <ac:chgData name="Ken Popkin" userId="3c94c39e-c43b-4805-99ab-8da17777f1ac" providerId="ADAL" clId="{E440F346-DC68-4DD4-BA80-8DE6476F8949}" dt="2021-05-29T18:52:05.487" v="40326"/>
          <ac:spMkLst>
            <pc:docMk/>
            <pc:sldMk cId="3450880574" sldId="2146846027"/>
            <ac:spMk id="73" creationId="{47694A78-321D-46F6-9189-2AB7D1CB7577}"/>
          </ac:spMkLst>
        </pc:spChg>
        <pc:spChg chg="add mod ord modVis">
          <ac:chgData name="Ken Popkin" userId="3c94c39e-c43b-4805-99ab-8da17777f1ac" providerId="ADAL" clId="{E440F346-DC68-4DD4-BA80-8DE6476F8949}" dt="2021-06-01T21:08:57.083" v="109441"/>
          <ac:spMkLst>
            <pc:docMk/>
            <pc:sldMk cId="3450880574" sldId="2146846027"/>
            <ac:spMk id="73" creationId="{4EF657C1-7A3B-4986-BDB2-B4A5888D177C}"/>
          </ac:spMkLst>
        </pc:spChg>
        <pc:spChg chg="add mod ord modVis">
          <ac:chgData name="Ken Popkin" userId="3c94c39e-c43b-4805-99ab-8da17777f1ac" providerId="ADAL" clId="{E440F346-DC68-4DD4-BA80-8DE6476F8949}" dt="2021-06-01T21:08:57.085" v="109443"/>
          <ac:spMkLst>
            <pc:docMk/>
            <pc:sldMk cId="3450880574" sldId="2146846027"/>
            <ac:spMk id="74" creationId="{671C05FE-13FD-42C7-9C99-85B7AFDA72D2}"/>
          </ac:spMkLst>
        </pc:spChg>
        <pc:spChg chg="add del mod ord modVis">
          <ac:chgData name="Ken Popkin" userId="3c94c39e-c43b-4805-99ab-8da17777f1ac" providerId="ADAL" clId="{E440F346-DC68-4DD4-BA80-8DE6476F8949}" dt="2021-05-29T18:52:05.488" v="40328"/>
          <ac:spMkLst>
            <pc:docMk/>
            <pc:sldMk cId="3450880574" sldId="2146846027"/>
            <ac:spMk id="74" creationId="{9CCFA019-957B-42AC-9D1D-74C5289BF145}"/>
          </ac:spMkLst>
        </pc:spChg>
        <pc:spChg chg="add mod ord modVis">
          <ac:chgData name="Ken Popkin" userId="3c94c39e-c43b-4805-99ab-8da17777f1ac" providerId="ADAL" clId="{E440F346-DC68-4DD4-BA80-8DE6476F8949}" dt="2021-06-01T21:08:49.545" v="109163"/>
          <ac:spMkLst>
            <pc:docMk/>
            <pc:sldMk cId="3450880574" sldId="2146846027"/>
            <ac:spMk id="75" creationId="{A7D16893-DFB4-45ED-BBA8-9C6D04403F7A}"/>
          </ac:spMkLst>
        </pc:spChg>
        <pc:spChg chg="add del mod ord modVis">
          <ac:chgData name="Ken Popkin" userId="3c94c39e-c43b-4805-99ab-8da17777f1ac" providerId="ADAL" clId="{E440F346-DC68-4DD4-BA80-8DE6476F8949}" dt="2021-05-29T18:52:05.488" v="40330"/>
          <ac:spMkLst>
            <pc:docMk/>
            <pc:sldMk cId="3450880574" sldId="2146846027"/>
            <ac:spMk id="75" creationId="{E1577A9D-24D3-4614-8CC2-7673DBC10292}"/>
          </ac:spMkLst>
        </pc:spChg>
        <pc:spChg chg="add del mod ord modVis">
          <ac:chgData name="Ken Popkin" userId="3c94c39e-c43b-4805-99ab-8da17777f1ac" providerId="ADAL" clId="{E440F346-DC68-4DD4-BA80-8DE6476F8949}" dt="2021-05-29T18:52:05.489" v="40332"/>
          <ac:spMkLst>
            <pc:docMk/>
            <pc:sldMk cId="3450880574" sldId="2146846027"/>
            <ac:spMk id="76" creationId="{8056DFB4-B5B7-4759-A3F2-9CF291093590}"/>
          </ac:spMkLst>
        </pc:spChg>
        <pc:spChg chg="add mod ord">
          <ac:chgData name="Ken Popkin" userId="3c94c39e-c43b-4805-99ab-8da17777f1ac" providerId="ADAL" clId="{E440F346-DC68-4DD4-BA80-8DE6476F8949}" dt="2021-06-01T21:19:08.577" v="113837"/>
          <ac:spMkLst>
            <pc:docMk/>
            <pc:sldMk cId="3450880574" sldId="2146846027"/>
            <ac:spMk id="76" creationId="{FE2705B8-8471-4CEE-AB69-E77F02145355}"/>
          </ac:spMkLst>
        </pc:spChg>
        <pc:spChg chg="add del mod ord">
          <ac:chgData name="Ken Popkin" userId="3c94c39e-c43b-4805-99ab-8da17777f1ac" providerId="ADAL" clId="{E440F346-DC68-4DD4-BA80-8DE6476F8949}" dt="2021-05-29T18:52:05.490" v="40334"/>
          <ac:spMkLst>
            <pc:docMk/>
            <pc:sldMk cId="3450880574" sldId="2146846027"/>
            <ac:spMk id="77" creationId="{068AC341-F760-49C3-BB93-D5AAC548009F}"/>
          </ac:spMkLst>
        </pc:spChg>
        <pc:spChg chg="add mod ord modVis">
          <ac:chgData name="Ken Popkin" userId="3c94c39e-c43b-4805-99ab-8da17777f1ac" providerId="ADAL" clId="{E440F346-DC68-4DD4-BA80-8DE6476F8949}" dt="2021-06-01T21:08:38.139" v="108882"/>
          <ac:spMkLst>
            <pc:docMk/>
            <pc:sldMk cId="3450880574" sldId="2146846027"/>
            <ac:spMk id="77" creationId="{DB8ACF17-6504-4253-865F-061200473E78}"/>
          </ac:spMkLst>
        </pc:spChg>
        <pc:spChg chg="add mod topLvl">
          <ac:chgData name="Ken Popkin" userId="3c94c39e-c43b-4805-99ab-8da17777f1ac" providerId="ADAL" clId="{E440F346-DC68-4DD4-BA80-8DE6476F8949}" dt="2021-06-01T21:19:08.504" v="113748"/>
          <ac:spMkLst>
            <pc:docMk/>
            <pc:sldMk cId="3450880574" sldId="2146846027"/>
            <ac:spMk id="78" creationId="{22850A1D-4E21-473E-9917-9D787409A10C}"/>
          </ac:spMkLst>
        </pc:spChg>
        <pc:spChg chg="add mod modVis">
          <ac:chgData name="Ken Popkin" userId="3c94c39e-c43b-4805-99ab-8da17777f1ac" providerId="ADAL" clId="{E440F346-DC68-4DD4-BA80-8DE6476F8949}" dt="2021-06-01T21:19:08.505" v="113750"/>
          <ac:spMkLst>
            <pc:docMk/>
            <pc:sldMk cId="3450880574" sldId="2146846027"/>
            <ac:spMk id="79" creationId="{A2FDB8D6-CC56-4D03-BA19-A4F0A459DD0F}"/>
          </ac:spMkLst>
        </pc:spChg>
        <pc:spChg chg="add mod ord modVis">
          <ac:chgData name="Ken Popkin" userId="3c94c39e-c43b-4805-99ab-8da17777f1ac" providerId="ADAL" clId="{E440F346-DC68-4DD4-BA80-8DE6476F8949}" dt="2021-06-01T20:58:47.101" v="104113"/>
          <ac:spMkLst>
            <pc:docMk/>
            <pc:sldMk cId="3450880574" sldId="2146846027"/>
            <ac:spMk id="80" creationId="{EF9EC6FF-DCC4-42AA-B0A3-4619B4599759}"/>
          </ac:spMkLst>
        </pc:spChg>
        <pc:spChg chg="add mod ord modVis">
          <ac:chgData name="Ken Popkin" userId="3c94c39e-c43b-4805-99ab-8da17777f1ac" providerId="ADAL" clId="{E440F346-DC68-4DD4-BA80-8DE6476F8949}" dt="2021-06-01T20:58:47.102" v="104115"/>
          <ac:spMkLst>
            <pc:docMk/>
            <pc:sldMk cId="3450880574" sldId="2146846027"/>
            <ac:spMk id="81" creationId="{93C934D5-32E9-48C9-A01E-A702397FAAF1}"/>
          </ac:spMkLst>
        </pc:spChg>
        <pc:spChg chg="add mod ord modVis">
          <ac:chgData name="Ken Popkin" userId="3c94c39e-c43b-4805-99ab-8da17777f1ac" providerId="ADAL" clId="{E440F346-DC68-4DD4-BA80-8DE6476F8949}" dt="2021-06-01T20:58:47.102" v="104117"/>
          <ac:spMkLst>
            <pc:docMk/>
            <pc:sldMk cId="3450880574" sldId="2146846027"/>
            <ac:spMk id="82" creationId="{EF9FF2F0-18F6-47F6-9728-9B80A58777F4}"/>
          </ac:spMkLst>
        </pc:spChg>
        <pc:spChg chg="add mod ord modVis">
          <ac:chgData name="Ken Popkin" userId="3c94c39e-c43b-4805-99ab-8da17777f1ac" providerId="ADAL" clId="{E440F346-DC68-4DD4-BA80-8DE6476F8949}" dt="2021-06-01T20:58:47.102" v="104119"/>
          <ac:spMkLst>
            <pc:docMk/>
            <pc:sldMk cId="3450880574" sldId="2146846027"/>
            <ac:spMk id="83" creationId="{52E8CCC0-7C52-456F-B771-6475F1E062EF}"/>
          </ac:spMkLst>
        </pc:spChg>
        <pc:spChg chg="add mod ord modVis">
          <ac:chgData name="Ken Popkin" userId="3c94c39e-c43b-4805-99ab-8da17777f1ac" providerId="ADAL" clId="{E440F346-DC68-4DD4-BA80-8DE6476F8949}" dt="2021-06-01T20:58:47.103" v="104121"/>
          <ac:spMkLst>
            <pc:docMk/>
            <pc:sldMk cId="3450880574" sldId="2146846027"/>
            <ac:spMk id="84" creationId="{D9EDBC72-7ACE-4347-937F-A01F1C18DD36}"/>
          </ac:spMkLst>
        </pc:spChg>
        <pc:spChg chg="add mod ord topLvl">
          <ac:chgData name="Ken Popkin" userId="3c94c39e-c43b-4805-99ab-8da17777f1ac" providerId="ADAL" clId="{E440F346-DC68-4DD4-BA80-8DE6476F8949}" dt="2021-06-01T21:19:08.509" v="113754"/>
          <ac:spMkLst>
            <pc:docMk/>
            <pc:sldMk cId="3450880574" sldId="2146846027"/>
            <ac:spMk id="85" creationId="{B5ACDF37-DCCA-4578-8BFE-F654F0B522EA}"/>
          </ac:spMkLst>
        </pc:spChg>
        <pc:spChg chg="add mod topLvl">
          <ac:chgData name="Ken Popkin" userId="3c94c39e-c43b-4805-99ab-8da17777f1ac" providerId="ADAL" clId="{E440F346-DC68-4DD4-BA80-8DE6476F8949}" dt="2021-06-01T21:19:08.510" v="113756"/>
          <ac:spMkLst>
            <pc:docMk/>
            <pc:sldMk cId="3450880574" sldId="2146846027"/>
            <ac:spMk id="86" creationId="{55B7C976-FFC7-42FD-903A-01CB1A97BD57}"/>
          </ac:spMkLst>
        </pc:spChg>
        <pc:spChg chg="add mod modVis">
          <ac:chgData name="Ken Popkin" userId="3c94c39e-c43b-4805-99ab-8da17777f1ac" providerId="ADAL" clId="{E440F346-DC68-4DD4-BA80-8DE6476F8949}" dt="2021-06-01T21:19:08.511" v="113758"/>
          <ac:spMkLst>
            <pc:docMk/>
            <pc:sldMk cId="3450880574" sldId="2146846027"/>
            <ac:spMk id="87" creationId="{F86818D3-1B59-47CF-8DCE-E332B1C3E9C1}"/>
          </ac:spMkLst>
        </pc:spChg>
        <pc:spChg chg="add mod ord modVis">
          <ac:chgData name="Ken Popkin" userId="3c94c39e-c43b-4805-99ab-8da17777f1ac" providerId="ADAL" clId="{E440F346-DC68-4DD4-BA80-8DE6476F8949}" dt="2021-06-01T20:58:47.103" v="104123"/>
          <ac:spMkLst>
            <pc:docMk/>
            <pc:sldMk cId="3450880574" sldId="2146846027"/>
            <ac:spMk id="88" creationId="{E0C93D6D-149C-4407-989A-A4540E373200}"/>
          </ac:spMkLst>
        </pc:spChg>
        <pc:spChg chg="add mod ord modVis">
          <ac:chgData name="Ken Popkin" userId="3c94c39e-c43b-4805-99ab-8da17777f1ac" providerId="ADAL" clId="{E440F346-DC68-4DD4-BA80-8DE6476F8949}" dt="2021-06-01T20:58:47.104" v="104125"/>
          <ac:spMkLst>
            <pc:docMk/>
            <pc:sldMk cId="3450880574" sldId="2146846027"/>
            <ac:spMk id="89" creationId="{04A7651E-7BE4-4A8E-8846-E5668AF35BCB}"/>
          </ac:spMkLst>
        </pc:spChg>
        <pc:spChg chg="add mod ord modVis">
          <ac:chgData name="Ken Popkin" userId="3c94c39e-c43b-4805-99ab-8da17777f1ac" providerId="ADAL" clId="{E440F346-DC68-4DD4-BA80-8DE6476F8949}" dt="2021-06-01T20:58:47.104" v="104127"/>
          <ac:spMkLst>
            <pc:docMk/>
            <pc:sldMk cId="3450880574" sldId="2146846027"/>
            <ac:spMk id="90" creationId="{E5D0316A-ED6F-40FA-96DF-15FEA836E8DD}"/>
          </ac:spMkLst>
        </pc:spChg>
        <pc:spChg chg="add mod ord modVis">
          <ac:chgData name="Ken Popkin" userId="3c94c39e-c43b-4805-99ab-8da17777f1ac" providerId="ADAL" clId="{E440F346-DC68-4DD4-BA80-8DE6476F8949}" dt="2021-06-01T20:58:47.104" v="104129"/>
          <ac:spMkLst>
            <pc:docMk/>
            <pc:sldMk cId="3450880574" sldId="2146846027"/>
            <ac:spMk id="91" creationId="{74091911-A287-4273-9C82-A0DA4303F30B}"/>
          </ac:spMkLst>
        </pc:spChg>
        <pc:spChg chg="add mod ord modVis">
          <ac:chgData name="Ken Popkin" userId="3c94c39e-c43b-4805-99ab-8da17777f1ac" providerId="ADAL" clId="{E440F346-DC68-4DD4-BA80-8DE6476F8949}" dt="2021-06-01T20:58:47.104" v="104131"/>
          <ac:spMkLst>
            <pc:docMk/>
            <pc:sldMk cId="3450880574" sldId="2146846027"/>
            <ac:spMk id="92" creationId="{BE5D1876-9825-42E8-AE69-35968626A574}"/>
          </ac:spMkLst>
        </pc:spChg>
        <pc:spChg chg="add mod ord topLvl">
          <ac:chgData name="Ken Popkin" userId="3c94c39e-c43b-4805-99ab-8da17777f1ac" providerId="ADAL" clId="{E440F346-DC68-4DD4-BA80-8DE6476F8949}" dt="2021-06-01T21:19:08.515" v="113762"/>
          <ac:spMkLst>
            <pc:docMk/>
            <pc:sldMk cId="3450880574" sldId="2146846027"/>
            <ac:spMk id="93" creationId="{B17CD555-D709-4B67-90DF-66B375BE38BE}"/>
          </ac:spMkLst>
        </pc:spChg>
        <pc:spChg chg="add mod topLvl">
          <ac:chgData name="Ken Popkin" userId="3c94c39e-c43b-4805-99ab-8da17777f1ac" providerId="ADAL" clId="{E440F346-DC68-4DD4-BA80-8DE6476F8949}" dt="2021-06-01T21:19:08.522" v="113773"/>
          <ac:spMkLst>
            <pc:docMk/>
            <pc:sldMk cId="3450880574" sldId="2146846027"/>
            <ac:spMk id="94" creationId="{585E4A16-B9EE-45FB-B9E0-F7A737F12B08}"/>
          </ac:spMkLst>
        </pc:spChg>
        <pc:spChg chg="add mod modVis">
          <ac:chgData name="Ken Popkin" userId="3c94c39e-c43b-4805-99ab-8da17777f1ac" providerId="ADAL" clId="{E440F346-DC68-4DD4-BA80-8DE6476F8949}" dt="2021-06-01T21:19:08.524" v="113775"/>
          <ac:spMkLst>
            <pc:docMk/>
            <pc:sldMk cId="3450880574" sldId="2146846027"/>
            <ac:spMk id="95" creationId="{29B09DD1-2CC4-4192-98B3-D1A6EF366529}"/>
          </ac:spMkLst>
        </pc:spChg>
        <pc:spChg chg="add mod ord modVis">
          <ac:chgData name="Ken Popkin" userId="3c94c39e-c43b-4805-99ab-8da17777f1ac" providerId="ADAL" clId="{E440F346-DC68-4DD4-BA80-8DE6476F8949}" dt="2021-06-01T20:58:47.104" v="104133"/>
          <ac:spMkLst>
            <pc:docMk/>
            <pc:sldMk cId="3450880574" sldId="2146846027"/>
            <ac:spMk id="96" creationId="{00EA2A75-FE32-46AB-AA34-35D427EF96DA}"/>
          </ac:spMkLst>
        </pc:spChg>
        <pc:spChg chg="add mod ord modVis">
          <ac:chgData name="Ken Popkin" userId="3c94c39e-c43b-4805-99ab-8da17777f1ac" providerId="ADAL" clId="{E440F346-DC68-4DD4-BA80-8DE6476F8949}" dt="2021-06-01T20:58:47.105" v="104135"/>
          <ac:spMkLst>
            <pc:docMk/>
            <pc:sldMk cId="3450880574" sldId="2146846027"/>
            <ac:spMk id="97" creationId="{105174C3-7801-41AD-B322-855DB63F4C15}"/>
          </ac:spMkLst>
        </pc:spChg>
        <pc:spChg chg="add mod ord modVis">
          <ac:chgData name="Ken Popkin" userId="3c94c39e-c43b-4805-99ab-8da17777f1ac" providerId="ADAL" clId="{E440F346-DC68-4DD4-BA80-8DE6476F8949}" dt="2021-06-01T20:58:47.105" v="104137"/>
          <ac:spMkLst>
            <pc:docMk/>
            <pc:sldMk cId="3450880574" sldId="2146846027"/>
            <ac:spMk id="98" creationId="{2C1DED90-28E2-4754-9F17-4694D4F0A836}"/>
          </ac:spMkLst>
        </pc:spChg>
        <pc:spChg chg="add mod ord modVis">
          <ac:chgData name="Ken Popkin" userId="3c94c39e-c43b-4805-99ab-8da17777f1ac" providerId="ADAL" clId="{E440F346-DC68-4DD4-BA80-8DE6476F8949}" dt="2021-06-01T20:58:47.105" v="104139"/>
          <ac:spMkLst>
            <pc:docMk/>
            <pc:sldMk cId="3450880574" sldId="2146846027"/>
            <ac:spMk id="99" creationId="{0B640D9A-0F49-48CF-8F7B-A1E796BCF541}"/>
          </ac:spMkLst>
        </pc:spChg>
        <pc:spChg chg="add mod ord modVis">
          <ac:chgData name="Ken Popkin" userId="3c94c39e-c43b-4805-99ab-8da17777f1ac" providerId="ADAL" clId="{E440F346-DC68-4DD4-BA80-8DE6476F8949}" dt="2021-06-01T21:00:42.702" v="104512"/>
          <ac:spMkLst>
            <pc:docMk/>
            <pc:sldMk cId="3450880574" sldId="2146846027"/>
            <ac:spMk id="100" creationId="{494397E7-FC5D-43A4-A7C2-D4FBE8E3AAC4}"/>
          </ac:spMkLst>
        </pc:spChg>
        <pc:spChg chg="add mod ord topLvl">
          <ac:chgData name="Ken Popkin" userId="3c94c39e-c43b-4805-99ab-8da17777f1ac" providerId="ADAL" clId="{E440F346-DC68-4DD4-BA80-8DE6476F8949}" dt="2021-06-01T21:19:08.527" v="113779"/>
          <ac:spMkLst>
            <pc:docMk/>
            <pc:sldMk cId="3450880574" sldId="2146846027"/>
            <ac:spMk id="101" creationId="{5E717654-2D3F-40AA-A9FC-EAD4103260C5}"/>
          </ac:spMkLst>
        </pc:spChg>
        <pc:spChg chg="add del mod">
          <ac:chgData name="Ken Popkin" userId="3c94c39e-c43b-4805-99ab-8da17777f1ac" providerId="ADAL" clId="{E440F346-DC68-4DD4-BA80-8DE6476F8949}" dt="2021-05-29T18:52:10.220" v="40344" actId="478"/>
          <ac:spMkLst>
            <pc:docMk/>
            <pc:sldMk cId="3450880574" sldId="2146846027"/>
            <ac:spMk id="102" creationId="{B287C60B-B9DE-4CCD-9EBD-05AA2C1C597A}"/>
          </ac:spMkLst>
        </pc:spChg>
        <pc:spChg chg="add del mod modVis">
          <ac:chgData name="Ken Popkin" userId="3c94c39e-c43b-4805-99ab-8da17777f1ac" providerId="ADAL" clId="{E440F346-DC68-4DD4-BA80-8DE6476F8949}" dt="2021-05-29T18:52:12.067" v="40608"/>
          <ac:spMkLst>
            <pc:docMk/>
            <pc:sldMk cId="3450880574" sldId="2146846027"/>
            <ac:spMk id="103" creationId="{1AF909E8-7B2F-497C-A9E8-FC1798C733E6}"/>
          </ac:spMkLst>
        </pc:spChg>
        <pc:spChg chg="add del mod ord modVis">
          <ac:chgData name="Ken Popkin" userId="3c94c39e-c43b-4805-99ab-8da17777f1ac" providerId="ADAL" clId="{E440F346-DC68-4DD4-BA80-8DE6476F8949}" dt="2021-05-29T18:52:12.063" v="40597"/>
          <ac:spMkLst>
            <pc:docMk/>
            <pc:sldMk cId="3450880574" sldId="2146846027"/>
            <ac:spMk id="104" creationId="{D3848AFB-88F5-414B-ABE5-B8C7837D8585}"/>
          </ac:spMkLst>
        </pc:spChg>
        <pc:spChg chg="add del mod ord modVis">
          <ac:chgData name="Ken Popkin" userId="3c94c39e-c43b-4805-99ab-8da17777f1ac" providerId="ADAL" clId="{E440F346-DC68-4DD4-BA80-8DE6476F8949}" dt="2021-05-29T18:52:12.064" v="40599"/>
          <ac:spMkLst>
            <pc:docMk/>
            <pc:sldMk cId="3450880574" sldId="2146846027"/>
            <ac:spMk id="105" creationId="{7451ADC0-5F41-4B2F-99B4-726F50A35B6F}"/>
          </ac:spMkLst>
        </pc:spChg>
        <pc:spChg chg="add del mod ord modVis">
          <ac:chgData name="Ken Popkin" userId="3c94c39e-c43b-4805-99ab-8da17777f1ac" providerId="ADAL" clId="{E440F346-DC68-4DD4-BA80-8DE6476F8949}" dt="2021-05-29T18:52:12.064" v="40601"/>
          <ac:spMkLst>
            <pc:docMk/>
            <pc:sldMk cId="3450880574" sldId="2146846027"/>
            <ac:spMk id="106" creationId="{6932279C-379B-4A39-B326-F9111C5968FE}"/>
          </ac:spMkLst>
        </pc:spChg>
        <pc:spChg chg="add del mod ord modVis">
          <ac:chgData name="Ken Popkin" userId="3c94c39e-c43b-4805-99ab-8da17777f1ac" providerId="ADAL" clId="{E440F346-DC68-4DD4-BA80-8DE6476F8949}" dt="2021-05-29T18:52:12.065" v="40603"/>
          <ac:spMkLst>
            <pc:docMk/>
            <pc:sldMk cId="3450880574" sldId="2146846027"/>
            <ac:spMk id="107" creationId="{DDEAAE16-389C-420E-BC65-DD6B9CF64A0C}"/>
          </ac:spMkLst>
        </pc:spChg>
        <pc:spChg chg="add del mod ord modVis">
          <ac:chgData name="Ken Popkin" userId="3c94c39e-c43b-4805-99ab-8da17777f1ac" providerId="ADAL" clId="{E440F346-DC68-4DD4-BA80-8DE6476F8949}" dt="2021-05-29T18:52:12.065" v="40605"/>
          <ac:spMkLst>
            <pc:docMk/>
            <pc:sldMk cId="3450880574" sldId="2146846027"/>
            <ac:spMk id="108" creationId="{6B363FF2-367D-4151-9920-4284D9B101EA}"/>
          </ac:spMkLst>
        </pc:spChg>
        <pc:spChg chg="add del mod ord">
          <ac:chgData name="Ken Popkin" userId="3c94c39e-c43b-4805-99ab-8da17777f1ac" providerId="ADAL" clId="{E440F346-DC68-4DD4-BA80-8DE6476F8949}" dt="2021-05-29T18:52:12.067" v="40607"/>
          <ac:spMkLst>
            <pc:docMk/>
            <pc:sldMk cId="3450880574" sldId="2146846027"/>
            <ac:spMk id="109" creationId="{D4EBB8B7-6C13-4D85-85C1-FA7A6F6FCBF3}"/>
          </ac:spMkLst>
        </pc:spChg>
        <pc:spChg chg="add mod topLvl">
          <ac:chgData name="Ken Popkin" userId="3c94c39e-c43b-4805-99ab-8da17777f1ac" providerId="ADAL" clId="{E440F346-DC68-4DD4-BA80-8DE6476F8949}" dt="2021-06-01T21:19:08.528" v="113781"/>
          <ac:spMkLst>
            <pc:docMk/>
            <pc:sldMk cId="3450880574" sldId="2146846027"/>
            <ac:spMk id="110" creationId="{B4FA49B2-B40D-48E5-A606-1BB6E1173656}"/>
          </ac:spMkLst>
        </pc:spChg>
        <pc:spChg chg="add mod modVis">
          <ac:chgData name="Ken Popkin" userId="3c94c39e-c43b-4805-99ab-8da17777f1ac" providerId="ADAL" clId="{E440F346-DC68-4DD4-BA80-8DE6476F8949}" dt="2021-06-01T21:19:08.530" v="113783"/>
          <ac:spMkLst>
            <pc:docMk/>
            <pc:sldMk cId="3450880574" sldId="2146846027"/>
            <ac:spMk id="111" creationId="{67C12356-7522-4BA7-BB7D-D48FA0649771}"/>
          </ac:spMkLst>
        </pc:spChg>
        <pc:spChg chg="add mod ord modVis">
          <ac:chgData name="Ken Popkin" userId="3c94c39e-c43b-4805-99ab-8da17777f1ac" providerId="ADAL" clId="{E440F346-DC68-4DD4-BA80-8DE6476F8949}" dt="2021-06-01T20:58:47.106" v="104143"/>
          <ac:spMkLst>
            <pc:docMk/>
            <pc:sldMk cId="3450880574" sldId="2146846027"/>
            <ac:spMk id="112" creationId="{6D1B177A-BFAA-4DEB-9821-875AFA73975B}"/>
          </ac:spMkLst>
        </pc:spChg>
        <pc:spChg chg="add mod ord modVis">
          <ac:chgData name="Ken Popkin" userId="3c94c39e-c43b-4805-99ab-8da17777f1ac" providerId="ADAL" clId="{E440F346-DC68-4DD4-BA80-8DE6476F8949}" dt="2021-06-01T20:58:47.107" v="104145"/>
          <ac:spMkLst>
            <pc:docMk/>
            <pc:sldMk cId="3450880574" sldId="2146846027"/>
            <ac:spMk id="113" creationId="{ECFDB84B-B7B3-48E2-96FD-2D47E2E45BA9}"/>
          </ac:spMkLst>
        </pc:spChg>
        <pc:spChg chg="add mod ord modVis">
          <ac:chgData name="Ken Popkin" userId="3c94c39e-c43b-4805-99ab-8da17777f1ac" providerId="ADAL" clId="{E440F346-DC68-4DD4-BA80-8DE6476F8949}" dt="2021-06-01T20:58:47.107" v="104147"/>
          <ac:spMkLst>
            <pc:docMk/>
            <pc:sldMk cId="3450880574" sldId="2146846027"/>
            <ac:spMk id="114" creationId="{43DEB5BD-98C4-420D-A4F4-43A2F8DFBB13}"/>
          </ac:spMkLst>
        </pc:spChg>
        <pc:spChg chg="add mod ord modVis">
          <ac:chgData name="Ken Popkin" userId="3c94c39e-c43b-4805-99ab-8da17777f1ac" providerId="ADAL" clId="{E440F346-DC68-4DD4-BA80-8DE6476F8949}" dt="2021-06-01T20:58:47.107" v="104149"/>
          <ac:spMkLst>
            <pc:docMk/>
            <pc:sldMk cId="3450880574" sldId="2146846027"/>
            <ac:spMk id="115" creationId="{D517DB16-3BF5-451F-B98F-38B247399CD5}"/>
          </ac:spMkLst>
        </pc:spChg>
        <pc:spChg chg="add mod ord modVis">
          <ac:chgData name="Ken Popkin" userId="3c94c39e-c43b-4805-99ab-8da17777f1ac" providerId="ADAL" clId="{E440F346-DC68-4DD4-BA80-8DE6476F8949}" dt="2021-06-01T20:58:47.107" v="104151"/>
          <ac:spMkLst>
            <pc:docMk/>
            <pc:sldMk cId="3450880574" sldId="2146846027"/>
            <ac:spMk id="116" creationId="{1C090B0F-1E03-4665-9EA6-61B9C85D09EA}"/>
          </ac:spMkLst>
        </pc:spChg>
        <pc:spChg chg="add mod ord topLvl">
          <ac:chgData name="Ken Popkin" userId="3c94c39e-c43b-4805-99ab-8da17777f1ac" providerId="ADAL" clId="{E440F346-DC68-4DD4-BA80-8DE6476F8949}" dt="2021-06-01T21:19:08.534" v="113787"/>
          <ac:spMkLst>
            <pc:docMk/>
            <pc:sldMk cId="3450880574" sldId="2146846027"/>
            <ac:spMk id="117" creationId="{9952DEB3-6597-4362-91BC-B1EE62BA8A96}"/>
          </ac:spMkLst>
        </pc:spChg>
        <pc:spChg chg="add mod topLvl">
          <ac:chgData name="Ken Popkin" userId="3c94c39e-c43b-4805-99ab-8da17777f1ac" providerId="ADAL" clId="{E440F346-DC68-4DD4-BA80-8DE6476F8949}" dt="2021-06-01T21:19:08.535" v="113789"/>
          <ac:spMkLst>
            <pc:docMk/>
            <pc:sldMk cId="3450880574" sldId="2146846027"/>
            <ac:spMk id="118" creationId="{6207AD63-FB89-4C30-9674-C41101CAFA8A}"/>
          </ac:spMkLst>
        </pc:spChg>
        <pc:spChg chg="add mod modVis">
          <ac:chgData name="Ken Popkin" userId="3c94c39e-c43b-4805-99ab-8da17777f1ac" providerId="ADAL" clId="{E440F346-DC68-4DD4-BA80-8DE6476F8949}" dt="2021-06-01T21:19:08.536" v="113791"/>
          <ac:spMkLst>
            <pc:docMk/>
            <pc:sldMk cId="3450880574" sldId="2146846027"/>
            <ac:spMk id="119" creationId="{C9B86812-A10F-4243-9F92-4052F414F356}"/>
          </ac:spMkLst>
        </pc:spChg>
        <pc:spChg chg="add mod ord modVis">
          <ac:chgData name="Ken Popkin" userId="3c94c39e-c43b-4805-99ab-8da17777f1ac" providerId="ADAL" clId="{E440F346-DC68-4DD4-BA80-8DE6476F8949}" dt="2021-06-01T20:58:47.107" v="104153"/>
          <ac:spMkLst>
            <pc:docMk/>
            <pc:sldMk cId="3450880574" sldId="2146846027"/>
            <ac:spMk id="120" creationId="{95B561F5-B7AC-4CB4-A9FB-3CFC6749D586}"/>
          </ac:spMkLst>
        </pc:spChg>
        <pc:spChg chg="add mod ord modVis">
          <ac:chgData name="Ken Popkin" userId="3c94c39e-c43b-4805-99ab-8da17777f1ac" providerId="ADAL" clId="{E440F346-DC68-4DD4-BA80-8DE6476F8949}" dt="2021-06-01T20:58:47.108" v="104155"/>
          <ac:spMkLst>
            <pc:docMk/>
            <pc:sldMk cId="3450880574" sldId="2146846027"/>
            <ac:spMk id="121" creationId="{573A514A-9B2B-42B4-85E5-1C9FAACFB633}"/>
          </ac:spMkLst>
        </pc:spChg>
        <pc:spChg chg="add mod ord modVis">
          <ac:chgData name="Ken Popkin" userId="3c94c39e-c43b-4805-99ab-8da17777f1ac" providerId="ADAL" clId="{E440F346-DC68-4DD4-BA80-8DE6476F8949}" dt="2021-06-01T20:58:47.108" v="104157"/>
          <ac:spMkLst>
            <pc:docMk/>
            <pc:sldMk cId="3450880574" sldId="2146846027"/>
            <ac:spMk id="122" creationId="{DF099DB5-CEDB-482E-891F-293C52AF66BE}"/>
          </ac:spMkLst>
        </pc:spChg>
        <pc:spChg chg="add mod ord modVis">
          <ac:chgData name="Ken Popkin" userId="3c94c39e-c43b-4805-99ab-8da17777f1ac" providerId="ADAL" clId="{E440F346-DC68-4DD4-BA80-8DE6476F8949}" dt="2021-06-01T20:58:47.108" v="104159"/>
          <ac:spMkLst>
            <pc:docMk/>
            <pc:sldMk cId="3450880574" sldId="2146846027"/>
            <ac:spMk id="123" creationId="{F52A00B5-1A52-4077-ABE7-96CC5DA4BD21}"/>
          </ac:spMkLst>
        </pc:spChg>
        <pc:spChg chg="add mod ord modVis">
          <ac:chgData name="Ken Popkin" userId="3c94c39e-c43b-4805-99ab-8da17777f1ac" providerId="ADAL" clId="{E440F346-DC68-4DD4-BA80-8DE6476F8949}" dt="2021-06-01T20:58:47.109" v="104161"/>
          <ac:spMkLst>
            <pc:docMk/>
            <pc:sldMk cId="3450880574" sldId="2146846027"/>
            <ac:spMk id="124" creationId="{468344AA-4A57-4F6F-AFDE-1345B79CD54F}"/>
          </ac:spMkLst>
        </pc:spChg>
        <pc:spChg chg="add mod ord topLvl">
          <ac:chgData name="Ken Popkin" userId="3c94c39e-c43b-4805-99ab-8da17777f1ac" providerId="ADAL" clId="{E440F346-DC68-4DD4-BA80-8DE6476F8949}" dt="2021-06-01T21:19:08.541" v="113795"/>
          <ac:spMkLst>
            <pc:docMk/>
            <pc:sldMk cId="3450880574" sldId="2146846027"/>
            <ac:spMk id="125" creationId="{1C719034-9AD5-4225-90B4-346AB74E4F30}"/>
          </ac:spMkLst>
        </pc:spChg>
        <pc:spChg chg="add mod topLvl">
          <ac:chgData name="Ken Popkin" userId="3c94c39e-c43b-4805-99ab-8da17777f1ac" providerId="ADAL" clId="{E440F346-DC68-4DD4-BA80-8DE6476F8949}" dt="2021-06-01T21:19:08.548" v="113806"/>
          <ac:spMkLst>
            <pc:docMk/>
            <pc:sldMk cId="3450880574" sldId="2146846027"/>
            <ac:spMk id="126" creationId="{9388E85B-D5FD-4A5F-AB16-DCEC055FCEB7}"/>
          </ac:spMkLst>
        </pc:spChg>
        <pc:spChg chg="add mod modVis">
          <ac:chgData name="Ken Popkin" userId="3c94c39e-c43b-4805-99ab-8da17777f1ac" providerId="ADAL" clId="{E440F346-DC68-4DD4-BA80-8DE6476F8949}" dt="2021-06-01T21:19:08.551" v="113808"/>
          <ac:spMkLst>
            <pc:docMk/>
            <pc:sldMk cId="3450880574" sldId="2146846027"/>
            <ac:spMk id="127" creationId="{17043A0B-4831-4E97-8BC6-9BD324CE80B6}"/>
          </ac:spMkLst>
        </pc:spChg>
        <pc:spChg chg="add mod ord modVis">
          <ac:chgData name="Ken Popkin" userId="3c94c39e-c43b-4805-99ab-8da17777f1ac" providerId="ADAL" clId="{E440F346-DC68-4DD4-BA80-8DE6476F8949}" dt="2021-06-01T20:58:47.109" v="104163"/>
          <ac:spMkLst>
            <pc:docMk/>
            <pc:sldMk cId="3450880574" sldId="2146846027"/>
            <ac:spMk id="128" creationId="{213A1A47-EAA8-4690-BF11-7B4B60949079}"/>
          </ac:spMkLst>
        </pc:spChg>
        <pc:spChg chg="add mod ord modVis">
          <ac:chgData name="Ken Popkin" userId="3c94c39e-c43b-4805-99ab-8da17777f1ac" providerId="ADAL" clId="{E440F346-DC68-4DD4-BA80-8DE6476F8949}" dt="2021-06-01T20:58:47.110" v="104165"/>
          <ac:spMkLst>
            <pc:docMk/>
            <pc:sldMk cId="3450880574" sldId="2146846027"/>
            <ac:spMk id="129" creationId="{C5145007-1A1F-4E49-AF5D-3FD5D69E0B71}"/>
          </ac:spMkLst>
        </pc:spChg>
        <pc:spChg chg="add mod ord modVis">
          <ac:chgData name="Ken Popkin" userId="3c94c39e-c43b-4805-99ab-8da17777f1ac" providerId="ADAL" clId="{E440F346-DC68-4DD4-BA80-8DE6476F8949}" dt="2021-06-01T20:58:47.110" v="104167"/>
          <ac:spMkLst>
            <pc:docMk/>
            <pc:sldMk cId="3450880574" sldId="2146846027"/>
            <ac:spMk id="130" creationId="{D931D51C-2682-43B4-9B81-00B751BBCD94}"/>
          </ac:spMkLst>
        </pc:spChg>
        <pc:spChg chg="add mod ord modVis">
          <ac:chgData name="Ken Popkin" userId="3c94c39e-c43b-4805-99ab-8da17777f1ac" providerId="ADAL" clId="{E440F346-DC68-4DD4-BA80-8DE6476F8949}" dt="2021-06-01T20:58:47.110" v="104169"/>
          <ac:spMkLst>
            <pc:docMk/>
            <pc:sldMk cId="3450880574" sldId="2146846027"/>
            <ac:spMk id="131" creationId="{87371F4D-2516-4406-9D28-9929027C5772}"/>
          </ac:spMkLst>
        </pc:spChg>
        <pc:spChg chg="add mod ord modVis">
          <ac:chgData name="Ken Popkin" userId="3c94c39e-c43b-4805-99ab-8da17777f1ac" providerId="ADAL" clId="{E440F346-DC68-4DD4-BA80-8DE6476F8949}" dt="2021-06-01T20:58:47.110" v="104171"/>
          <ac:spMkLst>
            <pc:docMk/>
            <pc:sldMk cId="3450880574" sldId="2146846027"/>
            <ac:spMk id="132" creationId="{0067BA98-ACF8-4FFD-B4A6-4DC256FA1FFC}"/>
          </ac:spMkLst>
        </pc:spChg>
        <pc:spChg chg="add mod ord topLvl">
          <ac:chgData name="Ken Popkin" userId="3c94c39e-c43b-4805-99ab-8da17777f1ac" providerId="ADAL" clId="{E440F346-DC68-4DD4-BA80-8DE6476F8949}" dt="2021-06-01T21:19:08.554" v="113812"/>
          <ac:spMkLst>
            <pc:docMk/>
            <pc:sldMk cId="3450880574" sldId="2146846027"/>
            <ac:spMk id="133" creationId="{3F1954EA-C8F4-4AB9-881E-775EA09E63C3}"/>
          </ac:spMkLst>
        </pc:spChg>
        <pc:spChg chg="add del mod">
          <ac:chgData name="Ken Popkin" userId="3c94c39e-c43b-4805-99ab-8da17777f1ac" providerId="ADAL" clId="{E440F346-DC68-4DD4-BA80-8DE6476F8949}" dt="2021-05-29T18:52:30.093" v="40881" actId="478"/>
          <ac:spMkLst>
            <pc:docMk/>
            <pc:sldMk cId="3450880574" sldId="2146846027"/>
            <ac:spMk id="134" creationId="{C454D01A-5CF9-4514-8274-DF16B4CDDF4F}"/>
          </ac:spMkLst>
        </pc:spChg>
        <pc:spChg chg="add del mod modVis">
          <ac:chgData name="Ken Popkin" userId="3c94c39e-c43b-4805-99ab-8da17777f1ac" providerId="ADAL" clId="{E440F346-DC68-4DD4-BA80-8DE6476F8949}" dt="2021-05-29T18:52:31.250" v="41127"/>
          <ac:spMkLst>
            <pc:docMk/>
            <pc:sldMk cId="3450880574" sldId="2146846027"/>
            <ac:spMk id="135" creationId="{B0636022-0631-40FA-A309-29826618A397}"/>
          </ac:spMkLst>
        </pc:spChg>
        <pc:spChg chg="add del mod ord modVis">
          <ac:chgData name="Ken Popkin" userId="3c94c39e-c43b-4805-99ab-8da17777f1ac" providerId="ADAL" clId="{E440F346-DC68-4DD4-BA80-8DE6476F8949}" dt="2021-05-29T18:52:31.246" v="41116"/>
          <ac:spMkLst>
            <pc:docMk/>
            <pc:sldMk cId="3450880574" sldId="2146846027"/>
            <ac:spMk id="136" creationId="{F473B094-9846-475F-8938-4A79A66BD32D}"/>
          </ac:spMkLst>
        </pc:spChg>
        <pc:spChg chg="add del mod ord modVis">
          <ac:chgData name="Ken Popkin" userId="3c94c39e-c43b-4805-99ab-8da17777f1ac" providerId="ADAL" clId="{E440F346-DC68-4DD4-BA80-8DE6476F8949}" dt="2021-05-29T18:52:31.247" v="41118"/>
          <ac:spMkLst>
            <pc:docMk/>
            <pc:sldMk cId="3450880574" sldId="2146846027"/>
            <ac:spMk id="137" creationId="{02970D0E-C1D8-42C6-8D4D-CB4380B96A7B}"/>
          </ac:spMkLst>
        </pc:spChg>
        <pc:spChg chg="add del mod ord modVis">
          <ac:chgData name="Ken Popkin" userId="3c94c39e-c43b-4805-99ab-8da17777f1ac" providerId="ADAL" clId="{E440F346-DC68-4DD4-BA80-8DE6476F8949}" dt="2021-05-29T18:52:31.247" v="41120"/>
          <ac:spMkLst>
            <pc:docMk/>
            <pc:sldMk cId="3450880574" sldId="2146846027"/>
            <ac:spMk id="138" creationId="{B09FDAD2-8EEC-4AE7-B681-840545BF8444}"/>
          </ac:spMkLst>
        </pc:spChg>
        <pc:spChg chg="add del mod ord modVis">
          <ac:chgData name="Ken Popkin" userId="3c94c39e-c43b-4805-99ab-8da17777f1ac" providerId="ADAL" clId="{E440F346-DC68-4DD4-BA80-8DE6476F8949}" dt="2021-05-29T18:52:31.248" v="41122"/>
          <ac:spMkLst>
            <pc:docMk/>
            <pc:sldMk cId="3450880574" sldId="2146846027"/>
            <ac:spMk id="139" creationId="{4365CDF6-3732-4C35-9370-75918237CFAE}"/>
          </ac:spMkLst>
        </pc:spChg>
        <pc:spChg chg="add del mod ord modVis">
          <ac:chgData name="Ken Popkin" userId="3c94c39e-c43b-4805-99ab-8da17777f1ac" providerId="ADAL" clId="{E440F346-DC68-4DD4-BA80-8DE6476F8949}" dt="2021-05-29T18:52:31.249" v="41124"/>
          <ac:spMkLst>
            <pc:docMk/>
            <pc:sldMk cId="3450880574" sldId="2146846027"/>
            <ac:spMk id="140" creationId="{CB82A241-D3E0-42B8-B77A-5D50329B7E46}"/>
          </ac:spMkLst>
        </pc:spChg>
        <pc:spChg chg="add del mod ord">
          <ac:chgData name="Ken Popkin" userId="3c94c39e-c43b-4805-99ab-8da17777f1ac" providerId="ADAL" clId="{E440F346-DC68-4DD4-BA80-8DE6476F8949}" dt="2021-05-29T18:52:31.249" v="41126"/>
          <ac:spMkLst>
            <pc:docMk/>
            <pc:sldMk cId="3450880574" sldId="2146846027"/>
            <ac:spMk id="141" creationId="{EA5103A7-4195-43F1-ADDF-BC9F3F1956C6}"/>
          </ac:spMkLst>
        </pc:spChg>
        <pc:spChg chg="add mod topLvl">
          <ac:chgData name="Ken Popkin" userId="3c94c39e-c43b-4805-99ab-8da17777f1ac" providerId="ADAL" clId="{E440F346-DC68-4DD4-BA80-8DE6476F8949}" dt="2021-06-01T21:19:08.555" v="113814"/>
          <ac:spMkLst>
            <pc:docMk/>
            <pc:sldMk cId="3450880574" sldId="2146846027"/>
            <ac:spMk id="142" creationId="{C19C7D2E-D89A-40C7-BBCE-B8475A734549}"/>
          </ac:spMkLst>
        </pc:spChg>
        <pc:spChg chg="add mod modVis">
          <ac:chgData name="Ken Popkin" userId="3c94c39e-c43b-4805-99ab-8da17777f1ac" providerId="ADAL" clId="{E440F346-DC68-4DD4-BA80-8DE6476F8949}" dt="2021-06-01T21:19:08.558" v="113816"/>
          <ac:spMkLst>
            <pc:docMk/>
            <pc:sldMk cId="3450880574" sldId="2146846027"/>
            <ac:spMk id="143" creationId="{BAC940CF-C114-4DD8-8AAC-4764C17CB5E5}"/>
          </ac:spMkLst>
        </pc:spChg>
        <pc:spChg chg="add mod ord modVis">
          <ac:chgData name="Ken Popkin" userId="3c94c39e-c43b-4805-99ab-8da17777f1ac" providerId="ADAL" clId="{E440F346-DC68-4DD4-BA80-8DE6476F8949}" dt="2021-06-01T20:58:47.110" v="104173"/>
          <ac:spMkLst>
            <pc:docMk/>
            <pc:sldMk cId="3450880574" sldId="2146846027"/>
            <ac:spMk id="144" creationId="{7789E20C-DF61-40CF-8AFE-5D5461284C4F}"/>
          </ac:spMkLst>
        </pc:spChg>
        <pc:spChg chg="add mod ord modVis">
          <ac:chgData name="Ken Popkin" userId="3c94c39e-c43b-4805-99ab-8da17777f1ac" providerId="ADAL" clId="{E440F346-DC68-4DD4-BA80-8DE6476F8949}" dt="2021-06-01T20:58:47.111" v="104175"/>
          <ac:spMkLst>
            <pc:docMk/>
            <pc:sldMk cId="3450880574" sldId="2146846027"/>
            <ac:spMk id="145" creationId="{CCC3F928-52FC-4869-B747-1EB7760F2096}"/>
          </ac:spMkLst>
        </pc:spChg>
        <pc:spChg chg="add mod ord modVis">
          <ac:chgData name="Ken Popkin" userId="3c94c39e-c43b-4805-99ab-8da17777f1ac" providerId="ADAL" clId="{E440F346-DC68-4DD4-BA80-8DE6476F8949}" dt="2021-06-01T20:58:47.111" v="104177"/>
          <ac:spMkLst>
            <pc:docMk/>
            <pc:sldMk cId="3450880574" sldId="2146846027"/>
            <ac:spMk id="146" creationId="{C6CC9D0A-407B-4E77-8977-B6DBF49BF438}"/>
          </ac:spMkLst>
        </pc:spChg>
        <pc:spChg chg="add mod ord modVis">
          <ac:chgData name="Ken Popkin" userId="3c94c39e-c43b-4805-99ab-8da17777f1ac" providerId="ADAL" clId="{E440F346-DC68-4DD4-BA80-8DE6476F8949}" dt="2021-06-01T20:58:47.111" v="104179"/>
          <ac:spMkLst>
            <pc:docMk/>
            <pc:sldMk cId="3450880574" sldId="2146846027"/>
            <ac:spMk id="147" creationId="{E5C33BF5-2FC4-4C70-A302-69A695D00E95}"/>
          </ac:spMkLst>
        </pc:spChg>
        <pc:spChg chg="add mod ord modVis">
          <ac:chgData name="Ken Popkin" userId="3c94c39e-c43b-4805-99ab-8da17777f1ac" providerId="ADAL" clId="{E440F346-DC68-4DD4-BA80-8DE6476F8949}" dt="2021-06-01T20:58:47.111" v="104181"/>
          <ac:spMkLst>
            <pc:docMk/>
            <pc:sldMk cId="3450880574" sldId="2146846027"/>
            <ac:spMk id="148" creationId="{A4D982D6-56B7-438D-BA91-C406006CAC42}"/>
          </ac:spMkLst>
        </pc:spChg>
        <pc:spChg chg="add mod ord topLvl">
          <ac:chgData name="Ken Popkin" userId="3c94c39e-c43b-4805-99ab-8da17777f1ac" providerId="ADAL" clId="{E440F346-DC68-4DD4-BA80-8DE6476F8949}" dt="2021-06-01T21:19:08.562" v="113820"/>
          <ac:spMkLst>
            <pc:docMk/>
            <pc:sldMk cId="3450880574" sldId="2146846027"/>
            <ac:spMk id="149" creationId="{8032F3F7-7BC8-4EB4-AFB4-023167354140}"/>
          </ac:spMkLst>
        </pc:spChg>
        <pc:spChg chg="add mod topLvl">
          <ac:chgData name="Ken Popkin" userId="3c94c39e-c43b-4805-99ab-8da17777f1ac" providerId="ADAL" clId="{E440F346-DC68-4DD4-BA80-8DE6476F8949}" dt="2021-06-01T21:19:08.564" v="113822"/>
          <ac:spMkLst>
            <pc:docMk/>
            <pc:sldMk cId="3450880574" sldId="2146846027"/>
            <ac:spMk id="150" creationId="{372A92A7-1DCC-490B-A9E9-0FD09F269160}"/>
          </ac:spMkLst>
        </pc:spChg>
        <pc:spChg chg="add mod modVis">
          <ac:chgData name="Ken Popkin" userId="3c94c39e-c43b-4805-99ab-8da17777f1ac" providerId="ADAL" clId="{E440F346-DC68-4DD4-BA80-8DE6476F8949}" dt="2021-06-01T21:19:08.565" v="113824"/>
          <ac:spMkLst>
            <pc:docMk/>
            <pc:sldMk cId="3450880574" sldId="2146846027"/>
            <ac:spMk id="151" creationId="{FFA87F17-5AA1-479F-B232-5A7F02E4FC39}"/>
          </ac:spMkLst>
        </pc:spChg>
        <pc:spChg chg="add mod ord modVis">
          <ac:chgData name="Ken Popkin" userId="3c94c39e-c43b-4805-99ab-8da17777f1ac" providerId="ADAL" clId="{E440F346-DC68-4DD4-BA80-8DE6476F8949}" dt="2021-06-01T20:58:47.112" v="104183"/>
          <ac:spMkLst>
            <pc:docMk/>
            <pc:sldMk cId="3450880574" sldId="2146846027"/>
            <ac:spMk id="152" creationId="{1FC93FF2-EEFD-4358-B3E7-F5F2FAD96CD0}"/>
          </ac:spMkLst>
        </pc:spChg>
        <pc:spChg chg="add mod ord modVis">
          <ac:chgData name="Ken Popkin" userId="3c94c39e-c43b-4805-99ab-8da17777f1ac" providerId="ADAL" clId="{E440F346-DC68-4DD4-BA80-8DE6476F8949}" dt="2021-06-01T20:58:47.112" v="104185"/>
          <ac:spMkLst>
            <pc:docMk/>
            <pc:sldMk cId="3450880574" sldId="2146846027"/>
            <ac:spMk id="153" creationId="{5CFA94F3-1F5C-4C30-8894-916C34EE8F6D}"/>
          </ac:spMkLst>
        </pc:spChg>
        <pc:spChg chg="add mod ord modVis">
          <ac:chgData name="Ken Popkin" userId="3c94c39e-c43b-4805-99ab-8da17777f1ac" providerId="ADAL" clId="{E440F346-DC68-4DD4-BA80-8DE6476F8949}" dt="2021-06-01T20:58:47.112" v="104187"/>
          <ac:spMkLst>
            <pc:docMk/>
            <pc:sldMk cId="3450880574" sldId="2146846027"/>
            <ac:spMk id="154" creationId="{FA4ED7DB-6786-4470-9A24-44BC05C2A6B0}"/>
          </ac:spMkLst>
        </pc:spChg>
        <pc:spChg chg="add mod ord modVis">
          <ac:chgData name="Ken Popkin" userId="3c94c39e-c43b-4805-99ab-8da17777f1ac" providerId="ADAL" clId="{E440F346-DC68-4DD4-BA80-8DE6476F8949}" dt="2021-06-01T20:58:47.113" v="104189"/>
          <ac:spMkLst>
            <pc:docMk/>
            <pc:sldMk cId="3450880574" sldId="2146846027"/>
            <ac:spMk id="155" creationId="{C8B367F1-6609-4B43-A99F-B4D1B8DC8A76}"/>
          </ac:spMkLst>
        </pc:spChg>
        <pc:spChg chg="add mod ord modVis">
          <ac:chgData name="Ken Popkin" userId="3c94c39e-c43b-4805-99ab-8da17777f1ac" providerId="ADAL" clId="{E440F346-DC68-4DD4-BA80-8DE6476F8949}" dt="2021-06-01T20:58:47.113" v="104191"/>
          <ac:spMkLst>
            <pc:docMk/>
            <pc:sldMk cId="3450880574" sldId="2146846027"/>
            <ac:spMk id="156" creationId="{399B42C1-F158-45A8-A358-BA8F7729A868}"/>
          </ac:spMkLst>
        </pc:spChg>
        <pc:spChg chg="add mod ord topLvl">
          <ac:chgData name="Ken Popkin" userId="3c94c39e-c43b-4805-99ab-8da17777f1ac" providerId="ADAL" clId="{E440F346-DC68-4DD4-BA80-8DE6476F8949}" dt="2021-06-01T21:19:08.569" v="113828"/>
          <ac:spMkLst>
            <pc:docMk/>
            <pc:sldMk cId="3450880574" sldId="2146846027"/>
            <ac:spMk id="157" creationId="{2A104588-3140-4B5C-BC8F-A7835C0A20FB}"/>
          </ac:spMkLst>
        </pc:spChg>
        <pc:spChg chg="add mod topLvl">
          <ac:chgData name="Ken Popkin" userId="3c94c39e-c43b-4805-99ab-8da17777f1ac" providerId="ADAL" clId="{E440F346-DC68-4DD4-BA80-8DE6476F8949}" dt="2021-06-01T21:19:08.578" v="113840"/>
          <ac:spMkLst>
            <pc:docMk/>
            <pc:sldMk cId="3450880574" sldId="2146846027"/>
            <ac:spMk id="158" creationId="{8BE93700-BEFA-4E5A-A57E-0C6398FBD9DE}"/>
          </ac:spMkLst>
        </pc:spChg>
        <pc:spChg chg="add mod modVis">
          <ac:chgData name="Ken Popkin" userId="3c94c39e-c43b-4805-99ab-8da17777f1ac" providerId="ADAL" clId="{E440F346-DC68-4DD4-BA80-8DE6476F8949}" dt="2021-06-01T21:19:08.580" v="113842"/>
          <ac:spMkLst>
            <pc:docMk/>
            <pc:sldMk cId="3450880574" sldId="2146846027"/>
            <ac:spMk id="159" creationId="{61E197E3-A2E6-4AA2-BEF4-82C2909576E2}"/>
          </ac:spMkLst>
        </pc:spChg>
        <pc:spChg chg="add mod ord modVis">
          <ac:chgData name="Ken Popkin" userId="3c94c39e-c43b-4805-99ab-8da17777f1ac" providerId="ADAL" clId="{E440F346-DC68-4DD4-BA80-8DE6476F8949}" dt="2021-06-01T20:58:47.113" v="104193"/>
          <ac:spMkLst>
            <pc:docMk/>
            <pc:sldMk cId="3450880574" sldId="2146846027"/>
            <ac:spMk id="160" creationId="{652223B5-0F58-47AB-9121-CAE16E1499CC}"/>
          </ac:spMkLst>
        </pc:spChg>
        <pc:spChg chg="add mod ord modVis">
          <ac:chgData name="Ken Popkin" userId="3c94c39e-c43b-4805-99ab-8da17777f1ac" providerId="ADAL" clId="{E440F346-DC68-4DD4-BA80-8DE6476F8949}" dt="2021-06-01T20:58:47.114" v="104195"/>
          <ac:spMkLst>
            <pc:docMk/>
            <pc:sldMk cId="3450880574" sldId="2146846027"/>
            <ac:spMk id="161" creationId="{C8BCE1CC-6FE2-4050-AB99-2EF36BBB1634}"/>
          </ac:spMkLst>
        </pc:spChg>
        <pc:spChg chg="add mod ord modVis">
          <ac:chgData name="Ken Popkin" userId="3c94c39e-c43b-4805-99ab-8da17777f1ac" providerId="ADAL" clId="{E440F346-DC68-4DD4-BA80-8DE6476F8949}" dt="2021-06-01T20:58:47.114" v="104197"/>
          <ac:spMkLst>
            <pc:docMk/>
            <pc:sldMk cId="3450880574" sldId="2146846027"/>
            <ac:spMk id="162" creationId="{DBD23902-EED2-48EB-9C7E-E2BD75B7E26D}"/>
          </ac:spMkLst>
        </pc:spChg>
        <pc:spChg chg="add mod ord modVis">
          <ac:chgData name="Ken Popkin" userId="3c94c39e-c43b-4805-99ab-8da17777f1ac" providerId="ADAL" clId="{E440F346-DC68-4DD4-BA80-8DE6476F8949}" dt="2021-06-01T20:58:47.115" v="104199"/>
          <ac:spMkLst>
            <pc:docMk/>
            <pc:sldMk cId="3450880574" sldId="2146846027"/>
            <ac:spMk id="163" creationId="{94607CE8-6D19-4893-A604-0F947A4D9F5C}"/>
          </ac:spMkLst>
        </pc:spChg>
        <pc:spChg chg="add mod ord modVis">
          <ac:chgData name="Ken Popkin" userId="3c94c39e-c43b-4805-99ab-8da17777f1ac" providerId="ADAL" clId="{E440F346-DC68-4DD4-BA80-8DE6476F8949}" dt="2021-06-01T20:58:47.115" v="104201"/>
          <ac:spMkLst>
            <pc:docMk/>
            <pc:sldMk cId="3450880574" sldId="2146846027"/>
            <ac:spMk id="164" creationId="{5F1FF3C4-E7F9-40CB-9A93-130B10F193E8}"/>
          </ac:spMkLst>
        </pc:spChg>
        <pc:spChg chg="add mod ord topLvl">
          <ac:chgData name="Ken Popkin" userId="3c94c39e-c43b-4805-99ab-8da17777f1ac" providerId="ADAL" clId="{E440F346-DC68-4DD4-BA80-8DE6476F8949}" dt="2021-06-01T21:19:08.584" v="113846"/>
          <ac:spMkLst>
            <pc:docMk/>
            <pc:sldMk cId="3450880574" sldId="2146846027"/>
            <ac:spMk id="165" creationId="{DD201D1D-4C46-4376-BD7F-737EA5AF8462}"/>
          </ac:spMkLst>
        </pc:spChg>
        <pc:spChg chg="add del mod">
          <ac:chgData name="Ken Popkin" userId="3c94c39e-c43b-4805-99ab-8da17777f1ac" providerId="ADAL" clId="{E440F346-DC68-4DD4-BA80-8DE6476F8949}" dt="2021-05-29T18:52:24.399" v="40617" actId="478"/>
          <ac:spMkLst>
            <pc:docMk/>
            <pc:sldMk cId="3450880574" sldId="2146846027"/>
            <ac:spMk id="166" creationId="{67A4EBB3-0B88-49AA-80F7-470408176167}"/>
          </ac:spMkLst>
        </pc:spChg>
        <pc:spChg chg="add del mod modVis">
          <ac:chgData name="Ken Popkin" userId="3c94c39e-c43b-4805-99ab-8da17777f1ac" providerId="ADAL" clId="{E440F346-DC68-4DD4-BA80-8DE6476F8949}" dt="2021-05-29T18:52:26.138" v="40872"/>
          <ac:spMkLst>
            <pc:docMk/>
            <pc:sldMk cId="3450880574" sldId="2146846027"/>
            <ac:spMk id="167" creationId="{BCC9CE3C-E226-44A7-8E2E-8394A369571D}"/>
          </ac:spMkLst>
        </pc:spChg>
        <pc:spChg chg="add del mod ord modVis">
          <ac:chgData name="Ken Popkin" userId="3c94c39e-c43b-4805-99ab-8da17777f1ac" providerId="ADAL" clId="{E440F346-DC68-4DD4-BA80-8DE6476F8949}" dt="2021-05-29T18:52:26.134" v="40861"/>
          <ac:spMkLst>
            <pc:docMk/>
            <pc:sldMk cId="3450880574" sldId="2146846027"/>
            <ac:spMk id="168" creationId="{F2B4DBB1-B372-4F32-9A3E-79C9B19C170B}"/>
          </ac:spMkLst>
        </pc:spChg>
        <pc:spChg chg="add del mod ord modVis">
          <ac:chgData name="Ken Popkin" userId="3c94c39e-c43b-4805-99ab-8da17777f1ac" providerId="ADAL" clId="{E440F346-DC68-4DD4-BA80-8DE6476F8949}" dt="2021-05-29T18:52:26.135" v="40863"/>
          <ac:spMkLst>
            <pc:docMk/>
            <pc:sldMk cId="3450880574" sldId="2146846027"/>
            <ac:spMk id="169" creationId="{92CBD81D-9C4D-4F94-976E-80ED6337F560}"/>
          </ac:spMkLst>
        </pc:spChg>
        <pc:spChg chg="add del mod ord modVis">
          <ac:chgData name="Ken Popkin" userId="3c94c39e-c43b-4805-99ab-8da17777f1ac" providerId="ADAL" clId="{E440F346-DC68-4DD4-BA80-8DE6476F8949}" dt="2021-05-29T18:52:26.136" v="40865"/>
          <ac:spMkLst>
            <pc:docMk/>
            <pc:sldMk cId="3450880574" sldId="2146846027"/>
            <ac:spMk id="170" creationId="{76CACB7A-B8FF-45EB-978B-499F4280A55B}"/>
          </ac:spMkLst>
        </pc:spChg>
        <pc:spChg chg="add del mod ord modVis">
          <ac:chgData name="Ken Popkin" userId="3c94c39e-c43b-4805-99ab-8da17777f1ac" providerId="ADAL" clId="{E440F346-DC68-4DD4-BA80-8DE6476F8949}" dt="2021-05-29T18:52:26.137" v="40867"/>
          <ac:spMkLst>
            <pc:docMk/>
            <pc:sldMk cId="3450880574" sldId="2146846027"/>
            <ac:spMk id="171" creationId="{6D5E95BF-03B1-4E67-BEAE-F1A94D40F184}"/>
          </ac:spMkLst>
        </pc:spChg>
        <pc:spChg chg="add del mod ord modVis">
          <ac:chgData name="Ken Popkin" userId="3c94c39e-c43b-4805-99ab-8da17777f1ac" providerId="ADAL" clId="{E440F346-DC68-4DD4-BA80-8DE6476F8949}" dt="2021-05-29T18:52:26.137" v="40869"/>
          <ac:spMkLst>
            <pc:docMk/>
            <pc:sldMk cId="3450880574" sldId="2146846027"/>
            <ac:spMk id="172" creationId="{7DB6C6C0-6399-4FAD-B551-51BB1BDD8B98}"/>
          </ac:spMkLst>
        </pc:spChg>
        <pc:spChg chg="add del mod ord">
          <ac:chgData name="Ken Popkin" userId="3c94c39e-c43b-4805-99ab-8da17777f1ac" providerId="ADAL" clId="{E440F346-DC68-4DD4-BA80-8DE6476F8949}" dt="2021-05-29T18:52:26.138" v="40871"/>
          <ac:spMkLst>
            <pc:docMk/>
            <pc:sldMk cId="3450880574" sldId="2146846027"/>
            <ac:spMk id="173" creationId="{1316F882-5035-4684-9425-F335200BB4A6}"/>
          </ac:spMkLst>
        </pc:spChg>
        <pc:spChg chg="add mod topLvl">
          <ac:chgData name="Ken Popkin" userId="3c94c39e-c43b-4805-99ab-8da17777f1ac" providerId="ADAL" clId="{E440F346-DC68-4DD4-BA80-8DE6476F8949}" dt="2021-06-01T21:19:08.585" v="113848"/>
          <ac:spMkLst>
            <pc:docMk/>
            <pc:sldMk cId="3450880574" sldId="2146846027"/>
            <ac:spMk id="174" creationId="{C2F8C70A-ADA9-48E3-B5E4-F1D6D5E9DF84}"/>
          </ac:spMkLst>
        </pc:spChg>
        <pc:spChg chg="add mod modVis">
          <ac:chgData name="Ken Popkin" userId="3c94c39e-c43b-4805-99ab-8da17777f1ac" providerId="ADAL" clId="{E440F346-DC68-4DD4-BA80-8DE6476F8949}" dt="2021-06-01T21:19:08.587" v="113850"/>
          <ac:spMkLst>
            <pc:docMk/>
            <pc:sldMk cId="3450880574" sldId="2146846027"/>
            <ac:spMk id="175" creationId="{F39C3105-9417-4648-91DE-43FE4003744A}"/>
          </ac:spMkLst>
        </pc:spChg>
        <pc:spChg chg="add mod ord modVis">
          <ac:chgData name="Ken Popkin" userId="3c94c39e-c43b-4805-99ab-8da17777f1ac" providerId="ADAL" clId="{E440F346-DC68-4DD4-BA80-8DE6476F8949}" dt="2021-06-01T20:58:47.115" v="104203"/>
          <ac:spMkLst>
            <pc:docMk/>
            <pc:sldMk cId="3450880574" sldId="2146846027"/>
            <ac:spMk id="176" creationId="{447457BC-E6B0-420D-B2C6-6DFFAE784394}"/>
          </ac:spMkLst>
        </pc:spChg>
        <pc:spChg chg="add mod ord modVis">
          <ac:chgData name="Ken Popkin" userId="3c94c39e-c43b-4805-99ab-8da17777f1ac" providerId="ADAL" clId="{E440F346-DC68-4DD4-BA80-8DE6476F8949}" dt="2021-06-01T20:58:47.115" v="104205"/>
          <ac:spMkLst>
            <pc:docMk/>
            <pc:sldMk cId="3450880574" sldId="2146846027"/>
            <ac:spMk id="177" creationId="{096DCBC2-9502-41F1-9CD2-46929A1919D5}"/>
          </ac:spMkLst>
        </pc:spChg>
        <pc:spChg chg="add mod ord modVis">
          <ac:chgData name="Ken Popkin" userId="3c94c39e-c43b-4805-99ab-8da17777f1ac" providerId="ADAL" clId="{E440F346-DC68-4DD4-BA80-8DE6476F8949}" dt="2021-06-01T20:58:47.115" v="104207"/>
          <ac:spMkLst>
            <pc:docMk/>
            <pc:sldMk cId="3450880574" sldId="2146846027"/>
            <ac:spMk id="178" creationId="{1EBF6B16-555C-4763-922C-48D3C52C403F}"/>
          </ac:spMkLst>
        </pc:spChg>
        <pc:spChg chg="add mod ord modVis">
          <ac:chgData name="Ken Popkin" userId="3c94c39e-c43b-4805-99ab-8da17777f1ac" providerId="ADAL" clId="{E440F346-DC68-4DD4-BA80-8DE6476F8949}" dt="2021-06-01T20:58:47.116" v="104209"/>
          <ac:spMkLst>
            <pc:docMk/>
            <pc:sldMk cId="3450880574" sldId="2146846027"/>
            <ac:spMk id="179" creationId="{2DBBD0B5-1F1A-4115-90AC-D0AFBE5BDB95}"/>
          </ac:spMkLst>
        </pc:spChg>
        <pc:spChg chg="add mod ord modVis">
          <ac:chgData name="Ken Popkin" userId="3c94c39e-c43b-4805-99ab-8da17777f1ac" providerId="ADAL" clId="{E440F346-DC68-4DD4-BA80-8DE6476F8949}" dt="2021-06-01T20:58:47.116" v="104211"/>
          <ac:spMkLst>
            <pc:docMk/>
            <pc:sldMk cId="3450880574" sldId="2146846027"/>
            <ac:spMk id="180" creationId="{1BAF5D26-1374-4E05-8AE9-7DC113CCF2E3}"/>
          </ac:spMkLst>
        </pc:spChg>
        <pc:spChg chg="add mod ord topLvl">
          <ac:chgData name="Ken Popkin" userId="3c94c39e-c43b-4805-99ab-8da17777f1ac" providerId="ADAL" clId="{E440F346-DC68-4DD4-BA80-8DE6476F8949}" dt="2021-06-01T21:19:08.591" v="113854"/>
          <ac:spMkLst>
            <pc:docMk/>
            <pc:sldMk cId="3450880574" sldId="2146846027"/>
            <ac:spMk id="181" creationId="{CB039F2E-38B8-49F3-8411-1089164A57E4}"/>
          </ac:spMkLst>
        </pc:spChg>
        <pc:spChg chg="add mod topLvl">
          <ac:chgData name="Ken Popkin" userId="3c94c39e-c43b-4805-99ab-8da17777f1ac" providerId="ADAL" clId="{E440F346-DC68-4DD4-BA80-8DE6476F8949}" dt="2021-06-01T21:19:08.592" v="113856"/>
          <ac:spMkLst>
            <pc:docMk/>
            <pc:sldMk cId="3450880574" sldId="2146846027"/>
            <ac:spMk id="182" creationId="{E74B5FE6-7822-4B5B-B041-8B6B1ECF1311}"/>
          </ac:spMkLst>
        </pc:spChg>
        <pc:spChg chg="add mod modVis">
          <ac:chgData name="Ken Popkin" userId="3c94c39e-c43b-4805-99ab-8da17777f1ac" providerId="ADAL" clId="{E440F346-DC68-4DD4-BA80-8DE6476F8949}" dt="2021-06-01T21:19:08.593" v="113858"/>
          <ac:spMkLst>
            <pc:docMk/>
            <pc:sldMk cId="3450880574" sldId="2146846027"/>
            <ac:spMk id="183" creationId="{0D7F39D6-79A6-4E3B-90F7-F6E028416C2A}"/>
          </ac:spMkLst>
        </pc:spChg>
        <pc:spChg chg="add mod ord modVis">
          <ac:chgData name="Ken Popkin" userId="3c94c39e-c43b-4805-99ab-8da17777f1ac" providerId="ADAL" clId="{E440F346-DC68-4DD4-BA80-8DE6476F8949}" dt="2021-06-01T20:58:47.116" v="104213"/>
          <ac:spMkLst>
            <pc:docMk/>
            <pc:sldMk cId="3450880574" sldId="2146846027"/>
            <ac:spMk id="184" creationId="{BCC1F68E-7939-47F0-9210-E44A1BF4305B}"/>
          </ac:spMkLst>
        </pc:spChg>
        <pc:spChg chg="add mod ord modVis">
          <ac:chgData name="Ken Popkin" userId="3c94c39e-c43b-4805-99ab-8da17777f1ac" providerId="ADAL" clId="{E440F346-DC68-4DD4-BA80-8DE6476F8949}" dt="2021-06-01T20:58:47.117" v="104215"/>
          <ac:spMkLst>
            <pc:docMk/>
            <pc:sldMk cId="3450880574" sldId="2146846027"/>
            <ac:spMk id="185" creationId="{B7C3EBAD-0CC7-4B9A-9E84-076B4A8C4154}"/>
          </ac:spMkLst>
        </pc:spChg>
        <pc:spChg chg="add mod ord modVis">
          <ac:chgData name="Ken Popkin" userId="3c94c39e-c43b-4805-99ab-8da17777f1ac" providerId="ADAL" clId="{E440F346-DC68-4DD4-BA80-8DE6476F8949}" dt="2021-06-01T20:58:47.117" v="104217"/>
          <ac:spMkLst>
            <pc:docMk/>
            <pc:sldMk cId="3450880574" sldId="2146846027"/>
            <ac:spMk id="186" creationId="{79589094-CAB4-4F14-8CDC-86556845CFAD}"/>
          </ac:spMkLst>
        </pc:spChg>
        <pc:spChg chg="add mod ord modVis">
          <ac:chgData name="Ken Popkin" userId="3c94c39e-c43b-4805-99ab-8da17777f1ac" providerId="ADAL" clId="{E440F346-DC68-4DD4-BA80-8DE6476F8949}" dt="2021-06-01T20:58:47.118" v="104219"/>
          <ac:spMkLst>
            <pc:docMk/>
            <pc:sldMk cId="3450880574" sldId="2146846027"/>
            <ac:spMk id="187" creationId="{DAD1E631-E717-4FE6-8973-881D9909A962}"/>
          </ac:spMkLst>
        </pc:spChg>
        <pc:spChg chg="add mod ord modVis">
          <ac:chgData name="Ken Popkin" userId="3c94c39e-c43b-4805-99ab-8da17777f1ac" providerId="ADAL" clId="{E440F346-DC68-4DD4-BA80-8DE6476F8949}" dt="2021-06-01T20:58:47.118" v="104221"/>
          <ac:spMkLst>
            <pc:docMk/>
            <pc:sldMk cId="3450880574" sldId="2146846027"/>
            <ac:spMk id="188" creationId="{F0F1B88D-7836-4A66-8B47-EF7E7AD01CF8}"/>
          </ac:spMkLst>
        </pc:spChg>
        <pc:spChg chg="add mod ord topLvl">
          <ac:chgData name="Ken Popkin" userId="3c94c39e-c43b-4805-99ab-8da17777f1ac" providerId="ADAL" clId="{E440F346-DC68-4DD4-BA80-8DE6476F8949}" dt="2021-06-01T21:19:08.597" v="113862"/>
          <ac:spMkLst>
            <pc:docMk/>
            <pc:sldMk cId="3450880574" sldId="2146846027"/>
            <ac:spMk id="189" creationId="{C3D6E333-CF00-410E-9788-866BE94810C9}"/>
          </ac:spMkLst>
        </pc:spChg>
        <pc:spChg chg="add mod topLvl">
          <ac:chgData name="Ken Popkin" userId="3c94c39e-c43b-4805-99ab-8da17777f1ac" providerId="ADAL" clId="{E440F346-DC68-4DD4-BA80-8DE6476F8949}" dt="2021-06-01T21:19:08.606" v="113873"/>
          <ac:spMkLst>
            <pc:docMk/>
            <pc:sldMk cId="3450880574" sldId="2146846027"/>
            <ac:spMk id="190" creationId="{D8DEBF50-6CCC-45C6-828F-FF2E3F1D09E6}"/>
          </ac:spMkLst>
        </pc:spChg>
        <pc:spChg chg="add mod modVis">
          <ac:chgData name="Ken Popkin" userId="3c94c39e-c43b-4805-99ab-8da17777f1ac" providerId="ADAL" clId="{E440F346-DC68-4DD4-BA80-8DE6476F8949}" dt="2021-06-01T21:19:08.608" v="113875"/>
          <ac:spMkLst>
            <pc:docMk/>
            <pc:sldMk cId="3450880574" sldId="2146846027"/>
            <ac:spMk id="191" creationId="{26A5F0DE-E9F9-4E18-AB9A-3D3ED8F36360}"/>
          </ac:spMkLst>
        </pc:spChg>
        <pc:spChg chg="add mod ord modVis">
          <ac:chgData name="Ken Popkin" userId="3c94c39e-c43b-4805-99ab-8da17777f1ac" providerId="ADAL" clId="{E440F346-DC68-4DD4-BA80-8DE6476F8949}" dt="2021-06-01T20:58:47.118" v="104223"/>
          <ac:spMkLst>
            <pc:docMk/>
            <pc:sldMk cId="3450880574" sldId="2146846027"/>
            <ac:spMk id="192" creationId="{76017D39-9C89-44C6-8AB1-CD4003B42555}"/>
          </ac:spMkLst>
        </pc:spChg>
        <pc:spChg chg="add mod ord modVis">
          <ac:chgData name="Ken Popkin" userId="3c94c39e-c43b-4805-99ab-8da17777f1ac" providerId="ADAL" clId="{E440F346-DC68-4DD4-BA80-8DE6476F8949}" dt="2021-06-01T20:58:47.118" v="104225"/>
          <ac:spMkLst>
            <pc:docMk/>
            <pc:sldMk cId="3450880574" sldId="2146846027"/>
            <ac:spMk id="193" creationId="{28B387E0-0FEA-4881-A87A-0BB0C2E80600}"/>
          </ac:spMkLst>
        </pc:spChg>
        <pc:spChg chg="add mod ord modVis">
          <ac:chgData name="Ken Popkin" userId="3c94c39e-c43b-4805-99ab-8da17777f1ac" providerId="ADAL" clId="{E440F346-DC68-4DD4-BA80-8DE6476F8949}" dt="2021-06-01T20:58:47.118" v="104227"/>
          <ac:spMkLst>
            <pc:docMk/>
            <pc:sldMk cId="3450880574" sldId="2146846027"/>
            <ac:spMk id="194" creationId="{75D93013-CC9A-47B9-B31C-DECC7C1D3B11}"/>
          </ac:spMkLst>
        </pc:spChg>
        <pc:spChg chg="add mod ord modVis">
          <ac:chgData name="Ken Popkin" userId="3c94c39e-c43b-4805-99ab-8da17777f1ac" providerId="ADAL" clId="{E440F346-DC68-4DD4-BA80-8DE6476F8949}" dt="2021-06-01T20:58:47.119" v="104229"/>
          <ac:spMkLst>
            <pc:docMk/>
            <pc:sldMk cId="3450880574" sldId="2146846027"/>
            <ac:spMk id="195" creationId="{F5F2FD5A-AFC4-4D5F-972C-174CF35EFFEB}"/>
          </ac:spMkLst>
        </pc:spChg>
        <pc:spChg chg="add mod ord modVis">
          <ac:chgData name="Ken Popkin" userId="3c94c39e-c43b-4805-99ab-8da17777f1ac" providerId="ADAL" clId="{E440F346-DC68-4DD4-BA80-8DE6476F8949}" dt="2021-06-01T20:58:47.119" v="104231"/>
          <ac:spMkLst>
            <pc:docMk/>
            <pc:sldMk cId="3450880574" sldId="2146846027"/>
            <ac:spMk id="196" creationId="{DF13EE35-CA8C-4528-B51F-EFDE65342EB0}"/>
          </ac:spMkLst>
        </pc:spChg>
        <pc:spChg chg="add mod ord topLvl">
          <ac:chgData name="Ken Popkin" userId="3c94c39e-c43b-4805-99ab-8da17777f1ac" providerId="ADAL" clId="{E440F346-DC68-4DD4-BA80-8DE6476F8949}" dt="2021-06-01T21:19:08.612" v="113879"/>
          <ac:spMkLst>
            <pc:docMk/>
            <pc:sldMk cId="3450880574" sldId="2146846027"/>
            <ac:spMk id="197" creationId="{6DB33C22-1ED8-4BE5-8741-36EF7B68D2B6}"/>
          </ac:spMkLst>
        </pc:spChg>
        <pc:spChg chg="add mod topLvl">
          <ac:chgData name="Ken Popkin" userId="3c94c39e-c43b-4805-99ab-8da17777f1ac" providerId="ADAL" clId="{E440F346-DC68-4DD4-BA80-8DE6476F8949}" dt="2021-06-01T21:19:08.475" v="113694"/>
          <ac:spMkLst>
            <pc:docMk/>
            <pc:sldMk cId="3450880574" sldId="2146846027"/>
            <ac:spMk id="198" creationId="{AB74523D-3979-4083-ADC3-83AAE2294AD8}"/>
          </ac:spMkLst>
        </pc:spChg>
        <pc:spChg chg="add mod topLvl">
          <ac:chgData name="Ken Popkin" userId="3c94c39e-c43b-4805-99ab-8da17777f1ac" providerId="ADAL" clId="{E440F346-DC68-4DD4-BA80-8DE6476F8949}" dt="2021-06-01T21:19:08.471" v="113684"/>
          <ac:spMkLst>
            <pc:docMk/>
            <pc:sldMk cId="3450880574" sldId="2146846027"/>
            <ac:spMk id="199" creationId="{20D96C5B-DA1C-4C0E-B2A3-D9D75AB4DA3E}"/>
          </ac:spMkLst>
        </pc:spChg>
        <pc:spChg chg="add mod topLvl">
          <ac:chgData name="Ken Popkin" userId="3c94c39e-c43b-4805-99ab-8da17777f1ac" providerId="ADAL" clId="{E440F346-DC68-4DD4-BA80-8DE6476F8949}" dt="2021-06-01T21:19:08.479" v="113704"/>
          <ac:spMkLst>
            <pc:docMk/>
            <pc:sldMk cId="3450880574" sldId="2146846027"/>
            <ac:spMk id="200" creationId="{65EA39B1-D909-412C-83B1-67E561752AC4}"/>
          </ac:spMkLst>
        </pc:spChg>
        <pc:spChg chg="add mod topLvl">
          <ac:chgData name="Ken Popkin" userId="3c94c39e-c43b-4805-99ab-8da17777f1ac" providerId="ADAL" clId="{E440F346-DC68-4DD4-BA80-8DE6476F8949}" dt="2021-06-01T21:19:08.484" v="113714"/>
          <ac:spMkLst>
            <pc:docMk/>
            <pc:sldMk cId="3450880574" sldId="2146846027"/>
            <ac:spMk id="201" creationId="{EEC64A58-5A3E-42FA-A55D-2E4B75A848BC}"/>
          </ac:spMkLst>
        </pc:spChg>
        <pc:spChg chg="add mod ord topLvl">
          <ac:chgData name="Ken Popkin" userId="3c94c39e-c43b-4805-99ab-8da17777f1ac" providerId="ADAL" clId="{E440F346-DC68-4DD4-BA80-8DE6476F8949}" dt="2021-06-01T21:19:08.464" v="113668"/>
          <ac:spMkLst>
            <pc:docMk/>
            <pc:sldMk cId="3450880574" sldId="2146846027"/>
            <ac:spMk id="202" creationId="{299DDF43-7FAC-4957-9F3A-61771E46A2E4}"/>
          </ac:spMkLst>
        </pc:spChg>
        <pc:spChg chg="add mod ord topLvl">
          <ac:chgData name="Ken Popkin" userId="3c94c39e-c43b-4805-99ab-8da17777f1ac" providerId="ADAL" clId="{E440F346-DC68-4DD4-BA80-8DE6476F8949}" dt="2021-06-01T21:19:08.465" v="113672"/>
          <ac:spMkLst>
            <pc:docMk/>
            <pc:sldMk cId="3450880574" sldId="2146846027"/>
            <ac:spMk id="203" creationId="{3C1D45B4-5169-418E-AD93-550A1183399D}"/>
          </ac:spMkLst>
        </pc:spChg>
        <pc:spChg chg="add mod topLvl">
          <ac:chgData name="Ken Popkin" userId="3c94c39e-c43b-4805-99ab-8da17777f1ac" providerId="ADAL" clId="{E440F346-DC68-4DD4-BA80-8DE6476F8949}" dt="2021-06-01T21:19:08.466" v="113674"/>
          <ac:spMkLst>
            <pc:docMk/>
            <pc:sldMk cId="3450880574" sldId="2146846027"/>
            <ac:spMk id="204" creationId="{20D038F3-9CA0-488C-B947-9CF35A8F8720}"/>
          </ac:spMkLst>
        </pc:spChg>
        <pc:spChg chg="add del mod">
          <ac:chgData name="Ken Popkin" userId="3c94c39e-c43b-4805-99ab-8da17777f1ac" providerId="ADAL" clId="{E440F346-DC68-4DD4-BA80-8DE6476F8949}" dt="2021-05-29T18:34:58.301" v="31806"/>
          <ac:spMkLst>
            <pc:docMk/>
            <pc:sldMk cId="3450880574" sldId="2146846027"/>
            <ac:spMk id="205" creationId="{E1B6E908-A8D6-4C65-9E8C-9E1CD07250D6}"/>
          </ac:spMkLst>
        </pc:spChg>
        <pc:spChg chg="add del mod">
          <ac:chgData name="Ken Popkin" userId="3c94c39e-c43b-4805-99ab-8da17777f1ac" providerId="ADAL" clId="{E440F346-DC68-4DD4-BA80-8DE6476F8949}" dt="2021-05-29T18:35:08.073" v="31808" actId="478"/>
          <ac:spMkLst>
            <pc:docMk/>
            <pc:sldMk cId="3450880574" sldId="2146846027"/>
            <ac:spMk id="206" creationId="{4D31EC2E-9006-4C30-9337-E0985FA7ACAA}"/>
          </ac:spMkLst>
        </pc:spChg>
        <pc:spChg chg="add del mod">
          <ac:chgData name="Ken Popkin" userId="3c94c39e-c43b-4805-99ab-8da17777f1ac" providerId="ADAL" clId="{E440F346-DC68-4DD4-BA80-8DE6476F8949}" dt="2021-05-29T18:35:08.073" v="31808" actId="478"/>
          <ac:spMkLst>
            <pc:docMk/>
            <pc:sldMk cId="3450880574" sldId="2146846027"/>
            <ac:spMk id="207" creationId="{40F6B0B4-91DC-4216-8B43-81FD0D20404A}"/>
          </ac:spMkLst>
        </pc:spChg>
        <pc:spChg chg="add mod ord">
          <ac:chgData name="Ken Popkin" userId="3c94c39e-c43b-4805-99ab-8da17777f1ac" providerId="ADAL" clId="{E440F346-DC68-4DD4-BA80-8DE6476F8949}" dt="2021-06-01T21:19:09.085" v="113881"/>
          <ac:spMkLst>
            <pc:docMk/>
            <pc:sldMk cId="3450880574" sldId="2146846027"/>
            <ac:spMk id="208" creationId="{14779655-B198-48F4-AF78-EFC364D62AC8}"/>
          </ac:spMkLst>
        </pc:spChg>
        <pc:spChg chg="add mod ord topLvl">
          <ac:chgData name="Ken Popkin" userId="3c94c39e-c43b-4805-99ab-8da17777f1ac" providerId="ADAL" clId="{E440F346-DC68-4DD4-BA80-8DE6476F8949}" dt="2021-06-01T21:19:08.459" v="113652"/>
          <ac:spMkLst>
            <pc:docMk/>
            <pc:sldMk cId="3450880574" sldId="2146846027"/>
            <ac:spMk id="209" creationId="{A4D80DB1-318F-48CD-BCF9-232E6DF3A38F}"/>
          </ac:spMkLst>
        </pc:spChg>
        <pc:spChg chg="add mod ord topLvl">
          <ac:chgData name="Ken Popkin" userId="3c94c39e-c43b-4805-99ab-8da17777f1ac" providerId="ADAL" clId="{E440F346-DC68-4DD4-BA80-8DE6476F8949}" dt="2021-06-01T21:19:08.460" v="113654"/>
          <ac:spMkLst>
            <pc:docMk/>
            <pc:sldMk cId="3450880574" sldId="2146846027"/>
            <ac:spMk id="210" creationId="{72039B64-D096-44D5-8D9F-712616328AF3}"/>
          </ac:spMkLst>
        </pc:spChg>
        <pc:spChg chg="add mod ord topLvl">
          <ac:chgData name="Ken Popkin" userId="3c94c39e-c43b-4805-99ab-8da17777f1ac" providerId="ADAL" clId="{E440F346-DC68-4DD4-BA80-8DE6476F8949}" dt="2021-06-01T21:19:08.460" v="113656"/>
          <ac:spMkLst>
            <pc:docMk/>
            <pc:sldMk cId="3450880574" sldId="2146846027"/>
            <ac:spMk id="211" creationId="{D98A794E-A8C3-4173-B0CD-DFEF6DC23513}"/>
          </ac:spMkLst>
        </pc:spChg>
        <pc:spChg chg="add mod ord">
          <ac:chgData name="Ken Popkin" userId="3c94c39e-c43b-4805-99ab-8da17777f1ac" providerId="ADAL" clId="{E440F346-DC68-4DD4-BA80-8DE6476F8949}" dt="2021-06-01T21:19:09.085" v="113883"/>
          <ac:spMkLst>
            <pc:docMk/>
            <pc:sldMk cId="3450880574" sldId="2146846027"/>
            <ac:spMk id="215" creationId="{AE4EDC57-2BBE-4EC4-B4AE-DAF48D9B4E2A}"/>
          </ac:spMkLst>
        </pc:spChg>
        <pc:spChg chg="add mod ord">
          <ac:chgData name="Ken Popkin" userId="3c94c39e-c43b-4805-99ab-8da17777f1ac" providerId="ADAL" clId="{E440F346-DC68-4DD4-BA80-8DE6476F8949}" dt="2021-06-01T21:19:09.086" v="113885"/>
          <ac:spMkLst>
            <pc:docMk/>
            <pc:sldMk cId="3450880574" sldId="2146846027"/>
            <ac:spMk id="216" creationId="{B0AA3632-2AC4-49E7-BF18-450A716A0EDF}"/>
          </ac:spMkLst>
        </pc:spChg>
        <pc:spChg chg="add del mod topLvl">
          <ac:chgData name="Ken Popkin" userId="3c94c39e-c43b-4805-99ab-8da17777f1ac" providerId="ADAL" clId="{E440F346-DC68-4DD4-BA80-8DE6476F8949}" dt="2021-05-29T20:06:51.775" v="59258"/>
          <ac:spMkLst>
            <pc:docMk/>
            <pc:sldMk cId="3450880574" sldId="2146846027"/>
            <ac:spMk id="217" creationId="{0E31F5DE-31CC-410D-A88C-2DE775A8E1F5}"/>
          </ac:spMkLst>
        </pc:spChg>
        <pc:grpChg chg="add del mod">
          <ac:chgData name="Ken Popkin" userId="3c94c39e-c43b-4805-99ab-8da17777f1ac" providerId="ADAL" clId="{E440F346-DC68-4DD4-BA80-8DE6476F8949}" dt="2021-05-29T20:06:51.552" v="59257"/>
          <ac:grpSpMkLst>
            <pc:docMk/>
            <pc:sldMk cId="3450880574" sldId="2146846027"/>
            <ac:grpSpMk id="218" creationId="{8F05F76F-6A36-464C-A8B7-02BD8AA8537B}"/>
          </ac:grpSpMkLst>
        </pc:grpChg>
        <pc:cxnChg chg="add del mod ord">
          <ac:chgData name="Ken Popkin" userId="3c94c39e-c43b-4805-99ab-8da17777f1ac" providerId="ADAL" clId="{E440F346-DC68-4DD4-BA80-8DE6476F8949}" dt="2021-05-29T18:23:14.131" v="25236"/>
          <ac:cxnSpMkLst>
            <pc:docMk/>
            <pc:sldMk cId="3450880574" sldId="2146846027"/>
            <ac:cxnSpMk id="20" creationId="{E2DDA6DC-BF36-44AF-BA68-19DF359FF5EA}"/>
          </ac:cxnSpMkLst>
        </pc:cxnChg>
        <pc:cxnChg chg="add del mod ord">
          <ac:chgData name="Ken Popkin" userId="3c94c39e-c43b-4805-99ab-8da17777f1ac" providerId="ADAL" clId="{E440F346-DC68-4DD4-BA80-8DE6476F8949}" dt="2021-05-29T18:23:33.194" v="25938"/>
          <ac:cxnSpMkLst>
            <pc:docMk/>
            <pc:sldMk cId="3450880574" sldId="2146846027"/>
            <ac:cxnSpMk id="21" creationId="{DB73514A-BAD5-4527-80BE-85F38D2E97E5}"/>
          </ac:cxnSpMkLst>
        </pc:cxnChg>
        <pc:cxnChg chg="add del mod ord">
          <ac:chgData name="Ken Popkin" userId="3c94c39e-c43b-4805-99ab-8da17777f1ac" providerId="ADAL" clId="{E440F346-DC68-4DD4-BA80-8DE6476F8949}" dt="2021-05-29T18:23:33.195" v="25940"/>
          <ac:cxnSpMkLst>
            <pc:docMk/>
            <pc:sldMk cId="3450880574" sldId="2146846027"/>
            <ac:cxnSpMk id="22" creationId="{B74C7C3C-7E30-43DA-A798-83A4C1DDD405}"/>
          </ac:cxnSpMkLst>
        </pc:cxnChg>
        <pc:cxnChg chg="add del mod ord">
          <ac:chgData name="Ken Popkin" userId="3c94c39e-c43b-4805-99ab-8da17777f1ac" providerId="ADAL" clId="{E440F346-DC68-4DD4-BA80-8DE6476F8949}" dt="2021-05-29T18:23:33.195" v="25942"/>
          <ac:cxnSpMkLst>
            <pc:docMk/>
            <pc:sldMk cId="3450880574" sldId="2146846027"/>
            <ac:cxnSpMk id="23" creationId="{51248889-5928-481F-8F1B-0DD595B7AEEC}"/>
          </ac:cxnSpMkLst>
        </pc:cxnChg>
        <pc:cxnChg chg="add mod ord topLvl">
          <ac:chgData name="Ken Popkin" userId="3c94c39e-c43b-4805-99ab-8da17777f1ac" providerId="ADAL" clId="{E440F346-DC68-4DD4-BA80-8DE6476F8949}" dt="2021-06-01T21:09:12.094" v="109623"/>
          <ac:cxnSpMkLst>
            <pc:docMk/>
            <pc:sldMk cId="3450880574" sldId="2146846027"/>
            <ac:cxnSpMk id="64" creationId="{276AC867-44BB-4193-B741-F01491EDDC8F}"/>
          </ac:cxnSpMkLst>
        </pc:cxnChg>
        <pc:cxnChg chg="add mod ord topLvl">
          <ac:chgData name="Ken Popkin" userId="3c94c39e-c43b-4805-99ab-8da17777f1ac" providerId="ADAL" clId="{E440F346-DC68-4DD4-BA80-8DE6476F8949}" dt="2021-06-01T21:09:12.094" v="109625"/>
          <ac:cxnSpMkLst>
            <pc:docMk/>
            <pc:sldMk cId="3450880574" sldId="2146846027"/>
            <ac:cxnSpMk id="65" creationId="{1C441E1E-E63E-47D6-8CD9-8A6D8B8755A0}"/>
          </ac:cxnSpMkLst>
        </pc:cxnChg>
        <pc:cxnChg chg="add mod ord topLvl">
          <ac:chgData name="Ken Popkin" userId="3c94c39e-c43b-4805-99ab-8da17777f1ac" providerId="ADAL" clId="{E440F346-DC68-4DD4-BA80-8DE6476F8949}" dt="2021-06-01T21:09:12.095" v="109627"/>
          <ac:cxnSpMkLst>
            <pc:docMk/>
            <pc:sldMk cId="3450880574" sldId="2146846027"/>
            <ac:cxnSpMk id="66" creationId="{84965DC8-CC3F-4453-A082-094E80AF8F3B}"/>
          </ac:cxnSpMkLst>
        </pc:cxnChg>
        <pc:cxnChg chg="add mod ord topLvl">
          <ac:chgData name="Ken Popkin" userId="3c94c39e-c43b-4805-99ab-8da17777f1ac" providerId="ADAL" clId="{E440F346-DC68-4DD4-BA80-8DE6476F8949}" dt="2021-06-01T21:09:12.095" v="109629"/>
          <ac:cxnSpMkLst>
            <pc:docMk/>
            <pc:sldMk cId="3450880574" sldId="2146846027"/>
            <ac:cxnSpMk id="67" creationId="{214010CF-F660-4C9E-B652-4DD6C0D23E4D}"/>
          </ac:cxnSpMkLst>
        </pc:cxnChg>
        <pc:cxnChg chg="add mod ord topLvl">
          <ac:chgData name="Ken Popkin" userId="3c94c39e-c43b-4805-99ab-8da17777f1ac" providerId="ADAL" clId="{E440F346-DC68-4DD4-BA80-8DE6476F8949}" dt="2021-06-01T21:09:12.095" v="109631"/>
          <ac:cxnSpMkLst>
            <pc:docMk/>
            <pc:sldMk cId="3450880574" sldId="2146846027"/>
            <ac:cxnSpMk id="68" creationId="{2F811EF6-63DA-427F-AA1E-B69099B569C2}"/>
          </ac:cxnSpMkLst>
        </pc:cxnChg>
        <pc:cxnChg chg="add mod ord topLvl">
          <ac:chgData name="Ken Popkin" userId="3c94c39e-c43b-4805-99ab-8da17777f1ac" providerId="ADAL" clId="{E440F346-DC68-4DD4-BA80-8DE6476F8949}" dt="2021-06-01T21:09:12.096" v="109633"/>
          <ac:cxnSpMkLst>
            <pc:docMk/>
            <pc:sldMk cId="3450880574" sldId="2146846027"/>
            <ac:cxnSpMk id="69" creationId="{0F7022D1-E6DD-4428-A9C7-2E8621776AE9}"/>
          </ac:cxnSpMkLst>
        </pc:cxnChg>
        <pc:cxnChg chg="add mod ord topLvl">
          <ac:chgData name="Ken Popkin" userId="3c94c39e-c43b-4805-99ab-8da17777f1ac" providerId="ADAL" clId="{E440F346-DC68-4DD4-BA80-8DE6476F8949}" dt="2021-06-01T21:09:12.096" v="109635"/>
          <ac:cxnSpMkLst>
            <pc:docMk/>
            <pc:sldMk cId="3450880574" sldId="2146846027"/>
            <ac:cxnSpMk id="212" creationId="{EA7D4CBF-510A-4ADE-9866-A67DD224FCC0}"/>
          </ac:cxnSpMkLst>
        </pc:cxnChg>
        <pc:cxnChg chg="add mod ord topLvl">
          <ac:chgData name="Ken Popkin" userId="3c94c39e-c43b-4805-99ab-8da17777f1ac" providerId="ADAL" clId="{E440F346-DC68-4DD4-BA80-8DE6476F8949}" dt="2021-06-01T21:09:12.097" v="109637"/>
          <ac:cxnSpMkLst>
            <pc:docMk/>
            <pc:sldMk cId="3450880574" sldId="2146846027"/>
            <ac:cxnSpMk id="213" creationId="{7C91C1D8-AE72-4C17-9CD5-D511F1B5F24C}"/>
          </ac:cxnSpMkLst>
        </pc:cxnChg>
        <pc:cxnChg chg="add mod ord topLvl">
          <ac:chgData name="Ken Popkin" userId="3c94c39e-c43b-4805-99ab-8da17777f1ac" providerId="ADAL" clId="{E440F346-DC68-4DD4-BA80-8DE6476F8949}" dt="2021-06-01T21:09:12.097" v="109639"/>
          <ac:cxnSpMkLst>
            <pc:docMk/>
            <pc:sldMk cId="3450880574" sldId="2146846027"/>
            <ac:cxnSpMk id="214" creationId="{3B99AA85-457C-4644-9D71-1591C2CFCB8C}"/>
          </ac:cxnSpMkLst>
        </pc:cxnChg>
      </pc:sldChg>
      <pc:sldChg chg="addSp delSp modSp add mod setBg">
        <pc:chgData name="Ken Popkin" userId="3c94c39e-c43b-4805-99ab-8da17777f1ac" providerId="ADAL" clId="{E440F346-DC68-4DD4-BA80-8DE6476F8949}" dt="2021-06-01T21:20:01.552" v="113889" actId="478"/>
        <pc:sldMkLst>
          <pc:docMk/>
          <pc:sldMk cId="1750121902" sldId="2146846028"/>
        </pc:sldMkLst>
        <pc:spChg chg="mod ord">
          <ac:chgData name="Ken Popkin" userId="3c94c39e-c43b-4805-99ab-8da17777f1ac" providerId="ADAL" clId="{E440F346-DC68-4DD4-BA80-8DE6476F8949}" dt="2021-05-29T19:47:20.301" v="58592"/>
          <ac:spMkLst>
            <pc:docMk/>
            <pc:sldMk cId="1750121902" sldId="2146846028"/>
            <ac:spMk id="2" creationId="{B9A1695B-08F2-4992-B920-11ACD520CC6E}"/>
          </ac:spMkLst>
        </pc:spChg>
        <pc:spChg chg="mod ord">
          <ac:chgData name="Ken Popkin" userId="3c94c39e-c43b-4805-99ab-8da17777f1ac" providerId="ADAL" clId="{E440F346-DC68-4DD4-BA80-8DE6476F8949}" dt="2021-05-29T19:47:20.300" v="58590"/>
          <ac:spMkLst>
            <pc:docMk/>
            <pc:sldMk cId="1750121902" sldId="2146846028"/>
            <ac:spMk id="3" creationId="{6E5869C7-57AB-496C-BF54-9AB6698ACFFB}"/>
          </ac:spMkLst>
        </pc:spChg>
        <pc:spChg chg="mod ord">
          <ac:chgData name="Ken Popkin" userId="3c94c39e-c43b-4805-99ab-8da17777f1ac" providerId="ADAL" clId="{E440F346-DC68-4DD4-BA80-8DE6476F8949}" dt="2021-05-29T19:47:20.300" v="58588"/>
          <ac:spMkLst>
            <pc:docMk/>
            <pc:sldMk cId="1750121902" sldId="2146846028"/>
            <ac:spMk id="4" creationId="{4AB95AF0-5C6A-49AD-A7C3-9C2C633BDCB5}"/>
          </ac:spMkLst>
        </pc:spChg>
        <pc:spChg chg="add mod ord modVis">
          <ac:chgData name="Ken Popkin" userId="3c94c39e-c43b-4805-99ab-8da17777f1ac" providerId="ADAL" clId="{E440F346-DC68-4DD4-BA80-8DE6476F8949}" dt="2021-05-29T19:40:19.107" v="57417"/>
          <ac:spMkLst>
            <pc:docMk/>
            <pc:sldMk cId="1750121902" sldId="2146846028"/>
            <ac:spMk id="5" creationId="{8087D848-7B68-4263-AF0C-29951D429B08}"/>
          </ac:spMkLst>
        </pc:spChg>
        <pc:spChg chg="add mod ord">
          <ac:chgData name="Ken Popkin" userId="3c94c39e-c43b-4805-99ab-8da17777f1ac" providerId="ADAL" clId="{E440F346-DC68-4DD4-BA80-8DE6476F8949}" dt="2021-05-29T19:47:46.747" v="58632" actId="1037"/>
          <ac:spMkLst>
            <pc:docMk/>
            <pc:sldMk cId="1750121902" sldId="2146846028"/>
            <ac:spMk id="6" creationId="{ED9B7C1E-D2F2-4D57-83C9-D178A1BE3A22}"/>
          </ac:spMkLst>
        </pc:spChg>
        <pc:spChg chg="add del mod">
          <ac:chgData name="Ken Popkin" userId="3c94c39e-c43b-4805-99ab-8da17777f1ac" providerId="ADAL" clId="{E440F346-DC68-4DD4-BA80-8DE6476F8949}" dt="2021-06-01T21:20:01.552" v="113889" actId="478"/>
          <ac:spMkLst>
            <pc:docMk/>
            <pc:sldMk cId="1750121902" sldId="2146846028"/>
            <ac:spMk id="7" creationId="{50C2F2B5-530D-4CC2-8A44-8510893388F6}"/>
          </ac:spMkLst>
        </pc:spChg>
        <pc:spChg chg="add del mod">
          <ac:chgData name="Ken Popkin" userId="3c94c39e-c43b-4805-99ab-8da17777f1ac" providerId="ADAL" clId="{E440F346-DC68-4DD4-BA80-8DE6476F8949}" dt="2021-05-29T19:20:39.945" v="52301"/>
          <ac:spMkLst>
            <pc:docMk/>
            <pc:sldMk cId="1750121902" sldId="2146846028"/>
            <ac:spMk id="7" creationId="{8C44240A-85A7-4717-9117-B544F9DCA108}"/>
          </ac:spMkLst>
        </pc:spChg>
        <pc:spChg chg="add del mod">
          <ac:chgData name="Ken Popkin" userId="3c94c39e-c43b-4805-99ab-8da17777f1ac" providerId="ADAL" clId="{E440F346-DC68-4DD4-BA80-8DE6476F8949}" dt="2021-05-29T19:20:39.956" v="52328"/>
          <ac:spMkLst>
            <pc:docMk/>
            <pc:sldMk cId="1750121902" sldId="2146846028"/>
            <ac:spMk id="8" creationId="{04619677-3A80-448A-A4E4-7A736BE84979}"/>
          </ac:spMkLst>
        </pc:spChg>
        <pc:spChg chg="add mod">
          <ac:chgData name="Ken Popkin" userId="3c94c39e-c43b-4805-99ab-8da17777f1ac" providerId="ADAL" clId="{E440F346-DC68-4DD4-BA80-8DE6476F8949}" dt="2021-05-29T19:47:46.747" v="58632" actId="1037"/>
          <ac:spMkLst>
            <pc:docMk/>
            <pc:sldMk cId="1750121902" sldId="2146846028"/>
            <ac:spMk id="9" creationId="{D9B7FBFF-AD81-45CC-BD86-EABD3FB9EEC2}"/>
          </ac:spMkLst>
        </pc:spChg>
        <pc:spChg chg="add mod ord">
          <ac:chgData name="Ken Popkin" userId="3c94c39e-c43b-4805-99ab-8da17777f1ac" providerId="ADAL" clId="{E440F346-DC68-4DD4-BA80-8DE6476F8949}" dt="2021-05-29T19:47:46.747" v="58632" actId="1037"/>
          <ac:spMkLst>
            <pc:docMk/>
            <pc:sldMk cId="1750121902" sldId="2146846028"/>
            <ac:spMk id="10" creationId="{F098019E-22D1-4345-B859-3F7DA0A1655F}"/>
          </ac:spMkLst>
        </pc:spChg>
        <pc:spChg chg="add mod ord">
          <ac:chgData name="Ken Popkin" userId="3c94c39e-c43b-4805-99ab-8da17777f1ac" providerId="ADAL" clId="{E440F346-DC68-4DD4-BA80-8DE6476F8949}" dt="2021-05-29T19:47:46.747" v="58632" actId="1037"/>
          <ac:spMkLst>
            <pc:docMk/>
            <pc:sldMk cId="1750121902" sldId="2146846028"/>
            <ac:spMk id="11" creationId="{D52742B4-DEBC-46AD-934F-92EF195D74CD}"/>
          </ac:spMkLst>
        </pc:spChg>
        <pc:spChg chg="add mod ord">
          <ac:chgData name="Ken Popkin" userId="3c94c39e-c43b-4805-99ab-8da17777f1ac" providerId="ADAL" clId="{E440F346-DC68-4DD4-BA80-8DE6476F8949}" dt="2021-05-29T19:47:46.747" v="58632" actId="1037"/>
          <ac:spMkLst>
            <pc:docMk/>
            <pc:sldMk cId="1750121902" sldId="2146846028"/>
            <ac:spMk id="12" creationId="{88442120-1CDB-4538-9E24-7F5B3DCC8F8E}"/>
          </ac:spMkLst>
        </pc:spChg>
        <pc:spChg chg="add mod ord">
          <ac:chgData name="Ken Popkin" userId="3c94c39e-c43b-4805-99ab-8da17777f1ac" providerId="ADAL" clId="{E440F346-DC68-4DD4-BA80-8DE6476F8949}" dt="2021-05-29T19:47:46.747" v="58632" actId="1037"/>
          <ac:spMkLst>
            <pc:docMk/>
            <pc:sldMk cId="1750121902" sldId="2146846028"/>
            <ac:spMk id="13" creationId="{7BCC51C6-73D4-4C0F-8CED-4D65C8C12559}"/>
          </ac:spMkLst>
        </pc:spChg>
        <pc:spChg chg="add mod ord">
          <ac:chgData name="Ken Popkin" userId="3c94c39e-c43b-4805-99ab-8da17777f1ac" providerId="ADAL" clId="{E440F346-DC68-4DD4-BA80-8DE6476F8949}" dt="2021-05-29T19:47:46.747" v="58632" actId="1037"/>
          <ac:spMkLst>
            <pc:docMk/>
            <pc:sldMk cId="1750121902" sldId="2146846028"/>
            <ac:spMk id="14" creationId="{F2A8988E-4AC6-4EF9-99DB-BED93DE37315}"/>
          </ac:spMkLst>
        </pc:spChg>
        <pc:spChg chg="add mod ord">
          <ac:chgData name="Ken Popkin" userId="3c94c39e-c43b-4805-99ab-8da17777f1ac" providerId="ADAL" clId="{E440F346-DC68-4DD4-BA80-8DE6476F8949}" dt="2021-05-29T19:47:46.747" v="58632" actId="1037"/>
          <ac:spMkLst>
            <pc:docMk/>
            <pc:sldMk cId="1750121902" sldId="2146846028"/>
            <ac:spMk id="15" creationId="{5BE9C460-381B-4206-85FD-842AC00D649F}"/>
          </ac:spMkLst>
        </pc:spChg>
        <pc:spChg chg="add mod ord">
          <ac:chgData name="Ken Popkin" userId="3c94c39e-c43b-4805-99ab-8da17777f1ac" providerId="ADAL" clId="{E440F346-DC68-4DD4-BA80-8DE6476F8949}" dt="2021-05-29T19:47:46.747" v="58632" actId="1037"/>
          <ac:spMkLst>
            <pc:docMk/>
            <pc:sldMk cId="1750121902" sldId="2146846028"/>
            <ac:spMk id="16" creationId="{0276CED1-9F90-4290-889F-EDEFBCCE32BC}"/>
          </ac:spMkLst>
        </pc:spChg>
        <pc:spChg chg="add mod ord">
          <ac:chgData name="Ken Popkin" userId="3c94c39e-c43b-4805-99ab-8da17777f1ac" providerId="ADAL" clId="{E440F346-DC68-4DD4-BA80-8DE6476F8949}" dt="2021-05-29T19:47:46.747" v="58632" actId="1037"/>
          <ac:spMkLst>
            <pc:docMk/>
            <pc:sldMk cId="1750121902" sldId="2146846028"/>
            <ac:spMk id="17" creationId="{A9DE555A-2C19-4BE7-8EEC-38D7EF83EF54}"/>
          </ac:spMkLst>
        </pc:spChg>
        <pc:spChg chg="add mod ord">
          <ac:chgData name="Ken Popkin" userId="3c94c39e-c43b-4805-99ab-8da17777f1ac" providerId="ADAL" clId="{E440F346-DC68-4DD4-BA80-8DE6476F8949}" dt="2021-05-29T19:47:46.747" v="58632" actId="1037"/>
          <ac:spMkLst>
            <pc:docMk/>
            <pc:sldMk cId="1750121902" sldId="2146846028"/>
            <ac:spMk id="18" creationId="{2D8D4C06-E6C5-41D2-9FD8-72498B4502A7}"/>
          </ac:spMkLst>
        </pc:spChg>
        <pc:spChg chg="add mod ord">
          <ac:chgData name="Ken Popkin" userId="3c94c39e-c43b-4805-99ab-8da17777f1ac" providerId="ADAL" clId="{E440F346-DC68-4DD4-BA80-8DE6476F8949}" dt="2021-05-29T19:47:46.747" v="58632" actId="1037"/>
          <ac:spMkLst>
            <pc:docMk/>
            <pc:sldMk cId="1750121902" sldId="2146846028"/>
            <ac:spMk id="19" creationId="{81BE37F9-9D4A-4759-A444-B917A7A15361}"/>
          </ac:spMkLst>
        </pc:spChg>
        <pc:spChg chg="add del mod ord">
          <ac:chgData name="Ken Popkin" userId="3c94c39e-c43b-4805-99ab-8da17777f1ac" providerId="ADAL" clId="{E440F346-DC68-4DD4-BA80-8DE6476F8949}" dt="2021-05-29T19:40:53.871" v="57895"/>
          <ac:spMkLst>
            <pc:docMk/>
            <pc:sldMk cId="1750121902" sldId="2146846028"/>
            <ac:spMk id="20" creationId="{82DE9A90-2089-44C7-B3A2-6FD97901E7D1}"/>
          </ac:spMkLst>
        </pc:spChg>
        <pc:spChg chg="add del mod ord">
          <ac:chgData name="Ken Popkin" userId="3c94c39e-c43b-4805-99ab-8da17777f1ac" providerId="ADAL" clId="{E440F346-DC68-4DD4-BA80-8DE6476F8949}" dt="2021-05-29T19:39:23.303" v="57058"/>
          <ac:spMkLst>
            <pc:docMk/>
            <pc:sldMk cId="1750121902" sldId="2146846028"/>
            <ac:spMk id="21" creationId="{359D02EA-E3CB-410C-88E3-75BF3F8E84A5}"/>
          </ac:spMkLst>
        </pc:spChg>
        <pc:spChg chg="add del mod ord">
          <ac:chgData name="Ken Popkin" userId="3c94c39e-c43b-4805-99ab-8da17777f1ac" providerId="ADAL" clId="{E440F346-DC68-4DD4-BA80-8DE6476F8949}" dt="2021-05-29T19:20:40.312" v="53162"/>
          <ac:spMkLst>
            <pc:docMk/>
            <pc:sldMk cId="1750121902" sldId="2146846028"/>
            <ac:spMk id="22" creationId="{C8AB0861-E75C-42C4-8AB3-838197184D63}"/>
          </ac:spMkLst>
        </pc:spChg>
        <pc:spChg chg="add del mod">
          <ac:chgData name="Ken Popkin" userId="3c94c39e-c43b-4805-99ab-8da17777f1ac" providerId="ADAL" clId="{E440F346-DC68-4DD4-BA80-8DE6476F8949}" dt="2021-05-29T19:20:40.118" v="52626"/>
          <ac:spMkLst>
            <pc:docMk/>
            <pc:sldMk cId="1750121902" sldId="2146846028"/>
            <ac:spMk id="23" creationId="{069A30D6-401D-403D-826D-56DF8F8C79EA}"/>
          </ac:spMkLst>
        </pc:spChg>
        <pc:spChg chg="add del mod modVis">
          <ac:chgData name="Ken Popkin" userId="3c94c39e-c43b-4805-99ab-8da17777f1ac" providerId="ADAL" clId="{E440F346-DC68-4DD4-BA80-8DE6476F8949}" dt="2021-05-29T19:20:40.125" v="52646"/>
          <ac:spMkLst>
            <pc:docMk/>
            <pc:sldMk cId="1750121902" sldId="2146846028"/>
            <ac:spMk id="24" creationId="{20BE96FD-65E1-4B43-8449-15B19A8744B7}"/>
          </ac:spMkLst>
        </pc:spChg>
        <pc:spChg chg="add del mod ord modVis">
          <ac:chgData name="Ken Popkin" userId="3c94c39e-c43b-4805-99ab-8da17777f1ac" providerId="ADAL" clId="{E440F346-DC68-4DD4-BA80-8DE6476F8949}" dt="2021-05-29T19:39:23.303" v="57060"/>
          <ac:spMkLst>
            <pc:docMk/>
            <pc:sldMk cId="1750121902" sldId="2146846028"/>
            <ac:spMk id="25" creationId="{E915918E-9F38-47E9-ABE6-EBCCD3CCE003}"/>
          </ac:spMkLst>
        </pc:spChg>
        <pc:spChg chg="add del mod ord modVis">
          <ac:chgData name="Ken Popkin" userId="3c94c39e-c43b-4805-99ab-8da17777f1ac" providerId="ADAL" clId="{E440F346-DC68-4DD4-BA80-8DE6476F8949}" dt="2021-05-29T19:39:23.304" v="57062"/>
          <ac:spMkLst>
            <pc:docMk/>
            <pc:sldMk cId="1750121902" sldId="2146846028"/>
            <ac:spMk id="26" creationId="{9FDF1B8E-4EE3-4AC6-AE0B-4C67EEDAA570}"/>
          </ac:spMkLst>
        </pc:spChg>
        <pc:spChg chg="add del mod ord modVis">
          <ac:chgData name="Ken Popkin" userId="3c94c39e-c43b-4805-99ab-8da17777f1ac" providerId="ADAL" clId="{E440F346-DC68-4DD4-BA80-8DE6476F8949}" dt="2021-05-29T19:39:23.304" v="57064"/>
          <ac:spMkLst>
            <pc:docMk/>
            <pc:sldMk cId="1750121902" sldId="2146846028"/>
            <ac:spMk id="27" creationId="{538C302E-2A1D-43DC-A51D-1C9854E0440A}"/>
          </ac:spMkLst>
        </pc:spChg>
        <pc:spChg chg="add del mod ord modVis">
          <ac:chgData name="Ken Popkin" userId="3c94c39e-c43b-4805-99ab-8da17777f1ac" providerId="ADAL" clId="{E440F346-DC68-4DD4-BA80-8DE6476F8949}" dt="2021-05-29T19:39:23.305" v="57066"/>
          <ac:spMkLst>
            <pc:docMk/>
            <pc:sldMk cId="1750121902" sldId="2146846028"/>
            <ac:spMk id="28" creationId="{9BEB91A0-2C1E-469B-9445-2B8293E5A278}"/>
          </ac:spMkLst>
        </pc:spChg>
        <pc:spChg chg="add del mod ord">
          <ac:chgData name="Ken Popkin" userId="3c94c39e-c43b-4805-99ab-8da17777f1ac" providerId="ADAL" clId="{E440F346-DC68-4DD4-BA80-8DE6476F8949}" dt="2021-05-29T19:39:23.305" v="57068"/>
          <ac:spMkLst>
            <pc:docMk/>
            <pc:sldMk cId="1750121902" sldId="2146846028"/>
            <ac:spMk id="29" creationId="{9DA407CD-9555-4606-966C-159DFD48A443}"/>
          </ac:spMkLst>
        </pc:spChg>
        <pc:spChg chg="add del mod ord">
          <ac:chgData name="Ken Popkin" userId="3c94c39e-c43b-4805-99ab-8da17777f1ac" providerId="ADAL" clId="{E440F346-DC68-4DD4-BA80-8DE6476F8949}" dt="2021-05-29T19:39:23.306" v="57070"/>
          <ac:spMkLst>
            <pc:docMk/>
            <pc:sldMk cId="1750121902" sldId="2146846028"/>
            <ac:spMk id="30" creationId="{6E22B1A7-EB26-42BC-85F9-7F358EC5DA51}"/>
          </ac:spMkLst>
        </pc:spChg>
        <pc:spChg chg="add del mod">
          <ac:chgData name="Ken Popkin" userId="3c94c39e-c43b-4805-99ab-8da17777f1ac" providerId="ADAL" clId="{E440F346-DC68-4DD4-BA80-8DE6476F8949}" dt="2021-05-29T19:20:40.141" v="52681"/>
          <ac:spMkLst>
            <pc:docMk/>
            <pc:sldMk cId="1750121902" sldId="2146846028"/>
            <ac:spMk id="31" creationId="{C2D8295E-43E2-4E1D-AE2E-684219E4F016}"/>
          </ac:spMkLst>
        </pc:spChg>
        <pc:spChg chg="add del mod modVis">
          <ac:chgData name="Ken Popkin" userId="3c94c39e-c43b-4805-99ab-8da17777f1ac" providerId="ADAL" clId="{E440F346-DC68-4DD4-BA80-8DE6476F8949}" dt="2021-05-29T19:20:40.149" v="52701"/>
          <ac:spMkLst>
            <pc:docMk/>
            <pc:sldMk cId="1750121902" sldId="2146846028"/>
            <ac:spMk id="32" creationId="{85FC0AF7-B32D-41EF-BA06-D09974311070}"/>
          </ac:spMkLst>
        </pc:spChg>
        <pc:spChg chg="add mod ord modVis">
          <ac:chgData name="Ken Popkin" userId="3c94c39e-c43b-4805-99ab-8da17777f1ac" providerId="ADAL" clId="{E440F346-DC68-4DD4-BA80-8DE6476F8949}" dt="2021-05-29T19:40:19.116" v="57463"/>
          <ac:spMkLst>
            <pc:docMk/>
            <pc:sldMk cId="1750121902" sldId="2146846028"/>
            <ac:spMk id="33" creationId="{BDE8AC05-2BC2-47CB-BEF2-27969DC421E8}"/>
          </ac:spMkLst>
        </pc:spChg>
        <pc:spChg chg="add mod ord modVis">
          <ac:chgData name="Ken Popkin" userId="3c94c39e-c43b-4805-99ab-8da17777f1ac" providerId="ADAL" clId="{E440F346-DC68-4DD4-BA80-8DE6476F8949}" dt="2021-05-29T19:40:19.116" v="57465"/>
          <ac:spMkLst>
            <pc:docMk/>
            <pc:sldMk cId="1750121902" sldId="2146846028"/>
            <ac:spMk id="34" creationId="{CCE7E621-2BB3-43C1-AD1C-7F106452ECB3}"/>
          </ac:spMkLst>
        </pc:spChg>
        <pc:spChg chg="add mod ord modVis">
          <ac:chgData name="Ken Popkin" userId="3c94c39e-c43b-4805-99ab-8da17777f1ac" providerId="ADAL" clId="{E440F346-DC68-4DD4-BA80-8DE6476F8949}" dt="2021-05-29T19:40:19.116" v="57467"/>
          <ac:spMkLst>
            <pc:docMk/>
            <pc:sldMk cId="1750121902" sldId="2146846028"/>
            <ac:spMk id="35" creationId="{E770FED8-8B5B-4E6E-A30B-BAA7D122B1BF}"/>
          </ac:spMkLst>
        </pc:spChg>
        <pc:spChg chg="add mod ord modVis">
          <ac:chgData name="Ken Popkin" userId="3c94c39e-c43b-4805-99ab-8da17777f1ac" providerId="ADAL" clId="{E440F346-DC68-4DD4-BA80-8DE6476F8949}" dt="2021-05-29T19:40:19.117" v="57469"/>
          <ac:spMkLst>
            <pc:docMk/>
            <pc:sldMk cId="1750121902" sldId="2146846028"/>
            <ac:spMk id="36" creationId="{9403CBD8-3E03-4C9B-B1C8-F093438A203E}"/>
          </ac:spMkLst>
        </pc:spChg>
        <pc:spChg chg="add mod ord">
          <ac:chgData name="Ken Popkin" userId="3c94c39e-c43b-4805-99ab-8da17777f1ac" providerId="ADAL" clId="{E440F346-DC68-4DD4-BA80-8DE6476F8949}" dt="2021-05-29T19:47:46.747" v="58632" actId="1037"/>
          <ac:spMkLst>
            <pc:docMk/>
            <pc:sldMk cId="1750121902" sldId="2146846028"/>
            <ac:spMk id="37" creationId="{2C729963-1E84-4238-A0BC-D513F3E8A0A1}"/>
          </ac:spMkLst>
        </pc:spChg>
        <pc:spChg chg="add mod ord">
          <ac:chgData name="Ken Popkin" userId="3c94c39e-c43b-4805-99ab-8da17777f1ac" providerId="ADAL" clId="{E440F346-DC68-4DD4-BA80-8DE6476F8949}" dt="2021-05-29T19:47:46.747" v="58632" actId="1037"/>
          <ac:spMkLst>
            <pc:docMk/>
            <pc:sldMk cId="1750121902" sldId="2146846028"/>
            <ac:spMk id="38" creationId="{E0963663-332E-4B22-87ED-4DF80B0B4D9B}"/>
          </ac:spMkLst>
        </pc:spChg>
        <pc:spChg chg="add del mod">
          <ac:chgData name="Ken Popkin" userId="3c94c39e-c43b-4805-99ab-8da17777f1ac" providerId="ADAL" clId="{E440F346-DC68-4DD4-BA80-8DE6476F8949}" dt="2021-05-29T19:20:40.164" v="52735"/>
          <ac:spMkLst>
            <pc:docMk/>
            <pc:sldMk cId="1750121902" sldId="2146846028"/>
            <ac:spMk id="39" creationId="{B9CDE9E8-C283-4A08-BAE8-CC822006F27D}"/>
          </ac:spMkLst>
        </pc:spChg>
        <pc:spChg chg="add del mod modVis">
          <ac:chgData name="Ken Popkin" userId="3c94c39e-c43b-4805-99ab-8da17777f1ac" providerId="ADAL" clId="{E440F346-DC68-4DD4-BA80-8DE6476F8949}" dt="2021-05-29T19:20:40.171" v="52755"/>
          <ac:spMkLst>
            <pc:docMk/>
            <pc:sldMk cId="1750121902" sldId="2146846028"/>
            <ac:spMk id="40" creationId="{4B62FCFF-13CF-4D1A-AA55-8B62191E29A7}"/>
          </ac:spMkLst>
        </pc:spChg>
        <pc:spChg chg="add mod ord modVis">
          <ac:chgData name="Ken Popkin" userId="3c94c39e-c43b-4805-99ab-8da17777f1ac" providerId="ADAL" clId="{E440F346-DC68-4DD4-BA80-8DE6476F8949}" dt="2021-05-29T19:40:19.117" v="57475"/>
          <ac:spMkLst>
            <pc:docMk/>
            <pc:sldMk cId="1750121902" sldId="2146846028"/>
            <ac:spMk id="41" creationId="{966C0310-0A1C-4E3F-BA8B-A732D7BE9509}"/>
          </ac:spMkLst>
        </pc:spChg>
        <pc:spChg chg="add mod ord modVis">
          <ac:chgData name="Ken Popkin" userId="3c94c39e-c43b-4805-99ab-8da17777f1ac" providerId="ADAL" clId="{E440F346-DC68-4DD4-BA80-8DE6476F8949}" dt="2021-05-29T19:40:19.118" v="57477"/>
          <ac:spMkLst>
            <pc:docMk/>
            <pc:sldMk cId="1750121902" sldId="2146846028"/>
            <ac:spMk id="42" creationId="{1C0B3F1A-CE77-4B99-B3C6-8885BE942B6B}"/>
          </ac:spMkLst>
        </pc:spChg>
        <pc:spChg chg="add mod ord modVis">
          <ac:chgData name="Ken Popkin" userId="3c94c39e-c43b-4805-99ab-8da17777f1ac" providerId="ADAL" clId="{E440F346-DC68-4DD4-BA80-8DE6476F8949}" dt="2021-05-29T19:40:19.118" v="57479"/>
          <ac:spMkLst>
            <pc:docMk/>
            <pc:sldMk cId="1750121902" sldId="2146846028"/>
            <ac:spMk id="43" creationId="{2282DB6B-E68C-403C-B81F-DB8F6CF04B80}"/>
          </ac:spMkLst>
        </pc:spChg>
        <pc:spChg chg="add mod ord modVis">
          <ac:chgData name="Ken Popkin" userId="3c94c39e-c43b-4805-99ab-8da17777f1ac" providerId="ADAL" clId="{E440F346-DC68-4DD4-BA80-8DE6476F8949}" dt="2021-05-29T19:40:19.118" v="57481"/>
          <ac:spMkLst>
            <pc:docMk/>
            <pc:sldMk cId="1750121902" sldId="2146846028"/>
            <ac:spMk id="44" creationId="{E4B21C47-744E-4423-B92C-D1800B6E69ED}"/>
          </ac:spMkLst>
        </pc:spChg>
        <pc:spChg chg="add mod ord modVis">
          <ac:chgData name="Ken Popkin" userId="3c94c39e-c43b-4805-99ab-8da17777f1ac" providerId="ADAL" clId="{E440F346-DC68-4DD4-BA80-8DE6476F8949}" dt="2021-05-29T19:40:19.118" v="57483"/>
          <ac:spMkLst>
            <pc:docMk/>
            <pc:sldMk cId="1750121902" sldId="2146846028"/>
            <ac:spMk id="45" creationId="{9E5A4DD7-60D2-4246-9ABE-55242A1E7FAD}"/>
          </ac:spMkLst>
        </pc:spChg>
        <pc:spChg chg="add mod ord">
          <ac:chgData name="Ken Popkin" userId="3c94c39e-c43b-4805-99ab-8da17777f1ac" providerId="ADAL" clId="{E440F346-DC68-4DD4-BA80-8DE6476F8949}" dt="2021-05-29T19:47:46.747" v="58632" actId="1037"/>
          <ac:spMkLst>
            <pc:docMk/>
            <pc:sldMk cId="1750121902" sldId="2146846028"/>
            <ac:spMk id="46" creationId="{E870CCD1-410A-4725-8FFB-7BA8D4B45224}"/>
          </ac:spMkLst>
        </pc:spChg>
        <pc:spChg chg="add del mod">
          <ac:chgData name="Ken Popkin" userId="3c94c39e-c43b-4805-99ab-8da17777f1ac" providerId="ADAL" clId="{E440F346-DC68-4DD4-BA80-8DE6476F8949}" dt="2021-05-29T19:20:40.191" v="52793"/>
          <ac:spMkLst>
            <pc:docMk/>
            <pc:sldMk cId="1750121902" sldId="2146846028"/>
            <ac:spMk id="47" creationId="{0DD8CCCC-3A66-442F-80B0-439C852FA5A6}"/>
          </ac:spMkLst>
        </pc:spChg>
        <pc:spChg chg="add del mod modVis">
          <ac:chgData name="Ken Popkin" userId="3c94c39e-c43b-4805-99ab-8da17777f1ac" providerId="ADAL" clId="{E440F346-DC68-4DD4-BA80-8DE6476F8949}" dt="2021-05-29T19:20:40.199" v="52813"/>
          <ac:spMkLst>
            <pc:docMk/>
            <pc:sldMk cId="1750121902" sldId="2146846028"/>
            <ac:spMk id="48" creationId="{86C1870F-2906-4969-8F3B-504821D2A6C4}"/>
          </ac:spMkLst>
        </pc:spChg>
        <pc:spChg chg="add mod ord modVis">
          <ac:chgData name="Ken Popkin" userId="3c94c39e-c43b-4805-99ab-8da17777f1ac" providerId="ADAL" clId="{E440F346-DC68-4DD4-BA80-8DE6476F8949}" dt="2021-05-29T19:40:19.119" v="57487"/>
          <ac:spMkLst>
            <pc:docMk/>
            <pc:sldMk cId="1750121902" sldId="2146846028"/>
            <ac:spMk id="49" creationId="{4DCC6F63-435B-42E8-A1E7-9B06843974DB}"/>
          </ac:spMkLst>
        </pc:spChg>
        <pc:spChg chg="add mod ord modVis">
          <ac:chgData name="Ken Popkin" userId="3c94c39e-c43b-4805-99ab-8da17777f1ac" providerId="ADAL" clId="{E440F346-DC68-4DD4-BA80-8DE6476F8949}" dt="2021-05-29T19:40:19.119" v="57489"/>
          <ac:spMkLst>
            <pc:docMk/>
            <pc:sldMk cId="1750121902" sldId="2146846028"/>
            <ac:spMk id="50" creationId="{62A797AE-5CC4-419E-A861-116B755678CE}"/>
          </ac:spMkLst>
        </pc:spChg>
        <pc:spChg chg="add mod ord modVis">
          <ac:chgData name="Ken Popkin" userId="3c94c39e-c43b-4805-99ab-8da17777f1ac" providerId="ADAL" clId="{E440F346-DC68-4DD4-BA80-8DE6476F8949}" dt="2021-05-29T19:40:19.120" v="57491"/>
          <ac:spMkLst>
            <pc:docMk/>
            <pc:sldMk cId="1750121902" sldId="2146846028"/>
            <ac:spMk id="51" creationId="{0C7EEF0F-C615-4B4A-8AD4-662526B087DA}"/>
          </ac:spMkLst>
        </pc:spChg>
        <pc:spChg chg="add mod ord modVis">
          <ac:chgData name="Ken Popkin" userId="3c94c39e-c43b-4805-99ab-8da17777f1ac" providerId="ADAL" clId="{E440F346-DC68-4DD4-BA80-8DE6476F8949}" dt="2021-05-29T19:40:19.120" v="57493"/>
          <ac:spMkLst>
            <pc:docMk/>
            <pc:sldMk cId="1750121902" sldId="2146846028"/>
            <ac:spMk id="52" creationId="{EC32A29F-DD3B-481B-8308-F11DDF42920F}"/>
          </ac:spMkLst>
        </pc:spChg>
        <pc:spChg chg="add mod ord">
          <ac:chgData name="Ken Popkin" userId="3c94c39e-c43b-4805-99ab-8da17777f1ac" providerId="ADAL" clId="{E440F346-DC68-4DD4-BA80-8DE6476F8949}" dt="2021-05-29T19:47:46.747" v="58632" actId="1037"/>
          <ac:spMkLst>
            <pc:docMk/>
            <pc:sldMk cId="1750121902" sldId="2146846028"/>
            <ac:spMk id="53" creationId="{45CE0AD8-0D03-4E43-A0A8-EF8D99000088}"/>
          </ac:spMkLst>
        </pc:spChg>
        <pc:spChg chg="add mod ord">
          <ac:chgData name="Ken Popkin" userId="3c94c39e-c43b-4805-99ab-8da17777f1ac" providerId="ADAL" clId="{E440F346-DC68-4DD4-BA80-8DE6476F8949}" dt="2021-05-29T19:47:46.747" v="58632" actId="1037"/>
          <ac:spMkLst>
            <pc:docMk/>
            <pc:sldMk cId="1750121902" sldId="2146846028"/>
            <ac:spMk id="54" creationId="{A1171388-07A2-4A0B-944C-5EEA37D319AC}"/>
          </ac:spMkLst>
        </pc:spChg>
        <pc:spChg chg="add del mod">
          <ac:chgData name="Ken Popkin" userId="3c94c39e-c43b-4805-99ab-8da17777f1ac" providerId="ADAL" clId="{E440F346-DC68-4DD4-BA80-8DE6476F8949}" dt="2021-05-29T19:20:40.215" v="52848"/>
          <ac:spMkLst>
            <pc:docMk/>
            <pc:sldMk cId="1750121902" sldId="2146846028"/>
            <ac:spMk id="55" creationId="{2977F3A0-1E1B-445D-8278-1087AFF7D98F}"/>
          </ac:spMkLst>
        </pc:spChg>
        <pc:spChg chg="add del mod modVis">
          <ac:chgData name="Ken Popkin" userId="3c94c39e-c43b-4805-99ab-8da17777f1ac" providerId="ADAL" clId="{E440F346-DC68-4DD4-BA80-8DE6476F8949}" dt="2021-05-29T19:20:40.223" v="52868"/>
          <ac:spMkLst>
            <pc:docMk/>
            <pc:sldMk cId="1750121902" sldId="2146846028"/>
            <ac:spMk id="56" creationId="{81620E87-686D-45B3-8CEB-6E07C23FC798}"/>
          </ac:spMkLst>
        </pc:spChg>
        <pc:spChg chg="add mod ord modVis">
          <ac:chgData name="Ken Popkin" userId="3c94c39e-c43b-4805-99ab-8da17777f1ac" providerId="ADAL" clId="{E440F346-DC68-4DD4-BA80-8DE6476F8949}" dt="2021-05-29T19:40:19.120" v="57499"/>
          <ac:spMkLst>
            <pc:docMk/>
            <pc:sldMk cId="1750121902" sldId="2146846028"/>
            <ac:spMk id="57" creationId="{8C9E596A-E862-4ED9-923F-AB9A0E9F544B}"/>
          </ac:spMkLst>
        </pc:spChg>
        <pc:spChg chg="add mod ord modVis">
          <ac:chgData name="Ken Popkin" userId="3c94c39e-c43b-4805-99ab-8da17777f1ac" providerId="ADAL" clId="{E440F346-DC68-4DD4-BA80-8DE6476F8949}" dt="2021-05-29T19:40:19.121" v="57501"/>
          <ac:spMkLst>
            <pc:docMk/>
            <pc:sldMk cId="1750121902" sldId="2146846028"/>
            <ac:spMk id="58" creationId="{967B5BAE-1F3B-46D3-BB28-6329A27C3961}"/>
          </ac:spMkLst>
        </pc:spChg>
        <pc:spChg chg="add mod ord modVis">
          <ac:chgData name="Ken Popkin" userId="3c94c39e-c43b-4805-99ab-8da17777f1ac" providerId="ADAL" clId="{E440F346-DC68-4DD4-BA80-8DE6476F8949}" dt="2021-05-29T19:40:19.121" v="57503"/>
          <ac:spMkLst>
            <pc:docMk/>
            <pc:sldMk cId="1750121902" sldId="2146846028"/>
            <ac:spMk id="59" creationId="{6B85CAD5-B455-4A81-BF8E-0A58AD37AE84}"/>
          </ac:spMkLst>
        </pc:spChg>
        <pc:spChg chg="add mod ord modVis">
          <ac:chgData name="Ken Popkin" userId="3c94c39e-c43b-4805-99ab-8da17777f1ac" providerId="ADAL" clId="{E440F346-DC68-4DD4-BA80-8DE6476F8949}" dt="2021-05-29T19:40:19.121" v="57505"/>
          <ac:spMkLst>
            <pc:docMk/>
            <pc:sldMk cId="1750121902" sldId="2146846028"/>
            <ac:spMk id="60" creationId="{C2955742-6C19-444A-943F-0E09481E33BB}"/>
          </ac:spMkLst>
        </pc:spChg>
        <pc:spChg chg="add mod ord">
          <ac:chgData name="Ken Popkin" userId="3c94c39e-c43b-4805-99ab-8da17777f1ac" providerId="ADAL" clId="{E440F346-DC68-4DD4-BA80-8DE6476F8949}" dt="2021-05-29T19:47:46.747" v="58632" actId="1037"/>
          <ac:spMkLst>
            <pc:docMk/>
            <pc:sldMk cId="1750121902" sldId="2146846028"/>
            <ac:spMk id="61" creationId="{576D5037-34E6-42AF-945D-A5E619F91815}"/>
          </ac:spMkLst>
        </pc:spChg>
        <pc:spChg chg="add mod ord">
          <ac:chgData name="Ken Popkin" userId="3c94c39e-c43b-4805-99ab-8da17777f1ac" providerId="ADAL" clId="{E440F346-DC68-4DD4-BA80-8DE6476F8949}" dt="2021-05-29T19:47:46.747" v="58632" actId="1037"/>
          <ac:spMkLst>
            <pc:docMk/>
            <pc:sldMk cId="1750121902" sldId="2146846028"/>
            <ac:spMk id="62" creationId="{E94344FD-0D96-46CF-B89B-5BCC293531D6}"/>
          </ac:spMkLst>
        </pc:spChg>
        <pc:spChg chg="add del mod">
          <ac:chgData name="Ken Popkin" userId="3c94c39e-c43b-4805-99ab-8da17777f1ac" providerId="ADAL" clId="{E440F346-DC68-4DD4-BA80-8DE6476F8949}" dt="2021-05-29T19:20:40.243" v="52913"/>
          <ac:spMkLst>
            <pc:docMk/>
            <pc:sldMk cId="1750121902" sldId="2146846028"/>
            <ac:spMk id="63" creationId="{E66BB728-3122-43E2-9052-AEC1751A72D5}"/>
          </ac:spMkLst>
        </pc:spChg>
        <pc:spChg chg="add del mod modVis">
          <ac:chgData name="Ken Popkin" userId="3c94c39e-c43b-4805-99ab-8da17777f1ac" providerId="ADAL" clId="{E440F346-DC68-4DD4-BA80-8DE6476F8949}" dt="2021-05-29T19:20:40.251" v="52933"/>
          <ac:spMkLst>
            <pc:docMk/>
            <pc:sldMk cId="1750121902" sldId="2146846028"/>
            <ac:spMk id="64" creationId="{D4D98136-895B-4127-98CE-063FB817FA59}"/>
          </ac:spMkLst>
        </pc:spChg>
        <pc:spChg chg="add mod ord modVis">
          <ac:chgData name="Ken Popkin" userId="3c94c39e-c43b-4805-99ab-8da17777f1ac" providerId="ADAL" clId="{E440F346-DC68-4DD4-BA80-8DE6476F8949}" dt="2021-05-29T19:40:19.122" v="57511"/>
          <ac:spMkLst>
            <pc:docMk/>
            <pc:sldMk cId="1750121902" sldId="2146846028"/>
            <ac:spMk id="65" creationId="{12019098-DF98-4943-83F8-1F7CD101C087}"/>
          </ac:spMkLst>
        </pc:spChg>
        <pc:spChg chg="add mod ord modVis">
          <ac:chgData name="Ken Popkin" userId="3c94c39e-c43b-4805-99ab-8da17777f1ac" providerId="ADAL" clId="{E440F346-DC68-4DD4-BA80-8DE6476F8949}" dt="2021-05-29T19:40:19.122" v="57513"/>
          <ac:spMkLst>
            <pc:docMk/>
            <pc:sldMk cId="1750121902" sldId="2146846028"/>
            <ac:spMk id="66" creationId="{542E7B5C-3586-4144-BFB7-FBE35B915F28}"/>
          </ac:spMkLst>
        </pc:spChg>
        <pc:spChg chg="add mod ord modVis">
          <ac:chgData name="Ken Popkin" userId="3c94c39e-c43b-4805-99ab-8da17777f1ac" providerId="ADAL" clId="{E440F346-DC68-4DD4-BA80-8DE6476F8949}" dt="2021-05-29T19:40:19.123" v="57515"/>
          <ac:spMkLst>
            <pc:docMk/>
            <pc:sldMk cId="1750121902" sldId="2146846028"/>
            <ac:spMk id="67" creationId="{A3ACFD12-D4B6-4067-9346-F0F6834BA09F}"/>
          </ac:spMkLst>
        </pc:spChg>
        <pc:spChg chg="add mod ord modVis">
          <ac:chgData name="Ken Popkin" userId="3c94c39e-c43b-4805-99ab-8da17777f1ac" providerId="ADAL" clId="{E440F346-DC68-4DD4-BA80-8DE6476F8949}" dt="2021-05-29T19:40:19.123" v="57517"/>
          <ac:spMkLst>
            <pc:docMk/>
            <pc:sldMk cId="1750121902" sldId="2146846028"/>
            <ac:spMk id="68" creationId="{72B7CFCF-2EFD-4A7D-9A93-C7963A3540D9}"/>
          </ac:spMkLst>
        </pc:spChg>
        <pc:spChg chg="add mod ord modVis">
          <ac:chgData name="Ken Popkin" userId="3c94c39e-c43b-4805-99ab-8da17777f1ac" providerId="ADAL" clId="{E440F346-DC68-4DD4-BA80-8DE6476F8949}" dt="2021-05-29T19:40:19.123" v="57519"/>
          <ac:spMkLst>
            <pc:docMk/>
            <pc:sldMk cId="1750121902" sldId="2146846028"/>
            <ac:spMk id="69" creationId="{14F2FDAC-12BD-451F-9E51-EFB1D457C254}"/>
          </ac:spMkLst>
        </pc:spChg>
        <pc:spChg chg="add mod ord">
          <ac:chgData name="Ken Popkin" userId="3c94c39e-c43b-4805-99ab-8da17777f1ac" providerId="ADAL" clId="{E440F346-DC68-4DD4-BA80-8DE6476F8949}" dt="2021-05-29T19:47:46.747" v="58632" actId="1037"/>
          <ac:spMkLst>
            <pc:docMk/>
            <pc:sldMk cId="1750121902" sldId="2146846028"/>
            <ac:spMk id="70" creationId="{D39F6A96-1414-4FB2-AA55-8A09C2222C86}"/>
          </ac:spMkLst>
        </pc:spChg>
        <pc:spChg chg="add mod">
          <ac:chgData name="Ken Popkin" userId="3c94c39e-c43b-4805-99ab-8da17777f1ac" providerId="ADAL" clId="{E440F346-DC68-4DD4-BA80-8DE6476F8949}" dt="2021-05-29T19:47:46.747" v="58632" actId="1037"/>
          <ac:spMkLst>
            <pc:docMk/>
            <pc:sldMk cId="1750121902" sldId="2146846028"/>
            <ac:spMk id="71" creationId="{2554E5C3-FF26-4993-9277-6EFD9F905410}"/>
          </ac:spMkLst>
        </pc:spChg>
        <pc:spChg chg="add mod modVis">
          <ac:chgData name="Ken Popkin" userId="3c94c39e-c43b-4805-99ab-8da17777f1ac" providerId="ADAL" clId="{E440F346-DC68-4DD4-BA80-8DE6476F8949}" dt="2021-05-29T19:47:19.759" v="58570"/>
          <ac:spMkLst>
            <pc:docMk/>
            <pc:sldMk cId="1750121902" sldId="2146846028"/>
            <ac:spMk id="72" creationId="{AD75E3D3-9B3F-4066-94AC-B3B77B7DA0B0}"/>
          </ac:spMkLst>
        </pc:spChg>
        <pc:spChg chg="add mod ord modVis">
          <ac:chgData name="Ken Popkin" userId="3c94c39e-c43b-4805-99ab-8da17777f1ac" providerId="ADAL" clId="{E440F346-DC68-4DD4-BA80-8DE6476F8949}" dt="2021-05-29T19:40:19.124" v="57523"/>
          <ac:spMkLst>
            <pc:docMk/>
            <pc:sldMk cId="1750121902" sldId="2146846028"/>
            <ac:spMk id="73" creationId="{02EF89A3-126D-4801-8FFC-FFC059E12ACA}"/>
          </ac:spMkLst>
        </pc:spChg>
        <pc:spChg chg="add mod ord modVis">
          <ac:chgData name="Ken Popkin" userId="3c94c39e-c43b-4805-99ab-8da17777f1ac" providerId="ADAL" clId="{E440F346-DC68-4DD4-BA80-8DE6476F8949}" dt="2021-05-29T19:40:19.124" v="57525"/>
          <ac:spMkLst>
            <pc:docMk/>
            <pc:sldMk cId="1750121902" sldId="2146846028"/>
            <ac:spMk id="74" creationId="{B19A5005-FF34-408C-957A-B27CB34B3F74}"/>
          </ac:spMkLst>
        </pc:spChg>
        <pc:spChg chg="add mod ord modVis">
          <ac:chgData name="Ken Popkin" userId="3c94c39e-c43b-4805-99ab-8da17777f1ac" providerId="ADAL" clId="{E440F346-DC68-4DD4-BA80-8DE6476F8949}" dt="2021-05-29T19:40:19.124" v="57527"/>
          <ac:spMkLst>
            <pc:docMk/>
            <pc:sldMk cId="1750121902" sldId="2146846028"/>
            <ac:spMk id="75" creationId="{CEB06FFE-5878-4274-A932-C83CBB4004BE}"/>
          </ac:spMkLst>
        </pc:spChg>
        <pc:spChg chg="add mod ord modVis">
          <ac:chgData name="Ken Popkin" userId="3c94c39e-c43b-4805-99ab-8da17777f1ac" providerId="ADAL" clId="{E440F346-DC68-4DD4-BA80-8DE6476F8949}" dt="2021-05-29T19:40:19.125" v="57529"/>
          <ac:spMkLst>
            <pc:docMk/>
            <pc:sldMk cId="1750121902" sldId="2146846028"/>
            <ac:spMk id="76" creationId="{F03E976A-BE7F-40B3-9959-471945E39EBE}"/>
          </ac:spMkLst>
        </pc:spChg>
        <pc:spChg chg="add mod ord modVis">
          <ac:chgData name="Ken Popkin" userId="3c94c39e-c43b-4805-99ab-8da17777f1ac" providerId="ADAL" clId="{E440F346-DC68-4DD4-BA80-8DE6476F8949}" dt="2021-05-29T19:40:19.125" v="57531"/>
          <ac:spMkLst>
            <pc:docMk/>
            <pc:sldMk cId="1750121902" sldId="2146846028"/>
            <ac:spMk id="77" creationId="{5696C6E8-B4B3-4CAB-959B-A62BE471CE31}"/>
          </ac:spMkLst>
        </pc:spChg>
        <pc:spChg chg="add mod ord">
          <ac:chgData name="Ken Popkin" userId="3c94c39e-c43b-4805-99ab-8da17777f1ac" providerId="ADAL" clId="{E440F346-DC68-4DD4-BA80-8DE6476F8949}" dt="2021-05-29T19:47:46.747" v="58632" actId="1037"/>
          <ac:spMkLst>
            <pc:docMk/>
            <pc:sldMk cId="1750121902" sldId="2146846028"/>
            <ac:spMk id="78" creationId="{58461439-E66D-4F1E-908D-C7E883D49C31}"/>
          </ac:spMkLst>
        </pc:spChg>
        <pc:spChg chg="add mod">
          <ac:chgData name="Ken Popkin" userId="3c94c39e-c43b-4805-99ab-8da17777f1ac" providerId="ADAL" clId="{E440F346-DC68-4DD4-BA80-8DE6476F8949}" dt="2021-05-29T19:47:46.747" v="58632" actId="1037"/>
          <ac:spMkLst>
            <pc:docMk/>
            <pc:sldMk cId="1750121902" sldId="2146846028"/>
            <ac:spMk id="79" creationId="{20630F13-B340-4985-BB1A-7F258EFC1A94}"/>
          </ac:spMkLst>
        </pc:spChg>
        <pc:spChg chg="add mod modVis">
          <ac:chgData name="Ken Popkin" userId="3c94c39e-c43b-4805-99ab-8da17777f1ac" providerId="ADAL" clId="{E440F346-DC68-4DD4-BA80-8DE6476F8949}" dt="2021-05-29T19:47:19.763" v="58578"/>
          <ac:spMkLst>
            <pc:docMk/>
            <pc:sldMk cId="1750121902" sldId="2146846028"/>
            <ac:spMk id="80" creationId="{F66FAE17-0255-4D89-AB42-E65BD948E18E}"/>
          </ac:spMkLst>
        </pc:spChg>
        <pc:spChg chg="add mod ord modVis">
          <ac:chgData name="Ken Popkin" userId="3c94c39e-c43b-4805-99ab-8da17777f1ac" providerId="ADAL" clId="{E440F346-DC68-4DD4-BA80-8DE6476F8949}" dt="2021-05-29T19:40:19.126" v="57535"/>
          <ac:spMkLst>
            <pc:docMk/>
            <pc:sldMk cId="1750121902" sldId="2146846028"/>
            <ac:spMk id="81" creationId="{E038741D-5BAF-4727-83C7-9D36B1CE1F93}"/>
          </ac:spMkLst>
        </pc:spChg>
        <pc:spChg chg="add mod ord modVis">
          <ac:chgData name="Ken Popkin" userId="3c94c39e-c43b-4805-99ab-8da17777f1ac" providerId="ADAL" clId="{E440F346-DC68-4DD4-BA80-8DE6476F8949}" dt="2021-05-29T19:40:19.126" v="57537"/>
          <ac:spMkLst>
            <pc:docMk/>
            <pc:sldMk cId="1750121902" sldId="2146846028"/>
            <ac:spMk id="82" creationId="{95393ED0-692C-4EC1-AC6C-8E26AE06CA1C}"/>
          </ac:spMkLst>
        </pc:spChg>
        <pc:spChg chg="add mod ord modVis">
          <ac:chgData name="Ken Popkin" userId="3c94c39e-c43b-4805-99ab-8da17777f1ac" providerId="ADAL" clId="{E440F346-DC68-4DD4-BA80-8DE6476F8949}" dt="2021-05-29T19:40:19.126" v="57539"/>
          <ac:spMkLst>
            <pc:docMk/>
            <pc:sldMk cId="1750121902" sldId="2146846028"/>
            <ac:spMk id="83" creationId="{5A1544C1-B3C4-4F2E-A269-EB17C569EBB6}"/>
          </ac:spMkLst>
        </pc:spChg>
        <pc:spChg chg="add mod ord modVis">
          <ac:chgData name="Ken Popkin" userId="3c94c39e-c43b-4805-99ab-8da17777f1ac" providerId="ADAL" clId="{E440F346-DC68-4DD4-BA80-8DE6476F8949}" dt="2021-05-29T19:40:19.126" v="57541"/>
          <ac:spMkLst>
            <pc:docMk/>
            <pc:sldMk cId="1750121902" sldId="2146846028"/>
            <ac:spMk id="84" creationId="{50477BC4-C1DB-4FCD-BA7F-D2DEF058C0B4}"/>
          </ac:spMkLst>
        </pc:spChg>
        <pc:spChg chg="add mod ord modVis">
          <ac:chgData name="Ken Popkin" userId="3c94c39e-c43b-4805-99ab-8da17777f1ac" providerId="ADAL" clId="{E440F346-DC68-4DD4-BA80-8DE6476F8949}" dt="2021-05-29T19:40:19.127" v="57543"/>
          <ac:spMkLst>
            <pc:docMk/>
            <pc:sldMk cId="1750121902" sldId="2146846028"/>
            <ac:spMk id="85" creationId="{5E5C1C9C-2543-49C0-990F-F1703EBD8C84}"/>
          </ac:spMkLst>
        </pc:spChg>
        <pc:spChg chg="add mod ord">
          <ac:chgData name="Ken Popkin" userId="3c94c39e-c43b-4805-99ab-8da17777f1ac" providerId="ADAL" clId="{E440F346-DC68-4DD4-BA80-8DE6476F8949}" dt="2021-05-29T19:47:46.747" v="58632" actId="1037"/>
          <ac:spMkLst>
            <pc:docMk/>
            <pc:sldMk cId="1750121902" sldId="2146846028"/>
            <ac:spMk id="86" creationId="{9FB9D698-9FBB-4D34-9AEC-05D07A6271A4}"/>
          </ac:spMkLst>
        </pc:spChg>
        <pc:spChg chg="add mod">
          <ac:chgData name="Ken Popkin" userId="3c94c39e-c43b-4805-99ab-8da17777f1ac" providerId="ADAL" clId="{E440F346-DC68-4DD4-BA80-8DE6476F8949}" dt="2021-05-29T19:47:46.747" v="58632" actId="1037"/>
          <ac:spMkLst>
            <pc:docMk/>
            <pc:sldMk cId="1750121902" sldId="2146846028"/>
            <ac:spMk id="87" creationId="{98B88152-9A8E-44BA-8CEA-4102F1B88223}"/>
          </ac:spMkLst>
        </pc:spChg>
        <pc:spChg chg="add mod">
          <ac:chgData name="Ken Popkin" userId="3c94c39e-c43b-4805-99ab-8da17777f1ac" providerId="ADAL" clId="{E440F346-DC68-4DD4-BA80-8DE6476F8949}" dt="2021-05-29T19:47:46.747" v="58632" actId="1037"/>
          <ac:spMkLst>
            <pc:docMk/>
            <pc:sldMk cId="1750121902" sldId="2146846028"/>
            <ac:spMk id="88" creationId="{D1E83A46-1CB8-4DE9-B396-9E6099D28A17}"/>
          </ac:spMkLst>
        </pc:spChg>
        <pc:spChg chg="add mod">
          <ac:chgData name="Ken Popkin" userId="3c94c39e-c43b-4805-99ab-8da17777f1ac" providerId="ADAL" clId="{E440F346-DC68-4DD4-BA80-8DE6476F8949}" dt="2021-05-29T19:47:46.747" v="58632" actId="1037"/>
          <ac:spMkLst>
            <pc:docMk/>
            <pc:sldMk cId="1750121902" sldId="2146846028"/>
            <ac:spMk id="89" creationId="{9A0D1923-3F3E-4801-8E55-5EF737415B12}"/>
          </ac:spMkLst>
        </pc:spChg>
        <pc:spChg chg="add del mod">
          <ac:chgData name="Ken Popkin" userId="3c94c39e-c43b-4805-99ab-8da17777f1ac" providerId="ADAL" clId="{E440F346-DC68-4DD4-BA80-8DE6476F8949}" dt="2021-06-01T21:19:58.090" v="113888" actId="478"/>
          <ac:spMkLst>
            <pc:docMk/>
            <pc:sldMk cId="1750121902" sldId="2146846028"/>
            <ac:spMk id="90" creationId="{040EE6DB-88CE-4FD8-A3BE-B2CEB62A53E2}"/>
          </ac:spMkLst>
        </pc:spChg>
        <pc:spChg chg="add del mod">
          <ac:chgData name="Ken Popkin" userId="3c94c39e-c43b-4805-99ab-8da17777f1ac" providerId="ADAL" clId="{E440F346-DC68-4DD4-BA80-8DE6476F8949}" dt="2021-05-29T19:39:23.306" v="57071"/>
          <ac:spMkLst>
            <pc:docMk/>
            <pc:sldMk cId="1750121902" sldId="2146846028"/>
            <ac:spMk id="90" creationId="{EB703C9E-0352-4B09-94E1-7620EC939340}"/>
          </ac:spMkLst>
        </pc:spChg>
        <pc:spChg chg="add del mod modVis">
          <ac:chgData name="Ken Popkin" userId="3c94c39e-c43b-4805-99ab-8da17777f1ac" providerId="ADAL" clId="{E440F346-DC68-4DD4-BA80-8DE6476F8949}" dt="2021-05-29T19:39:23.308" v="57072"/>
          <ac:spMkLst>
            <pc:docMk/>
            <pc:sldMk cId="1750121902" sldId="2146846028"/>
            <ac:spMk id="91" creationId="{94C57E6A-274D-433A-A7BC-8785238FE00A}"/>
          </ac:spMkLst>
        </pc:spChg>
        <pc:spChg chg="add mod">
          <ac:chgData name="Ken Popkin" userId="3c94c39e-c43b-4805-99ab-8da17777f1ac" providerId="ADAL" clId="{E440F346-DC68-4DD4-BA80-8DE6476F8949}" dt="2021-05-29T19:47:46.747" v="58632" actId="1037"/>
          <ac:spMkLst>
            <pc:docMk/>
            <pc:sldMk cId="1750121902" sldId="2146846028"/>
            <ac:spMk id="92" creationId="{7F83B6D6-C981-4A52-8805-D6D49A2350E4}"/>
          </ac:spMkLst>
        </pc:spChg>
        <pc:spChg chg="add mod modVis">
          <ac:chgData name="Ken Popkin" userId="3c94c39e-c43b-4805-99ab-8da17777f1ac" providerId="ADAL" clId="{E440F346-DC68-4DD4-BA80-8DE6476F8949}" dt="2021-05-29T19:47:19.740" v="58526"/>
          <ac:spMkLst>
            <pc:docMk/>
            <pc:sldMk cId="1750121902" sldId="2146846028"/>
            <ac:spMk id="93" creationId="{7539D464-D376-4741-A981-5BB3A15A7238}"/>
          </ac:spMkLst>
        </pc:spChg>
        <pc:spChg chg="add mod">
          <ac:chgData name="Ken Popkin" userId="3c94c39e-c43b-4805-99ab-8da17777f1ac" providerId="ADAL" clId="{E440F346-DC68-4DD4-BA80-8DE6476F8949}" dt="2021-05-29T19:47:46.747" v="58632" actId="1037"/>
          <ac:spMkLst>
            <pc:docMk/>
            <pc:sldMk cId="1750121902" sldId="2146846028"/>
            <ac:spMk id="94" creationId="{113AECD3-EACF-4D98-BDA3-468F18A8C756}"/>
          </ac:spMkLst>
        </pc:spChg>
        <pc:spChg chg="add mod modVis">
          <ac:chgData name="Ken Popkin" userId="3c94c39e-c43b-4805-99ab-8da17777f1ac" providerId="ADAL" clId="{E440F346-DC68-4DD4-BA80-8DE6476F8949}" dt="2021-05-29T19:47:19.745" v="58538"/>
          <ac:spMkLst>
            <pc:docMk/>
            <pc:sldMk cId="1750121902" sldId="2146846028"/>
            <ac:spMk id="95" creationId="{7A1C411C-E1EC-406D-9FFA-1BE34360FAAA}"/>
          </ac:spMkLst>
        </pc:spChg>
        <pc:spChg chg="add mod">
          <ac:chgData name="Ken Popkin" userId="3c94c39e-c43b-4805-99ab-8da17777f1ac" providerId="ADAL" clId="{E440F346-DC68-4DD4-BA80-8DE6476F8949}" dt="2021-05-29T19:47:46.747" v="58632" actId="1037"/>
          <ac:spMkLst>
            <pc:docMk/>
            <pc:sldMk cId="1750121902" sldId="2146846028"/>
            <ac:spMk id="96" creationId="{E5971753-8C27-4D13-B552-FCD43D91D76D}"/>
          </ac:spMkLst>
        </pc:spChg>
        <pc:spChg chg="add mod modVis">
          <ac:chgData name="Ken Popkin" userId="3c94c39e-c43b-4805-99ab-8da17777f1ac" providerId="ADAL" clId="{E440F346-DC68-4DD4-BA80-8DE6476F8949}" dt="2021-05-29T19:47:19.749" v="58546"/>
          <ac:spMkLst>
            <pc:docMk/>
            <pc:sldMk cId="1750121902" sldId="2146846028"/>
            <ac:spMk id="97" creationId="{0EBF0043-4CBA-4CF0-9DCE-EE7FD66E6AA7}"/>
          </ac:spMkLst>
        </pc:spChg>
        <pc:spChg chg="add mod">
          <ac:chgData name="Ken Popkin" userId="3c94c39e-c43b-4805-99ab-8da17777f1ac" providerId="ADAL" clId="{E440F346-DC68-4DD4-BA80-8DE6476F8949}" dt="2021-05-29T19:47:46.747" v="58632" actId="1037"/>
          <ac:spMkLst>
            <pc:docMk/>
            <pc:sldMk cId="1750121902" sldId="2146846028"/>
            <ac:spMk id="98" creationId="{98F45747-F2B6-49BC-AC35-2546733C6E6B}"/>
          </ac:spMkLst>
        </pc:spChg>
        <pc:spChg chg="add mod modVis">
          <ac:chgData name="Ken Popkin" userId="3c94c39e-c43b-4805-99ab-8da17777f1ac" providerId="ADAL" clId="{E440F346-DC68-4DD4-BA80-8DE6476F8949}" dt="2021-05-29T19:47:19.754" v="58558"/>
          <ac:spMkLst>
            <pc:docMk/>
            <pc:sldMk cId="1750121902" sldId="2146846028"/>
            <ac:spMk id="99" creationId="{734967B0-5CDC-4C71-95F2-30819D4DAE45}"/>
          </ac:spMkLst>
        </pc:spChg>
        <pc:spChg chg="add mod">
          <ac:chgData name="Ken Popkin" userId="3c94c39e-c43b-4805-99ab-8da17777f1ac" providerId="ADAL" clId="{E440F346-DC68-4DD4-BA80-8DE6476F8949}" dt="2021-05-29T19:47:46.747" v="58632" actId="1037"/>
          <ac:spMkLst>
            <pc:docMk/>
            <pc:sldMk cId="1750121902" sldId="2146846028"/>
            <ac:spMk id="100" creationId="{CB273349-8F21-4FCE-8DDF-DE1C8270B57D}"/>
          </ac:spMkLst>
        </pc:spChg>
        <pc:spChg chg="add mod modVis">
          <ac:chgData name="Ken Popkin" userId="3c94c39e-c43b-4805-99ab-8da17777f1ac" providerId="ADAL" clId="{E440F346-DC68-4DD4-BA80-8DE6476F8949}" dt="2021-05-29T19:47:19.735" v="58518"/>
          <ac:spMkLst>
            <pc:docMk/>
            <pc:sldMk cId="1750121902" sldId="2146846028"/>
            <ac:spMk id="101" creationId="{23BEEC5A-5CDC-4E34-8FFB-E9664FB3FD8B}"/>
          </ac:spMkLst>
        </pc:spChg>
        <pc:spChg chg="add mod ord">
          <ac:chgData name="Ken Popkin" userId="3c94c39e-c43b-4805-99ab-8da17777f1ac" providerId="ADAL" clId="{E440F346-DC68-4DD4-BA80-8DE6476F8949}" dt="2021-05-29T19:47:20.299" v="58584"/>
          <ac:spMkLst>
            <pc:docMk/>
            <pc:sldMk cId="1750121902" sldId="2146846028"/>
            <ac:spMk id="102" creationId="{3A01A4E5-30F4-41D0-983A-97C7EA686742}"/>
          </ac:spMkLst>
        </pc:spChg>
        <pc:spChg chg="add del mod ord">
          <ac:chgData name="Ken Popkin" userId="3c94c39e-c43b-4805-99ab-8da17777f1ac" providerId="ADAL" clId="{E440F346-DC68-4DD4-BA80-8DE6476F8949}" dt="2021-05-29T19:40:19.130" v="57564"/>
          <ac:spMkLst>
            <pc:docMk/>
            <pc:sldMk cId="1750121902" sldId="2146846028"/>
            <ac:spMk id="103" creationId="{6E493D42-7706-4427-8DEF-4FAF59264F81}"/>
          </ac:spMkLst>
        </pc:spChg>
        <pc:spChg chg="add del mod ord">
          <ac:chgData name="Ken Popkin" userId="3c94c39e-c43b-4805-99ab-8da17777f1ac" providerId="ADAL" clId="{E440F346-DC68-4DD4-BA80-8DE6476F8949}" dt="2021-05-29T19:40:19.130" v="57566"/>
          <ac:spMkLst>
            <pc:docMk/>
            <pc:sldMk cId="1750121902" sldId="2146846028"/>
            <ac:spMk id="104" creationId="{0A699F44-D7D7-432A-929D-6B34FD04E786}"/>
          </ac:spMkLst>
        </pc:spChg>
        <pc:spChg chg="add del mod">
          <ac:chgData name="Ken Popkin" userId="3c94c39e-c43b-4805-99ab-8da17777f1ac" providerId="ADAL" clId="{E440F346-DC68-4DD4-BA80-8DE6476F8949}" dt="2021-05-29T19:40:19.130" v="57567"/>
          <ac:spMkLst>
            <pc:docMk/>
            <pc:sldMk cId="1750121902" sldId="2146846028"/>
            <ac:spMk id="105" creationId="{29F12B2B-73D9-4DD1-B4D4-E533786C86C7}"/>
          </ac:spMkLst>
        </pc:spChg>
        <pc:spChg chg="add mod">
          <ac:chgData name="Ken Popkin" userId="3c94c39e-c43b-4805-99ab-8da17777f1ac" providerId="ADAL" clId="{E440F346-DC68-4DD4-BA80-8DE6476F8949}" dt="2021-05-29T19:47:46.747" v="58632" actId="1037"/>
          <ac:spMkLst>
            <pc:docMk/>
            <pc:sldMk cId="1750121902" sldId="2146846028"/>
            <ac:spMk id="106" creationId="{CB67B8B8-D15B-4146-AF6A-A5AC0767BDDB}"/>
          </ac:spMkLst>
        </pc:spChg>
        <pc:spChg chg="add mod">
          <ac:chgData name="Ken Popkin" userId="3c94c39e-c43b-4805-99ab-8da17777f1ac" providerId="ADAL" clId="{E440F346-DC68-4DD4-BA80-8DE6476F8949}" dt="2021-05-29T19:47:46.747" v="58632" actId="1037"/>
          <ac:spMkLst>
            <pc:docMk/>
            <pc:sldMk cId="1750121902" sldId="2146846028"/>
            <ac:spMk id="107" creationId="{A2D9B3DC-54F3-4106-B21D-3EA9E2CA136E}"/>
          </ac:spMkLst>
        </pc:spChg>
        <pc:spChg chg="add mod ord modVis">
          <ac:chgData name="Ken Popkin" userId="3c94c39e-c43b-4805-99ab-8da17777f1ac" providerId="ADAL" clId="{E440F346-DC68-4DD4-BA80-8DE6476F8949}" dt="2021-05-29T19:40:19.127" v="57547"/>
          <ac:spMkLst>
            <pc:docMk/>
            <pc:sldMk cId="1750121902" sldId="2146846028"/>
            <ac:spMk id="108" creationId="{AC5BFA16-0D9E-4DF5-A557-6F26EBE22437}"/>
          </ac:spMkLst>
        </pc:spChg>
        <pc:spChg chg="add mod ord modVis">
          <ac:chgData name="Ken Popkin" userId="3c94c39e-c43b-4805-99ab-8da17777f1ac" providerId="ADAL" clId="{E440F346-DC68-4DD4-BA80-8DE6476F8949}" dt="2021-05-29T19:40:19.127" v="57549"/>
          <ac:spMkLst>
            <pc:docMk/>
            <pc:sldMk cId="1750121902" sldId="2146846028"/>
            <ac:spMk id="109" creationId="{9E9761B5-9EE9-4691-ABB9-909218116D97}"/>
          </ac:spMkLst>
        </pc:spChg>
        <pc:spChg chg="add mod ord modVis">
          <ac:chgData name="Ken Popkin" userId="3c94c39e-c43b-4805-99ab-8da17777f1ac" providerId="ADAL" clId="{E440F346-DC68-4DD4-BA80-8DE6476F8949}" dt="2021-05-29T19:40:19.128" v="57551"/>
          <ac:spMkLst>
            <pc:docMk/>
            <pc:sldMk cId="1750121902" sldId="2146846028"/>
            <ac:spMk id="110" creationId="{451BE209-22EE-4904-BB2D-6FAC7CA54A47}"/>
          </ac:spMkLst>
        </pc:spChg>
        <pc:spChg chg="add mod ord">
          <ac:chgData name="Ken Popkin" userId="3c94c39e-c43b-4805-99ab-8da17777f1ac" providerId="ADAL" clId="{E440F346-DC68-4DD4-BA80-8DE6476F8949}" dt="2021-05-29T19:47:46.747" v="58632" actId="1037"/>
          <ac:spMkLst>
            <pc:docMk/>
            <pc:sldMk cId="1750121902" sldId="2146846028"/>
            <ac:spMk id="111" creationId="{96CBDF68-807C-476A-8DCE-399342D3A43B}"/>
          </ac:spMkLst>
        </pc:spChg>
        <pc:spChg chg="add mod ord">
          <ac:chgData name="Ken Popkin" userId="3c94c39e-c43b-4805-99ab-8da17777f1ac" providerId="ADAL" clId="{E440F346-DC68-4DD4-BA80-8DE6476F8949}" dt="2021-05-29T19:47:46.747" v="58632" actId="1037"/>
          <ac:spMkLst>
            <pc:docMk/>
            <pc:sldMk cId="1750121902" sldId="2146846028"/>
            <ac:spMk id="112" creationId="{FE9230E7-AAC4-4642-BEB0-F77025EE6428}"/>
          </ac:spMkLst>
        </pc:spChg>
        <pc:spChg chg="add mod ord modVis">
          <ac:chgData name="Ken Popkin" userId="3c94c39e-c43b-4805-99ab-8da17777f1ac" providerId="ADAL" clId="{E440F346-DC68-4DD4-BA80-8DE6476F8949}" dt="2021-05-29T19:40:19.128" v="57557"/>
          <ac:spMkLst>
            <pc:docMk/>
            <pc:sldMk cId="1750121902" sldId="2146846028"/>
            <ac:spMk id="113" creationId="{1FA95E7F-ACBB-42AD-973A-1F3E4CABC912}"/>
          </ac:spMkLst>
        </pc:spChg>
        <pc:spChg chg="add mod ord">
          <ac:chgData name="Ken Popkin" userId="3c94c39e-c43b-4805-99ab-8da17777f1ac" providerId="ADAL" clId="{E440F346-DC68-4DD4-BA80-8DE6476F8949}" dt="2021-05-29T19:52:28.119" v="58686" actId="20577"/>
          <ac:spMkLst>
            <pc:docMk/>
            <pc:sldMk cId="1750121902" sldId="2146846028"/>
            <ac:spMk id="114" creationId="{896F580F-B822-4ED9-9077-C3432646649E}"/>
          </ac:spMkLst>
        </pc:spChg>
      </pc:sldChg>
      <pc:sldChg chg="addSp delSp modSp add mod">
        <pc:chgData name="Ken Popkin" userId="3c94c39e-c43b-4805-99ab-8da17777f1ac" providerId="ADAL" clId="{E440F346-DC68-4DD4-BA80-8DE6476F8949}" dt="2021-06-02T15:08:32.837" v="114287" actId="20577"/>
        <pc:sldMkLst>
          <pc:docMk/>
          <pc:sldMk cId="1125456126" sldId="2146846029"/>
        </pc:sldMkLst>
        <pc:graphicFrameChg chg="add mod modGraphic">
          <ac:chgData name="Ken Popkin" userId="3c94c39e-c43b-4805-99ab-8da17777f1ac" providerId="ADAL" clId="{E440F346-DC68-4DD4-BA80-8DE6476F8949}" dt="2021-06-02T15:08:32.837" v="114287" actId="20577"/>
          <ac:graphicFrameMkLst>
            <pc:docMk/>
            <pc:sldMk cId="1125456126" sldId="2146846029"/>
            <ac:graphicFrameMk id="4" creationId="{167033AF-DEA8-4AE3-BA0D-14819896C916}"/>
          </ac:graphicFrameMkLst>
        </pc:graphicFrameChg>
        <pc:graphicFrameChg chg="del modGraphic">
          <ac:chgData name="Ken Popkin" userId="3c94c39e-c43b-4805-99ab-8da17777f1ac" providerId="ADAL" clId="{E440F346-DC68-4DD4-BA80-8DE6476F8949}" dt="2021-06-02T15:06:33.878" v="113987" actId="478"/>
          <ac:graphicFrameMkLst>
            <pc:docMk/>
            <pc:sldMk cId="1125456126" sldId="2146846029"/>
            <ac:graphicFrameMk id="12" creationId="{C77BAEC2-275F-4355-B5D2-6829D9958BC5}"/>
          </ac:graphicFrameMkLst>
        </pc:graphicFrameChg>
      </pc:sldChg>
      <pc:sldChg chg="add del setBg">
        <pc:chgData name="Ken Popkin" userId="3c94c39e-c43b-4805-99ab-8da17777f1ac" providerId="ADAL" clId="{E440F346-DC68-4DD4-BA80-8DE6476F8949}" dt="2021-05-29T20:20:17.927" v="59262"/>
        <pc:sldMkLst>
          <pc:docMk/>
          <pc:sldMk cId="2858879978" sldId="2146846029"/>
        </pc:sldMkLst>
      </pc:sldChg>
      <pc:sldChg chg="add ord">
        <pc:chgData name="Ken Popkin" userId="3c94c39e-c43b-4805-99ab-8da17777f1ac" providerId="ADAL" clId="{E440F346-DC68-4DD4-BA80-8DE6476F8949}" dt="2021-05-29T20:21:19.345" v="59275" actId="20578"/>
        <pc:sldMkLst>
          <pc:docMk/>
          <pc:sldMk cId="182815512" sldId="2146846054"/>
        </pc:sldMkLst>
      </pc:sldChg>
      <pc:sldChg chg="addSp modSp add del mod">
        <pc:chgData name="Ken Popkin" userId="3c94c39e-c43b-4805-99ab-8da17777f1ac" providerId="ADAL" clId="{E440F346-DC68-4DD4-BA80-8DE6476F8949}" dt="2021-05-29T20:53:21.351" v="61243" actId="47"/>
        <pc:sldMkLst>
          <pc:docMk/>
          <pc:sldMk cId="758697652" sldId="2146846055"/>
        </pc:sldMkLst>
        <pc:spChg chg="mod ord">
          <ac:chgData name="Ken Popkin" userId="3c94c39e-c43b-4805-99ab-8da17777f1ac" providerId="ADAL" clId="{E440F346-DC68-4DD4-BA80-8DE6476F8949}" dt="2021-05-29T20:53:18.022" v="61242"/>
          <ac:spMkLst>
            <pc:docMk/>
            <pc:sldMk cId="758697652" sldId="2146846055"/>
            <ac:spMk id="2" creationId="{B3E106DE-32E2-4132-8735-E6CA4033573D}"/>
          </ac:spMkLst>
        </pc:spChg>
        <pc:spChg chg="mod ord">
          <ac:chgData name="Ken Popkin" userId="3c94c39e-c43b-4805-99ab-8da17777f1ac" providerId="ADAL" clId="{E440F346-DC68-4DD4-BA80-8DE6476F8949}" dt="2021-05-29T20:53:18.022" v="61240"/>
          <ac:spMkLst>
            <pc:docMk/>
            <pc:sldMk cId="758697652" sldId="2146846055"/>
            <ac:spMk id="3" creationId="{436E7EBC-4325-4B08-A56A-34DF77A19D68}"/>
          </ac:spMkLst>
        </pc:spChg>
        <pc:spChg chg="mod ord">
          <ac:chgData name="Ken Popkin" userId="3c94c39e-c43b-4805-99ab-8da17777f1ac" providerId="ADAL" clId="{E440F346-DC68-4DD4-BA80-8DE6476F8949}" dt="2021-05-29T20:53:18.022" v="61238"/>
          <ac:spMkLst>
            <pc:docMk/>
            <pc:sldMk cId="758697652" sldId="2146846055"/>
            <ac:spMk id="4" creationId="{FEC1B8FE-D644-41E8-A03E-12CEF4F30584}"/>
          </ac:spMkLst>
        </pc:spChg>
        <pc:spChg chg="add mod ord modVis">
          <ac:chgData name="Ken Popkin" userId="3c94c39e-c43b-4805-99ab-8da17777f1ac" providerId="ADAL" clId="{E440F346-DC68-4DD4-BA80-8DE6476F8949}" dt="2021-05-29T20:52:41.194" v="60997"/>
          <ac:spMkLst>
            <pc:docMk/>
            <pc:sldMk cId="758697652" sldId="2146846055"/>
            <ac:spMk id="5" creationId="{2E600C8D-7D58-49AC-BB5E-9EDA7817871D}"/>
          </ac:spMkLst>
        </pc:spChg>
        <pc:spChg chg="add mod ord">
          <ac:chgData name="Ken Popkin" userId="3c94c39e-c43b-4805-99ab-8da17777f1ac" providerId="ADAL" clId="{E440F346-DC68-4DD4-BA80-8DE6476F8949}" dt="2021-05-29T20:53:17.316" v="61101"/>
          <ac:spMkLst>
            <pc:docMk/>
            <pc:sldMk cId="758697652" sldId="2146846055"/>
            <ac:spMk id="6" creationId="{F39FA59C-ABD4-4AF0-A26F-A5CDD3C94B47}"/>
          </ac:spMkLst>
        </pc:spChg>
        <pc:spChg chg="add mod">
          <ac:chgData name="Ken Popkin" userId="3c94c39e-c43b-4805-99ab-8da17777f1ac" providerId="ADAL" clId="{E440F346-DC68-4DD4-BA80-8DE6476F8949}" dt="2021-05-29T20:53:17.316" v="61102"/>
          <ac:spMkLst>
            <pc:docMk/>
            <pc:sldMk cId="758697652" sldId="2146846055"/>
            <ac:spMk id="7" creationId="{F103FA39-9A5F-4884-A71F-9317AB2A340E}"/>
          </ac:spMkLst>
        </pc:spChg>
        <pc:spChg chg="add mod modVis">
          <ac:chgData name="Ken Popkin" userId="3c94c39e-c43b-4805-99ab-8da17777f1ac" providerId="ADAL" clId="{E440F346-DC68-4DD4-BA80-8DE6476F8949}" dt="2021-05-29T20:52:41.198" v="61023"/>
          <ac:spMkLst>
            <pc:docMk/>
            <pc:sldMk cId="758697652" sldId="2146846055"/>
            <ac:spMk id="8" creationId="{4E5F6B20-D288-486A-976A-D2272DDF615D}"/>
          </ac:spMkLst>
        </pc:spChg>
        <pc:spChg chg="add mod modVis">
          <ac:chgData name="Ken Popkin" userId="3c94c39e-c43b-4805-99ab-8da17777f1ac" providerId="ADAL" clId="{E440F346-DC68-4DD4-BA80-8DE6476F8949}" dt="2021-05-29T20:53:17.319" v="61104"/>
          <ac:spMkLst>
            <pc:docMk/>
            <pc:sldMk cId="758697652" sldId="2146846055"/>
            <ac:spMk id="9" creationId="{BB2945AB-92D6-48EE-829D-9AF05728AA58}"/>
          </ac:spMkLst>
        </pc:spChg>
        <pc:spChg chg="add mod ord modVis">
          <ac:chgData name="Ken Popkin" userId="3c94c39e-c43b-4805-99ab-8da17777f1ac" providerId="ADAL" clId="{E440F346-DC68-4DD4-BA80-8DE6476F8949}" dt="2021-05-29T20:53:17.319" v="61106"/>
          <ac:spMkLst>
            <pc:docMk/>
            <pc:sldMk cId="758697652" sldId="2146846055"/>
            <ac:spMk id="10" creationId="{861BFC27-C2A8-4B9B-B304-8C74CFF94F9C}"/>
          </ac:spMkLst>
        </pc:spChg>
        <pc:spChg chg="add mod ord">
          <ac:chgData name="Ken Popkin" userId="3c94c39e-c43b-4805-99ab-8da17777f1ac" providerId="ADAL" clId="{E440F346-DC68-4DD4-BA80-8DE6476F8949}" dt="2021-05-29T20:53:17.320" v="61108"/>
          <ac:spMkLst>
            <pc:docMk/>
            <pc:sldMk cId="758697652" sldId="2146846055"/>
            <ac:spMk id="11" creationId="{FA11D380-E8A9-4505-B7FF-FF7D46479093}"/>
          </ac:spMkLst>
        </pc:spChg>
        <pc:spChg chg="add mod ord">
          <ac:chgData name="Ken Popkin" userId="3c94c39e-c43b-4805-99ab-8da17777f1ac" providerId="ADAL" clId="{E440F346-DC68-4DD4-BA80-8DE6476F8949}" dt="2021-05-29T20:53:17.321" v="61110"/>
          <ac:spMkLst>
            <pc:docMk/>
            <pc:sldMk cId="758697652" sldId="2146846055"/>
            <ac:spMk id="12" creationId="{9AAF48A9-4E41-4A8C-9808-A82A7A86997A}"/>
          </ac:spMkLst>
        </pc:spChg>
        <pc:spChg chg="add mod ord">
          <ac:chgData name="Ken Popkin" userId="3c94c39e-c43b-4805-99ab-8da17777f1ac" providerId="ADAL" clId="{E440F346-DC68-4DD4-BA80-8DE6476F8949}" dt="2021-05-29T20:53:17.321" v="61112"/>
          <ac:spMkLst>
            <pc:docMk/>
            <pc:sldMk cId="758697652" sldId="2146846055"/>
            <ac:spMk id="13" creationId="{0BEE1A31-55EC-4EB1-9359-6318F0990C1C}"/>
          </ac:spMkLst>
        </pc:spChg>
        <pc:spChg chg="add mod ord">
          <ac:chgData name="Ken Popkin" userId="3c94c39e-c43b-4805-99ab-8da17777f1ac" providerId="ADAL" clId="{E440F346-DC68-4DD4-BA80-8DE6476F8949}" dt="2021-05-29T20:53:17.322" v="61114"/>
          <ac:spMkLst>
            <pc:docMk/>
            <pc:sldMk cId="758697652" sldId="2146846055"/>
            <ac:spMk id="14" creationId="{1CD0E2E3-5221-4473-BD94-0F5A628B54CC}"/>
          </ac:spMkLst>
        </pc:spChg>
        <pc:spChg chg="add mod ord">
          <ac:chgData name="Ken Popkin" userId="3c94c39e-c43b-4805-99ab-8da17777f1ac" providerId="ADAL" clId="{E440F346-DC68-4DD4-BA80-8DE6476F8949}" dt="2021-05-29T20:53:17.323" v="61116"/>
          <ac:spMkLst>
            <pc:docMk/>
            <pc:sldMk cId="758697652" sldId="2146846055"/>
            <ac:spMk id="15" creationId="{0DBC6D3C-3230-468F-848D-227F6A992124}"/>
          </ac:spMkLst>
        </pc:spChg>
        <pc:spChg chg="add mod ord">
          <ac:chgData name="Ken Popkin" userId="3c94c39e-c43b-4805-99ab-8da17777f1ac" providerId="ADAL" clId="{E440F346-DC68-4DD4-BA80-8DE6476F8949}" dt="2021-05-29T20:53:17.323" v="61118"/>
          <ac:spMkLst>
            <pc:docMk/>
            <pc:sldMk cId="758697652" sldId="2146846055"/>
            <ac:spMk id="16" creationId="{0AE4A77E-FB7D-42AB-9A42-5E4648ADE70D}"/>
          </ac:spMkLst>
        </pc:spChg>
        <pc:spChg chg="add mod ord">
          <ac:chgData name="Ken Popkin" userId="3c94c39e-c43b-4805-99ab-8da17777f1ac" providerId="ADAL" clId="{E440F346-DC68-4DD4-BA80-8DE6476F8949}" dt="2021-05-29T20:53:17.324" v="61122"/>
          <ac:spMkLst>
            <pc:docMk/>
            <pc:sldMk cId="758697652" sldId="2146846055"/>
            <ac:spMk id="17" creationId="{C4B374DF-D449-4F58-B81C-E6007DAA1DD7}"/>
          </ac:spMkLst>
        </pc:spChg>
        <pc:spChg chg="add mod ord">
          <ac:chgData name="Ken Popkin" userId="3c94c39e-c43b-4805-99ab-8da17777f1ac" providerId="ADAL" clId="{E440F346-DC68-4DD4-BA80-8DE6476F8949}" dt="2021-05-29T20:53:17.324" v="61126"/>
          <ac:spMkLst>
            <pc:docMk/>
            <pc:sldMk cId="758697652" sldId="2146846055"/>
            <ac:spMk id="18" creationId="{2A72C3B1-B497-4E9A-9D76-56259D08F482}"/>
          </ac:spMkLst>
        </pc:spChg>
        <pc:spChg chg="add mod ord">
          <ac:chgData name="Ken Popkin" userId="3c94c39e-c43b-4805-99ab-8da17777f1ac" providerId="ADAL" clId="{E440F346-DC68-4DD4-BA80-8DE6476F8949}" dt="2021-05-29T20:53:17.327" v="61130"/>
          <ac:spMkLst>
            <pc:docMk/>
            <pc:sldMk cId="758697652" sldId="2146846055"/>
            <ac:spMk id="30" creationId="{662F5A93-C63E-4604-8D57-C168D1E46AC5}"/>
          </ac:spMkLst>
        </pc:spChg>
        <pc:spChg chg="add mod ord">
          <ac:chgData name="Ken Popkin" userId="3c94c39e-c43b-4805-99ab-8da17777f1ac" providerId="ADAL" clId="{E440F346-DC68-4DD4-BA80-8DE6476F8949}" dt="2021-05-29T20:53:17.328" v="61134"/>
          <ac:spMkLst>
            <pc:docMk/>
            <pc:sldMk cId="758697652" sldId="2146846055"/>
            <ac:spMk id="31" creationId="{44FCF0F8-517E-45FC-8D02-008CAF2905B0}"/>
          </ac:spMkLst>
        </pc:spChg>
        <pc:spChg chg="add mod">
          <ac:chgData name="Ken Popkin" userId="3c94c39e-c43b-4805-99ab-8da17777f1ac" providerId="ADAL" clId="{E440F346-DC68-4DD4-BA80-8DE6476F8949}" dt="2021-05-29T20:53:17.329" v="61136"/>
          <ac:spMkLst>
            <pc:docMk/>
            <pc:sldMk cId="758697652" sldId="2146846055"/>
            <ac:spMk id="32" creationId="{6957305A-2D2B-4332-8D6A-F8806CD874C4}"/>
          </ac:spMkLst>
        </pc:spChg>
        <pc:spChg chg="add mod ord">
          <ac:chgData name="Ken Popkin" userId="3c94c39e-c43b-4805-99ab-8da17777f1ac" providerId="ADAL" clId="{E440F346-DC68-4DD4-BA80-8DE6476F8949}" dt="2021-05-29T20:53:17.330" v="61140"/>
          <ac:spMkLst>
            <pc:docMk/>
            <pc:sldMk cId="758697652" sldId="2146846055"/>
            <ac:spMk id="33" creationId="{C3E0E8F3-6825-4CA0-BF5C-F2C286622A38}"/>
          </ac:spMkLst>
        </pc:spChg>
        <pc:spChg chg="add mod ord">
          <ac:chgData name="Ken Popkin" userId="3c94c39e-c43b-4805-99ab-8da17777f1ac" providerId="ADAL" clId="{E440F346-DC68-4DD4-BA80-8DE6476F8949}" dt="2021-05-29T20:53:17.331" v="61144"/>
          <ac:spMkLst>
            <pc:docMk/>
            <pc:sldMk cId="758697652" sldId="2146846055"/>
            <ac:spMk id="34" creationId="{532A8ACA-0DE3-4A71-9B9C-CE0C9ECD66B4}"/>
          </ac:spMkLst>
        </pc:spChg>
        <pc:spChg chg="add mod">
          <ac:chgData name="Ken Popkin" userId="3c94c39e-c43b-4805-99ab-8da17777f1ac" providerId="ADAL" clId="{E440F346-DC68-4DD4-BA80-8DE6476F8949}" dt="2021-05-29T20:53:17.331" v="61146"/>
          <ac:spMkLst>
            <pc:docMk/>
            <pc:sldMk cId="758697652" sldId="2146846055"/>
            <ac:spMk id="35" creationId="{B30DE753-02C8-4113-9F9B-9E2DF883D41F}"/>
          </ac:spMkLst>
        </pc:spChg>
        <pc:spChg chg="add mod ord">
          <ac:chgData name="Ken Popkin" userId="3c94c39e-c43b-4805-99ab-8da17777f1ac" providerId="ADAL" clId="{E440F346-DC68-4DD4-BA80-8DE6476F8949}" dt="2021-05-29T20:53:17.333" v="61150"/>
          <ac:spMkLst>
            <pc:docMk/>
            <pc:sldMk cId="758697652" sldId="2146846055"/>
            <ac:spMk id="36" creationId="{1827BE6F-346F-45EC-9F47-22F435D9C567}"/>
          </ac:spMkLst>
        </pc:spChg>
        <pc:spChg chg="add mod ord">
          <ac:chgData name="Ken Popkin" userId="3c94c39e-c43b-4805-99ab-8da17777f1ac" providerId="ADAL" clId="{E440F346-DC68-4DD4-BA80-8DE6476F8949}" dt="2021-05-29T20:53:17.334" v="61154"/>
          <ac:spMkLst>
            <pc:docMk/>
            <pc:sldMk cId="758697652" sldId="2146846055"/>
            <ac:spMk id="37" creationId="{CF3E7669-7E71-4826-82F1-0EC2EE681263}"/>
          </ac:spMkLst>
        </pc:spChg>
        <pc:spChg chg="add mod">
          <ac:chgData name="Ken Popkin" userId="3c94c39e-c43b-4805-99ab-8da17777f1ac" providerId="ADAL" clId="{E440F346-DC68-4DD4-BA80-8DE6476F8949}" dt="2021-05-29T20:53:17.335" v="61156"/>
          <ac:spMkLst>
            <pc:docMk/>
            <pc:sldMk cId="758697652" sldId="2146846055"/>
            <ac:spMk id="38" creationId="{E672A283-49C5-4CF5-9912-410FFD8F40C0}"/>
          </ac:spMkLst>
        </pc:spChg>
        <pc:spChg chg="add mod ord">
          <ac:chgData name="Ken Popkin" userId="3c94c39e-c43b-4805-99ab-8da17777f1ac" providerId="ADAL" clId="{E440F346-DC68-4DD4-BA80-8DE6476F8949}" dt="2021-05-29T20:53:17.336" v="61160"/>
          <ac:spMkLst>
            <pc:docMk/>
            <pc:sldMk cId="758697652" sldId="2146846055"/>
            <ac:spMk id="39" creationId="{2D2B6229-1105-4CBD-9688-6C3E8EC2A235}"/>
          </ac:spMkLst>
        </pc:spChg>
        <pc:spChg chg="add mod ord">
          <ac:chgData name="Ken Popkin" userId="3c94c39e-c43b-4805-99ab-8da17777f1ac" providerId="ADAL" clId="{E440F346-DC68-4DD4-BA80-8DE6476F8949}" dt="2021-05-29T20:53:17.337" v="61164"/>
          <ac:spMkLst>
            <pc:docMk/>
            <pc:sldMk cId="758697652" sldId="2146846055"/>
            <ac:spMk id="40" creationId="{B5D120FD-CBBE-42F1-ACDD-EBB5D3ACE5B1}"/>
          </ac:spMkLst>
        </pc:spChg>
        <pc:spChg chg="add mod">
          <ac:chgData name="Ken Popkin" userId="3c94c39e-c43b-4805-99ab-8da17777f1ac" providerId="ADAL" clId="{E440F346-DC68-4DD4-BA80-8DE6476F8949}" dt="2021-05-29T20:53:17.338" v="61166"/>
          <ac:spMkLst>
            <pc:docMk/>
            <pc:sldMk cId="758697652" sldId="2146846055"/>
            <ac:spMk id="41" creationId="{4DC8FB89-7DB9-49FD-B3E6-C531C61BD42F}"/>
          </ac:spMkLst>
        </pc:spChg>
        <pc:spChg chg="add mod ord">
          <ac:chgData name="Ken Popkin" userId="3c94c39e-c43b-4805-99ab-8da17777f1ac" providerId="ADAL" clId="{E440F346-DC68-4DD4-BA80-8DE6476F8949}" dt="2021-05-29T20:53:17.339" v="61170"/>
          <ac:spMkLst>
            <pc:docMk/>
            <pc:sldMk cId="758697652" sldId="2146846055"/>
            <ac:spMk id="42" creationId="{FF254C61-0E51-4C57-BF8A-5BCA72E84501}"/>
          </ac:spMkLst>
        </pc:spChg>
        <pc:spChg chg="add mod ord">
          <ac:chgData name="Ken Popkin" userId="3c94c39e-c43b-4805-99ab-8da17777f1ac" providerId="ADAL" clId="{E440F346-DC68-4DD4-BA80-8DE6476F8949}" dt="2021-05-29T20:53:17.341" v="61174"/>
          <ac:spMkLst>
            <pc:docMk/>
            <pc:sldMk cId="758697652" sldId="2146846055"/>
            <ac:spMk id="43" creationId="{B06ACA71-C2B9-4825-9FD9-ADFC16DF093C}"/>
          </ac:spMkLst>
        </pc:spChg>
        <pc:spChg chg="add mod">
          <ac:chgData name="Ken Popkin" userId="3c94c39e-c43b-4805-99ab-8da17777f1ac" providerId="ADAL" clId="{E440F346-DC68-4DD4-BA80-8DE6476F8949}" dt="2021-05-29T20:53:17.341" v="61176"/>
          <ac:spMkLst>
            <pc:docMk/>
            <pc:sldMk cId="758697652" sldId="2146846055"/>
            <ac:spMk id="44" creationId="{5FA6E1E4-8209-44E0-A8AE-58B30D71AAFF}"/>
          </ac:spMkLst>
        </pc:spChg>
        <pc:spChg chg="add mod ord">
          <ac:chgData name="Ken Popkin" userId="3c94c39e-c43b-4805-99ab-8da17777f1ac" providerId="ADAL" clId="{E440F346-DC68-4DD4-BA80-8DE6476F8949}" dt="2021-05-29T20:53:17.344" v="61180"/>
          <ac:spMkLst>
            <pc:docMk/>
            <pc:sldMk cId="758697652" sldId="2146846055"/>
            <ac:spMk id="45" creationId="{3C3B0AA5-F2A9-488C-B3F9-DEE89BA4D455}"/>
          </ac:spMkLst>
        </pc:spChg>
        <pc:spChg chg="add mod ord">
          <ac:chgData name="Ken Popkin" userId="3c94c39e-c43b-4805-99ab-8da17777f1ac" providerId="ADAL" clId="{E440F346-DC68-4DD4-BA80-8DE6476F8949}" dt="2021-05-29T20:53:17.345" v="61184"/>
          <ac:spMkLst>
            <pc:docMk/>
            <pc:sldMk cId="758697652" sldId="2146846055"/>
            <ac:spMk id="46" creationId="{F282B8F3-6620-4EAE-B40C-1C7FCD7B643F}"/>
          </ac:spMkLst>
        </pc:spChg>
        <pc:spChg chg="add mod">
          <ac:chgData name="Ken Popkin" userId="3c94c39e-c43b-4805-99ab-8da17777f1ac" providerId="ADAL" clId="{E440F346-DC68-4DD4-BA80-8DE6476F8949}" dt="2021-05-29T20:53:17.345" v="61186"/>
          <ac:spMkLst>
            <pc:docMk/>
            <pc:sldMk cId="758697652" sldId="2146846055"/>
            <ac:spMk id="47" creationId="{8CCC663E-9B11-453B-B928-9E4D41091005}"/>
          </ac:spMkLst>
        </pc:spChg>
        <pc:spChg chg="add mod ord">
          <ac:chgData name="Ken Popkin" userId="3c94c39e-c43b-4805-99ab-8da17777f1ac" providerId="ADAL" clId="{E440F346-DC68-4DD4-BA80-8DE6476F8949}" dt="2021-05-29T20:53:17.347" v="61190"/>
          <ac:spMkLst>
            <pc:docMk/>
            <pc:sldMk cId="758697652" sldId="2146846055"/>
            <ac:spMk id="48" creationId="{70EC90F6-23F3-497E-A4D7-F94CDC7A01BA}"/>
          </ac:spMkLst>
        </pc:spChg>
        <pc:spChg chg="add mod ord">
          <ac:chgData name="Ken Popkin" userId="3c94c39e-c43b-4805-99ab-8da17777f1ac" providerId="ADAL" clId="{E440F346-DC68-4DD4-BA80-8DE6476F8949}" dt="2021-05-29T20:53:17.348" v="61194"/>
          <ac:spMkLst>
            <pc:docMk/>
            <pc:sldMk cId="758697652" sldId="2146846055"/>
            <ac:spMk id="49" creationId="{7FE235E7-14D6-4FF5-A876-5E87F62423C5}"/>
          </ac:spMkLst>
        </pc:spChg>
        <pc:spChg chg="add mod">
          <ac:chgData name="Ken Popkin" userId="3c94c39e-c43b-4805-99ab-8da17777f1ac" providerId="ADAL" clId="{E440F346-DC68-4DD4-BA80-8DE6476F8949}" dt="2021-05-29T20:53:17.349" v="61196"/>
          <ac:spMkLst>
            <pc:docMk/>
            <pc:sldMk cId="758697652" sldId="2146846055"/>
            <ac:spMk id="50" creationId="{0B137FD2-8564-4238-86EB-36D3F6CB5DCE}"/>
          </ac:spMkLst>
        </pc:spChg>
        <pc:spChg chg="add mod ord">
          <ac:chgData name="Ken Popkin" userId="3c94c39e-c43b-4805-99ab-8da17777f1ac" providerId="ADAL" clId="{E440F346-DC68-4DD4-BA80-8DE6476F8949}" dt="2021-05-29T20:53:17.350" v="61200"/>
          <ac:spMkLst>
            <pc:docMk/>
            <pc:sldMk cId="758697652" sldId="2146846055"/>
            <ac:spMk id="51" creationId="{C0172FCB-D195-41ED-933C-018B659FCBA7}"/>
          </ac:spMkLst>
        </pc:spChg>
        <pc:spChg chg="add mod ord">
          <ac:chgData name="Ken Popkin" userId="3c94c39e-c43b-4805-99ab-8da17777f1ac" providerId="ADAL" clId="{E440F346-DC68-4DD4-BA80-8DE6476F8949}" dt="2021-05-29T20:53:17.351" v="61204"/>
          <ac:spMkLst>
            <pc:docMk/>
            <pc:sldMk cId="758697652" sldId="2146846055"/>
            <ac:spMk id="52" creationId="{9E24BC07-4794-45D7-9AE5-1C836129ED8C}"/>
          </ac:spMkLst>
        </pc:spChg>
        <pc:spChg chg="add mod">
          <ac:chgData name="Ken Popkin" userId="3c94c39e-c43b-4805-99ab-8da17777f1ac" providerId="ADAL" clId="{E440F346-DC68-4DD4-BA80-8DE6476F8949}" dt="2021-05-29T20:53:17.352" v="61206"/>
          <ac:spMkLst>
            <pc:docMk/>
            <pc:sldMk cId="758697652" sldId="2146846055"/>
            <ac:spMk id="53" creationId="{C9D491AB-1B32-4920-ACF9-F9E3884367C6}"/>
          </ac:spMkLst>
        </pc:spChg>
        <pc:spChg chg="add mod ord">
          <ac:chgData name="Ken Popkin" userId="3c94c39e-c43b-4805-99ab-8da17777f1ac" providerId="ADAL" clId="{E440F346-DC68-4DD4-BA80-8DE6476F8949}" dt="2021-05-29T20:53:17.353" v="61210"/>
          <ac:spMkLst>
            <pc:docMk/>
            <pc:sldMk cId="758697652" sldId="2146846055"/>
            <ac:spMk id="54" creationId="{F0EACBAD-ECCA-4742-BD14-BF258CD94DF6}"/>
          </ac:spMkLst>
        </pc:spChg>
        <pc:spChg chg="add mod ord">
          <ac:chgData name="Ken Popkin" userId="3c94c39e-c43b-4805-99ab-8da17777f1ac" providerId="ADAL" clId="{E440F346-DC68-4DD4-BA80-8DE6476F8949}" dt="2021-05-29T20:53:17.354" v="61214"/>
          <ac:spMkLst>
            <pc:docMk/>
            <pc:sldMk cId="758697652" sldId="2146846055"/>
            <ac:spMk id="55" creationId="{05EAFE67-C61F-46B4-B157-FE63B748B491}"/>
          </ac:spMkLst>
        </pc:spChg>
        <pc:spChg chg="add mod">
          <ac:chgData name="Ken Popkin" userId="3c94c39e-c43b-4805-99ab-8da17777f1ac" providerId="ADAL" clId="{E440F346-DC68-4DD4-BA80-8DE6476F8949}" dt="2021-05-29T20:53:17.355" v="61216"/>
          <ac:spMkLst>
            <pc:docMk/>
            <pc:sldMk cId="758697652" sldId="2146846055"/>
            <ac:spMk id="56" creationId="{0B701827-05C1-4B52-AFE5-65050AA30E4E}"/>
          </ac:spMkLst>
        </pc:spChg>
        <pc:spChg chg="add mod ord">
          <ac:chgData name="Ken Popkin" userId="3c94c39e-c43b-4805-99ab-8da17777f1ac" providerId="ADAL" clId="{E440F346-DC68-4DD4-BA80-8DE6476F8949}" dt="2021-05-29T20:53:17.357" v="61220"/>
          <ac:spMkLst>
            <pc:docMk/>
            <pc:sldMk cId="758697652" sldId="2146846055"/>
            <ac:spMk id="57" creationId="{8670B14B-D5CC-4BA6-A0CC-8790069C275C}"/>
          </ac:spMkLst>
        </pc:spChg>
        <pc:spChg chg="add mod ord">
          <ac:chgData name="Ken Popkin" userId="3c94c39e-c43b-4805-99ab-8da17777f1ac" providerId="ADAL" clId="{E440F346-DC68-4DD4-BA80-8DE6476F8949}" dt="2021-05-29T20:53:17.357" v="61224"/>
          <ac:spMkLst>
            <pc:docMk/>
            <pc:sldMk cId="758697652" sldId="2146846055"/>
            <ac:spMk id="58" creationId="{2C6A6401-DC09-4BB7-99CE-1419CCC795C3}"/>
          </ac:spMkLst>
        </pc:spChg>
        <pc:spChg chg="add mod">
          <ac:chgData name="Ken Popkin" userId="3c94c39e-c43b-4805-99ab-8da17777f1ac" providerId="ADAL" clId="{E440F346-DC68-4DD4-BA80-8DE6476F8949}" dt="2021-05-29T20:53:17.359" v="61226"/>
          <ac:spMkLst>
            <pc:docMk/>
            <pc:sldMk cId="758697652" sldId="2146846055"/>
            <ac:spMk id="59" creationId="{6A3C759F-0397-478E-A07F-E6714C5DA90F}"/>
          </ac:spMkLst>
        </pc:spChg>
        <pc:spChg chg="add mod ord">
          <ac:chgData name="Ken Popkin" userId="3c94c39e-c43b-4805-99ab-8da17777f1ac" providerId="ADAL" clId="{E440F346-DC68-4DD4-BA80-8DE6476F8949}" dt="2021-05-29T20:53:17.360" v="61230"/>
          <ac:spMkLst>
            <pc:docMk/>
            <pc:sldMk cId="758697652" sldId="2146846055"/>
            <ac:spMk id="60" creationId="{21325AF6-D351-4E5E-9942-7667E4625BB0}"/>
          </ac:spMkLst>
        </pc:spChg>
        <pc:spChg chg="add mod ord">
          <ac:chgData name="Ken Popkin" userId="3c94c39e-c43b-4805-99ab-8da17777f1ac" providerId="ADAL" clId="{E440F346-DC68-4DD4-BA80-8DE6476F8949}" dt="2021-05-29T20:53:17.361" v="61234"/>
          <ac:spMkLst>
            <pc:docMk/>
            <pc:sldMk cId="758697652" sldId="2146846055"/>
            <ac:spMk id="61" creationId="{B8A20BDD-A4F8-4FA5-A0D7-16D2D530A0E2}"/>
          </ac:spMkLst>
        </pc:spChg>
        <pc:spChg chg="add mod">
          <ac:chgData name="Ken Popkin" userId="3c94c39e-c43b-4805-99ab-8da17777f1ac" providerId="ADAL" clId="{E440F346-DC68-4DD4-BA80-8DE6476F8949}" dt="2021-05-29T20:53:17.361" v="61236"/>
          <ac:spMkLst>
            <pc:docMk/>
            <pc:sldMk cId="758697652" sldId="2146846055"/>
            <ac:spMk id="62" creationId="{46AE8067-CF11-4255-8B19-528CF771F728}"/>
          </ac:spMkLst>
        </pc:spChg>
        <pc:cxnChg chg="add mod ord">
          <ac:chgData name="Ken Popkin" userId="3c94c39e-c43b-4805-99ab-8da17777f1ac" providerId="ADAL" clId="{E440F346-DC68-4DD4-BA80-8DE6476F8949}" dt="2021-05-29T20:52:41.194" v="61001"/>
          <ac:cxnSpMkLst>
            <pc:docMk/>
            <pc:sldMk cId="758697652" sldId="2146846055"/>
            <ac:cxnSpMk id="19" creationId="{CADB25B8-64A5-483B-966C-8EAF1420542F}"/>
          </ac:cxnSpMkLst>
        </pc:cxnChg>
        <pc:cxnChg chg="add mod ord">
          <ac:chgData name="Ken Popkin" userId="3c94c39e-c43b-4805-99ab-8da17777f1ac" providerId="ADAL" clId="{E440F346-DC68-4DD4-BA80-8DE6476F8949}" dt="2021-05-29T20:52:41.195" v="61003"/>
          <ac:cxnSpMkLst>
            <pc:docMk/>
            <pc:sldMk cId="758697652" sldId="2146846055"/>
            <ac:cxnSpMk id="20" creationId="{0F51637E-DACE-465A-A7BA-F624104B806C}"/>
          </ac:cxnSpMkLst>
        </pc:cxnChg>
        <pc:cxnChg chg="add mod ord">
          <ac:chgData name="Ken Popkin" userId="3c94c39e-c43b-4805-99ab-8da17777f1ac" providerId="ADAL" clId="{E440F346-DC68-4DD4-BA80-8DE6476F8949}" dt="2021-05-29T20:52:41.195" v="61005"/>
          <ac:cxnSpMkLst>
            <pc:docMk/>
            <pc:sldMk cId="758697652" sldId="2146846055"/>
            <ac:cxnSpMk id="21" creationId="{36D3A33E-3F33-45F1-AE63-E8E4BFD090EE}"/>
          </ac:cxnSpMkLst>
        </pc:cxnChg>
        <pc:cxnChg chg="add mod ord">
          <ac:chgData name="Ken Popkin" userId="3c94c39e-c43b-4805-99ab-8da17777f1ac" providerId="ADAL" clId="{E440F346-DC68-4DD4-BA80-8DE6476F8949}" dt="2021-05-29T20:52:41.195" v="61007"/>
          <ac:cxnSpMkLst>
            <pc:docMk/>
            <pc:sldMk cId="758697652" sldId="2146846055"/>
            <ac:cxnSpMk id="22" creationId="{1CF3E3AE-16B0-4992-B56F-092A748A5E54}"/>
          </ac:cxnSpMkLst>
        </pc:cxnChg>
        <pc:cxnChg chg="add mod ord">
          <ac:chgData name="Ken Popkin" userId="3c94c39e-c43b-4805-99ab-8da17777f1ac" providerId="ADAL" clId="{E440F346-DC68-4DD4-BA80-8DE6476F8949}" dt="2021-05-29T20:52:41.196" v="61009"/>
          <ac:cxnSpMkLst>
            <pc:docMk/>
            <pc:sldMk cId="758697652" sldId="2146846055"/>
            <ac:cxnSpMk id="23" creationId="{B3A1C231-DCF1-4830-844B-9FC9A365F347}"/>
          </ac:cxnSpMkLst>
        </pc:cxnChg>
        <pc:cxnChg chg="add mod ord">
          <ac:chgData name="Ken Popkin" userId="3c94c39e-c43b-4805-99ab-8da17777f1ac" providerId="ADAL" clId="{E440F346-DC68-4DD4-BA80-8DE6476F8949}" dt="2021-05-29T20:52:41.196" v="61011"/>
          <ac:cxnSpMkLst>
            <pc:docMk/>
            <pc:sldMk cId="758697652" sldId="2146846055"/>
            <ac:cxnSpMk id="24" creationId="{35538C72-2D00-4652-A370-6FFEC1EB6E92}"/>
          </ac:cxnSpMkLst>
        </pc:cxnChg>
        <pc:cxnChg chg="add mod ord">
          <ac:chgData name="Ken Popkin" userId="3c94c39e-c43b-4805-99ab-8da17777f1ac" providerId="ADAL" clId="{E440F346-DC68-4DD4-BA80-8DE6476F8949}" dt="2021-05-29T20:52:41.196" v="61013"/>
          <ac:cxnSpMkLst>
            <pc:docMk/>
            <pc:sldMk cId="758697652" sldId="2146846055"/>
            <ac:cxnSpMk id="25" creationId="{43E2DCF3-36DB-4552-93AA-0100D9A83E5A}"/>
          </ac:cxnSpMkLst>
        </pc:cxnChg>
        <pc:cxnChg chg="add mod ord">
          <ac:chgData name="Ken Popkin" userId="3c94c39e-c43b-4805-99ab-8da17777f1ac" providerId="ADAL" clId="{E440F346-DC68-4DD4-BA80-8DE6476F8949}" dt="2021-05-29T20:52:41.197" v="61015"/>
          <ac:cxnSpMkLst>
            <pc:docMk/>
            <pc:sldMk cId="758697652" sldId="2146846055"/>
            <ac:cxnSpMk id="26" creationId="{4D753416-3F37-4799-9425-319450F9DE36}"/>
          </ac:cxnSpMkLst>
        </pc:cxnChg>
        <pc:cxnChg chg="add mod ord">
          <ac:chgData name="Ken Popkin" userId="3c94c39e-c43b-4805-99ab-8da17777f1ac" providerId="ADAL" clId="{E440F346-DC68-4DD4-BA80-8DE6476F8949}" dt="2021-05-29T20:52:41.197" v="61017"/>
          <ac:cxnSpMkLst>
            <pc:docMk/>
            <pc:sldMk cId="758697652" sldId="2146846055"/>
            <ac:cxnSpMk id="27" creationId="{12E2951C-5A54-407B-859A-3CE585EBBEDB}"/>
          </ac:cxnSpMkLst>
        </pc:cxnChg>
        <pc:cxnChg chg="add mod ord">
          <ac:chgData name="Ken Popkin" userId="3c94c39e-c43b-4805-99ab-8da17777f1ac" providerId="ADAL" clId="{E440F346-DC68-4DD4-BA80-8DE6476F8949}" dt="2021-05-29T20:52:41.197" v="61019"/>
          <ac:cxnSpMkLst>
            <pc:docMk/>
            <pc:sldMk cId="758697652" sldId="2146846055"/>
            <ac:cxnSpMk id="28" creationId="{F71A2C10-A67C-4462-9A02-CCA710795353}"/>
          </ac:cxnSpMkLst>
        </pc:cxnChg>
        <pc:cxnChg chg="add mod ord">
          <ac:chgData name="Ken Popkin" userId="3c94c39e-c43b-4805-99ab-8da17777f1ac" providerId="ADAL" clId="{E440F346-DC68-4DD4-BA80-8DE6476F8949}" dt="2021-05-29T20:52:41.198" v="61021"/>
          <ac:cxnSpMkLst>
            <pc:docMk/>
            <pc:sldMk cId="758697652" sldId="2146846055"/>
            <ac:cxnSpMk id="29" creationId="{3D8F3D3D-B62E-4A0F-9112-47EAAAB71DD4}"/>
          </ac:cxnSpMkLst>
        </pc:cxnChg>
      </pc:sldChg>
      <pc:sldChg chg="addSp delSp modSp add del mod">
        <pc:chgData name="Ken Popkin" userId="3c94c39e-c43b-4805-99ab-8da17777f1ac" providerId="ADAL" clId="{E440F346-DC68-4DD4-BA80-8DE6476F8949}" dt="2021-05-29T22:12:21.243" v="90583" actId="47"/>
        <pc:sldMkLst>
          <pc:docMk/>
          <pc:sldMk cId="1070238881" sldId="2146846055"/>
        </pc:sldMkLst>
        <pc:spChg chg="del mod ord">
          <ac:chgData name="Ken Popkin" userId="3c94c39e-c43b-4805-99ab-8da17777f1ac" providerId="ADAL" clId="{E440F346-DC68-4DD4-BA80-8DE6476F8949}" dt="2021-05-29T22:04:39.809" v="85833" actId="478"/>
          <ac:spMkLst>
            <pc:docMk/>
            <pc:sldMk cId="1070238881" sldId="2146846055"/>
            <ac:spMk id="2" creationId="{1E2C9966-48DE-4EFB-AD76-C681D38BC911}"/>
          </ac:spMkLst>
        </pc:spChg>
        <pc:spChg chg="del mod ord">
          <ac:chgData name="Ken Popkin" userId="3c94c39e-c43b-4805-99ab-8da17777f1ac" providerId="ADAL" clId="{E440F346-DC68-4DD4-BA80-8DE6476F8949}" dt="2021-05-29T22:04:39.809" v="85833" actId="478"/>
          <ac:spMkLst>
            <pc:docMk/>
            <pc:sldMk cId="1070238881" sldId="2146846055"/>
            <ac:spMk id="3" creationId="{269A625F-48E9-458C-9CA6-823984D0795B}"/>
          </ac:spMkLst>
        </pc:spChg>
        <pc:spChg chg="del mod ord">
          <ac:chgData name="Ken Popkin" userId="3c94c39e-c43b-4805-99ab-8da17777f1ac" providerId="ADAL" clId="{E440F346-DC68-4DD4-BA80-8DE6476F8949}" dt="2021-05-29T22:04:39.809" v="85833" actId="478"/>
          <ac:spMkLst>
            <pc:docMk/>
            <pc:sldMk cId="1070238881" sldId="2146846055"/>
            <ac:spMk id="4" creationId="{0AC71E34-E33C-41FF-8562-B34FE33FA4D8}"/>
          </ac:spMkLst>
        </pc:spChg>
        <pc:spChg chg="add mod ord modVis">
          <ac:chgData name="Ken Popkin" userId="3c94c39e-c43b-4805-99ab-8da17777f1ac" providerId="ADAL" clId="{E440F346-DC68-4DD4-BA80-8DE6476F8949}" dt="2021-05-29T22:09:47.903" v="86671"/>
          <ac:spMkLst>
            <pc:docMk/>
            <pc:sldMk cId="1070238881" sldId="2146846055"/>
            <ac:spMk id="5" creationId="{AFE9D370-59C0-4551-AD4D-AC3F0720BEF9}"/>
          </ac:spMkLst>
        </pc:spChg>
        <pc:spChg chg="add mod ord">
          <ac:chgData name="Ken Popkin" userId="3c94c39e-c43b-4805-99ab-8da17777f1ac" providerId="ADAL" clId="{E440F346-DC68-4DD4-BA80-8DE6476F8949}" dt="2021-05-29T22:09:47.903" v="86673"/>
          <ac:spMkLst>
            <pc:docMk/>
            <pc:sldMk cId="1070238881" sldId="2146846055"/>
            <ac:spMk id="6" creationId="{B40CDBD4-F356-4206-A39D-9E9A15F44FD1}"/>
          </ac:spMkLst>
        </pc:spChg>
        <pc:spChg chg="add del mod">
          <ac:chgData name="Ken Popkin" userId="3c94c39e-c43b-4805-99ab-8da17777f1ac" providerId="ADAL" clId="{E440F346-DC68-4DD4-BA80-8DE6476F8949}" dt="2021-05-29T22:09:47.612" v="86076"/>
          <ac:spMkLst>
            <pc:docMk/>
            <pc:sldMk cId="1070238881" sldId="2146846055"/>
            <ac:spMk id="7" creationId="{4C577B3D-5A37-47D2-A66B-DDCDDBD74F7C}"/>
          </ac:spMkLst>
        </pc:spChg>
        <pc:spChg chg="add del mod modVis">
          <ac:chgData name="Ken Popkin" userId="3c94c39e-c43b-4805-99ab-8da17777f1ac" providerId="ADAL" clId="{E440F346-DC68-4DD4-BA80-8DE6476F8949}" dt="2021-05-29T22:09:47.619" v="86091"/>
          <ac:spMkLst>
            <pc:docMk/>
            <pc:sldMk cId="1070238881" sldId="2146846055"/>
            <ac:spMk id="8" creationId="{20E8F040-DEC0-4EC3-A058-9CD047050921}"/>
          </ac:spMkLst>
        </pc:spChg>
        <pc:spChg chg="add mod modVis">
          <ac:chgData name="Ken Popkin" userId="3c94c39e-c43b-4805-99ab-8da17777f1ac" providerId="ADAL" clId="{E440F346-DC68-4DD4-BA80-8DE6476F8949}" dt="2021-05-29T22:09:47.911" v="86711"/>
          <ac:spMkLst>
            <pc:docMk/>
            <pc:sldMk cId="1070238881" sldId="2146846055"/>
            <ac:spMk id="9" creationId="{C98875BF-02BB-4C32-B28C-F9B777E7A87D}"/>
          </ac:spMkLst>
        </pc:spChg>
        <pc:spChg chg="add mod ord modVis">
          <ac:chgData name="Ken Popkin" userId="3c94c39e-c43b-4805-99ab-8da17777f1ac" providerId="ADAL" clId="{E440F346-DC68-4DD4-BA80-8DE6476F8949}" dt="2021-05-29T22:09:47.911" v="86713"/>
          <ac:spMkLst>
            <pc:docMk/>
            <pc:sldMk cId="1070238881" sldId="2146846055"/>
            <ac:spMk id="10" creationId="{4AAEE6A8-EA4D-4A00-BB1B-249A0B5107DF}"/>
          </ac:spMkLst>
        </pc:spChg>
        <pc:spChg chg="add mod ord">
          <ac:chgData name="Ken Popkin" userId="3c94c39e-c43b-4805-99ab-8da17777f1ac" providerId="ADAL" clId="{E440F346-DC68-4DD4-BA80-8DE6476F8949}" dt="2021-05-29T22:09:47.911" v="86715"/>
          <ac:spMkLst>
            <pc:docMk/>
            <pc:sldMk cId="1070238881" sldId="2146846055"/>
            <ac:spMk id="11" creationId="{7540A465-B108-4DFF-BE87-26D0DACE0DF8}"/>
          </ac:spMkLst>
        </pc:spChg>
        <pc:spChg chg="add mod ord">
          <ac:chgData name="Ken Popkin" userId="3c94c39e-c43b-4805-99ab-8da17777f1ac" providerId="ADAL" clId="{E440F346-DC68-4DD4-BA80-8DE6476F8949}" dt="2021-05-29T22:09:47.912" v="86717"/>
          <ac:spMkLst>
            <pc:docMk/>
            <pc:sldMk cId="1070238881" sldId="2146846055"/>
            <ac:spMk id="12" creationId="{A74508BF-897F-4299-ACBF-5A74D00F5C90}"/>
          </ac:spMkLst>
        </pc:spChg>
        <pc:spChg chg="add mod ord">
          <ac:chgData name="Ken Popkin" userId="3c94c39e-c43b-4805-99ab-8da17777f1ac" providerId="ADAL" clId="{E440F346-DC68-4DD4-BA80-8DE6476F8949}" dt="2021-05-29T22:09:47.912" v="86719"/>
          <ac:spMkLst>
            <pc:docMk/>
            <pc:sldMk cId="1070238881" sldId="2146846055"/>
            <ac:spMk id="13" creationId="{03113CBE-973C-4E2C-9B26-043974587BCA}"/>
          </ac:spMkLst>
        </pc:spChg>
        <pc:spChg chg="add mod ord">
          <ac:chgData name="Ken Popkin" userId="3c94c39e-c43b-4805-99ab-8da17777f1ac" providerId="ADAL" clId="{E440F346-DC68-4DD4-BA80-8DE6476F8949}" dt="2021-05-29T22:09:47.912" v="86721"/>
          <ac:spMkLst>
            <pc:docMk/>
            <pc:sldMk cId="1070238881" sldId="2146846055"/>
            <ac:spMk id="14" creationId="{FA6D39A2-E70A-4521-BAFB-A885B0BAF8CB}"/>
          </ac:spMkLst>
        </pc:spChg>
        <pc:spChg chg="add del mod ord">
          <ac:chgData name="Ken Popkin" userId="3c94c39e-c43b-4805-99ab-8da17777f1ac" providerId="ADAL" clId="{E440F346-DC68-4DD4-BA80-8DE6476F8949}" dt="2021-05-29T21:58:09.328" v="85482"/>
          <ac:spMkLst>
            <pc:docMk/>
            <pc:sldMk cId="1070238881" sldId="2146846055"/>
            <ac:spMk id="15" creationId="{D59D3E88-9CA6-4A7B-9E35-17CE7A0C6C85}"/>
          </ac:spMkLst>
        </pc:spChg>
        <pc:spChg chg="add del mod ord">
          <ac:chgData name="Ken Popkin" userId="3c94c39e-c43b-4805-99ab-8da17777f1ac" providerId="ADAL" clId="{E440F346-DC68-4DD4-BA80-8DE6476F8949}" dt="2021-05-29T21:58:09.328" v="85484"/>
          <ac:spMkLst>
            <pc:docMk/>
            <pc:sldMk cId="1070238881" sldId="2146846055"/>
            <ac:spMk id="16" creationId="{475DFEC9-18BC-439D-A748-88179093681B}"/>
          </ac:spMkLst>
        </pc:spChg>
        <pc:spChg chg="add del mod ord">
          <ac:chgData name="Ken Popkin" userId="3c94c39e-c43b-4805-99ab-8da17777f1ac" providerId="ADAL" clId="{E440F346-DC68-4DD4-BA80-8DE6476F8949}" dt="2021-05-29T21:58:09.330" v="85486"/>
          <ac:spMkLst>
            <pc:docMk/>
            <pc:sldMk cId="1070238881" sldId="2146846055"/>
            <ac:spMk id="17" creationId="{A9CDD959-2EBB-4460-B9B8-566BCE99E6DB}"/>
          </ac:spMkLst>
        </pc:spChg>
        <pc:spChg chg="add del mod ord">
          <ac:chgData name="Ken Popkin" userId="3c94c39e-c43b-4805-99ab-8da17777f1ac" providerId="ADAL" clId="{E440F346-DC68-4DD4-BA80-8DE6476F8949}" dt="2021-05-29T21:58:09.330" v="85488"/>
          <ac:spMkLst>
            <pc:docMk/>
            <pc:sldMk cId="1070238881" sldId="2146846055"/>
            <ac:spMk id="18" creationId="{A774CDC1-7F26-4F9E-86D6-5EA85946CB64}"/>
          </ac:spMkLst>
        </pc:spChg>
        <pc:spChg chg="add del mod ord">
          <ac:chgData name="Ken Popkin" userId="3c94c39e-c43b-4805-99ab-8da17777f1ac" providerId="ADAL" clId="{E440F346-DC68-4DD4-BA80-8DE6476F8949}" dt="2021-05-29T21:58:09.331" v="85490"/>
          <ac:spMkLst>
            <pc:docMk/>
            <pc:sldMk cId="1070238881" sldId="2146846055"/>
            <ac:spMk id="19" creationId="{841CB355-C85E-42C9-A763-CA3064521BBD}"/>
          </ac:spMkLst>
        </pc:spChg>
        <pc:spChg chg="add del mod ord">
          <ac:chgData name="Ken Popkin" userId="3c94c39e-c43b-4805-99ab-8da17777f1ac" providerId="ADAL" clId="{E440F346-DC68-4DD4-BA80-8DE6476F8949}" dt="2021-05-29T21:58:09.331" v="85492"/>
          <ac:spMkLst>
            <pc:docMk/>
            <pc:sldMk cId="1070238881" sldId="2146846055"/>
            <ac:spMk id="20" creationId="{4942D991-5F11-4DE9-8F01-29DBBA268D70}"/>
          </ac:spMkLst>
        </pc:spChg>
        <pc:spChg chg="add del mod ord">
          <ac:chgData name="Ken Popkin" userId="3c94c39e-c43b-4805-99ab-8da17777f1ac" providerId="ADAL" clId="{E440F346-DC68-4DD4-BA80-8DE6476F8949}" dt="2021-05-29T22:09:47.922" v="86789"/>
          <ac:spMkLst>
            <pc:docMk/>
            <pc:sldMk cId="1070238881" sldId="2146846055"/>
            <ac:spMk id="21" creationId="{DED8194F-A042-4AEA-A2BB-AE144C85BD54}"/>
          </ac:spMkLst>
        </pc:spChg>
        <pc:spChg chg="add del mod ord">
          <ac:chgData name="Ken Popkin" userId="3c94c39e-c43b-4805-99ab-8da17777f1ac" providerId="ADAL" clId="{E440F346-DC68-4DD4-BA80-8DE6476F8949}" dt="2021-05-29T22:09:47.922" v="86791"/>
          <ac:spMkLst>
            <pc:docMk/>
            <pc:sldMk cId="1070238881" sldId="2146846055"/>
            <ac:spMk id="22" creationId="{4E895CE2-B39B-4FBB-A887-92C829B8F78C}"/>
          </ac:spMkLst>
        </pc:spChg>
        <pc:spChg chg="add mod">
          <ac:chgData name="Ken Popkin" userId="3c94c39e-c43b-4805-99ab-8da17777f1ac" providerId="ADAL" clId="{E440F346-DC68-4DD4-BA80-8DE6476F8949}" dt="2021-05-29T22:09:47.901" v="86665"/>
          <ac:spMkLst>
            <pc:docMk/>
            <pc:sldMk cId="1070238881" sldId="2146846055"/>
            <ac:spMk id="23" creationId="{3595F31D-0CF0-45FC-AF0E-C4F673F4B4FE}"/>
          </ac:spMkLst>
        </pc:spChg>
        <pc:spChg chg="add mod">
          <ac:chgData name="Ken Popkin" userId="3c94c39e-c43b-4805-99ab-8da17777f1ac" providerId="ADAL" clId="{E440F346-DC68-4DD4-BA80-8DE6476F8949}" dt="2021-05-29T22:09:47.903" v="86675"/>
          <ac:spMkLst>
            <pc:docMk/>
            <pc:sldMk cId="1070238881" sldId="2146846055"/>
            <ac:spMk id="24" creationId="{6786AEF1-4E47-4530-9784-AFBCC7A6F6F2}"/>
          </ac:spMkLst>
        </pc:spChg>
        <pc:spChg chg="add mod ord">
          <ac:chgData name="Ken Popkin" userId="3c94c39e-c43b-4805-99ab-8da17777f1ac" providerId="ADAL" clId="{E440F346-DC68-4DD4-BA80-8DE6476F8949}" dt="2021-05-29T22:09:47.910" v="86702"/>
          <ac:spMkLst>
            <pc:docMk/>
            <pc:sldMk cId="1070238881" sldId="2146846055"/>
            <ac:spMk id="25" creationId="{5CD06E4B-5360-4B41-B6CC-EE01A196FDAF}"/>
          </ac:spMkLst>
        </pc:spChg>
        <pc:spChg chg="add mod">
          <ac:chgData name="Ken Popkin" userId="3c94c39e-c43b-4805-99ab-8da17777f1ac" providerId="ADAL" clId="{E440F346-DC68-4DD4-BA80-8DE6476F8949}" dt="2021-05-29T22:09:47.901" v="86666"/>
          <ac:spMkLst>
            <pc:docMk/>
            <pc:sldMk cId="1070238881" sldId="2146846055"/>
            <ac:spMk id="26" creationId="{D73EABDF-7D86-4D11-BBD8-7139F0E8DA7B}"/>
          </ac:spMkLst>
        </pc:spChg>
        <pc:spChg chg="add mod">
          <ac:chgData name="Ken Popkin" userId="3c94c39e-c43b-4805-99ab-8da17777f1ac" providerId="ADAL" clId="{E440F346-DC68-4DD4-BA80-8DE6476F8949}" dt="2021-05-29T22:09:47.904" v="86676"/>
          <ac:spMkLst>
            <pc:docMk/>
            <pc:sldMk cId="1070238881" sldId="2146846055"/>
            <ac:spMk id="27" creationId="{0FE86B4E-CEE0-48F4-9083-B0F4C11D8B88}"/>
          </ac:spMkLst>
        </pc:spChg>
        <pc:spChg chg="add mod ord">
          <ac:chgData name="Ken Popkin" userId="3c94c39e-c43b-4805-99ab-8da17777f1ac" providerId="ADAL" clId="{E440F346-DC68-4DD4-BA80-8DE6476F8949}" dt="2021-05-29T22:09:47.910" v="86704"/>
          <ac:spMkLst>
            <pc:docMk/>
            <pc:sldMk cId="1070238881" sldId="2146846055"/>
            <ac:spMk id="28" creationId="{6642CBCE-40BD-4E7A-A578-5B644CF2DCF7}"/>
          </ac:spMkLst>
        </pc:spChg>
        <pc:spChg chg="add del mod">
          <ac:chgData name="Ken Popkin" userId="3c94c39e-c43b-4805-99ab-8da17777f1ac" providerId="ADAL" clId="{E440F346-DC68-4DD4-BA80-8DE6476F8949}" dt="2021-05-29T22:09:47.902" v="86667"/>
          <ac:spMkLst>
            <pc:docMk/>
            <pc:sldMk cId="1070238881" sldId="2146846055"/>
            <ac:spMk id="29" creationId="{03309A23-35D5-4F16-8F51-D66210D10B30}"/>
          </ac:spMkLst>
        </pc:spChg>
        <pc:spChg chg="add mod">
          <ac:chgData name="Ken Popkin" userId="3c94c39e-c43b-4805-99ab-8da17777f1ac" providerId="ADAL" clId="{E440F346-DC68-4DD4-BA80-8DE6476F8949}" dt="2021-05-29T22:09:47.904" v="86677"/>
          <ac:spMkLst>
            <pc:docMk/>
            <pc:sldMk cId="1070238881" sldId="2146846055"/>
            <ac:spMk id="30" creationId="{119F03FD-247B-4891-9861-D335B9E338F4}"/>
          </ac:spMkLst>
        </pc:spChg>
        <pc:spChg chg="add mod ord">
          <ac:chgData name="Ken Popkin" userId="3c94c39e-c43b-4805-99ab-8da17777f1ac" providerId="ADAL" clId="{E440F346-DC68-4DD4-BA80-8DE6476F8949}" dt="2021-05-29T22:09:47.910" v="86706"/>
          <ac:spMkLst>
            <pc:docMk/>
            <pc:sldMk cId="1070238881" sldId="2146846055"/>
            <ac:spMk id="31" creationId="{FBA15C46-CC48-499C-9A98-CF6DCE345400}"/>
          </ac:spMkLst>
        </pc:spChg>
        <pc:spChg chg="add mod">
          <ac:chgData name="Ken Popkin" userId="3c94c39e-c43b-4805-99ab-8da17777f1ac" providerId="ADAL" clId="{E440F346-DC68-4DD4-BA80-8DE6476F8949}" dt="2021-05-29T22:09:47.902" v="86668"/>
          <ac:spMkLst>
            <pc:docMk/>
            <pc:sldMk cId="1070238881" sldId="2146846055"/>
            <ac:spMk id="32" creationId="{0C68DEF0-F249-4FE2-8FDB-930E5F8DC348}"/>
          </ac:spMkLst>
        </pc:spChg>
        <pc:spChg chg="add mod">
          <ac:chgData name="Ken Popkin" userId="3c94c39e-c43b-4805-99ab-8da17777f1ac" providerId="ADAL" clId="{E440F346-DC68-4DD4-BA80-8DE6476F8949}" dt="2021-05-29T22:09:47.904" v="86678"/>
          <ac:spMkLst>
            <pc:docMk/>
            <pc:sldMk cId="1070238881" sldId="2146846055"/>
            <ac:spMk id="33" creationId="{35BCAAF5-B1DD-485E-A755-9F84F908FB04}"/>
          </ac:spMkLst>
        </pc:spChg>
        <pc:spChg chg="add mod ord">
          <ac:chgData name="Ken Popkin" userId="3c94c39e-c43b-4805-99ab-8da17777f1ac" providerId="ADAL" clId="{E440F346-DC68-4DD4-BA80-8DE6476F8949}" dt="2021-05-29T22:09:47.910" v="86708"/>
          <ac:spMkLst>
            <pc:docMk/>
            <pc:sldMk cId="1070238881" sldId="2146846055"/>
            <ac:spMk id="34" creationId="{4E608C2B-02A6-4972-A067-3598BB73D36E}"/>
          </ac:spMkLst>
        </pc:spChg>
        <pc:spChg chg="add mod">
          <ac:chgData name="Ken Popkin" userId="3c94c39e-c43b-4805-99ab-8da17777f1ac" providerId="ADAL" clId="{E440F346-DC68-4DD4-BA80-8DE6476F8949}" dt="2021-05-29T22:09:47.902" v="86669"/>
          <ac:spMkLst>
            <pc:docMk/>
            <pc:sldMk cId="1070238881" sldId="2146846055"/>
            <ac:spMk id="35" creationId="{2E22502A-D4FF-40C3-8B1A-B379F01BD419}"/>
          </ac:spMkLst>
        </pc:spChg>
        <pc:spChg chg="add mod">
          <ac:chgData name="Ken Popkin" userId="3c94c39e-c43b-4805-99ab-8da17777f1ac" providerId="ADAL" clId="{E440F346-DC68-4DD4-BA80-8DE6476F8949}" dt="2021-05-29T22:09:47.905" v="86679"/>
          <ac:spMkLst>
            <pc:docMk/>
            <pc:sldMk cId="1070238881" sldId="2146846055"/>
            <ac:spMk id="36" creationId="{02A964D9-AA20-4F6E-A522-470B0FD1D1CB}"/>
          </ac:spMkLst>
        </pc:spChg>
        <pc:spChg chg="add mod ord">
          <ac:chgData name="Ken Popkin" userId="3c94c39e-c43b-4805-99ab-8da17777f1ac" providerId="ADAL" clId="{E440F346-DC68-4DD4-BA80-8DE6476F8949}" dt="2021-05-29T22:09:47.911" v="86710"/>
          <ac:spMkLst>
            <pc:docMk/>
            <pc:sldMk cId="1070238881" sldId="2146846055"/>
            <ac:spMk id="37" creationId="{6D2C9853-CD3B-485E-8329-8A5796604AE6}"/>
          </ac:spMkLst>
        </pc:spChg>
        <pc:spChg chg="add del mod">
          <ac:chgData name="Ken Popkin" userId="3c94c39e-c43b-4805-99ab-8da17777f1ac" providerId="ADAL" clId="{E440F346-DC68-4DD4-BA80-8DE6476F8949}" dt="2021-05-29T21:49:53.280" v="79879"/>
          <ac:spMkLst>
            <pc:docMk/>
            <pc:sldMk cId="1070238881" sldId="2146846055"/>
            <ac:spMk id="47" creationId="{A6C4611F-1D47-4805-9C9E-E54321564AF3}"/>
          </ac:spMkLst>
        </pc:spChg>
        <pc:spChg chg="add mod ord">
          <ac:chgData name="Ken Popkin" userId="3c94c39e-c43b-4805-99ab-8da17777f1ac" providerId="ADAL" clId="{E440F346-DC68-4DD4-BA80-8DE6476F8949}" dt="2021-05-29T22:09:47.913" v="86727"/>
          <ac:spMkLst>
            <pc:docMk/>
            <pc:sldMk cId="1070238881" sldId="2146846055"/>
            <ac:spMk id="48" creationId="{EFA9C7F5-0D46-4BD5-BBDB-E341043DB51D}"/>
          </ac:spMkLst>
        </pc:spChg>
        <pc:spChg chg="add mod ord modVis">
          <ac:chgData name="Ken Popkin" userId="3c94c39e-c43b-4805-99ab-8da17777f1ac" providerId="ADAL" clId="{E440F346-DC68-4DD4-BA80-8DE6476F8949}" dt="2021-05-29T22:09:47.913" v="86729"/>
          <ac:spMkLst>
            <pc:docMk/>
            <pc:sldMk cId="1070238881" sldId="2146846055"/>
            <ac:spMk id="49" creationId="{440CF7F9-D530-45D3-9CB0-3EBFE64CFB81}"/>
          </ac:spMkLst>
        </pc:spChg>
        <pc:spChg chg="add del mod">
          <ac:chgData name="Ken Popkin" userId="3c94c39e-c43b-4805-99ab-8da17777f1ac" providerId="ADAL" clId="{E440F346-DC68-4DD4-BA80-8DE6476F8949}" dt="2021-05-29T21:49:53.294" v="79911"/>
          <ac:spMkLst>
            <pc:docMk/>
            <pc:sldMk cId="1070238881" sldId="2146846055"/>
            <ac:spMk id="50" creationId="{BE30BF51-592D-4E28-81A7-AD2BEA385896}"/>
          </ac:spMkLst>
        </pc:spChg>
        <pc:spChg chg="add mod ord">
          <ac:chgData name="Ken Popkin" userId="3c94c39e-c43b-4805-99ab-8da17777f1ac" providerId="ADAL" clId="{E440F346-DC68-4DD4-BA80-8DE6476F8949}" dt="2021-05-29T22:09:47.913" v="86731"/>
          <ac:spMkLst>
            <pc:docMk/>
            <pc:sldMk cId="1070238881" sldId="2146846055"/>
            <ac:spMk id="51" creationId="{54C76DE6-7DA7-4CE1-B216-B94390E5FB99}"/>
          </ac:spMkLst>
        </pc:spChg>
        <pc:spChg chg="add mod ord modVis">
          <ac:chgData name="Ken Popkin" userId="3c94c39e-c43b-4805-99ab-8da17777f1ac" providerId="ADAL" clId="{E440F346-DC68-4DD4-BA80-8DE6476F8949}" dt="2021-05-29T22:09:47.914" v="86733"/>
          <ac:spMkLst>
            <pc:docMk/>
            <pc:sldMk cId="1070238881" sldId="2146846055"/>
            <ac:spMk id="52" creationId="{6FEF90D9-F4EE-4633-8211-AC7082CE5342}"/>
          </ac:spMkLst>
        </pc:spChg>
        <pc:spChg chg="add del mod">
          <ac:chgData name="Ken Popkin" userId="3c94c39e-c43b-4805-99ab-8da17777f1ac" providerId="ADAL" clId="{E440F346-DC68-4DD4-BA80-8DE6476F8949}" dt="2021-05-29T21:49:53.308" v="79943"/>
          <ac:spMkLst>
            <pc:docMk/>
            <pc:sldMk cId="1070238881" sldId="2146846055"/>
            <ac:spMk id="53" creationId="{5C1C88D4-EA06-44C2-9356-EE9AF4F6B2B6}"/>
          </ac:spMkLst>
        </pc:spChg>
        <pc:spChg chg="add mod ord">
          <ac:chgData name="Ken Popkin" userId="3c94c39e-c43b-4805-99ab-8da17777f1ac" providerId="ADAL" clId="{E440F346-DC68-4DD4-BA80-8DE6476F8949}" dt="2021-05-29T22:09:47.914" v="86735"/>
          <ac:spMkLst>
            <pc:docMk/>
            <pc:sldMk cId="1070238881" sldId="2146846055"/>
            <ac:spMk id="54" creationId="{3A91C40C-A7A7-48B1-B7B3-F4FA654FA13C}"/>
          </ac:spMkLst>
        </pc:spChg>
        <pc:spChg chg="add mod ord modVis">
          <ac:chgData name="Ken Popkin" userId="3c94c39e-c43b-4805-99ab-8da17777f1ac" providerId="ADAL" clId="{E440F346-DC68-4DD4-BA80-8DE6476F8949}" dt="2021-05-29T22:09:47.914" v="86737"/>
          <ac:spMkLst>
            <pc:docMk/>
            <pc:sldMk cId="1070238881" sldId="2146846055"/>
            <ac:spMk id="55" creationId="{4631F517-97B0-4FCE-8017-5422CE3B47AB}"/>
          </ac:spMkLst>
        </pc:spChg>
        <pc:spChg chg="add del mod">
          <ac:chgData name="Ken Popkin" userId="3c94c39e-c43b-4805-99ab-8da17777f1ac" providerId="ADAL" clId="{E440F346-DC68-4DD4-BA80-8DE6476F8949}" dt="2021-05-29T21:49:53.322" v="79975"/>
          <ac:spMkLst>
            <pc:docMk/>
            <pc:sldMk cId="1070238881" sldId="2146846055"/>
            <ac:spMk id="56" creationId="{740CE322-8D8D-441D-A50A-DF24E0BD729D}"/>
          </ac:spMkLst>
        </pc:spChg>
        <pc:spChg chg="add mod ord">
          <ac:chgData name="Ken Popkin" userId="3c94c39e-c43b-4805-99ab-8da17777f1ac" providerId="ADAL" clId="{E440F346-DC68-4DD4-BA80-8DE6476F8949}" dt="2021-05-29T22:09:47.914" v="86739"/>
          <ac:spMkLst>
            <pc:docMk/>
            <pc:sldMk cId="1070238881" sldId="2146846055"/>
            <ac:spMk id="57" creationId="{CEE641F4-7882-4AC1-B5E9-734F7002DAEF}"/>
          </ac:spMkLst>
        </pc:spChg>
        <pc:spChg chg="add mod ord modVis">
          <ac:chgData name="Ken Popkin" userId="3c94c39e-c43b-4805-99ab-8da17777f1ac" providerId="ADAL" clId="{E440F346-DC68-4DD4-BA80-8DE6476F8949}" dt="2021-05-29T22:09:47.916" v="86741"/>
          <ac:spMkLst>
            <pc:docMk/>
            <pc:sldMk cId="1070238881" sldId="2146846055"/>
            <ac:spMk id="58" creationId="{09263C91-805D-418A-AFE8-0AC48C85EDE9}"/>
          </ac:spMkLst>
        </pc:spChg>
        <pc:spChg chg="add del mod">
          <ac:chgData name="Ken Popkin" userId="3c94c39e-c43b-4805-99ab-8da17777f1ac" providerId="ADAL" clId="{E440F346-DC68-4DD4-BA80-8DE6476F8949}" dt="2021-05-29T21:49:53.336" v="80007"/>
          <ac:spMkLst>
            <pc:docMk/>
            <pc:sldMk cId="1070238881" sldId="2146846055"/>
            <ac:spMk id="59" creationId="{5ABDD076-5E46-4ACE-B9B2-A6A4A968B4C4}"/>
          </ac:spMkLst>
        </pc:spChg>
        <pc:spChg chg="add mod ord">
          <ac:chgData name="Ken Popkin" userId="3c94c39e-c43b-4805-99ab-8da17777f1ac" providerId="ADAL" clId="{E440F346-DC68-4DD4-BA80-8DE6476F8949}" dt="2021-05-29T22:09:47.916" v="86743"/>
          <ac:spMkLst>
            <pc:docMk/>
            <pc:sldMk cId="1070238881" sldId="2146846055"/>
            <ac:spMk id="60" creationId="{F793F82D-E50C-41E0-A0C5-27F9C9089A12}"/>
          </ac:spMkLst>
        </pc:spChg>
        <pc:spChg chg="add mod ord modVis">
          <ac:chgData name="Ken Popkin" userId="3c94c39e-c43b-4805-99ab-8da17777f1ac" providerId="ADAL" clId="{E440F346-DC68-4DD4-BA80-8DE6476F8949}" dt="2021-05-29T22:09:47.916" v="86745"/>
          <ac:spMkLst>
            <pc:docMk/>
            <pc:sldMk cId="1070238881" sldId="2146846055"/>
            <ac:spMk id="61" creationId="{48956066-9E89-42AD-8098-7030D36CEE12}"/>
          </ac:spMkLst>
        </pc:spChg>
        <pc:spChg chg="add del mod">
          <ac:chgData name="Ken Popkin" userId="3c94c39e-c43b-4805-99ab-8da17777f1ac" providerId="ADAL" clId="{E440F346-DC68-4DD4-BA80-8DE6476F8949}" dt="2021-05-29T21:49:53.350" v="80039"/>
          <ac:spMkLst>
            <pc:docMk/>
            <pc:sldMk cId="1070238881" sldId="2146846055"/>
            <ac:spMk id="62" creationId="{1629A65D-CFF8-4CD6-A41A-CD6E476CB1E0}"/>
          </ac:spMkLst>
        </pc:spChg>
        <pc:spChg chg="add mod ord">
          <ac:chgData name="Ken Popkin" userId="3c94c39e-c43b-4805-99ab-8da17777f1ac" providerId="ADAL" clId="{E440F346-DC68-4DD4-BA80-8DE6476F8949}" dt="2021-05-29T22:09:47.916" v="86747"/>
          <ac:spMkLst>
            <pc:docMk/>
            <pc:sldMk cId="1070238881" sldId="2146846055"/>
            <ac:spMk id="63" creationId="{930D0CCA-27FA-4361-9258-1495E5BD5F20}"/>
          </ac:spMkLst>
        </pc:spChg>
        <pc:spChg chg="add mod ord modVis">
          <ac:chgData name="Ken Popkin" userId="3c94c39e-c43b-4805-99ab-8da17777f1ac" providerId="ADAL" clId="{E440F346-DC68-4DD4-BA80-8DE6476F8949}" dt="2021-05-29T22:09:47.917" v="86749"/>
          <ac:spMkLst>
            <pc:docMk/>
            <pc:sldMk cId="1070238881" sldId="2146846055"/>
            <ac:spMk id="64" creationId="{A3246E6D-95FA-4712-ACA8-7C37F33BDB1D}"/>
          </ac:spMkLst>
        </pc:spChg>
        <pc:spChg chg="add del mod">
          <ac:chgData name="Ken Popkin" userId="3c94c39e-c43b-4805-99ab-8da17777f1ac" providerId="ADAL" clId="{E440F346-DC68-4DD4-BA80-8DE6476F8949}" dt="2021-05-29T21:49:53.365" v="80071"/>
          <ac:spMkLst>
            <pc:docMk/>
            <pc:sldMk cId="1070238881" sldId="2146846055"/>
            <ac:spMk id="65" creationId="{AF8C781D-DE89-4D9D-9050-886B79D4CDA4}"/>
          </ac:spMkLst>
        </pc:spChg>
        <pc:spChg chg="add mod ord">
          <ac:chgData name="Ken Popkin" userId="3c94c39e-c43b-4805-99ab-8da17777f1ac" providerId="ADAL" clId="{E440F346-DC68-4DD4-BA80-8DE6476F8949}" dt="2021-05-29T22:09:47.917" v="86751"/>
          <ac:spMkLst>
            <pc:docMk/>
            <pc:sldMk cId="1070238881" sldId="2146846055"/>
            <ac:spMk id="66" creationId="{0020B609-464B-42D0-98F7-6EE129364CE5}"/>
          </ac:spMkLst>
        </pc:spChg>
        <pc:spChg chg="add mod ord modVis">
          <ac:chgData name="Ken Popkin" userId="3c94c39e-c43b-4805-99ab-8da17777f1ac" providerId="ADAL" clId="{E440F346-DC68-4DD4-BA80-8DE6476F8949}" dt="2021-05-29T22:09:47.917" v="86753"/>
          <ac:spMkLst>
            <pc:docMk/>
            <pc:sldMk cId="1070238881" sldId="2146846055"/>
            <ac:spMk id="67" creationId="{04656D62-7E4C-4ED5-A13C-2EF1FDBF1C5C}"/>
          </ac:spMkLst>
        </pc:spChg>
        <pc:spChg chg="add del mod">
          <ac:chgData name="Ken Popkin" userId="3c94c39e-c43b-4805-99ab-8da17777f1ac" providerId="ADAL" clId="{E440F346-DC68-4DD4-BA80-8DE6476F8949}" dt="2021-05-29T21:49:53.379" v="80103"/>
          <ac:spMkLst>
            <pc:docMk/>
            <pc:sldMk cId="1070238881" sldId="2146846055"/>
            <ac:spMk id="68" creationId="{32BB4CC2-CC86-4AB2-AE3A-3B0B9738FF38}"/>
          </ac:spMkLst>
        </pc:spChg>
        <pc:spChg chg="add mod ord">
          <ac:chgData name="Ken Popkin" userId="3c94c39e-c43b-4805-99ab-8da17777f1ac" providerId="ADAL" clId="{E440F346-DC68-4DD4-BA80-8DE6476F8949}" dt="2021-05-29T22:09:47.917" v="86755"/>
          <ac:spMkLst>
            <pc:docMk/>
            <pc:sldMk cId="1070238881" sldId="2146846055"/>
            <ac:spMk id="69" creationId="{7CC012D9-298E-45F6-A7BC-AF09A3E3A0DF}"/>
          </ac:spMkLst>
        </pc:spChg>
        <pc:spChg chg="add mod ord modVis">
          <ac:chgData name="Ken Popkin" userId="3c94c39e-c43b-4805-99ab-8da17777f1ac" providerId="ADAL" clId="{E440F346-DC68-4DD4-BA80-8DE6476F8949}" dt="2021-05-29T22:09:47.918" v="86757"/>
          <ac:spMkLst>
            <pc:docMk/>
            <pc:sldMk cId="1070238881" sldId="2146846055"/>
            <ac:spMk id="70" creationId="{6BEE5D76-822C-4B65-8EEA-DF5143BDD169}"/>
          </ac:spMkLst>
        </pc:spChg>
        <pc:spChg chg="add del mod">
          <ac:chgData name="Ken Popkin" userId="3c94c39e-c43b-4805-99ab-8da17777f1ac" providerId="ADAL" clId="{E440F346-DC68-4DD4-BA80-8DE6476F8949}" dt="2021-05-29T21:49:53.393" v="80135"/>
          <ac:spMkLst>
            <pc:docMk/>
            <pc:sldMk cId="1070238881" sldId="2146846055"/>
            <ac:spMk id="71" creationId="{DA2D6E18-4BBC-4510-BD93-3C550D976E95}"/>
          </ac:spMkLst>
        </pc:spChg>
        <pc:spChg chg="add mod ord">
          <ac:chgData name="Ken Popkin" userId="3c94c39e-c43b-4805-99ab-8da17777f1ac" providerId="ADAL" clId="{E440F346-DC68-4DD4-BA80-8DE6476F8949}" dt="2021-05-29T22:09:47.918" v="86759"/>
          <ac:spMkLst>
            <pc:docMk/>
            <pc:sldMk cId="1070238881" sldId="2146846055"/>
            <ac:spMk id="72" creationId="{C30960AB-49BE-45FE-B776-3B87D9DFD4EC}"/>
          </ac:spMkLst>
        </pc:spChg>
        <pc:spChg chg="add mod ord modVis">
          <ac:chgData name="Ken Popkin" userId="3c94c39e-c43b-4805-99ab-8da17777f1ac" providerId="ADAL" clId="{E440F346-DC68-4DD4-BA80-8DE6476F8949}" dt="2021-05-29T22:09:47.918" v="86761"/>
          <ac:spMkLst>
            <pc:docMk/>
            <pc:sldMk cId="1070238881" sldId="2146846055"/>
            <ac:spMk id="73" creationId="{DBFCEEEC-540F-43AF-8CFB-C407183B9F74}"/>
          </ac:spMkLst>
        </pc:spChg>
        <pc:spChg chg="add del mod">
          <ac:chgData name="Ken Popkin" userId="3c94c39e-c43b-4805-99ab-8da17777f1ac" providerId="ADAL" clId="{E440F346-DC68-4DD4-BA80-8DE6476F8949}" dt="2021-05-29T21:49:53.407" v="80167"/>
          <ac:spMkLst>
            <pc:docMk/>
            <pc:sldMk cId="1070238881" sldId="2146846055"/>
            <ac:spMk id="74" creationId="{C0BFB28C-A78D-4EB8-8479-6B52C3EA9EAF}"/>
          </ac:spMkLst>
        </pc:spChg>
        <pc:spChg chg="add mod ord">
          <ac:chgData name="Ken Popkin" userId="3c94c39e-c43b-4805-99ab-8da17777f1ac" providerId="ADAL" clId="{E440F346-DC68-4DD4-BA80-8DE6476F8949}" dt="2021-05-29T22:09:47.918" v="86763"/>
          <ac:spMkLst>
            <pc:docMk/>
            <pc:sldMk cId="1070238881" sldId="2146846055"/>
            <ac:spMk id="75" creationId="{F7608122-916E-491D-A30B-3801E0B80661}"/>
          </ac:spMkLst>
        </pc:spChg>
        <pc:spChg chg="add mod ord modVis">
          <ac:chgData name="Ken Popkin" userId="3c94c39e-c43b-4805-99ab-8da17777f1ac" providerId="ADAL" clId="{E440F346-DC68-4DD4-BA80-8DE6476F8949}" dt="2021-05-29T22:09:47.919" v="86765"/>
          <ac:spMkLst>
            <pc:docMk/>
            <pc:sldMk cId="1070238881" sldId="2146846055"/>
            <ac:spMk id="76" creationId="{94610EF5-D840-4C49-9480-E4342C7792A5}"/>
          </ac:spMkLst>
        </pc:spChg>
        <pc:spChg chg="add del mod">
          <ac:chgData name="Ken Popkin" userId="3c94c39e-c43b-4805-99ab-8da17777f1ac" providerId="ADAL" clId="{E440F346-DC68-4DD4-BA80-8DE6476F8949}" dt="2021-05-29T21:49:53.422" v="80199"/>
          <ac:spMkLst>
            <pc:docMk/>
            <pc:sldMk cId="1070238881" sldId="2146846055"/>
            <ac:spMk id="77" creationId="{D9BF61C1-3A97-4BA4-866E-648C91F30386}"/>
          </ac:spMkLst>
        </pc:spChg>
        <pc:spChg chg="add mod ord">
          <ac:chgData name="Ken Popkin" userId="3c94c39e-c43b-4805-99ab-8da17777f1ac" providerId="ADAL" clId="{E440F346-DC68-4DD4-BA80-8DE6476F8949}" dt="2021-05-29T22:09:47.919" v="86767"/>
          <ac:spMkLst>
            <pc:docMk/>
            <pc:sldMk cId="1070238881" sldId="2146846055"/>
            <ac:spMk id="78" creationId="{429DA1BC-89C8-4C46-96E1-E11FA7427CD8}"/>
          </ac:spMkLst>
        </pc:spChg>
        <pc:spChg chg="add mod ord modVis">
          <ac:chgData name="Ken Popkin" userId="3c94c39e-c43b-4805-99ab-8da17777f1ac" providerId="ADAL" clId="{E440F346-DC68-4DD4-BA80-8DE6476F8949}" dt="2021-05-29T22:09:47.919" v="86769"/>
          <ac:spMkLst>
            <pc:docMk/>
            <pc:sldMk cId="1070238881" sldId="2146846055"/>
            <ac:spMk id="79" creationId="{05738CDE-03DE-48BA-BE4F-42C29FDF68A1}"/>
          </ac:spMkLst>
        </pc:spChg>
        <pc:spChg chg="add del mod">
          <ac:chgData name="Ken Popkin" userId="3c94c39e-c43b-4805-99ab-8da17777f1ac" providerId="ADAL" clId="{E440F346-DC68-4DD4-BA80-8DE6476F8949}" dt="2021-05-29T21:49:53.437" v="80231"/>
          <ac:spMkLst>
            <pc:docMk/>
            <pc:sldMk cId="1070238881" sldId="2146846055"/>
            <ac:spMk id="80" creationId="{5D29519B-004D-4B1E-8279-44640DD3FDE5}"/>
          </ac:spMkLst>
        </pc:spChg>
        <pc:spChg chg="add mod ord">
          <ac:chgData name="Ken Popkin" userId="3c94c39e-c43b-4805-99ab-8da17777f1ac" providerId="ADAL" clId="{E440F346-DC68-4DD4-BA80-8DE6476F8949}" dt="2021-05-29T22:09:47.919" v="86771"/>
          <ac:spMkLst>
            <pc:docMk/>
            <pc:sldMk cId="1070238881" sldId="2146846055"/>
            <ac:spMk id="81" creationId="{8ABC2CFB-7E73-4CEF-A09F-4D51F0D26E3D}"/>
          </ac:spMkLst>
        </pc:spChg>
        <pc:spChg chg="add mod ord modVis">
          <ac:chgData name="Ken Popkin" userId="3c94c39e-c43b-4805-99ab-8da17777f1ac" providerId="ADAL" clId="{E440F346-DC68-4DD4-BA80-8DE6476F8949}" dt="2021-05-29T22:09:47.920" v="86773"/>
          <ac:spMkLst>
            <pc:docMk/>
            <pc:sldMk cId="1070238881" sldId="2146846055"/>
            <ac:spMk id="82" creationId="{EE38BC35-6966-48B0-9120-AB273A2B6EFA}"/>
          </ac:spMkLst>
        </pc:spChg>
        <pc:spChg chg="add del mod">
          <ac:chgData name="Ken Popkin" userId="3c94c39e-c43b-4805-99ab-8da17777f1ac" providerId="ADAL" clId="{E440F346-DC68-4DD4-BA80-8DE6476F8949}" dt="2021-05-29T21:49:53.451" v="80263"/>
          <ac:spMkLst>
            <pc:docMk/>
            <pc:sldMk cId="1070238881" sldId="2146846055"/>
            <ac:spMk id="83" creationId="{BEE98923-EF6C-45D1-A4F4-5462E160313E}"/>
          </ac:spMkLst>
        </pc:spChg>
        <pc:spChg chg="add mod ord">
          <ac:chgData name="Ken Popkin" userId="3c94c39e-c43b-4805-99ab-8da17777f1ac" providerId="ADAL" clId="{E440F346-DC68-4DD4-BA80-8DE6476F8949}" dt="2021-05-29T22:09:47.920" v="86775"/>
          <ac:spMkLst>
            <pc:docMk/>
            <pc:sldMk cId="1070238881" sldId="2146846055"/>
            <ac:spMk id="84" creationId="{898E7A8F-E4EC-4573-B583-19183FB48CE3}"/>
          </ac:spMkLst>
        </pc:spChg>
        <pc:spChg chg="add mod ord modVis">
          <ac:chgData name="Ken Popkin" userId="3c94c39e-c43b-4805-99ab-8da17777f1ac" providerId="ADAL" clId="{E440F346-DC68-4DD4-BA80-8DE6476F8949}" dt="2021-05-29T22:09:47.920" v="86777"/>
          <ac:spMkLst>
            <pc:docMk/>
            <pc:sldMk cId="1070238881" sldId="2146846055"/>
            <ac:spMk id="85" creationId="{5B08BF74-2DF9-4037-9322-02440E9FB1F2}"/>
          </ac:spMkLst>
        </pc:spChg>
        <pc:spChg chg="add del mod">
          <ac:chgData name="Ken Popkin" userId="3c94c39e-c43b-4805-99ab-8da17777f1ac" providerId="ADAL" clId="{E440F346-DC68-4DD4-BA80-8DE6476F8949}" dt="2021-05-29T21:49:53.466" v="80295"/>
          <ac:spMkLst>
            <pc:docMk/>
            <pc:sldMk cId="1070238881" sldId="2146846055"/>
            <ac:spMk id="86" creationId="{376DC83A-1E8A-4653-B51F-B0FD167A0ABE}"/>
          </ac:spMkLst>
        </pc:spChg>
        <pc:spChg chg="add mod ord">
          <ac:chgData name="Ken Popkin" userId="3c94c39e-c43b-4805-99ab-8da17777f1ac" providerId="ADAL" clId="{E440F346-DC68-4DD4-BA80-8DE6476F8949}" dt="2021-05-29T22:09:47.920" v="86779"/>
          <ac:spMkLst>
            <pc:docMk/>
            <pc:sldMk cId="1070238881" sldId="2146846055"/>
            <ac:spMk id="87" creationId="{BB2B1DF3-CD83-40ED-A612-3C2F18E305A9}"/>
          </ac:spMkLst>
        </pc:spChg>
        <pc:spChg chg="add mod ord modVis">
          <ac:chgData name="Ken Popkin" userId="3c94c39e-c43b-4805-99ab-8da17777f1ac" providerId="ADAL" clId="{E440F346-DC68-4DD4-BA80-8DE6476F8949}" dt="2021-05-29T22:09:47.921" v="86781"/>
          <ac:spMkLst>
            <pc:docMk/>
            <pc:sldMk cId="1070238881" sldId="2146846055"/>
            <ac:spMk id="88" creationId="{7B5BE9A5-3647-4EE8-BEC1-528557B9F58A}"/>
          </ac:spMkLst>
        </pc:spChg>
        <pc:spChg chg="add del mod">
          <ac:chgData name="Ken Popkin" userId="3c94c39e-c43b-4805-99ab-8da17777f1ac" providerId="ADAL" clId="{E440F346-DC68-4DD4-BA80-8DE6476F8949}" dt="2021-05-29T21:51:47.088" v="81903"/>
          <ac:spMkLst>
            <pc:docMk/>
            <pc:sldMk cId="1070238881" sldId="2146846055"/>
            <ac:spMk id="89" creationId="{59377C4A-0784-444B-BE0A-38725067EB0F}"/>
          </ac:spMkLst>
        </pc:spChg>
        <pc:spChg chg="add del mod">
          <ac:chgData name="Ken Popkin" userId="3c94c39e-c43b-4805-99ab-8da17777f1ac" providerId="ADAL" clId="{E440F346-DC68-4DD4-BA80-8DE6476F8949}" dt="2021-05-29T21:52:02.634" v="82419"/>
          <ac:spMkLst>
            <pc:docMk/>
            <pc:sldMk cId="1070238881" sldId="2146846055"/>
            <ac:spMk id="90" creationId="{0350C950-3466-41B4-B9F2-6DEB014376AF}"/>
          </ac:spMkLst>
        </pc:spChg>
        <pc:spChg chg="add del mod">
          <ac:chgData name="Ken Popkin" userId="3c94c39e-c43b-4805-99ab-8da17777f1ac" providerId="ADAL" clId="{E440F346-DC68-4DD4-BA80-8DE6476F8949}" dt="2021-05-29T21:52:02.650" v="82442"/>
          <ac:spMkLst>
            <pc:docMk/>
            <pc:sldMk cId="1070238881" sldId="2146846055"/>
            <ac:spMk id="91" creationId="{6DF79ACD-C568-46F0-84DC-3C19F24E306D}"/>
          </ac:spMkLst>
        </pc:spChg>
        <pc:spChg chg="add del mod">
          <ac:chgData name="Ken Popkin" userId="3c94c39e-c43b-4805-99ab-8da17777f1ac" providerId="ADAL" clId="{E440F346-DC68-4DD4-BA80-8DE6476F8949}" dt="2021-05-29T21:52:02.665" v="82465"/>
          <ac:spMkLst>
            <pc:docMk/>
            <pc:sldMk cId="1070238881" sldId="2146846055"/>
            <ac:spMk id="92" creationId="{34C18409-8F59-48E6-ABDB-F736D92D1A58}"/>
          </ac:spMkLst>
        </pc:spChg>
        <pc:spChg chg="add del mod">
          <ac:chgData name="Ken Popkin" userId="3c94c39e-c43b-4805-99ab-8da17777f1ac" providerId="ADAL" clId="{E440F346-DC68-4DD4-BA80-8DE6476F8949}" dt="2021-05-29T21:52:02.683" v="82488"/>
          <ac:spMkLst>
            <pc:docMk/>
            <pc:sldMk cId="1070238881" sldId="2146846055"/>
            <ac:spMk id="93" creationId="{1705C913-1D97-41A3-9748-A4D4ECE04BE6}"/>
          </ac:spMkLst>
        </pc:spChg>
        <pc:spChg chg="add del mod">
          <ac:chgData name="Ken Popkin" userId="3c94c39e-c43b-4805-99ab-8da17777f1ac" providerId="ADAL" clId="{E440F346-DC68-4DD4-BA80-8DE6476F8949}" dt="2021-05-29T21:52:02.701" v="82511"/>
          <ac:spMkLst>
            <pc:docMk/>
            <pc:sldMk cId="1070238881" sldId="2146846055"/>
            <ac:spMk id="94" creationId="{3CB34604-934F-4DF9-9226-CF598111B701}"/>
          </ac:spMkLst>
        </pc:spChg>
        <pc:spChg chg="add del mod">
          <ac:chgData name="Ken Popkin" userId="3c94c39e-c43b-4805-99ab-8da17777f1ac" providerId="ADAL" clId="{E440F346-DC68-4DD4-BA80-8DE6476F8949}" dt="2021-05-29T21:52:02.720" v="82534"/>
          <ac:spMkLst>
            <pc:docMk/>
            <pc:sldMk cId="1070238881" sldId="2146846055"/>
            <ac:spMk id="95" creationId="{4924625F-DC73-4FA8-B112-65F19A028AAE}"/>
          </ac:spMkLst>
        </pc:spChg>
        <pc:spChg chg="add del mod">
          <ac:chgData name="Ken Popkin" userId="3c94c39e-c43b-4805-99ab-8da17777f1ac" providerId="ADAL" clId="{E440F346-DC68-4DD4-BA80-8DE6476F8949}" dt="2021-05-29T21:52:02.739" v="82557"/>
          <ac:spMkLst>
            <pc:docMk/>
            <pc:sldMk cId="1070238881" sldId="2146846055"/>
            <ac:spMk id="96" creationId="{1F36EDA2-8CD7-4BF9-B1E4-3A2A062A2C9F}"/>
          </ac:spMkLst>
        </pc:spChg>
        <pc:spChg chg="add del mod">
          <ac:chgData name="Ken Popkin" userId="3c94c39e-c43b-4805-99ab-8da17777f1ac" providerId="ADAL" clId="{E440F346-DC68-4DD4-BA80-8DE6476F8949}" dt="2021-05-29T21:52:02.757" v="82580"/>
          <ac:spMkLst>
            <pc:docMk/>
            <pc:sldMk cId="1070238881" sldId="2146846055"/>
            <ac:spMk id="97" creationId="{88BDD588-2241-41C3-8819-BB695C21047B}"/>
          </ac:spMkLst>
        </pc:spChg>
        <pc:spChg chg="add del mod">
          <ac:chgData name="Ken Popkin" userId="3c94c39e-c43b-4805-99ab-8da17777f1ac" providerId="ADAL" clId="{E440F346-DC68-4DD4-BA80-8DE6476F8949}" dt="2021-05-29T21:52:02.769" v="82603"/>
          <ac:spMkLst>
            <pc:docMk/>
            <pc:sldMk cId="1070238881" sldId="2146846055"/>
            <ac:spMk id="98" creationId="{17B98900-49FE-472A-B886-012BEDEE0B3A}"/>
          </ac:spMkLst>
        </pc:spChg>
        <pc:spChg chg="add del mod">
          <ac:chgData name="Ken Popkin" userId="3c94c39e-c43b-4805-99ab-8da17777f1ac" providerId="ADAL" clId="{E440F346-DC68-4DD4-BA80-8DE6476F8949}" dt="2021-05-29T21:52:02.778" v="82626"/>
          <ac:spMkLst>
            <pc:docMk/>
            <pc:sldMk cId="1070238881" sldId="2146846055"/>
            <ac:spMk id="99" creationId="{030B7789-6111-4213-B0BC-1555B3A045FB}"/>
          </ac:spMkLst>
        </pc:spChg>
        <pc:spChg chg="add del mod">
          <ac:chgData name="Ken Popkin" userId="3c94c39e-c43b-4805-99ab-8da17777f1ac" providerId="ADAL" clId="{E440F346-DC68-4DD4-BA80-8DE6476F8949}" dt="2021-05-29T21:52:02.789" v="82649"/>
          <ac:spMkLst>
            <pc:docMk/>
            <pc:sldMk cId="1070238881" sldId="2146846055"/>
            <ac:spMk id="100" creationId="{AB2959D0-E70C-4DF2-B5F1-97D43048E18B}"/>
          </ac:spMkLst>
        </pc:spChg>
        <pc:spChg chg="add del mod">
          <ac:chgData name="Ken Popkin" userId="3c94c39e-c43b-4805-99ab-8da17777f1ac" providerId="ADAL" clId="{E440F346-DC68-4DD4-BA80-8DE6476F8949}" dt="2021-05-29T21:52:02.799" v="82672"/>
          <ac:spMkLst>
            <pc:docMk/>
            <pc:sldMk cId="1070238881" sldId="2146846055"/>
            <ac:spMk id="101" creationId="{E77A790C-05C4-4BE5-A74B-864DF816E90A}"/>
          </ac:spMkLst>
        </pc:spChg>
        <pc:spChg chg="add del mod">
          <ac:chgData name="Ken Popkin" userId="3c94c39e-c43b-4805-99ab-8da17777f1ac" providerId="ADAL" clId="{E440F346-DC68-4DD4-BA80-8DE6476F8949}" dt="2021-05-29T21:52:02.809" v="82695"/>
          <ac:spMkLst>
            <pc:docMk/>
            <pc:sldMk cId="1070238881" sldId="2146846055"/>
            <ac:spMk id="102" creationId="{3D63FE29-4CDD-48BA-9064-1C6B7C613E83}"/>
          </ac:spMkLst>
        </pc:spChg>
        <pc:spChg chg="add mod">
          <ac:chgData name="Ken Popkin" userId="3c94c39e-c43b-4805-99ab-8da17777f1ac" providerId="ADAL" clId="{E440F346-DC68-4DD4-BA80-8DE6476F8949}" dt="2021-05-29T22:09:47.906" v="86687"/>
          <ac:spMkLst>
            <pc:docMk/>
            <pc:sldMk cId="1070238881" sldId="2146846055"/>
            <ac:spMk id="103" creationId="{44B091B0-E085-41E8-9DF6-8B2B6E9817F6}"/>
          </ac:spMkLst>
        </pc:spChg>
        <pc:spChg chg="add mod">
          <ac:chgData name="Ken Popkin" userId="3c94c39e-c43b-4805-99ab-8da17777f1ac" providerId="ADAL" clId="{E440F346-DC68-4DD4-BA80-8DE6476F8949}" dt="2021-05-29T22:09:47.907" v="86688"/>
          <ac:spMkLst>
            <pc:docMk/>
            <pc:sldMk cId="1070238881" sldId="2146846055"/>
            <ac:spMk id="104" creationId="{5220FD5E-F400-4886-9474-3E4E769D6F05}"/>
          </ac:spMkLst>
        </pc:spChg>
        <pc:spChg chg="add mod">
          <ac:chgData name="Ken Popkin" userId="3c94c39e-c43b-4805-99ab-8da17777f1ac" providerId="ADAL" clId="{E440F346-DC68-4DD4-BA80-8DE6476F8949}" dt="2021-05-29T22:09:47.907" v="86689"/>
          <ac:spMkLst>
            <pc:docMk/>
            <pc:sldMk cId="1070238881" sldId="2146846055"/>
            <ac:spMk id="105" creationId="{A6F5DDED-05BA-4ED6-8109-0736599B04A8}"/>
          </ac:spMkLst>
        </pc:spChg>
        <pc:spChg chg="add mod">
          <ac:chgData name="Ken Popkin" userId="3c94c39e-c43b-4805-99ab-8da17777f1ac" providerId="ADAL" clId="{E440F346-DC68-4DD4-BA80-8DE6476F8949}" dt="2021-05-29T22:09:47.907" v="86690"/>
          <ac:spMkLst>
            <pc:docMk/>
            <pc:sldMk cId="1070238881" sldId="2146846055"/>
            <ac:spMk id="106" creationId="{E625921D-48C4-41A6-8341-E2510F431D98}"/>
          </ac:spMkLst>
        </pc:spChg>
        <pc:spChg chg="add mod">
          <ac:chgData name="Ken Popkin" userId="3c94c39e-c43b-4805-99ab-8da17777f1ac" providerId="ADAL" clId="{E440F346-DC68-4DD4-BA80-8DE6476F8949}" dt="2021-05-29T22:09:47.907" v="86691"/>
          <ac:spMkLst>
            <pc:docMk/>
            <pc:sldMk cId="1070238881" sldId="2146846055"/>
            <ac:spMk id="107" creationId="{5C1E2DAC-EAF6-4B69-A57F-1E22AEBDE43C}"/>
          </ac:spMkLst>
        </pc:spChg>
        <pc:spChg chg="add mod">
          <ac:chgData name="Ken Popkin" userId="3c94c39e-c43b-4805-99ab-8da17777f1ac" providerId="ADAL" clId="{E440F346-DC68-4DD4-BA80-8DE6476F8949}" dt="2021-05-29T22:09:47.908" v="86692"/>
          <ac:spMkLst>
            <pc:docMk/>
            <pc:sldMk cId="1070238881" sldId="2146846055"/>
            <ac:spMk id="108" creationId="{9BE9CD58-E719-431D-942A-1EC966785C15}"/>
          </ac:spMkLst>
        </pc:spChg>
        <pc:spChg chg="add mod">
          <ac:chgData name="Ken Popkin" userId="3c94c39e-c43b-4805-99ab-8da17777f1ac" providerId="ADAL" clId="{E440F346-DC68-4DD4-BA80-8DE6476F8949}" dt="2021-05-29T22:09:47.908" v="86693"/>
          <ac:spMkLst>
            <pc:docMk/>
            <pc:sldMk cId="1070238881" sldId="2146846055"/>
            <ac:spMk id="109" creationId="{787A3A35-64A6-49F5-8E3A-8015C8FE4ADC}"/>
          </ac:spMkLst>
        </pc:spChg>
        <pc:spChg chg="add del mod">
          <ac:chgData name="Ken Popkin" userId="3c94c39e-c43b-4805-99ab-8da17777f1ac" providerId="ADAL" clId="{E440F346-DC68-4DD4-BA80-8DE6476F8949}" dt="2021-05-29T22:09:47.827" v="86517"/>
          <ac:spMkLst>
            <pc:docMk/>
            <pc:sldMk cId="1070238881" sldId="2146846055"/>
            <ac:spMk id="110" creationId="{88C61BA6-54B4-4128-9235-073E85E0C437}"/>
          </ac:spMkLst>
        </pc:spChg>
        <pc:spChg chg="add del mod">
          <ac:chgData name="Ken Popkin" userId="3c94c39e-c43b-4805-99ab-8da17777f1ac" providerId="ADAL" clId="{E440F346-DC68-4DD4-BA80-8DE6476F8949}" dt="2021-05-29T22:09:47.848" v="86559"/>
          <ac:spMkLst>
            <pc:docMk/>
            <pc:sldMk cId="1070238881" sldId="2146846055"/>
            <ac:spMk id="111" creationId="{122CBB3A-CB87-4679-A7BC-23689597F008}"/>
          </ac:spMkLst>
        </pc:spChg>
        <pc:spChg chg="add del mod">
          <ac:chgData name="Ken Popkin" userId="3c94c39e-c43b-4805-99ab-8da17777f1ac" providerId="ADAL" clId="{E440F346-DC68-4DD4-BA80-8DE6476F8949}" dt="2021-05-29T22:09:47.837" v="86538"/>
          <ac:spMkLst>
            <pc:docMk/>
            <pc:sldMk cId="1070238881" sldId="2146846055"/>
            <ac:spMk id="112" creationId="{AC1A2EB1-1F9F-4B6A-B809-7986A47FB859}"/>
          </ac:spMkLst>
        </pc:spChg>
        <pc:spChg chg="add del mod">
          <ac:chgData name="Ken Popkin" userId="3c94c39e-c43b-4805-99ab-8da17777f1ac" providerId="ADAL" clId="{E440F346-DC68-4DD4-BA80-8DE6476F8949}" dt="2021-05-29T22:09:47.858" v="86580"/>
          <ac:spMkLst>
            <pc:docMk/>
            <pc:sldMk cId="1070238881" sldId="2146846055"/>
            <ac:spMk id="113" creationId="{E0A5C9AB-1609-48E2-B6EC-80F7080C7B00}"/>
          </ac:spMkLst>
        </pc:spChg>
        <pc:spChg chg="add del mod">
          <ac:chgData name="Ken Popkin" userId="3c94c39e-c43b-4805-99ab-8da17777f1ac" providerId="ADAL" clId="{E440F346-DC68-4DD4-BA80-8DE6476F8949}" dt="2021-05-29T22:09:47.869" v="86601"/>
          <ac:spMkLst>
            <pc:docMk/>
            <pc:sldMk cId="1070238881" sldId="2146846055"/>
            <ac:spMk id="114" creationId="{C574AF9C-5A5C-4A34-A65E-FBF37D4A2A01}"/>
          </ac:spMkLst>
        </pc:spChg>
        <pc:spChg chg="add del mod">
          <ac:chgData name="Ken Popkin" userId="3c94c39e-c43b-4805-99ab-8da17777f1ac" providerId="ADAL" clId="{E440F346-DC68-4DD4-BA80-8DE6476F8949}" dt="2021-05-29T22:09:47.879" v="86623"/>
          <ac:spMkLst>
            <pc:docMk/>
            <pc:sldMk cId="1070238881" sldId="2146846055"/>
            <ac:spMk id="115" creationId="{D6A5017B-D329-43D8-ABB4-0B94A6FDB2CA}"/>
          </ac:spMkLst>
        </pc:spChg>
        <pc:spChg chg="add del mod">
          <ac:chgData name="Ken Popkin" userId="3c94c39e-c43b-4805-99ab-8da17777f1ac" providerId="ADAL" clId="{E440F346-DC68-4DD4-BA80-8DE6476F8949}" dt="2021-05-29T22:09:47.890" v="86644"/>
          <ac:spMkLst>
            <pc:docMk/>
            <pc:sldMk cId="1070238881" sldId="2146846055"/>
            <ac:spMk id="116" creationId="{88E14A27-E676-4D63-B107-E781EA39101E}"/>
          </ac:spMkLst>
        </pc:spChg>
        <pc:spChg chg="add mod">
          <ac:chgData name="Ken Popkin" userId="3c94c39e-c43b-4805-99ab-8da17777f1ac" providerId="ADAL" clId="{E440F346-DC68-4DD4-BA80-8DE6476F8949}" dt="2021-05-29T22:09:47.903" v="86674"/>
          <ac:spMkLst>
            <pc:docMk/>
            <pc:sldMk cId="1070238881" sldId="2146846055"/>
            <ac:spMk id="117" creationId="{9F0C30AE-E2FA-464E-B8D3-8E414F5EB40A}"/>
          </ac:spMkLst>
        </pc:spChg>
        <pc:spChg chg="add mod modVis">
          <ac:chgData name="Ken Popkin" userId="3c94c39e-c43b-4805-99ab-8da17777f1ac" providerId="ADAL" clId="{E440F346-DC68-4DD4-BA80-8DE6476F8949}" dt="2021-05-29T22:09:47.906" v="86686"/>
          <ac:spMkLst>
            <pc:docMk/>
            <pc:sldMk cId="1070238881" sldId="2146846055"/>
            <ac:spMk id="118" creationId="{8515A646-E607-4340-890F-206E23E528C4}"/>
          </ac:spMkLst>
        </pc:spChg>
        <pc:spChg chg="add mod">
          <ac:chgData name="Ken Popkin" userId="3c94c39e-c43b-4805-99ab-8da17777f1ac" providerId="ADAL" clId="{E440F346-DC68-4DD4-BA80-8DE6476F8949}" dt="2021-05-29T22:09:47.908" v="86694"/>
          <ac:spMkLst>
            <pc:docMk/>
            <pc:sldMk cId="1070238881" sldId="2146846055"/>
            <ac:spMk id="122" creationId="{0B741D50-3828-41A1-AC6C-386DB5E576A7}"/>
          </ac:spMkLst>
        </pc:spChg>
        <pc:spChg chg="add mod">
          <ac:chgData name="Ken Popkin" userId="3c94c39e-c43b-4805-99ab-8da17777f1ac" providerId="ADAL" clId="{E440F346-DC68-4DD4-BA80-8DE6476F8949}" dt="2021-05-29T22:09:47.908" v="86696"/>
          <ac:spMkLst>
            <pc:docMk/>
            <pc:sldMk cId="1070238881" sldId="2146846055"/>
            <ac:spMk id="123" creationId="{7CA00671-C4FB-4CEB-9CA7-F2B1CF9D4700}"/>
          </ac:spMkLst>
        </pc:spChg>
        <pc:spChg chg="add mod">
          <ac:chgData name="Ken Popkin" userId="3c94c39e-c43b-4805-99ab-8da17777f1ac" providerId="ADAL" clId="{E440F346-DC68-4DD4-BA80-8DE6476F8949}" dt="2021-05-29T22:09:47.908" v="86695"/>
          <ac:spMkLst>
            <pc:docMk/>
            <pc:sldMk cId="1070238881" sldId="2146846055"/>
            <ac:spMk id="124" creationId="{86A4236E-3CBC-449B-94E4-83C632D3D3D9}"/>
          </ac:spMkLst>
        </pc:spChg>
        <pc:spChg chg="add mod">
          <ac:chgData name="Ken Popkin" userId="3c94c39e-c43b-4805-99ab-8da17777f1ac" providerId="ADAL" clId="{E440F346-DC68-4DD4-BA80-8DE6476F8949}" dt="2021-05-29T22:09:47.909" v="86697"/>
          <ac:spMkLst>
            <pc:docMk/>
            <pc:sldMk cId="1070238881" sldId="2146846055"/>
            <ac:spMk id="125" creationId="{F6F08D21-9884-4334-8211-61D17704E7EA}"/>
          </ac:spMkLst>
        </pc:spChg>
        <pc:spChg chg="add mod">
          <ac:chgData name="Ken Popkin" userId="3c94c39e-c43b-4805-99ab-8da17777f1ac" providerId="ADAL" clId="{E440F346-DC68-4DD4-BA80-8DE6476F8949}" dt="2021-05-29T22:09:47.909" v="86698"/>
          <ac:spMkLst>
            <pc:docMk/>
            <pc:sldMk cId="1070238881" sldId="2146846055"/>
            <ac:spMk id="126" creationId="{B197C61B-BF94-4630-980B-37FD3027A440}"/>
          </ac:spMkLst>
        </pc:spChg>
        <pc:spChg chg="add mod">
          <ac:chgData name="Ken Popkin" userId="3c94c39e-c43b-4805-99ab-8da17777f1ac" providerId="ADAL" clId="{E440F346-DC68-4DD4-BA80-8DE6476F8949}" dt="2021-05-29T22:09:47.909" v="86699"/>
          <ac:spMkLst>
            <pc:docMk/>
            <pc:sldMk cId="1070238881" sldId="2146846055"/>
            <ac:spMk id="127" creationId="{1DE68CAA-0BA4-445F-A2EA-D648E0148FD3}"/>
          </ac:spMkLst>
        </pc:spChg>
        <pc:spChg chg="add mod">
          <ac:chgData name="Ken Popkin" userId="3c94c39e-c43b-4805-99ab-8da17777f1ac" providerId="ADAL" clId="{E440F346-DC68-4DD4-BA80-8DE6476F8949}" dt="2021-05-29T22:09:47.909" v="86700"/>
          <ac:spMkLst>
            <pc:docMk/>
            <pc:sldMk cId="1070238881" sldId="2146846055"/>
            <ac:spMk id="128" creationId="{074D31EB-397B-4716-8B43-36BAED09C7CF}"/>
          </ac:spMkLst>
        </pc:spChg>
        <pc:spChg chg="add mod">
          <ac:chgData name="Ken Popkin" userId="3c94c39e-c43b-4805-99ab-8da17777f1ac" providerId="ADAL" clId="{E440F346-DC68-4DD4-BA80-8DE6476F8949}" dt="2021-05-29T22:10:36.562" v="86796" actId="20577"/>
          <ac:spMkLst>
            <pc:docMk/>
            <pc:sldMk cId="1070238881" sldId="2146846055"/>
            <ac:spMk id="129" creationId="{8EC767AC-A174-423E-94F9-F48524FD9DA3}"/>
          </ac:spMkLst>
        </pc:spChg>
        <pc:cxnChg chg="add mod ord">
          <ac:chgData name="Ken Popkin" userId="3c94c39e-c43b-4805-99ab-8da17777f1ac" providerId="ADAL" clId="{E440F346-DC68-4DD4-BA80-8DE6476F8949}" dt="2021-05-29T22:09:47.905" v="86681"/>
          <ac:cxnSpMkLst>
            <pc:docMk/>
            <pc:sldMk cId="1070238881" sldId="2146846055"/>
            <ac:cxnSpMk id="38" creationId="{9FCF18E3-D9EE-4B6F-AA6C-882142E8A89B}"/>
          </ac:cxnSpMkLst>
        </pc:cxnChg>
        <pc:cxnChg chg="add mod ord">
          <ac:chgData name="Ken Popkin" userId="3c94c39e-c43b-4805-99ab-8da17777f1ac" providerId="ADAL" clId="{E440F346-DC68-4DD4-BA80-8DE6476F8949}" dt="2021-05-29T22:09:47.906" v="86683"/>
          <ac:cxnSpMkLst>
            <pc:docMk/>
            <pc:sldMk cId="1070238881" sldId="2146846055"/>
            <ac:cxnSpMk id="39" creationId="{AD4A74C2-E769-488A-B3E3-A4424A67F933}"/>
          </ac:cxnSpMkLst>
        </pc:cxnChg>
        <pc:cxnChg chg="add mod ord">
          <ac:chgData name="Ken Popkin" userId="3c94c39e-c43b-4805-99ab-8da17777f1ac" providerId="ADAL" clId="{E440F346-DC68-4DD4-BA80-8DE6476F8949}" dt="2021-05-29T22:09:47.906" v="86685"/>
          <ac:cxnSpMkLst>
            <pc:docMk/>
            <pc:sldMk cId="1070238881" sldId="2146846055"/>
            <ac:cxnSpMk id="40" creationId="{2E4DBB46-82AF-4A3E-B1A6-A3AD7AA36851}"/>
          </ac:cxnSpMkLst>
        </pc:cxnChg>
        <pc:cxnChg chg="add del mod ord">
          <ac:chgData name="Ken Popkin" userId="3c94c39e-c43b-4805-99ab-8da17777f1ac" providerId="ADAL" clId="{E440F346-DC68-4DD4-BA80-8DE6476F8949}" dt="2021-05-29T21:58:09.331" v="85494"/>
          <ac:cxnSpMkLst>
            <pc:docMk/>
            <pc:sldMk cId="1070238881" sldId="2146846055"/>
            <ac:cxnSpMk id="41" creationId="{3E32011B-9AD4-4A13-8070-65DE2EDCF20B}"/>
          </ac:cxnSpMkLst>
        </pc:cxnChg>
        <pc:cxnChg chg="add del mod ord">
          <ac:chgData name="Ken Popkin" userId="3c94c39e-c43b-4805-99ab-8da17777f1ac" providerId="ADAL" clId="{E440F346-DC68-4DD4-BA80-8DE6476F8949}" dt="2021-05-29T21:58:09.332" v="85496"/>
          <ac:cxnSpMkLst>
            <pc:docMk/>
            <pc:sldMk cId="1070238881" sldId="2146846055"/>
            <ac:cxnSpMk id="42" creationId="{D05F3ADC-1700-41BC-8ABE-19A2DC4D6F09}"/>
          </ac:cxnSpMkLst>
        </pc:cxnChg>
        <pc:cxnChg chg="add del mod ord">
          <ac:chgData name="Ken Popkin" userId="3c94c39e-c43b-4805-99ab-8da17777f1ac" providerId="ADAL" clId="{E440F346-DC68-4DD4-BA80-8DE6476F8949}" dt="2021-05-29T21:58:09.332" v="85498"/>
          <ac:cxnSpMkLst>
            <pc:docMk/>
            <pc:sldMk cId="1070238881" sldId="2146846055"/>
            <ac:cxnSpMk id="43" creationId="{70D90277-6D4A-4F3C-BB6F-0BB045A5B974}"/>
          </ac:cxnSpMkLst>
        </pc:cxnChg>
        <pc:cxnChg chg="add del mod ord">
          <ac:chgData name="Ken Popkin" userId="3c94c39e-c43b-4805-99ab-8da17777f1ac" providerId="ADAL" clId="{E440F346-DC68-4DD4-BA80-8DE6476F8949}" dt="2021-05-29T21:58:09.333" v="85500"/>
          <ac:cxnSpMkLst>
            <pc:docMk/>
            <pc:sldMk cId="1070238881" sldId="2146846055"/>
            <ac:cxnSpMk id="44" creationId="{EDC0258B-34AA-4A14-A40D-2854DBE3A6D0}"/>
          </ac:cxnSpMkLst>
        </pc:cxnChg>
        <pc:cxnChg chg="add del mod ord">
          <ac:chgData name="Ken Popkin" userId="3c94c39e-c43b-4805-99ab-8da17777f1ac" providerId="ADAL" clId="{E440F346-DC68-4DD4-BA80-8DE6476F8949}" dt="2021-05-29T21:58:09.333" v="85502"/>
          <ac:cxnSpMkLst>
            <pc:docMk/>
            <pc:sldMk cId="1070238881" sldId="2146846055"/>
            <ac:cxnSpMk id="45" creationId="{B8711276-F940-4B1E-B960-902B0008C25A}"/>
          </ac:cxnSpMkLst>
        </pc:cxnChg>
        <pc:cxnChg chg="add del mod ord">
          <ac:chgData name="Ken Popkin" userId="3c94c39e-c43b-4805-99ab-8da17777f1ac" providerId="ADAL" clId="{E440F346-DC68-4DD4-BA80-8DE6476F8949}" dt="2021-05-29T21:58:09.334" v="85504"/>
          <ac:cxnSpMkLst>
            <pc:docMk/>
            <pc:sldMk cId="1070238881" sldId="2146846055"/>
            <ac:cxnSpMk id="46" creationId="{39A9BC5E-8163-47BA-9E8F-2320BE226D39}"/>
          </ac:cxnSpMkLst>
        </pc:cxnChg>
        <pc:cxnChg chg="add mod ord">
          <ac:chgData name="Ken Popkin" userId="3c94c39e-c43b-4805-99ab-8da17777f1ac" providerId="ADAL" clId="{E440F346-DC68-4DD4-BA80-8DE6476F8949}" dt="2021-05-29T22:09:47.921" v="86783"/>
          <ac:cxnSpMkLst>
            <pc:docMk/>
            <pc:sldMk cId="1070238881" sldId="2146846055"/>
            <ac:cxnSpMk id="119" creationId="{B69CE35B-3EF7-487B-9FEB-11E175B40EDF}"/>
          </ac:cxnSpMkLst>
        </pc:cxnChg>
        <pc:cxnChg chg="add mod ord">
          <ac:chgData name="Ken Popkin" userId="3c94c39e-c43b-4805-99ab-8da17777f1ac" providerId="ADAL" clId="{E440F346-DC68-4DD4-BA80-8DE6476F8949}" dt="2021-05-29T22:09:47.921" v="86785"/>
          <ac:cxnSpMkLst>
            <pc:docMk/>
            <pc:sldMk cId="1070238881" sldId="2146846055"/>
            <ac:cxnSpMk id="120" creationId="{C21F7EEF-5112-4FB2-9284-25ABA5533E2B}"/>
          </ac:cxnSpMkLst>
        </pc:cxnChg>
        <pc:cxnChg chg="add mod ord">
          <ac:chgData name="Ken Popkin" userId="3c94c39e-c43b-4805-99ab-8da17777f1ac" providerId="ADAL" clId="{E440F346-DC68-4DD4-BA80-8DE6476F8949}" dt="2021-05-29T22:09:47.921" v="86787"/>
          <ac:cxnSpMkLst>
            <pc:docMk/>
            <pc:sldMk cId="1070238881" sldId="2146846055"/>
            <ac:cxnSpMk id="121" creationId="{6F4F01B6-0D4A-4F5F-AD06-91B48244EAD7}"/>
          </ac:cxnSpMkLst>
        </pc:cxnChg>
      </pc:sldChg>
      <pc:sldChg chg="addSp modSp add del mod">
        <pc:chgData name="Ken Popkin" userId="3c94c39e-c43b-4805-99ab-8da17777f1ac" providerId="ADAL" clId="{E440F346-DC68-4DD4-BA80-8DE6476F8949}" dt="2021-05-29T21:28:30.734" v="69583" actId="47"/>
        <pc:sldMkLst>
          <pc:docMk/>
          <pc:sldMk cId="2458866407" sldId="2146846055"/>
        </pc:sldMkLst>
        <pc:spChg chg="add mod ord modVis">
          <ac:chgData name="Ken Popkin" userId="3c94c39e-c43b-4805-99ab-8da17777f1ac" providerId="ADAL" clId="{E440F346-DC68-4DD4-BA80-8DE6476F8949}" dt="2021-05-29T20:54:47.581" v="65167"/>
          <ac:spMkLst>
            <pc:docMk/>
            <pc:sldMk cId="2458866407" sldId="2146846055"/>
            <ac:spMk id="5" creationId="{CA82F705-8D72-4D46-A700-221FE8964AFA}"/>
          </ac:spMkLst>
        </pc:spChg>
        <pc:spChg chg="add mod ord">
          <ac:chgData name="Ken Popkin" userId="3c94c39e-c43b-4805-99ab-8da17777f1ac" providerId="ADAL" clId="{E440F346-DC68-4DD4-BA80-8DE6476F8949}" dt="2021-05-29T20:54:47.582" v="65169"/>
          <ac:spMkLst>
            <pc:docMk/>
            <pc:sldMk cId="2458866407" sldId="2146846055"/>
            <ac:spMk id="6" creationId="{C3ACB421-C24D-49E2-81A5-6A4E9EDED828}"/>
          </ac:spMkLst>
        </pc:spChg>
        <pc:spChg chg="add mod">
          <ac:chgData name="Ken Popkin" userId="3c94c39e-c43b-4805-99ab-8da17777f1ac" providerId="ADAL" clId="{E440F346-DC68-4DD4-BA80-8DE6476F8949}" dt="2021-05-29T20:54:47.584" v="65178"/>
          <ac:spMkLst>
            <pc:docMk/>
            <pc:sldMk cId="2458866407" sldId="2146846055"/>
            <ac:spMk id="7" creationId="{D5AFEEEE-6DF0-46E1-86BC-55FD2A662FDC}"/>
          </ac:spMkLst>
        </pc:spChg>
        <pc:spChg chg="add mod modVis">
          <ac:chgData name="Ken Popkin" userId="3c94c39e-c43b-4805-99ab-8da17777f1ac" providerId="ADAL" clId="{E440F346-DC68-4DD4-BA80-8DE6476F8949}" dt="2021-05-29T20:54:47.593" v="65211"/>
          <ac:spMkLst>
            <pc:docMk/>
            <pc:sldMk cId="2458866407" sldId="2146846055"/>
            <ac:spMk id="8" creationId="{09291FDA-C913-4A71-9910-823289904A9A}"/>
          </ac:spMkLst>
        </pc:spChg>
        <pc:spChg chg="add mod modVis">
          <ac:chgData name="Ken Popkin" userId="3c94c39e-c43b-4805-99ab-8da17777f1ac" providerId="ADAL" clId="{E440F346-DC68-4DD4-BA80-8DE6476F8949}" dt="2021-05-29T20:54:47.601" v="65236"/>
          <ac:spMkLst>
            <pc:docMk/>
            <pc:sldMk cId="2458866407" sldId="2146846055"/>
            <ac:spMk id="9" creationId="{A1A8D21C-F32C-4604-9383-B98D2B421EB3}"/>
          </ac:spMkLst>
        </pc:spChg>
        <pc:spChg chg="add mod ord modVis">
          <ac:chgData name="Ken Popkin" userId="3c94c39e-c43b-4805-99ab-8da17777f1ac" providerId="ADAL" clId="{E440F346-DC68-4DD4-BA80-8DE6476F8949}" dt="2021-05-29T20:54:47.602" v="65238"/>
          <ac:spMkLst>
            <pc:docMk/>
            <pc:sldMk cId="2458866407" sldId="2146846055"/>
            <ac:spMk id="10" creationId="{AD638DF6-5B7A-48DA-81B3-4C586D5D277C}"/>
          </ac:spMkLst>
        </pc:spChg>
        <pc:spChg chg="add mod ord">
          <ac:chgData name="Ken Popkin" userId="3c94c39e-c43b-4805-99ab-8da17777f1ac" providerId="ADAL" clId="{E440F346-DC68-4DD4-BA80-8DE6476F8949}" dt="2021-05-29T20:54:47.602" v="65240"/>
          <ac:spMkLst>
            <pc:docMk/>
            <pc:sldMk cId="2458866407" sldId="2146846055"/>
            <ac:spMk id="11" creationId="{A46D1DCF-941C-43E6-AAEE-DA489FFFFFB6}"/>
          </ac:spMkLst>
        </pc:spChg>
        <pc:spChg chg="add mod ord">
          <ac:chgData name="Ken Popkin" userId="3c94c39e-c43b-4805-99ab-8da17777f1ac" providerId="ADAL" clId="{E440F346-DC68-4DD4-BA80-8DE6476F8949}" dt="2021-05-29T20:54:47.602" v="65242"/>
          <ac:spMkLst>
            <pc:docMk/>
            <pc:sldMk cId="2458866407" sldId="2146846055"/>
            <ac:spMk id="12" creationId="{57AD8693-9D05-4F8D-A63E-20AD650DA384}"/>
          </ac:spMkLst>
        </pc:spChg>
        <pc:spChg chg="add mod ord">
          <ac:chgData name="Ken Popkin" userId="3c94c39e-c43b-4805-99ab-8da17777f1ac" providerId="ADAL" clId="{E440F346-DC68-4DD4-BA80-8DE6476F8949}" dt="2021-05-29T20:54:47.603" v="65244"/>
          <ac:spMkLst>
            <pc:docMk/>
            <pc:sldMk cId="2458866407" sldId="2146846055"/>
            <ac:spMk id="13" creationId="{54D5B1A1-50B4-4075-A16E-A455728CE9C0}"/>
          </ac:spMkLst>
        </pc:spChg>
        <pc:spChg chg="add mod ord">
          <ac:chgData name="Ken Popkin" userId="3c94c39e-c43b-4805-99ab-8da17777f1ac" providerId="ADAL" clId="{E440F346-DC68-4DD4-BA80-8DE6476F8949}" dt="2021-05-29T20:54:47.604" v="65246"/>
          <ac:spMkLst>
            <pc:docMk/>
            <pc:sldMk cId="2458866407" sldId="2146846055"/>
            <ac:spMk id="14" creationId="{8D2FF45E-9327-4972-81E8-735F6342965F}"/>
          </ac:spMkLst>
        </pc:spChg>
        <pc:spChg chg="add mod ord">
          <ac:chgData name="Ken Popkin" userId="3c94c39e-c43b-4805-99ab-8da17777f1ac" providerId="ADAL" clId="{E440F346-DC68-4DD4-BA80-8DE6476F8949}" dt="2021-05-29T20:54:47.604" v="65248"/>
          <ac:spMkLst>
            <pc:docMk/>
            <pc:sldMk cId="2458866407" sldId="2146846055"/>
            <ac:spMk id="15" creationId="{C7B6CFC8-7E62-4BE2-BF9D-5A3794A72C8F}"/>
          </ac:spMkLst>
        </pc:spChg>
        <pc:spChg chg="add mod ord">
          <ac:chgData name="Ken Popkin" userId="3c94c39e-c43b-4805-99ab-8da17777f1ac" providerId="ADAL" clId="{E440F346-DC68-4DD4-BA80-8DE6476F8949}" dt="2021-05-29T20:54:47.604" v="65250"/>
          <ac:spMkLst>
            <pc:docMk/>
            <pc:sldMk cId="2458866407" sldId="2146846055"/>
            <ac:spMk id="16" creationId="{A1DAA999-2A09-4865-B803-972352633178}"/>
          </ac:spMkLst>
        </pc:spChg>
        <pc:spChg chg="add mod ord">
          <ac:chgData name="Ken Popkin" userId="3c94c39e-c43b-4805-99ab-8da17777f1ac" providerId="ADAL" clId="{E440F346-DC68-4DD4-BA80-8DE6476F8949}" dt="2021-05-29T20:54:47.605" v="65252"/>
          <ac:spMkLst>
            <pc:docMk/>
            <pc:sldMk cId="2458866407" sldId="2146846055"/>
            <ac:spMk id="17" creationId="{93E4FEEB-C128-456F-BCDD-550233577FBC}"/>
          </ac:spMkLst>
        </pc:spChg>
        <pc:spChg chg="add mod ord">
          <ac:chgData name="Ken Popkin" userId="3c94c39e-c43b-4805-99ab-8da17777f1ac" providerId="ADAL" clId="{E440F346-DC68-4DD4-BA80-8DE6476F8949}" dt="2021-05-29T20:54:47.605" v="65254"/>
          <ac:spMkLst>
            <pc:docMk/>
            <pc:sldMk cId="2458866407" sldId="2146846055"/>
            <ac:spMk id="18" creationId="{358C0B71-B0E7-4418-9DA6-2CEE12CE74AD}"/>
          </ac:spMkLst>
        </pc:spChg>
        <pc:spChg chg="add mod ord">
          <ac:chgData name="Ken Popkin" userId="3c94c39e-c43b-4805-99ab-8da17777f1ac" providerId="ADAL" clId="{E440F346-DC68-4DD4-BA80-8DE6476F8949}" dt="2021-05-29T20:54:47.606" v="65256"/>
          <ac:spMkLst>
            <pc:docMk/>
            <pc:sldMk cId="2458866407" sldId="2146846055"/>
            <ac:spMk id="19" creationId="{4C1916BB-52D9-4C61-A054-7C09BB2A0DA5}"/>
          </ac:spMkLst>
        </pc:spChg>
        <pc:spChg chg="add mod ord">
          <ac:chgData name="Ken Popkin" userId="3c94c39e-c43b-4805-99ab-8da17777f1ac" providerId="ADAL" clId="{E440F346-DC68-4DD4-BA80-8DE6476F8949}" dt="2021-05-29T20:54:47.606" v="65258"/>
          <ac:spMkLst>
            <pc:docMk/>
            <pc:sldMk cId="2458866407" sldId="2146846055"/>
            <ac:spMk id="20" creationId="{E1E3831D-735D-40A2-9B50-432349EC98F2}"/>
          </ac:spMkLst>
        </pc:spChg>
        <pc:spChg chg="add mod ord">
          <ac:chgData name="Ken Popkin" userId="3c94c39e-c43b-4805-99ab-8da17777f1ac" providerId="ADAL" clId="{E440F346-DC68-4DD4-BA80-8DE6476F8949}" dt="2021-05-29T20:54:47.606" v="65260"/>
          <ac:spMkLst>
            <pc:docMk/>
            <pc:sldMk cId="2458866407" sldId="2146846055"/>
            <ac:spMk id="21" creationId="{86E4002C-9F9E-4FC6-AF0D-9DAA0957266D}"/>
          </ac:spMkLst>
        </pc:spChg>
        <pc:spChg chg="add mod ord">
          <ac:chgData name="Ken Popkin" userId="3c94c39e-c43b-4805-99ab-8da17777f1ac" providerId="ADAL" clId="{E440F346-DC68-4DD4-BA80-8DE6476F8949}" dt="2021-05-29T20:54:47.607" v="65262"/>
          <ac:spMkLst>
            <pc:docMk/>
            <pc:sldMk cId="2458866407" sldId="2146846055"/>
            <ac:spMk id="22" creationId="{4C39282A-6038-4E9E-B028-ABC213804236}"/>
          </ac:spMkLst>
        </pc:spChg>
        <pc:spChg chg="add mod ord">
          <ac:chgData name="Ken Popkin" userId="3c94c39e-c43b-4805-99ab-8da17777f1ac" providerId="ADAL" clId="{E440F346-DC68-4DD4-BA80-8DE6476F8949}" dt="2021-05-29T20:54:47.635" v="65396"/>
          <ac:spMkLst>
            <pc:docMk/>
            <pc:sldMk cId="2458866407" sldId="2146846055"/>
            <ac:spMk id="27" creationId="{2FAFDC60-4625-44EF-89C3-A9FBEBDFA4F6}"/>
          </ac:spMkLst>
        </pc:spChg>
        <pc:spChg chg="add mod ord">
          <ac:chgData name="Ken Popkin" userId="3c94c39e-c43b-4805-99ab-8da17777f1ac" providerId="ADAL" clId="{E440F346-DC68-4DD4-BA80-8DE6476F8949}" dt="2021-05-29T20:54:47.635" v="65398"/>
          <ac:spMkLst>
            <pc:docMk/>
            <pc:sldMk cId="2458866407" sldId="2146846055"/>
            <ac:spMk id="28" creationId="{9030B41D-B896-4EF8-BE35-B6D5BF515807}"/>
          </ac:spMkLst>
        </pc:spChg>
        <pc:spChg chg="add mod">
          <ac:chgData name="Ken Popkin" userId="3c94c39e-c43b-4805-99ab-8da17777f1ac" providerId="ADAL" clId="{E440F346-DC68-4DD4-BA80-8DE6476F8949}" dt="2021-05-29T20:54:47.633" v="65391"/>
          <ac:spMkLst>
            <pc:docMk/>
            <pc:sldMk cId="2458866407" sldId="2146846055"/>
            <ac:spMk id="29" creationId="{8EEA2D1A-D197-4A98-B4C4-FF5857E1F71A}"/>
          </ac:spMkLst>
        </pc:spChg>
        <pc:spChg chg="add mod ord">
          <ac:chgData name="Ken Popkin" userId="3c94c39e-c43b-4805-99ab-8da17777f1ac" providerId="ADAL" clId="{E440F346-DC68-4DD4-BA80-8DE6476F8949}" dt="2021-05-29T20:54:47.635" v="65400"/>
          <ac:spMkLst>
            <pc:docMk/>
            <pc:sldMk cId="2458866407" sldId="2146846055"/>
            <ac:spMk id="30" creationId="{6BE8ABD5-D5C1-4173-9883-779C6C68B5E5}"/>
          </ac:spMkLst>
        </pc:spChg>
        <pc:spChg chg="add mod ord">
          <ac:chgData name="Ken Popkin" userId="3c94c39e-c43b-4805-99ab-8da17777f1ac" providerId="ADAL" clId="{E440F346-DC68-4DD4-BA80-8DE6476F8949}" dt="2021-05-29T20:54:47.636" v="65402"/>
          <ac:spMkLst>
            <pc:docMk/>
            <pc:sldMk cId="2458866407" sldId="2146846055"/>
            <ac:spMk id="31" creationId="{53E0EB0B-CFBE-418B-A8CD-E2C0962C9AD6}"/>
          </ac:spMkLst>
        </pc:spChg>
        <pc:spChg chg="add mod">
          <ac:chgData name="Ken Popkin" userId="3c94c39e-c43b-4805-99ab-8da17777f1ac" providerId="ADAL" clId="{E440F346-DC68-4DD4-BA80-8DE6476F8949}" dt="2021-05-29T20:54:47.634" v="65392"/>
          <ac:spMkLst>
            <pc:docMk/>
            <pc:sldMk cId="2458866407" sldId="2146846055"/>
            <ac:spMk id="32" creationId="{EE4582E3-E702-4990-8D3F-0EEC11F90459}"/>
          </ac:spMkLst>
        </pc:spChg>
        <pc:spChg chg="add mod ord">
          <ac:chgData name="Ken Popkin" userId="3c94c39e-c43b-4805-99ab-8da17777f1ac" providerId="ADAL" clId="{E440F346-DC68-4DD4-BA80-8DE6476F8949}" dt="2021-05-29T20:54:47.636" v="65404"/>
          <ac:spMkLst>
            <pc:docMk/>
            <pc:sldMk cId="2458866407" sldId="2146846055"/>
            <ac:spMk id="33" creationId="{1F3E2408-448D-4B65-8BC8-4696515D237B}"/>
          </ac:spMkLst>
        </pc:spChg>
        <pc:spChg chg="add mod ord">
          <ac:chgData name="Ken Popkin" userId="3c94c39e-c43b-4805-99ab-8da17777f1ac" providerId="ADAL" clId="{E440F346-DC68-4DD4-BA80-8DE6476F8949}" dt="2021-05-29T20:54:47.636" v="65406"/>
          <ac:spMkLst>
            <pc:docMk/>
            <pc:sldMk cId="2458866407" sldId="2146846055"/>
            <ac:spMk id="34" creationId="{C90FDCF9-338A-44A5-9E93-B4C0FAE0C5A2}"/>
          </ac:spMkLst>
        </pc:spChg>
        <pc:spChg chg="add mod">
          <ac:chgData name="Ken Popkin" userId="3c94c39e-c43b-4805-99ab-8da17777f1ac" providerId="ADAL" clId="{E440F346-DC68-4DD4-BA80-8DE6476F8949}" dt="2021-05-29T20:54:47.634" v="65393"/>
          <ac:spMkLst>
            <pc:docMk/>
            <pc:sldMk cId="2458866407" sldId="2146846055"/>
            <ac:spMk id="35" creationId="{17592564-EC93-41B1-BD0A-D082682879D0}"/>
          </ac:spMkLst>
        </pc:spChg>
        <pc:spChg chg="add mod ord">
          <ac:chgData name="Ken Popkin" userId="3c94c39e-c43b-4805-99ab-8da17777f1ac" providerId="ADAL" clId="{E440F346-DC68-4DD4-BA80-8DE6476F8949}" dt="2021-05-29T20:54:47.637" v="65408"/>
          <ac:spMkLst>
            <pc:docMk/>
            <pc:sldMk cId="2458866407" sldId="2146846055"/>
            <ac:spMk id="36" creationId="{B2B7A6C1-6169-46B4-BA19-BF8BE51F16E9}"/>
          </ac:spMkLst>
        </pc:spChg>
        <pc:spChg chg="add mod ord">
          <ac:chgData name="Ken Popkin" userId="3c94c39e-c43b-4805-99ab-8da17777f1ac" providerId="ADAL" clId="{E440F346-DC68-4DD4-BA80-8DE6476F8949}" dt="2021-05-29T20:54:47.637" v="65410"/>
          <ac:spMkLst>
            <pc:docMk/>
            <pc:sldMk cId="2458866407" sldId="2146846055"/>
            <ac:spMk id="37" creationId="{7F051CD3-784B-4CBC-8ADE-6DC5059E3674}"/>
          </ac:spMkLst>
        </pc:spChg>
        <pc:spChg chg="add mod">
          <ac:chgData name="Ken Popkin" userId="3c94c39e-c43b-4805-99ab-8da17777f1ac" providerId="ADAL" clId="{E440F346-DC68-4DD4-BA80-8DE6476F8949}" dt="2021-05-29T20:54:47.634" v="65394"/>
          <ac:spMkLst>
            <pc:docMk/>
            <pc:sldMk cId="2458866407" sldId="2146846055"/>
            <ac:spMk id="38" creationId="{CC70D07A-E406-4840-ACB4-BF0488F8344F}"/>
          </ac:spMkLst>
        </pc:spChg>
        <pc:spChg chg="add mod">
          <ac:chgData name="Ken Popkin" userId="3c94c39e-c43b-4805-99ab-8da17777f1ac" providerId="ADAL" clId="{E440F346-DC68-4DD4-BA80-8DE6476F8949}" dt="2021-05-29T20:54:47.580" v="65162"/>
          <ac:spMkLst>
            <pc:docMk/>
            <pc:sldMk cId="2458866407" sldId="2146846055"/>
            <ac:spMk id="39" creationId="{BDAC5AF7-DCC5-49C5-ABA5-21D94B159217}"/>
          </ac:spMkLst>
        </pc:spChg>
        <pc:spChg chg="add mod">
          <ac:chgData name="Ken Popkin" userId="3c94c39e-c43b-4805-99ab-8da17777f1ac" providerId="ADAL" clId="{E440F346-DC68-4DD4-BA80-8DE6476F8949}" dt="2021-05-29T20:54:47.584" v="65179"/>
          <ac:spMkLst>
            <pc:docMk/>
            <pc:sldMk cId="2458866407" sldId="2146846055"/>
            <ac:spMk id="40" creationId="{EDADDE01-911A-43DF-A231-2A9941CD935F}"/>
          </ac:spMkLst>
        </pc:spChg>
        <pc:spChg chg="add mod ord">
          <ac:chgData name="Ken Popkin" userId="3c94c39e-c43b-4805-99ab-8da17777f1ac" providerId="ADAL" clId="{E440F346-DC68-4DD4-BA80-8DE6476F8949}" dt="2021-05-29T20:54:47.600" v="65229"/>
          <ac:spMkLst>
            <pc:docMk/>
            <pc:sldMk cId="2458866407" sldId="2146846055"/>
            <ac:spMk id="41" creationId="{7C1B91AF-9F42-48D9-B22D-4547702AF1C8}"/>
          </ac:spMkLst>
        </pc:spChg>
        <pc:spChg chg="add mod">
          <ac:chgData name="Ken Popkin" userId="3c94c39e-c43b-4805-99ab-8da17777f1ac" providerId="ADAL" clId="{E440F346-DC68-4DD4-BA80-8DE6476F8949}" dt="2021-05-29T20:54:47.580" v="65163"/>
          <ac:spMkLst>
            <pc:docMk/>
            <pc:sldMk cId="2458866407" sldId="2146846055"/>
            <ac:spMk id="42" creationId="{05D84BB5-CB86-4F09-A152-006A4888B91F}"/>
          </ac:spMkLst>
        </pc:spChg>
        <pc:spChg chg="add mod">
          <ac:chgData name="Ken Popkin" userId="3c94c39e-c43b-4805-99ab-8da17777f1ac" providerId="ADAL" clId="{E440F346-DC68-4DD4-BA80-8DE6476F8949}" dt="2021-05-29T20:54:47.585" v="65180"/>
          <ac:spMkLst>
            <pc:docMk/>
            <pc:sldMk cId="2458866407" sldId="2146846055"/>
            <ac:spMk id="43" creationId="{FE24486E-E87D-4582-B684-156E1BA286CE}"/>
          </ac:spMkLst>
        </pc:spChg>
        <pc:spChg chg="add mod ord">
          <ac:chgData name="Ken Popkin" userId="3c94c39e-c43b-4805-99ab-8da17777f1ac" providerId="ADAL" clId="{E440F346-DC68-4DD4-BA80-8DE6476F8949}" dt="2021-05-29T20:54:47.600" v="65231"/>
          <ac:spMkLst>
            <pc:docMk/>
            <pc:sldMk cId="2458866407" sldId="2146846055"/>
            <ac:spMk id="44" creationId="{9C0F29C1-00D8-4C5D-A5B0-F5F29024413C}"/>
          </ac:spMkLst>
        </pc:spChg>
        <pc:spChg chg="add mod">
          <ac:chgData name="Ken Popkin" userId="3c94c39e-c43b-4805-99ab-8da17777f1ac" providerId="ADAL" clId="{E440F346-DC68-4DD4-BA80-8DE6476F8949}" dt="2021-05-29T20:54:47.581" v="65164"/>
          <ac:spMkLst>
            <pc:docMk/>
            <pc:sldMk cId="2458866407" sldId="2146846055"/>
            <ac:spMk id="45" creationId="{626E9A8B-B243-44CD-BD6E-7F780D90C785}"/>
          </ac:spMkLst>
        </pc:spChg>
        <pc:spChg chg="add mod">
          <ac:chgData name="Ken Popkin" userId="3c94c39e-c43b-4805-99ab-8da17777f1ac" providerId="ADAL" clId="{E440F346-DC68-4DD4-BA80-8DE6476F8949}" dt="2021-05-29T20:54:47.585" v="65181"/>
          <ac:spMkLst>
            <pc:docMk/>
            <pc:sldMk cId="2458866407" sldId="2146846055"/>
            <ac:spMk id="46" creationId="{E5517294-39DE-4B0F-B164-AD3387A5276C}"/>
          </ac:spMkLst>
        </pc:spChg>
        <pc:spChg chg="add mod ord">
          <ac:chgData name="Ken Popkin" userId="3c94c39e-c43b-4805-99ab-8da17777f1ac" providerId="ADAL" clId="{E440F346-DC68-4DD4-BA80-8DE6476F8949}" dt="2021-05-29T20:54:47.601" v="65233"/>
          <ac:spMkLst>
            <pc:docMk/>
            <pc:sldMk cId="2458866407" sldId="2146846055"/>
            <ac:spMk id="47" creationId="{59EFDF36-9BB8-4166-88A1-1B05EAF9E6AD}"/>
          </ac:spMkLst>
        </pc:spChg>
        <pc:spChg chg="add mod">
          <ac:chgData name="Ken Popkin" userId="3c94c39e-c43b-4805-99ab-8da17777f1ac" providerId="ADAL" clId="{E440F346-DC68-4DD4-BA80-8DE6476F8949}" dt="2021-05-29T20:54:47.581" v="65165"/>
          <ac:spMkLst>
            <pc:docMk/>
            <pc:sldMk cId="2458866407" sldId="2146846055"/>
            <ac:spMk id="48" creationId="{5CBE17DD-A127-4285-ABE5-A0B1A5D77BBF}"/>
          </ac:spMkLst>
        </pc:spChg>
        <pc:spChg chg="add mod">
          <ac:chgData name="Ken Popkin" userId="3c94c39e-c43b-4805-99ab-8da17777f1ac" providerId="ADAL" clId="{E440F346-DC68-4DD4-BA80-8DE6476F8949}" dt="2021-05-29T20:54:47.585" v="65182"/>
          <ac:spMkLst>
            <pc:docMk/>
            <pc:sldMk cId="2458866407" sldId="2146846055"/>
            <ac:spMk id="49" creationId="{A2A3FAC4-CF79-4251-A2EE-1AA4F60CC66E}"/>
          </ac:spMkLst>
        </pc:spChg>
        <pc:spChg chg="add mod ord">
          <ac:chgData name="Ken Popkin" userId="3c94c39e-c43b-4805-99ab-8da17777f1ac" providerId="ADAL" clId="{E440F346-DC68-4DD4-BA80-8DE6476F8949}" dt="2021-05-29T20:54:47.601" v="65235"/>
          <ac:spMkLst>
            <pc:docMk/>
            <pc:sldMk cId="2458866407" sldId="2146846055"/>
            <ac:spMk id="50" creationId="{1BAA95C6-F1D5-45B6-B853-91E98B761F6D}"/>
          </ac:spMkLst>
        </pc:spChg>
        <pc:spChg chg="add mod">
          <ac:chgData name="Ken Popkin" userId="3c94c39e-c43b-4805-99ab-8da17777f1ac" providerId="ADAL" clId="{E440F346-DC68-4DD4-BA80-8DE6476F8949}" dt="2021-05-29T20:54:47.590" v="65203"/>
          <ac:spMkLst>
            <pc:docMk/>
            <pc:sldMk cId="2458866407" sldId="2146846055"/>
            <ac:spMk id="61" creationId="{4C5E8973-BB37-4CE4-A0A3-AB469A72AA6C}"/>
          </ac:spMkLst>
        </pc:spChg>
        <pc:spChg chg="add mod modVis">
          <ac:chgData name="Ken Popkin" userId="3c94c39e-c43b-4805-99ab-8da17777f1ac" providerId="ADAL" clId="{E440F346-DC68-4DD4-BA80-8DE6476F8949}" dt="2021-05-29T20:54:47.594" v="65212"/>
          <ac:spMkLst>
            <pc:docMk/>
            <pc:sldMk cId="2458866407" sldId="2146846055"/>
            <ac:spMk id="62" creationId="{56B2AF2F-9B7B-4F62-BA1C-582538E1A71F}"/>
          </ac:spMkLst>
        </pc:spChg>
        <pc:spChg chg="add mod ord modVis">
          <ac:chgData name="Ken Popkin" userId="3c94c39e-c43b-4805-99ab-8da17777f1ac" providerId="ADAL" clId="{E440F346-DC68-4DD4-BA80-8DE6476F8949}" dt="2021-05-29T20:54:47.607" v="65264"/>
          <ac:spMkLst>
            <pc:docMk/>
            <pc:sldMk cId="2458866407" sldId="2146846055"/>
            <ac:spMk id="63" creationId="{D23354DB-2CFF-4917-AD4F-FC03D8A1149A}"/>
          </ac:spMkLst>
        </pc:spChg>
        <pc:spChg chg="add mod ord modVis">
          <ac:chgData name="Ken Popkin" userId="3c94c39e-c43b-4805-99ab-8da17777f1ac" providerId="ADAL" clId="{E440F346-DC68-4DD4-BA80-8DE6476F8949}" dt="2021-05-29T20:54:47.608" v="65266"/>
          <ac:spMkLst>
            <pc:docMk/>
            <pc:sldMk cId="2458866407" sldId="2146846055"/>
            <ac:spMk id="64" creationId="{5F74DCE6-C52F-448B-9110-2E79524332D0}"/>
          </ac:spMkLst>
        </pc:spChg>
        <pc:spChg chg="add mod ord modVis">
          <ac:chgData name="Ken Popkin" userId="3c94c39e-c43b-4805-99ab-8da17777f1ac" providerId="ADAL" clId="{E440F346-DC68-4DD4-BA80-8DE6476F8949}" dt="2021-05-29T20:54:47.608" v="65268"/>
          <ac:spMkLst>
            <pc:docMk/>
            <pc:sldMk cId="2458866407" sldId="2146846055"/>
            <ac:spMk id="65" creationId="{79EC7660-29AB-4828-BCE0-B541769E3C00}"/>
          </ac:spMkLst>
        </pc:spChg>
        <pc:spChg chg="add mod ord modVis">
          <ac:chgData name="Ken Popkin" userId="3c94c39e-c43b-4805-99ab-8da17777f1ac" providerId="ADAL" clId="{E440F346-DC68-4DD4-BA80-8DE6476F8949}" dt="2021-05-29T20:54:47.608" v="65270"/>
          <ac:spMkLst>
            <pc:docMk/>
            <pc:sldMk cId="2458866407" sldId="2146846055"/>
            <ac:spMk id="66" creationId="{C104463D-075B-494C-A273-25546D9896F7}"/>
          </ac:spMkLst>
        </pc:spChg>
        <pc:spChg chg="add mod ord">
          <ac:chgData name="Ken Popkin" userId="3c94c39e-c43b-4805-99ab-8da17777f1ac" providerId="ADAL" clId="{E440F346-DC68-4DD4-BA80-8DE6476F8949}" dt="2021-05-29T20:54:47.609" v="65272"/>
          <ac:spMkLst>
            <pc:docMk/>
            <pc:sldMk cId="2458866407" sldId="2146846055"/>
            <ac:spMk id="67" creationId="{97B0DD80-67A0-4BDD-B8EF-20917CE5B885}"/>
          </ac:spMkLst>
        </pc:spChg>
        <pc:spChg chg="add mod ord">
          <ac:chgData name="Ken Popkin" userId="3c94c39e-c43b-4805-99ab-8da17777f1ac" providerId="ADAL" clId="{E440F346-DC68-4DD4-BA80-8DE6476F8949}" dt="2021-05-29T20:54:47.609" v="65274"/>
          <ac:spMkLst>
            <pc:docMk/>
            <pc:sldMk cId="2458866407" sldId="2146846055"/>
            <ac:spMk id="68" creationId="{F919881B-CBAC-4560-9ACE-947A9188A700}"/>
          </ac:spMkLst>
        </pc:spChg>
        <pc:spChg chg="add mod">
          <ac:chgData name="Ken Popkin" userId="3c94c39e-c43b-4805-99ab-8da17777f1ac" providerId="ADAL" clId="{E440F346-DC68-4DD4-BA80-8DE6476F8949}" dt="2021-05-29T20:54:47.591" v="65204"/>
          <ac:spMkLst>
            <pc:docMk/>
            <pc:sldMk cId="2458866407" sldId="2146846055"/>
            <ac:spMk id="69" creationId="{B59603A6-E82A-42AB-9CB2-C09F37ED61BD}"/>
          </ac:spMkLst>
        </pc:spChg>
        <pc:spChg chg="add mod modVis">
          <ac:chgData name="Ken Popkin" userId="3c94c39e-c43b-4805-99ab-8da17777f1ac" providerId="ADAL" clId="{E440F346-DC68-4DD4-BA80-8DE6476F8949}" dt="2021-05-29T20:54:47.594" v="65213"/>
          <ac:spMkLst>
            <pc:docMk/>
            <pc:sldMk cId="2458866407" sldId="2146846055"/>
            <ac:spMk id="70" creationId="{5AF3EFED-AFBC-4C20-B740-171DB933E575}"/>
          </ac:spMkLst>
        </pc:spChg>
        <pc:spChg chg="add mod ord modVis">
          <ac:chgData name="Ken Popkin" userId="3c94c39e-c43b-4805-99ab-8da17777f1ac" providerId="ADAL" clId="{E440F346-DC68-4DD4-BA80-8DE6476F8949}" dt="2021-05-29T20:54:47.610" v="65276"/>
          <ac:spMkLst>
            <pc:docMk/>
            <pc:sldMk cId="2458866407" sldId="2146846055"/>
            <ac:spMk id="71" creationId="{E4DC5F87-94FC-4035-BA21-9FCA6370E50B}"/>
          </ac:spMkLst>
        </pc:spChg>
        <pc:spChg chg="add mod ord modVis">
          <ac:chgData name="Ken Popkin" userId="3c94c39e-c43b-4805-99ab-8da17777f1ac" providerId="ADAL" clId="{E440F346-DC68-4DD4-BA80-8DE6476F8949}" dt="2021-05-29T20:54:47.610" v="65278"/>
          <ac:spMkLst>
            <pc:docMk/>
            <pc:sldMk cId="2458866407" sldId="2146846055"/>
            <ac:spMk id="72" creationId="{148632CD-782D-4D49-B5C4-D38E8D5FFDA3}"/>
          </ac:spMkLst>
        </pc:spChg>
        <pc:spChg chg="add mod ord modVis">
          <ac:chgData name="Ken Popkin" userId="3c94c39e-c43b-4805-99ab-8da17777f1ac" providerId="ADAL" clId="{E440F346-DC68-4DD4-BA80-8DE6476F8949}" dt="2021-05-29T20:54:47.610" v="65280"/>
          <ac:spMkLst>
            <pc:docMk/>
            <pc:sldMk cId="2458866407" sldId="2146846055"/>
            <ac:spMk id="73" creationId="{12E972D7-5FCA-4006-9536-6BEA9083EB82}"/>
          </ac:spMkLst>
        </pc:spChg>
        <pc:spChg chg="add mod ord modVis">
          <ac:chgData name="Ken Popkin" userId="3c94c39e-c43b-4805-99ab-8da17777f1ac" providerId="ADAL" clId="{E440F346-DC68-4DD4-BA80-8DE6476F8949}" dt="2021-05-29T20:54:47.611" v="65282"/>
          <ac:spMkLst>
            <pc:docMk/>
            <pc:sldMk cId="2458866407" sldId="2146846055"/>
            <ac:spMk id="74" creationId="{5536E4FA-16D7-44D4-BA1A-811BDFDA3131}"/>
          </ac:spMkLst>
        </pc:spChg>
        <pc:spChg chg="add mod ord">
          <ac:chgData name="Ken Popkin" userId="3c94c39e-c43b-4805-99ab-8da17777f1ac" providerId="ADAL" clId="{E440F346-DC68-4DD4-BA80-8DE6476F8949}" dt="2021-05-29T20:54:47.611" v="65284"/>
          <ac:spMkLst>
            <pc:docMk/>
            <pc:sldMk cId="2458866407" sldId="2146846055"/>
            <ac:spMk id="75" creationId="{2940CD3B-5E31-4595-8A3E-1C4EEF01F9C6}"/>
          </ac:spMkLst>
        </pc:spChg>
        <pc:spChg chg="add mod ord">
          <ac:chgData name="Ken Popkin" userId="3c94c39e-c43b-4805-99ab-8da17777f1ac" providerId="ADAL" clId="{E440F346-DC68-4DD4-BA80-8DE6476F8949}" dt="2021-05-29T20:54:47.612" v="65286"/>
          <ac:spMkLst>
            <pc:docMk/>
            <pc:sldMk cId="2458866407" sldId="2146846055"/>
            <ac:spMk id="76" creationId="{CA27F7F5-9345-4BBC-928C-0CCD8440F277}"/>
          </ac:spMkLst>
        </pc:spChg>
        <pc:spChg chg="add mod">
          <ac:chgData name="Ken Popkin" userId="3c94c39e-c43b-4805-99ab-8da17777f1ac" providerId="ADAL" clId="{E440F346-DC68-4DD4-BA80-8DE6476F8949}" dt="2021-05-29T20:54:47.591" v="65205"/>
          <ac:spMkLst>
            <pc:docMk/>
            <pc:sldMk cId="2458866407" sldId="2146846055"/>
            <ac:spMk id="77" creationId="{217C6763-79CA-4AF4-AF82-299DD9C2119A}"/>
          </ac:spMkLst>
        </pc:spChg>
        <pc:spChg chg="add mod modVis">
          <ac:chgData name="Ken Popkin" userId="3c94c39e-c43b-4805-99ab-8da17777f1ac" providerId="ADAL" clId="{E440F346-DC68-4DD4-BA80-8DE6476F8949}" dt="2021-05-29T20:54:47.594" v="65214"/>
          <ac:spMkLst>
            <pc:docMk/>
            <pc:sldMk cId="2458866407" sldId="2146846055"/>
            <ac:spMk id="78" creationId="{F3FFDD8F-19AF-4DFD-B313-3D190E2E7690}"/>
          </ac:spMkLst>
        </pc:spChg>
        <pc:spChg chg="add mod ord modVis">
          <ac:chgData name="Ken Popkin" userId="3c94c39e-c43b-4805-99ab-8da17777f1ac" providerId="ADAL" clId="{E440F346-DC68-4DD4-BA80-8DE6476F8949}" dt="2021-05-29T20:54:47.612" v="65288"/>
          <ac:spMkLst>
            <pc:docMk/>
            <pc:sldMk cId="2458866407" sldId="2146846055"/>
            <ac:spMk id="79" creationId="{ABF492B4-9DEF-4968-B9B3-DBCBC7DD46EB}"/>
          </ac:spMkLst>
        </pc:spChg>
        <pc:spChg chg="add mod ord modVis">
          <ac:chgData name="Ken Popkin" userId="3c94c39e-c43b-4805-99ab-8da17777f1ac" providerId="ADAL" clId="{E440F346-DC68-4DD4-BA80-8DE6476F8949}" dt="2021-05-29T20:54:47.612" v="65290"/>
          <ac:spMkLst>
            <pc:docMk/>
            <pc:sldMk cId="2458866407" sldId="2146846055"/>
            <ac:spMk id="80" creationId="{F0D6AF6A-F9A6-4527-B71B-463ABEF840BF}"/>
          </ac:spMkLst>
        </pc:spChg>
        <pc:spChg chg="add mod ord modVis">
          <ac:chgData name="Ken Popkin" userId="3c94c39e-c43b-4805-99ab-8da17777f1ac" providerId="ADAL" clId="{E440F346-DC68-4DD4-BA80-8DE6476F8949}" dt="2021-05-29T20:54:47.613" v="65292"/>
          <ac:spMkLst>
            <pc:docMk/>
            <pc:sldMk cId="2458866407" sldId="2146846055"/>
            <ac:spMk id="81" creationId="{C21E21C0-76C4-43F5-8F0E-6135272F594E}"/>
          </ac:spMkLst>
        </pc:spChg>
        <pc:spChg chg="add mod ord modVis">
          <ac:chgData name="Ken Popkin" userId="3c94c39e-c43b-4805-99ab-8da17777f1ac" providerId="ADAL" clId="{E440F346-DC68-4DD4-BA80-8DE6476F8949}" dt="2021-05-29T20:54:47.613" v="65294"/>
          <ac:spMkLst>
            <pc:docMk/>
            <pc:sldMk cId="2458866407" sldId="2146846055"/>
            <ac:spMk id="82" creationId="{248DDBCB-66B8-4F02-ADC0-9C77ACF0DA5B}"/>
          </ac:spMkLst>
        </pc:spChg>
        <pc:spChg chg="add mod ord">
          <ac:chgData name="Ken Popkin" userId="3c94c39e-c43b-4805-99ab-8da17777f1ac" providerId="ADAL" clId="{E440F346-DC68-4DD4-BA80-8DE6476F8949}" dt="2021-05-29T20:54:47.614" v="65296"/>
          <ac:spMkLst>
            <pc:docMk/>
            <pc:sldMk cId="2458866407" sldId="2146846055"/>
            <ac:spMk id="83" creationId="{39918AFD-CE1C-4C90-90B0-81C0177A0EB6}"/>
          </ac:spMkLst>
        </pc:spChg>
        <pc:spChg chg="add mod ord">
          <ac:chgData name="Ken Popkin" userId="3c94c39e-c43b-4805-99ab-8da17777f1ac" providerId="ADAL" clId="{E440F346-DC68-4DD4-BA80-8DE6476F8949}" dt="2021-05-29T20:54:47.614" v="65298"/>
          <ac:spMkLst>
            <pc:docMk/>
            <pc:sldMk cId="2458866407" sldId="2146846055"/>
            <ac:spMk id="84" creationId="{0D19FDE9-F383-4A96-AA0E-0067F886978B}"/>
          </ac:spMkLst>
        </pc:spChg>
        <pc:spChg chg="add mod">
          <ac:chgData name="Ken Popkin" userId="3c94c39e-c43b-4805-99ab-8da17777f1ac" providerId="ADAL" clId="{E440F346-DC68-4DD4-BA80-8DE6476F8949}" dt="2021-05-29T20:54:47.595" v="65215"/>
          <ac:spMkLst>
            <pc:docMk/>
            <pc:sldMk cId="2458866407" sldId="2146846055"/>
            <ac:spMk id="85" creationId="{C070BF5C-D9E7-4C04-A0F0-B5E5807C134C}"/>
          </ac:spMkLst>
        </pc:spChg>
        <pc:spChg chg="add mod ord">
          <ac:chgData name="Ken Popkin" userId="3c94c39e-c43b-4805-99ab-8da17777f1ac" providerId="ADAL" clId="{E440F346-DC68-4DD4-BA80-8DE6476F8949}" dt="2021-05-29T20:54:47.614" v="65300"/>
          <ac:spMkLst>
            <pc:docMk/>
            <pc:sldMk cId="2458866407" sldId="2146846055"/>
            <ac:spMk id="86" creationId="{480B26DE-54B3-4F7C-B266-DE13E313A9C9}"/>
          </ac:spMkLst>
        </pc:spChg>
        <pc:spChg chg="add mod ord">
          <ac:chgData name="Ken Popkin" userId="3c94c39e-c43b-4805-99ab-8da17777f1ac" providerId="ADAL" clId="{E440F346-DC68-4DD4-BA80-8DE6476F8949}" dt="2021-05-29T20:54:47.614" v="65302"/>
          <ac:spMkLst>
            <pc:docMk/>
            <pc:sldMk cId="2458866407" sldId="2146846055"/>
            <ac:spMk id="87" creationId="{798DE59E-C498-447B-BD4C-7111E0712EDB}"/>
          </ac:spMkLst>
        </pc:spChg>
        <pc:spChg chg="add mod">
          <ac:chgData name="Ken Popkin" userId="3c94c39e-c43b-4805-99ab-8da17777f1ac" providerId="ADAL" clId="{E440F346-DC68-4DD4-BA80-8DE6476F8949}" dt="2021-05-29T20:54:47.591" v="65206"/>
          <ac:spMkLst>
            <pc:docMk/>
            <pc:sldMk cId="2458866407" sldId="2146846055"/>
            <ac:spMk id="88" creationId="{89E8520E-2756-4BEF-B032-1C8B954C6211}"/>
          </ac:spMkLst>
        </pc:spChg>
        <pc:spChg chg="add mod modVis">
          <ac:chgData name="Ken Popkin" userId="3c94c39e-c43b-4805-99ab-8da17777f1ac" providerId="ADAL" clId="{E440F346-DC68-4DD4-BA80-8DE6476F8949}" dt="2021-05-29T20:54:47.595" v="65216"/>
          <ac:spMkLst>
            <pc:docMk/>
            <pc:sldMk cId="2458866407" sldId="2146846055"/>
            <ac:spMk id="89" creationId="{9B719960-597F-469D-9E04-957B9EFD6B41}"/>
          </ac:spMkLst>
        </pc:spChg>
        <pc:spChg chg="add mod ord modVis">
          <ac:chgData name="Ken Popkin" userId="3c94c39e-c43b-4805-99ab-8da17777f1ac" providerId="ADAL" clId="{E440F346-DC68-4DD4-BA80-8DE6476F8949}" dt="2021-05-29T20:54:47.615" v="65304"/>
          <ac:spMkLst>
            <pc:docMk/>
            <pc:sldMk cId="2458866407" sldId="2146846055"/>
            <ac:spMk id="90" creationId="{55F1988E-7367-44C7-8DA4-D78DDDA8CCD5}"/>
          </ac:spMkLst>
        </pc:spChg>
        <pc:spChg chg="add mod ord modVis">
          <ac:chgData name="Ken Popkin" userId="3c94c39e-c43b-4805-99ab-8da17777f1ac" providerId="ADAL" clId="{E440F346-DC68-4DD4-BA80-8DE6476F8949}" dt="2021-05-29T20:54:47.615" v="65306"/>
          <ac:spMkLst>
            <pc:docMk/>
            <pc:sldMk cId="2458866407" sldId="2146846055"/>
            <ac:spMk id="91" creationId="{FA931F25-33BF-4016-9D37-0EC639C8EE26}"/>
          </ac:spMkLst>
        </pc:spChg>
        <pc:spChg chg="add mod ord modVis">
          <ac:chgData name="Ken Popkin" userId="3c94c39e-c43b-4805-99ab-8da17777f1ac" providerId="ADAL" clId="{E440F346-DC68-4DD4-BA80-8DE6476F8949}" dt="2021-05-29T20:54:47.616" v="65308"/>
          <ac:spMkLst>
            <pc:docMk/>
            <pc:sldMk cId="2458866407" sldId="2146846055"/>
            <ac:spMk id="92" creationId="{4B7121C7-6758-4E95-8195-4D5FA93862CE}"/>
          </ac:spMkLst>
        </pc:spChg>
        <pc:spChg chg="add mod ord modVis">
          <ac:chgData name="Ken Popkin" userId="3c94c39e-c43b-4805-99ab-8da17777f1ac" providerId="ADAL" clId="{E440F346-DC68-4DD4-BA80-8DE6476F8949}" dt="2021-05-29T20:54:47.616" v="65310"/>
          <ac:spMkLst>
            <pc:docMk/>
            <pc:sldMk cId="2458866407" sldId="2146846055"/>
            <ac:spMk id="93" creationId="{46BF163F-0573-4D5D-BB78-D8B0E4EB15F5}"/>
          </ac:spMkLst>
        </pc:spChg>
        <pc:spChg chg="add mod ord">
          <ac:chgData name="Ken Popkin" userId="3c94c39e-c43b-4805-99ab-8da17777f1ac" providerId="ADAL" clId="{E440F346-DC68-4DD4-BA80-8DE6476F8949}" dt="2021-05-29T20:54:47.616" v="65312"/>
          <ac:spMkLst>
            <pc:docMk/>
            <pc:sldMk cId="2458866407" sldId="2146846055"/>
            <ac:spMk id="94" creationId="{0C5FA003-803B-49EA-B279-A10EB0D436CC}"/>
          </ac:spMkLst>
        </pc:spChg>
        <pc:spChg chg="add mod ord">
          <ac:chgData name="Ken Popkin" userId="3c94c39e-c43b-4805-99ab-8da17777f1ac" providerId="ADAL" clId="{E440F346-DC68-4DD4-BA80-8DE6476F8949}" dt="2021-05-29T20:54:47.617" v="65314"/>
          <ac:spMkLst>
            <pc:docMk/>
            <pc:sldMk cId="2458866407" sldId="2146846055"/>
            <ac:spMk id="95" creationId="{8E239133-6DD6-4CF5-A1A2-98F9B336DBF6}"/>
          </ac:spMkLst>
        </pc:spChg>
        <pc:spChg chg="add mod">
          <ac:chgData name="Ken Popkin" userId="3c94c39e-c43b-4805-99ab-8da17777f1ac" providerId="ADAL" clId="{E440F346-DC68-4DD4-BA80-8DE6476F8949}" dt="2021-05-29T20:54:47.592" v="65207"/>
          <ac:spMkLst>
            <pc:docMk/>
            <pc:sldMk cId="2458866407" sldId="2146846055"/>
            <ac:spMk id="96" creationId="{D6D917D7-4F6F-4011-979A-3B34A029E657}"/>
          </ac:spMkLst>
        </pc:spChg>
        <pc:spChg chg="add mod modVis">
          <ac:chgData name="Ken Popkin" userId="3c94c39e-c43b-4805-99ab-8da17777f1ac" providerId="ADAL" clId="{E440F346-DC68-4DD4-BA80-8DE6476F8949}" dt="2021-05-29T20:54:47.596" v="65217"/>
          <ac:spMkLst>
            <pc:docMk/>
            <pc:sldMk cId="2458866407" sldId="2146846055"/>
            <ac:spMk id="97" creationId="{A92F3D4A-7302-4C4D-9525-9A5BA226555D}"/>
          </ac:spMkLst>
        </pc:spChg>
        <pc:spChg chg="add mod ord modVis">
          <ac:chgData name="Ken Popkin" userId="3c94c39e-c43b-4805-99ab-8da17777f1ac" providerId="ADAL" clId="{E440F346-DC68-4DD4-BA80-8DE6476F8949}" dt="2021-05-29T20:54:47.618" v="65316"/>
          <ac:spMkLst>
            <pc:docMk/>
            <pc:sldMk cId="2458866407" sldId="2146846055"/>
            <ac:spMk id="98" creationId="{3451DFEF-985C-4BE5-B8FA-1914DFE6623D}"/>
          </ac:spMkLst>
        </pc:spChg>
        <pc:spChg chg="add mod ord modVis">
          <ac:chgData name="Ken Popkin" userId="3c94c39e-c43b-4805-99ab-8da17777f1ac" providerId="ADAL" clId="{E440F346-DC68-4DD4-BA80-8DE6476F8949}" dt="2021-05-29T20:54:47.618" v="65318"/>
          <ac:spMkLst>
            <pc:docMk/>
            <pc:sldMk cId="2458866407" sldId="2146846055"/>
            <ac:spMk id="99" creationId="{93FD2FF6-0008-4E3D-B4DD-D6D773994453}"/>
          </ac:spMkLst>
        </pc:spChg>
        <pc:spChg chg="add mod ord modVis">
          <ac:chgData name="Ken Popkin" userId="3c94c39e-c43b-4805-99ab-8da17777f1ac" providerId="ADAL" clId="{E440F346-DC68-4DD4-BA80-8DE6476F8949}" dt="2021-05-29T20:54:47.618" v="65320"/>
          <ac:spMkLst>
            <pc:docMk/>
            <pc:sldMk cId="2458866407" sldId="2146846055"/>
            <ac:spMk id="100" creationId="{C21C4A70-FC41-4ACD-8A9E-E7E6B9B6DB71}"/>
          </ac:spMkLst>
        </pc:spChg>
        <pc:spChg chg="add mod ord modVis">
          <ac:chgData name="Ken Popkin" userId="3c94c39e-c43b-4805-99ab-8da17777f1ac" providerId="ADAL" clId="{E440F346-DC68-4DD4-BA80-8DE6476F8949}" dt="2021-05-29T20:54:47.619" v="65322"/>
          <ac:spMkLst>
            <pc:docMk/>
            <pc:sldMk cId="2458866407" sldId="2146846055"/>
            <ac:spMk id="101" creationId="{07274170-F421-4B09-9455-8BB8B1FA7D18}"/>
          </ac:spMkLst>
        </pc:spChg>
        <pc:spChg chg="add mod ord">
          <ac:chgData name="Ken Popkin" userId="3c94c39e-c43b-4805-99ab-8da17777f1ac" providerId="ADAL" clId="{E440F346-DC68-4DD4-BA80-8DE6476F8949}" dt="2021-05-29T20:54:47.619" v="65324"/>
          <ac:spMkLst>
            <pc:docMk/>
            <pc:sldMk cId="2458866407" sldId="2146846055"/>
            <ac:spMk id="102" creationId="{ABDA19F5-090D-4974-A92D-18D29D8263B2}"/>
          </ac:spMkLst>
        </pc:spChg>
        <pc:spChg chg="add mod ord">
          <ac:chgData name="Ken Popkin" userId="3c94c39e-c43b-4805-99ab-8da17777f1ac" providerId="ADAL" clId="{E440F346-DC68-4DD4-BA80-8DE6476F8949}" dt="2021-05-29T20:54:47.619" v="65326"/>
          <ac:spMkLst>
            <pc:docMk/>
            <pc:sldMk cId="2458866407" sldId="2146846055"/>
            <ac:spMk id="103" creationId="{56C7A074-8150-4743-B127-65966B250CDE}"/>
          </ac:spMkLst>
        </pc:spChg>
        <pc:spChg chg="add mod">
          <ac:chgData name="Ken Popkin" userId="3c94c39e-c43b-4805-99ab-8da17777f1ac" providerId="ADAL" clId="{E440F346-DC68-4DD4-BA80-8DE6476F8949}" dt="2021-05-29T20:54:47.596" v="65218"/>
          <ac:spMkLst>
            <pc:docMk/>
            <pc:sldMk cId="2458866407" sldId="2146846055"/>
            <ac:spMk id="104" creationId="{D839A97B-B571-4B9E-B916-B4B278157C31}"/>
          </ac:spMkLst>
        </pc:spChg>
        <pc:spChg chg="add mod ord">
          <ac:chgData name="Ken Popkin" userId="3c94c39e-c43b-4805-99ab-8da17777f1ac" providerId="ADAL" clId="{E440F346-DC68-4DD4-BA80-8DE6476F8949}" dt="2021-05-29T20:54:47.620" v="65328"/>
          <ac:spMkLst>
            <pc:docMk/>
            <pc:sldMk cId="2458866407" sldId="2146846055"/>
            <ac:spMk id="105" creationId="{8EA8B75C-0BC2-432C-B8B2-C203B738DCCA}"/>
          </ac:spMkLst>
        </pc:spChg>
        <pc:spChg chg="add mod ord">
          <ac:chgData name="Ken Popkin" userId="3c94c39e-c43b-4805-99ab-8da17777f1ac" providerId="ADAL" clId="{E440F346-DC68-4DD4-BA80-8DE6476F8949}" dt="2021-05-29T20:54:47.620" v="65330"/>
          <ac:spMkLst>
            <pc:docMk/>
            <pc:sldMk cId="2458866407" sldId="2146846055"/>
            <ac:spMk id="106" creationId="{11CB61B4-B044-462F-BE48-687576802D88}"/>
          </ac:spMkLst>
        </pc:spChg>
        <pc:spChg chg="add mod">
          <ac:chgData name="Ken Popkin" userId="3c94c39e-c43b-4805-99ab-8da17777f1ac" providerId="ADAL" clId="{E440F346-DC68-4DD4-BA80-8DE6476F8949}" dt="2021-05-29T20:54:47.596" v="65219"/>
          <ac:spMkLst>
            <pc:docMk/>
            <pc:sldMk cId="2458866407" sldId="2146846055"/>
            <ac:spMk id="107" creationId="{AF521F10-BFE1-4DC5-A3AC-0483660CA085}"/>
          </ac:spMkLst>
        </pc:spChg>
        <pc:spChg chg="add mod ord">
          <ac:chgData name="Ken Popkin" userId="3c94c39e-c43b-4805-99ab-8da17777f1ac" providerId="ADAL" clId="{E440F346-DC68-4DD4-BA80-8DE6476F8949}" dt="2021-05-29T20:54:47.621" v="65332"/>
          <ac:spMkLst>
            <pc:docMk/>
            <pc:sldMk cId="2458866407" sldId="2146846055"/>
            <ac:spMk id="108" creationId="{FA6B450D-E610-4C25-8025-4B533FA9D9A1}"/>
          </ac:spMkLst>
        </pc:spChg>
        <pc:spChg chg="add mod ord">
          <ac:chgData name="Ken Popkin" userId="3c94c39e-c43b-4805-99ab-8da17777f1ac" providerId="ADAL" clId="{E440F346-DC68-4DD4-BA80-8DE6476F8949}" dt="2021-05-29T20:54:47.621" v="65334"/>
          <ac:spMkLst>
            <pc:docMk/>
            <pc:sldMk cId="2458866407" sldId="2146846055"/>
            <ac:spMk id="109" creationId="{DE532838-D914-4473-B6B3-5E12AB604D27}"/>
          </ac:spMkLst>
        </pc:spChg>
        <pc:spChg chg="add mod">
          <ac:chgData name="Ken Popkin" userId="3c94c39e-c43b-4805-99ab-8da17777f1ac" providerId="ADAL" clId="{E440F346-DC68-4DD4-BA80-8DE6476F8949}" dt="2021-05-29T20:54:47.592" v="65208"/>
          <ac:spMkLst>
            <pc:docMk/>
            <pc:sldMk cId="2458866407" sldId="2146846055"/>
            <ac:spMk id="110" creationId="{F6DC64D2-34CA-4A4D-BF32-ABEDFC38EB1B}"/>
          </ac:spMkLst>
        </pc:spChg>
        <pc:spChg chg="add mod modVis">
          <ac:chgData name="Ken Popkin" userId="3c94c39e-c43b-4805-99ab-8da17777f1ac" providerId="ADAL" clId="{E440F346-DC68-4DD4-BA80-8DE6476F8949}" dt="2021-05-29T20:54:47.597" v="65220"/>
          <ac:spMkLst>
            <pc:docMk/>
            <pc:sldMk cId="2458866407" sldId="2146846055"/>
            <ac:spMk id="111" creationId="{8048D3A4-8BF6-417C-8B3D-ECF188447DED}"/>
          </ac:spMkLst>
        </pc:spChg>
        <pc:spChg chg="add mod ord modVis">
          <ac:chgData name="Ken Popkin" userId="3c94c39e-c43b-4805-99ab-8da17777f1ac" providerId="ADAL" clId="{E440F346-DC68-4DD4-BA80-8DE6476F8949}" dt="2021-05-29T20:54:47.621" v="65336"/>
          <ac:spMkLst>
            <pc:docMk/>
            <pc:sldMk cId="2458866407" sldId="2146846055"/>
            <ac:spMk id="112" creationId="{42FAA22E-EAC3-4034-A951-79CD2CD351F2}"/>
          </ac:spMkLst>
        </pc:spChg>
        <pc:spChg chg="add mod ord modVis">
          <ac:chgData name="Ken Popkin" userId="3c94c39e-c43b-4805-99ab-8da17777f1ac" providerId="ADAL" clId="{E440F346-DC68-4DD4-BA80-8DE6476F8949}" dt="2021-05-29T20:54:47.622" v="65338"/>
          <ac:spMkLst>
            <pc:docMk/>
            <pc:sldMk cId="2458866407" sldId="2146846055"/>
            <ac:spMk id="113" creationId="{BAC0CEA6-707E-417D-8A52-CD638DA4D6A3}"/>
          </ac:spMkLst>
        </pc:spChg>
        <pc:spChg chg="add mod ord modVis">
          <ac:chgData name="Ken Popkin" userId="3c94c39e-c43b-4805-99ab-8da17777f1ac" providerId="ADAL" clId="{E440F346-DC68-4DD4-BA80-8DE6476F8949}" dt="2021-05-29T20:54:47.622" v="65340"/>
          <ac:spMkLst>
            <pc:docMk/>
            <pc:sldMk cId="2458866407" sldId="2146846055"/>
            <ac:spMk id="114" creationId="{D13E558C-D4E4-4B22-89D0-5C857B0D9EE6}"/>
          </ac:spMkLst>
        </pc:spChg>
        <pc:spChg chg="add mod ord modVis">
          <ac:chgData name="Ken Popkin" userId="3c94c39e-c43b-4805-99ab-8da17777f1ac" providerId="ADAL" clId="{E440F346-DC68-4DD4-BA80-8DE6476F8949}" dt="2021-05-29T20:54:47.622" v="65342"/>
          <ac:spMkLst>
            <pc:docMk/>
            <pc:sldMk cId="2458866407" sldId="2146846055"/>
            <ac:spMk id="115" creationId="{10DEC709-7DFA-461C-9A30-31E3E113F59A}"/>
          </ac:spMkLst>
        </pc:spChg>
        <pc:spChg chg="add mod ord">
          <ac:chgData name="Ken Popkin" userId="3c94c39e-c43b-4805-99ab-8da17777f1ac" providerId="ADAL" clId="{E440F346-DC68-4DD4-BA80-8DE6476F8949}" dt="2021-05-29T20:54:47.624" v="65344"/>
          <ac:spMkLst>
            <pc:docMk/>
            <pc:sldMk cId="2458866407" sldId="2146846055"/>
            <ac:spMk id="116" creationId="{679C6D8C-31EB-46CB-87E6-3A27C5E71CEA}"/>
          </ac:spMkLst>
        </pc:spChg>
        <pc:spChg chg="add mod ord">
          <ac:chgData name="Ken Popkin" userId="3c94c39e-c43b-4805-99ab-8da17777f1ac" providerId="ADAL" clId="{E440F346-DC68-4DD4-BA80-8DE6476F8949}" dt="2021-05-29T20:54:47.624" v="65346"/>
          <ac:spMkLst>
            <pc:docMk/>
            <pc:sldMk cId="2458866407" sldId="2146846055"/>
            <ac:spMk id="117" creationId="{DCCFC056-4A61-4FF6-9AB4-70DE068DB6CA}"/>
          </ac:spMkLst>
        </pc:spChg>
        <pc:spChg chg="add mod">
          <ac:chgData name="Ken Popkin" userId="3c94c39e-c43b-4805-99ab-8da17777f1ac" providerId="ADAL" clId="{E440F346-DC68-4DD4-BA80-8DE6476F8949}" dt="2021-05-29T20:54:47.593" v="65209"/>
          <ac:spMkLst>
            <pc:docMk/>
            <pc:sldMk cId="2458866407" sldId="2146846055"/>
            <ac:spMk id="118" creationId="{DE0114AC-E890-423D-8054-B636B2A0DB65}"/>
          </ac:spMkLst>
        </pc:spChg>
        <pc:spChg chg="add mod modVis">
          <ac:chgData name="Ken Popkin" userId="3c94c39e-c43b-4805-99ab-8da17777f1ac" providerId="ADAL" clId="{E440F346-DC68-4DD4-BA80-8DE6476F8949}" dt="2021-05-29T20:54:47.597" v="65221"/>
          <ac:spMkLst>
            <pc:docMk/>
            <pc:sldMk cId="2458866407" sldId="2146846055"/>
            <ac:spMk id="119" creationId="{C613B225-D77B-4676-82E9-D4B71E80A923}"/>
          </ac:spMkLst>
        </pc:spChg>
        <pc:spChg chg="add mod ord modVis">
          <ac:chgData name="Ken Popkin" userId="3c94c39e-c43b-4805-99ab-8da17777f1ac" providerId="ADAL" clId="{E440F346-DC68-4DD4-BA80-8DE6476F8949}" dt="2021-05-29T20:54:47.624" v="65348"/>
          <ac:spMkLst>
            <pc:docMk/>
            <pc:sldMk cId="2458866407" sldId="2146846055"/>
            <ac:spMk id="120" creationId="{E2CE4FE1-3B13-42FB-96AC-AFB8428C5B53}"/>
          </ac:spMkLst>
        </pc:spChg>
        <pc:spChg chg="add mod ord modVis">
          <ac:chgData name="Ken Popkin" userId="3c94c39e-c43b-4805-99ab-8da17777f1ac" providerId="ADAL" clId="{E440F346-DC68-4DD4-BA80-8DE6476F8949}" dt="2021-05-29T20:54:47.624" v="65350"/>
          <ac:spMkLst>
            <pc:docMk/>
            <pc:sldMk cId="2458866407" sldId="2146846055"/>
            <ac:spMk id="121" creationId="{19E54110-6136-415C-A1A5-08ECEA59C510}"/>
          </ac:spMkLst>
        </pc:spChg>
        <pc:spChg chg="add mod ord modVis">
          <ac:chgData name="Ken Popkin" userId="3c94c39e-c43b-4805-99ab-8da17777f1ac" providerId="ADAL" clId="{E440F346-DC68-4DD4-BA80-8DE6476F8949}" dt="2021-05-29T20:54:47.625" v="65352"/>
          <ac:spMkLst>
            <pc:docMk/>
            <pc:sldMk cId="2458866407" sldId="2146846055"/>
            <ac:spMk id="122" creationId="{12478199-A104-4F47-933B-FDE66C2A6260}"/>
          </ac:spMkLst>
        </pc:spChg>
        <pc:spChg chg="add mod ord modVis">
          <ac:chgData name="Ken Popkin" userId="3c94c39e-c43b-4805-99ab-8da17777f1ac" providerId="ADAL" clId="{E440F346-DC68-4DD4-BA80-8DE6476F8949}" dt="2021-05-29T20:54:47.625" v="65354"/>
          <ac:spMkLst>
            <pc:docMk/>
            <pc:sldMk cId="2458866407" sldId="2146846055"/>
            <ac:spMk id="123" creationId="{BA9D577F-319E-443A-9F18-1980D2947CCB}"/>
          </ac:spMkLst>
        </pc:spChg>
        <pc:spChg chg="add mod ord">
          <ac:chgData name="Ken Popkin" userId="3c94c39e-c43b-4805-99ab-8da17777f1ac" providerId="ADAL" clId="{E440F346-DC68-4DD4-BA80-8DE6476F8949}" dt="2021-05-29T20:54:47.626" v="65356"/>
          <ac:spMkLst>
            <pc:docMk/>
            <pc:sldMk cId="2458866407" sldId="2146846055"/>
            <ac:spMk id="124" creationId="{19576230-F769-4495-89B9-8F546EA8E1BB}"/>
          </ac:spMkLst>
        </pc:spChg>
        <pc:spChg chg="add mod ord">
          <ac:chgData name="Ken Popkin" userId="3c94c39e-c43b-4805-99ab-8da17777f1ac" providerId="ADAL" clId="{E440F346-DC68-4DD4-BA80-8DE6476F8949}" dt="2021-05-29T20:54:47.627" v="65358"/>
          <ac:spMkLst>
            <pc:docMk/>
            <pc:sldMk cId="2458866407" sldId="2146846055"/>
            <ac:spMk id="125" creationId="{7EE3803A-AC94-42CF-86DF-98F3DBBAA9A2}"/>
          </ac:spMkLst>
        </pc:spChg>
        <pc:spChg chg="add mod">
          <ac:chgData name="Ken Popkin" userId="3c94c39e-c43b-4805-99ab-8da17777f1ac" providerId="ADAL" clId="{E440F346-DC68-4DD4-BA80-8DE6476F8949}" dt="2021-05-29T20:54:47.593" v="65210"/>
          <ac:spMkLst>
            <pc:docMk/>
            <pc:sldMk cId="2458866407" sldId="2146846055"/>
            <ac:spMk id="126" creationId="{0C71CF9E-A486-4A7A-804A-860B91F2B8BB}"/>
          </ac:spMkLst>
        </pc:spChg>
        <pc:spChg chg="add mod modVis">
          <ac:chgData name="Ken Popkin" userId="3c94c39e-c43b-4805-99ab-8da17777f1ac" providerId="ADAL" clId="{E440F346-DC68-4DD4-BA80-8DE6476F8949}" dt="2021-05-29T20:54:47.597" v="65222"/>
          <ac:spMkLst>
            <pc:docMk/>
            <pc:sldMk cId="2458866407" sldId="2146846055"/>
            <ac:spMk id="127" creationId="{E4487675-EA52-4C46-A922-C2769633EAEB}"/>
          </ac:spMkLst>
        </pc:spChg>
        <pc:spChg chg="add mod ord modVis">
          <ac:chgData name="Ken Popkin" userId="3c94c39e-c43b-4805-99ab-8da17777f1ac" providerId="ADAL" clId="{E440F346-DC68-4DD4-BA80-8DE6476F8949}" dt="2021-05-29T20:54:47.627" v="65360"/>
          <ac:spMkLst>
            <pc:docMk/>
            <pc:sldMk cId="2458866407" sldId="2146846055"/>
            <ac:spMk id="128" creationId="{B8159397-2429-4B40-BBAC-515B77EBDAD1}"/>
          </ac:spMkLst>
        </pc:spChg>
        <pc:spChg chg="add mod ord modVis">
          <ac:chgData name="Ken Popkin" userId="3c94c39e-c43b-4805-99ab-8da17777f1ac" providerId="ADAL" clId="{E440F346-DC68-4DD4-BA80-8DE6476F8949}" dt="2021-05-29T20:54:47.627" v="65362"/>
          <ac:spMkLst>
            <pc:docMk/>
            <pc:sldMk cId="2458866407" sldId="2146846055"/>
            <ac:spMk id="129" creationId="{88E95F5B-131D-469E-B130-2C72D7FD9E1D}"/>
          </ac:spMkLst>
        </pc:spChg>
        <pc:spChg chg="add mod ord modVis">
          <ac:chgData name="Ken Popkin" userId="3c94c39e-c43b-4805-99ab-8da17777f1ac" providerId="ADAL" clId="{E440F346-DC68-4DD4-BA80-8DE6476F8949}" dt="2021-05-29T20:54:47.628" v="65364"/>
          <ac:spMkLst>
            <pc:docMk/>
            <pc:sldMk cId="2458866407" sldId="2146846055"/>
            <ac:spMk id="130" creationId="{535F1267-9426-4320-829E-03F8A4EEF196}"/>
          </ac:spMkLst>
        </pc:spChg>
        <pc:spChg chg="add mod ord modVis">
          <ac:chgData name="Ken Popkin" userId="3c94c39e-c43b-4805-99ab-8da17777f1ac" providerId="ADAL" clId="{E440F346-DC68-4DD4-BA80-8DE6476F8949}" dt="2021-05-29T20:54:47.628" v="65366"/>
          <ac:spMkLst>
            <pc:docMk/>
            <pc:sldMk cId="2458866407" sldId="2146846055"/>
            <ac:spMk id="131" creationId="{91216C6D-723A-47DE-8D57-281450362E2D}"/>
          </ac:spMkLst>
        </pc:spChg>
        <pc:spChg chg="add mod ord">
          <ac:chgData name="Ken Popkin" userId="3c94c39e-c43b-4805-99ab-8da17777f1ac" providerId="ADAL" clId="{E440F346-DC68-4DD4-BA80-8DE6476F8949}" dt="2021-05-29T20:54:47.628" v="65368"/>
          <ac:spMkLst>
            <pc:docMk/>
            <pc:sldMk cId="2458866407" sldId="2146846055"/>
            <ac:spMk id="132" creationId="{A43EBEA8-DB81-4E9E-BAB9-D26B290C4DB0}"/>
          </ac:spMkLst>
        </pc:spChg>
        <pc:spChg chg="add mod ord">
          <ac:chgData name="Ken Popkin" userId="3c94c39e-c43b-4805-99ab-8da17777f1ac" providerId="ADAL" clId="{E440F346-DC68-4DD4-BA80-8DE6476F8949}" dt="2021-05-29T20:54:47.629" v="65370"/>
          <ac:spMkLst>
            <pc:docMk/>
            <pc:sldMk cId="2458866407" sldId="2146846055"/>
            <ac:spMk id="133" creationId="{31299F2C-A124-4F8F-83BE-D1596F962079}"/>
          </ac:spMkLst>
        </pc:spChg>
        <pc:spChg chg="add mod">
          <ac:chgData name="Ken Popkin" userId="3c94c39e-c43b-4805-99ab-8da17777f1ac" providerId="ADAL" clId="{E440F346-DC68-4DD4-BA80-8DE6476F8949}" dt="2021-05-29T20:54:47.598" v="65223"/>
          <ac:spMkLst>
            <pc:docMk/>
            <pc:sldMk cId="2458866407" sldId="2146846055"/>
            <ac:spMk id="134" creationId="{65F5A35F-DBE8-448F-89BB-709D3F1EB26D}"/>
          </ac:spMkLst>
        </pc:spChg>
        <pc:spChg chg="add mod ord">
          <ac:chgData name="Ken Popkin" userId="3c94c39e-c43b-4805-99ab-8da17777f1ac" providerId="ADAL" clId="{E440F346-DC68-4DD4-BA80-8DE6476F8949}" dt="2021-05-29T20:54:47.629" v="65372"/>
          <ac:spMkLst>
            <pc:docMk/>
            <pc:sldMk cId="2458866407" sldId="2146846055"/>
            <ac:spMk id="135" creationId="{F86717A2-8D9F-4DCC-9F2E-6740011A8CD0}"/>
          </ac:spMkLst>
        </pc:spChg>
        <pc:spChg chg="add mod ord">
          <ac:chgData name="Ken Popkin" userId="3c94c39e-c43b-4805-99ab-8da17777f1ac" providerId="ADAL" clId="{E440F346-DC68-4DD4-BA80-8DE6476F8949}" dt="2021-05-29T20:54:47.629" v="65374"/>
          <ac:spMkLst>
            <pc:docMk/>
            <pc:sldMk cId="2458866407" sldId="2146846055"/>
            <ac:spMk id="136" creationId="{A76092D3-3817-4668-B255-F74DFC9C44B4}"/>
          </ac:spMkLst>
        </pc:spChg>
        <pc:spChg chg="add mod">
          <ac:chgData name="Ken Popkin" userId="3c94c39e-c43b-4805-99ab-8da17777f1ac" providerId="ADAL" clId="{E440F346-DC68-4DD4-BA80-8DE6476F8949}" dt="2021-05-29T20:54:47.598" v="65224"/>
          <ac:spMkLst>
            <pc:docMk/>
            <pc:sldMk cId="2458866407" sldId="2146846055"/>
            <ac:spMk id="137" creationId="{15A44FE0-C5B6-491F-A0D0-6CDDB932C089}"/>
          </ac:spMkLst>
        </pc:spChg>
        <pc:spChg chg="add mod ord">
          <ac:chgData name="Ken Popkin" userId="3c94c39e-c43b-4805-99ab-8da17777f1ac" providerId="ADAL" clId="{E440F346-DC68-4DD4-BA80-8DE6476F8949}" dt="2021-05-29T20:54:47.630" v="65376"/>
          <ac:spMkLst>
            <pc:docMk/>
            <pc:sldMk cId="2458866407" sldId="2146846055"/>
            <ac:spMk id="138" creationId="{5C0B8CDA-ADDE-41F3-8938-8356A7CE4D81}"/>
          </ac:spMkLst>
        </pc:spChg>
        <pc:spChg chg="add mod ord">
          <ac:chgData name="Ken Popkin" userId="3c94c39e-c43b-4805-99ab-8da17777f1ac" providerId="ADAL" clId="{E440F346-DC68-4DD4-BA80-8DE6476F8949}" dt="2021-05-29T20:54:47.630" v="65378"/>
          <ac:spMkLst>
            <pc:docMk/>
            <pc:sldMk cId="2458866407" sldId="2146846055"/>
            <ac:spMk id="139" creationId="{07F1BE01-48E3-4A5D-92D3-9CBEC6DECFAD}"/>
          </ac:spMkLst>
        </pc:spChg>
        <pc:spChg chg="add mod">
          <ac:chgData name="Ken Popkin" userId="3c94c39e-c43b-4805-99ab-8da17777f1ac" providerId="ADAL" clId="{E440F346-DC68-4DD4-BA80-8DE6476F8949}" dt="2021-05-29T20:54:47.599" v="65225"/>
          <ac:spMkLst>
            <pc:docMk/>
            <pc:sldMk cId="2458866407" sldId="2146846055"/>
            <ac:spMk id="140" creationId="{96493E92-A748-490A-8BF2-B4FD431FE5FE}"/>
          </ac:spMkLst>
        </pc:spChg>
        <pc:spChg chg="add mod ord">
          <ac:chgData name="Ken Popkin" userId="3c94c39e-c43b-4805-99ab-8da17777f1ac" providerId="ADAL" clId="{E440F346-DC68-4DD4-BA80-8DE6476F8949}" dt="2021-05-29T20:54:47.631" v="65380"/>
          <ac:spMkLst>
            <pc:docMk/>
            <pc:sldMk cId="2458866407" sldId="2146846055"/>
            <ac:spMk id="141" creationId="{33F4899C-3CB1-4ADA-8BCF-D6DED8008CA6}"/>
          </ac:spMkLst>
        </pc:spChg>
        <pc:spChg chg="add mod ord">
          <ac:chgData name="Ken Popkin" userId="3c94c39e-c43b-4805-99ab-8da17777f1ac" providerId="ADAL" clId="{E440F346-DC68-4DD4-BA80-8DE6476F8949}" dt="2021-05-29T20:54:47.631" v="65382"/>
          <ac:spMkLst>
            <pc:docMk/>
            <pc:sldMk cId="2458866407" sldId="2146846055"/>
            <ac:spMk id="142" creationId="{8DEA502A-33CE-4B81-A8E6-B75DE5AD438B}"/>
          </ac:spMkLst>
        </pc:spChg>
        <pc:spChg chg="add mod">
          <ac:chgData name="Ken Popkin" userId="3c94c39e-c43b-4805-99ab-8da17777f1ac" providerId="ADAL" clId="{E440F346-DC68-4DD4-BA80-8DE6476F8949}" dt="2021-05-29T20:54:47.599" v="65226"/>
          <ac:spMkLst>
            <pc:docMk/>
            <pc:sldMk cId="2458866407" sldId="2146846055"/>
            <ac:spMk id="143" creationId="{CF6E2154-A6A3-42F4-9D20-FE640BDB820F}"/>
          </ac:spMkLst>
        </pc:spChg>
        <pc:spChg chg="add mod ord">
          <ac:chgData name="Ken Popkin" userId="3c94c39e-c43b-4805-99ab-8da17777f1ac" providerId="ADAL" clId="{E440F346-DC68-4DD4-BA80-8DE6476F8949}" dt="2021-05-29T20:54:47.631" v="65384"/>
          <ac:spMkLst>
            <pc:docMk/>
            <pc:sldMk cId="2458866407" sldId="2146846055"/>
            <ac:spMk id="144" creationId="{3F1A8186-F132-48CB-866B-018B8DC3BD5F}"/>
          </ac:spMkLst>
        </pc:spChg>
        <pc:spChg chg="add mod ord">
          <ac:chgData name="Ken Popkin" userId="3c94c39e-c43b-4805-99ab-8da17777f1ac" providerId="ADAL" clId="{E440F346-DC68-4DD4-BA80-8DE6476F8949}" dt="2021-05-29T20:54:47.632" v="65386"/>
          <ac:spMkLst>
            <pc:docMk/>
            <pc:sldMk cId="2458866407" sldId="2146846055"/>
            <ac:spMk id="145" creationId="{FBB1C7F7-1ED9-4666-86B0-99EFEA7CBDFF}"/>
          </ac:spMkLst>
        </pc:spChg>
        <pc:spChg chg="add mod">
          <ac:chgData name="Ken Popkin" userId="3c94c39e-c43b-4805-99ab-8da17777f1ac" providerId="ADAL" clId="{E440F346-DC68-4DD4-BA80-8DE6476F8949}" dt="2021-05-29T20:54:47.599" v="65227"/>
          <ac:spMkLst>
            <pc:docMk/>
            <pc:sldMk cId="2458866407" sldId="2146846055"/>
            <ac:spMk id="146" creationId="{D73950A7-3F1F-4C32-BE16-F4F558773751}"/>
          </ac:spMkLst>
        </pc:spChg>
        <pc:spChg chg="add mod ord">
          <ac:chgData name="Ken Popkin" userId="3c94c39e-c43b-4805-99ab-8da17777f1ac" providerId="ADAL" clId="{E440F346-DC68-4DD4-BA80-8DE6476F8949}" dt="2021-05-29T20:54:47.633" v="65388"/>
          <ac:spMkLst>
            <pc:docMk/>
            <pc:sldMk cId="2458866407" sldId="2146846055"/>
            <ac:spMk id="147" creationId="{ACF34B51-7446-4A44-81FE-C4AA9ED8C5A2}"/>
          </ac:spMkLst>
        </pc:spChg>
        <pc:spChg chg="add mod ord">
          <ac:chgData name="Ken Popkin" userId="3c94c39e-c43b-4805-99ab-8da17777f1ac" providerId="ADAL" clId="{E440F346-DC68-4DD4-BA80-8DE6476F8949}" dt="2021-05-29T20:54:47.633" v="65390"/>
          <ac:spMkLst>
            <pc:docMk/>
            <pc:sldMk cId="2458866407" sldId="2146846055"/>
            <ac:spMk id="148" creationId="{D68ACAAB-0412-4D83-B92C-3BB08E8D0B47}"/>
          </ac:spMkLst>
        </pc:spChg>
        <pc:cxnChg chg="add mod ord">
          <ac:chgData name="Ken Popkin" userId="3c94c39e-c43b-4805-99ab-8da17777f1ac" providerId="ADAL" clId="{E440F346-DC68-4DD4-BA80-8DE6476F8949}" dt="2021-05-29T20:54:47.582" v="65171"/>
          <ac:cxnSpMkLst>
            <pc:docMk/>
            <pc:sldMk cId="2458866407" sldId="2146846055"/>
            <ac:cxnSpMk id="23" creationId="{D79A7261-F2A4-42E0-8782-1F3B47B7F6F2}"/>
          </ac:cxnSpMkLst>
        </pc:cxnChg>
        <pc:cxnChg chg="add mod ord">
          <ac:chgData name="Ken Popkin" userId="3c94c39e-c43b-4805-99ab-8da17777f1ac" providerId="ADAL" clId="{E440F346-DC68-4DD4-BA80-8DE6476F8949}" dt="2021-05-29T20:54:47.583" v="65173"/>
          <ac:cxnSpMkLst>
            <pc:docMk/>
            <pc:sldMk cId="2458866407" sldId="2146846055"/>
            <ac:cxnSpMk id="24" creationId="{1C32A77D-6780-45AF-AFF1-977A47445694}"/>
          </ac:cxnSpMkLst>
        </pc:cxnChg>
        <pc:cxnChg chg="add mod ord">
          <ac:chgData name="Ken Popkin" userId="3c94c39e-c43b-4805-99ab-8da17777f1ac" providerId="ADAL" clId="{E440F346-DC68-4DD4-BA80-8DE6476F8949}" dt="2021-05-29T20:54:47.583" v="65175"/>
          <ac:cxnSpMkLst>
            <pc:docMk/>
            <pc:sldMk cId="2458866407" sldId="2146846055"/>
            <ac:cxnSpMk id="25" creationId="{73624767-911E-4FDF-B1B8-3A572A922871}"/>
          </ac:cxnSpMkLst>
        </pc:cxnChg>
        <pc:cxnChg chg="add mod ord">
          <ac:chgData name="Ken Popkin" userId="3c94c39e-c43b-4805-99ab-8da17777f1ac" providerId="ADAL" clId="{E440F346-DC68-4DD4-BA80-8DE6476F8949}" dt="2021-05-29T20:54:47.584" v="65177"/>
          <ac:cxnSpMkLst>
            <pc:docMk/>
            <pc:sldMk cId="2458866407" sldId="2146846055"/>
            <ac:cxnSpMk id="26" creationId="{FCA00CF7-8FC4-40DA-A6C0-5B886EF7774C}"/>
          </ac:cxnSpMkLst>
        </pc:cxnChg>
        <pc:cxnChg chg="add mod ord">
          <ac:chgData name="Ken Popkin" userId="3c94c39e-c43b-4805-99ab-8da17777f1ac" providerId="ADAL" clId="{E440F346-DC68-4DD4-BA80-8DE6476F8949}" dt="2021-05-29T20:54:47.586" v="65184"/>
          <ac:cxnSpMkLst>
            <pc:docMk/>
            <pc:sldMk cId="2458866407" sldId="2146846055"/>
            <ac:cxnSpMk id="51" creationId="{B0E0B967-8641-4CB0-8C90-9632C0CB8AC9}"/>
          </ac:cxnSpMkLst>
        </pc:cxnChg>
        <pc:cxnChg chg="add mod ord">
          <ac:chgData name="Ken Popkin" userId="3c94c39e-c43b-4805-99ab-8da17777f1ac" providerId="ADAL" clId="{E440F346-DC68-4DD4-BA80-8DE6476F8949}" dt="2021-05-29T20:54:47.586" v="65186"/>
          <ac:cxnSpMkLst>
            <pc:docMk/>
            <pc:sldMk cId="2458866407" sldId="2146846055"/>
            <ac:cxnSpMk id="52" creationId="{ACD38117-36C5-4F06-8B03-C3333B59E278}"/>
          </ac:cxnSpMkLst>
        </pc:cxnChg>
        <pc:cxnChg chg="add mod ord">
          <ac:chgData name="Ken Popkin" userId="3c94c39e-c43b-4805-99ab-8da17777f1ac" providerId="ADAL" clId="{E440F346-DC68-4DD4-BA80-8DE6476F8949}" dt="2021-05-29T20:54:47.587" v="65188"/>
          <ac:cxnSpMkLst>
            <pc:docMk/>
            <pc:sldMk cId="2458866407" sldId="2146846055"/>
            <ac:cxnSpMk id="53" creationId="{EC4796CF-4BCE-4BCE-B8F2-B567E0F66122}"/>
          </ac:cxnSpMkLst>
        </pc:cxnChg>
        <pc:cxnChg chg="add mod ord">
          <ac:chgData name="Ken Popkin" userId="3c94c39e-c43b-4805-99ab-8da17777f1ac" providerId="ADAL" clId="{E440F346-DC68-4DD4-BA80-8DE6476F8949}" dt="2021-05-29T20:54:47.588" v="65190"/>
          <ac:cxnSpMkLst>
            <pc:docMk/>
            <pc:sldMk cId="2458866407" sldId="2146846055"/>
            <ac:cxnSpMk id="54" creationId="{21D3FA03-A9AA-4B98-935D-C0B34E465530}"/>
          </ac:cxnSpMkLst>
        </pc:cxnChg>
        <pc:cxnChg chg="add mod ord">
          <ac:chgData name="Ken Popkin" userId="3c94c39e-c43b-4805-99ab-8da17777f1ac" providerId="ADAL" clId="{E440F346-DC68-4DD4-BA80-8DE6476F8949}" dt="2021-05-29T20:54:47.588" v="65192"/>
          <ac:cxnSpMkLst>
            <pc:docMk/>
            <pc:sldMk cId="2458866407" sldId="2146846055"/>
            <ac:cxnSpMk id="55" creationId="{8EA0F149-BE70-4BD2-B172-20D201254D42}"/>
          </ac:cxnSpMkLst>
        </pc:cxnChg>
        <pc:cxnChg chg="add mod ord">
          <ac:chgData name="Ken Popkin" userId="3c94c39e-c43b-4805-99ab-8da17777f1ac" providerId="ADAL" clId="{E440F346-DC68-4DD4-BA80-8DE6476F8949}" dt="2021-05-29T20:54:47.588" v="65194"/>
          <ac:cxnSpMkLst>
            <pc:docMk/>
            <pc:sldMk cId="2458866407" sldId="2146846055"/>
            <ac:cxnSpMk id="56" creationId="{C46519AE-7C92-44CD-AAA9-11CAB9F838FB}"/>
          </ac:cxnSpMkLst>
        </pc:cxnChg>
        <pc:cxnChg chg="add mod ord">
          <ac:chgData name="Ken Popkin" userId="3c94c39e-c43b-4805-99ab-8da17777f1ac" providerId="ADAL" clId="{E440F346-DC68-4DD4-BA80-8DE6476F8949}" dt="2021-05-29T20:54:47.589" v="65196"/>
          <ac:cxnSpMkLst>
            <pc:docMk/>
            <pc:sldMk cId="2458866407" sldId="2146846055"/>
            <ac:cxnSpMk id="57" creationId="{ED68C77F-2971-43AA-A38D-EF3AF6EAC7A4}"/>
          </ac:cxnSpMkLst>
        </pc:cxnChg>
        <pc:cxnChg chg="add mod ord">
          <ac:chgData name="Ken Popkin" userId="3c94c39e-c43b-4805-99ab-8da17777f1ac" providerId="ADAL" clId="{E440F346-DC68-4DD4-BA80-8DE6476F8949}" dt="2021-05-29T20:54:47.589" v="65198"/>
          <ac:cxnSpMkLst>
            <pc:docMk/>
            <pc:sldMk cId="2458866407" sldId="2146846055"/>
            <ac:cxnSpMk id="58" creationId="{BEE16923-CA76-4429-8312-38EC7DF1C926}"/>
          </ac:cxnSpMkLst>
        </pc:cxnChg>
        <pc:cxnChg chg="add mod ord">
          <ac:chgData name="Ken Popkin" userId="3c94c39e-c43b-4805-99ab-8da17777f1ac" providerId="ADAL" clId="{E440F346-DC68-4DD4-BA80-8DE6476F8949}" dt="2021-05-29T20:54:47.590" v="65200"/>
          <ac:cxnSpMkLst>
            <pc:docMk/>
            <pc:sldMk cId="2458866407" sldId="2146846055"/>
            <ac:cxnSpMk id="59" creationId="{A33EF48B-31A0-4435-988F-D5100F640BA0}"/>
          </ac:cxnSpMkLst>
        </pc:cxnChg>
        <pc:cxnChg chg="add mod ord">
          <ac:chgData name="Ken Popkin" userId="3c94c39e-c43b-4805-99ab-8da17777f1ac" providerId="ADAL" clId="{E440F346-DC68-4DD4-BA80-8DE6476F8949}" dt="2021-05-29T20:54:47.590" v="65202"/>
          <ac:cxnSpMkLst>
            <pc:docMk/>
            <pc:sldMk cId="2458866407" sldId="2146846055"/>
            <ac:cxnSpMk id="60" creationId="{F1BBD2A0-7565-4481-A952-9CAED328CCC5}"/>
          </ac:cxnSpMkLst>
        </pc:cxnChg>
      </pc:sldChg>
      <pc:sldChg chg="addSp delSp modSp add del mod setBg">
        <pc:chgData name="Ken Popkin" userId="3c94c39e-c43b-4805-99ab-8da17777f1ac" providerId="ADAL" clId="{E440F346-DC68-4DD4-BA80-8DE6476F8949}" dt="2021-05-29T21:49:07.885" v="77111" actId="47"/>
        <pc:sldMkLst>
          <pc:docMk/>
          <pc:sldMk cId="3651431723" sldId="2146846055"/>
        </pc:sldMkLst>
        <pc:spChg chg="mod ord">
          <ac:chgData name="Ken Popkin" userId="3c94c39e-c43b-4805-99ab-8da17777f1ac" providerId="ADAL" clId="{E440F346-DC68-4DD4-BA80-8DE6476F8949}" dt="2021-05-29T21:48:56.600" v="77110"/>
          <ac:spMkLst>
            <pc:docMk/>
            <pc:sldMk cId="3651431723" sldId="2146846055"/>
            <ac:spMk id="2" creationId="{C0CD0667-3DBC-499E-BAA0-A19C5530556A}"/>
          </ac:spMkLst>
        </pc:spChg>
        <pc:spChg chg="mod ord">
          <ac:chgData name="Ken Popkin" userId="3c94c39e-c43b-4805-99ab-8da17777f1ac" providerId="ADAL" clId="{E440F346-DC68-4DD4-BA80-8DE6476F8949}" dt="2021-05-29T21:48:56.599" v="77108"/>
          <ac:spMkLst>
            <pc:docMk/>
            <pc:sldMk cId="3651431723" sldId="2146846055"/>
            <ac:spMk id="3" creationId="{96BE8A57-35E2-47B3-B137-17B275387084}"/>
          </ac:spMkLst>
        </pc:spChg>
        <pc:spChg chg="mod ord">
          <ac:chgData name="Ken Popkin" userId="3c94c39e-c43b-4805-99ab-8da17777f1ac" providerId="ADAL" clId="{E440F346-DC68-4DD4-BA80-8DE6476F8949}" dt="2021-05-29T21:48:56.599" v="77106"/>
          <ac:spMkLst>
            <pc:docMk/>
            <pc:sldMk cId="3651431723" sldId="2146846055"/>
            <ac:spMk id="4" creationId="{B16B4C3E-F559-4A91-83E4-B2A7119D619B}"/>
          </ac:spMkLst>
        </pc:spChg>
        <pc:spChg chg="add mod ord modVis">
          <ac:chgData name="Ken Popkin" userId="3c94c39e-c43b-4805-99ab-8da17777f1ac" providerId="ADAL" clId="{E440F346-DC68-4DD4-BA80-8DE6476F8949}" dt="2021-05-29T21:48:55.580" v="76911"/>
          <ac:spMkLst>
            <pc:docMk/>
            <pc:sldMk cId="3651431723" sldId="2146846055"/>
            <ac:spMk id="5" creationId="{CD104446-7BAC-4ADB-83C6-00D08B7A892D}"/>
          </ac:spMkLst>
        </pc:spChg>
        <pc:spChg chg="add mod ord">
          <ac:chgData name="Ken Popkin" userId="3c94c39e-c43b-4805-99ab-8da17777f1ac" providerId="ADAL" clId="{E440F346-DC68-4DD4-BA80-8DE6476F8949}" dt="2021-05-29T21:48:55.582" v="76915"/>
          <ac:spMkLst>
            <pc:docMk/>
            <pc:sldMk cId="3651431723" sldId="2146846055"/>
            <ac:spMk id="6" creationId="{20FD94AD-53C9-41D2-B2A2-AEB7F7396F05}"/>
          </ac:spMkLst>
        </pc:spChg>
        <pc:spChg chg="add mod">
          <ac:chgData name="Ken Popkin" userId="3c94c39e-c43b-4805-99ab-8da17777f1ac" providerId="ADAL" clId="{E440F346-DC68-4DD4-BA80-8DE6476F8949}" dt="2021-05-29T21:48:55.583" v="76917"/>
          <ac:spMkLst>
            <pc:docMk/>
            <pc:sldMk cId="3651431723" sldId="2146846055"/>
            <ac:spMk id="7" creationId="{0B509AA1-D8D8-490A-8277-6DFDB550AF9D}"/>
          </ac:spMkLst>
        </pc:spChg>
        <pc:spChg chg="add mod modVis">
          <ac:chgData name="Ken Popkin" userId="3c94c39e-c43b-4805-99ab-8da17777f1ac" providerId="ADAL" clId="{E440F346-DC68-4DD4-BA80-8DE6476F8949}" dt="2021-05-29T21:48:55.586" v="76919"/>
          <ac:spMkLst>
            <pc:docMk/>
            <pc:sldMk cId="3651431723" sldId="2146846055"/>
            <ac:spMk id="8" creationId="{6127A398-420D-47B4-87D0-DDFF72B0E88A}"/>
          </ac:spMkLst>
        </pc:spChg>
        <pc:spChg chg="add mod modVis">
          <ac:chgData name="Ken Popkin" userId="3c94c39e-c43b-4805-99ab-8da17777f1ac" providerId="ADAL" clId="{E440F346-DC68-4DD4-BA80-8DE6476F8949}" dt="2021-05-29T21:48:55.587" v="76922"/>
          <ac:spMkLst>
            <pc:docMk/>
            <pc:sldMk cId="3651431723" sldId="2146846055"/>
            <ac:spMk id="9" creationId="{61A2741B-E240-41B4-AFF3-44FE3C7EB65D}"/>
          </ac:spMkLst>
        </pc:spChg>
        <pc:spChg chg="add mod ord modVis">
          <ac:chgData name="Ken Popkin" userId="3c94c39e-c43b-4805-99ab-8da17777f1ac" providerId="ADAL" clId="{E440F346-DC68-4DD4-BA80-8DE6476F8949}" dt="2021-05-29T21:46:20.703" v="75700"/>
          <ac:spMkLst>
            <pc:docMk/>
            <pc:sldMk cId="3651431723" sldId="2146846055"/>
            <ac:spMk id="10" creationId="{D222A301-13F6-4994-B520-46057FDDCE36}"/>
          </ac:spMkLst>
        </pc:spChg>
        <pc:spChg chg="add mod ord">
          <ac:chgData name="Ken Popkin" userId="3c94c39e-c43b-4805-99ab-8da17777f1ac" providerId="ADAL" clId="{E440F346-DC68-4DD4-BA80-8DE6476F8949}" dt="2021-05-29T21:48:55.589" v="76926"/>
          <ac:spMkLst>
            <pc:docMk/>
            <pc:sldMk cId="3651431723" sldId="2146846055"/>
            <ac:spMk id="11" creationId="{3BD75CD5-90F8-477A-8BE5-A670DA45EDE3}"/>
          </ac:spMkLst>
        </pc:spChg>
        <pc:spChg chg="add mod ord">
          <ac:chgData name="Ken Popkin" userId="3c94c39e-c43b-4805-99ab-8da17777f1ac" providerId="ADAL" clId="{E440F346-DC68-4DD4-BA80-8DE6476F8949}" dt="2021-05-29T21:48:55.590" v="76930"/>
          <ac:spMkLst>
            <pc:docMk/>
            <pc:sldMk cId="3651431723" sldId="2146846055"/>
            <ac:spMk id="12" creationId="{C4D42999-5482-406C-B786-C196BCA06150}"/>
          </ac:spMkLst>
        </pc:spChg>
        <pc:spChg chg="add mod ord">
          <ac:chgData name="Ken Popkin" userId="3c94c39e-c43b-4805-99ab-8da17777f1ac" providerId="ADAL" clId="{E440F346-DC68-4DD4-BA80-8DE6476F8949}" dt="2021-05-29T21:48:55.591" v="76934"/>
          <ac:spMkLst>
            <pc:docMk/>
            <pc:sldMk cId="3651431723" sldId="2146846055"/>
            <ac:spMk id="13" creationId="{0BA8A38C-57D2-4BDB-B199-C9CC2A371B3A}"/>
          </ac:spMkLst>
        </pc:spChg>
        <pc:spChg chg="add mod ord">
          <ac:chgData name="Ken Popkin" userId="3c94c39e-c43b-4805-99ab-8da17777f1ac" providerId="ADAL" clId="{E440F346-DC68-4DD4-BA80-8DE6476F8949}" dt="2021-05-29T21:48:55.592" v="76938"/>
          <ac:spMkLst>
            <pc:docMk/>
            <pc:sldMk cId="3651431723" sldId="2146846055"/>
            <ac:spMk id="14" creationId="{6B356BE7-FAB7-4712-9B8F-0F15220A6FA3}"/>
          </ac:spMkLst>
        </pc:spChg>
        <pc:spChg chg="add del mod ord">
          <ac:chgData name="Ken Popkin" userId="3c94c39e-c43b-4805-99ab-8da17777f1ac" providerId="ADAL" clId="{E440F346-DC68-4DD4-BA80-8DE6476F8949}" dt="2021-05-29T21:46:36.558" v="76110"/>
          <ac:spMkLst>
            <pc:docMk/>
            <pc:sldMk cId="3651431723" sldId="2146846055"/>
            <ac:spMk id="15" creationId="{BD135C94-73E7-49B7-A011-3AE7AEE56503}"/>
          </ac:spMkLst>
        </pc:spChg>
        <pc:spChg chg="add del mod ord">
          <ac:chgData name="Ken Popkin" userId="3c94c39e-c43b-4805-99ab-8da17777f1ac" providerId="ADAL" clId="{E440F346-DC68-4DD4-BA80-8DE6476F8949}" dt="2021-05-29T21:46:36.558" v="76112"/>
          <ac:spMkLst>
            <pc:docMk/>
            <pc:sldMk cId="3651431723" sldId="2146846055"/>
            <ac:spMk id="16" creationId="{CA721635-B828-43A5-9D51-F5F552C99631}"/>
          </ac:spMkLst>
        </pc:spChg>
        <pc:spChg chg="add del mod ord">
          <ac:chgData name="Ken Popkin" userId="3c94c39e-c43b-4805-99ab-8da17777f1ac" providerId="ADAL" clId="{E440F346-DC68-4DD4-BA80-8DE6476F8949}" dt="2021-05-29T21:46:36.558" v="76114"/>
          <ac:spMkLst>
            <pc:docMk/>
            <pc:sldMk cId="3651431723" sldId="2146846055"/>
            <ac:spMk id="17" creationId="{09562476-B323-4564-A992-35F786D8E0F8}"/>
          </ac:spMkLst>
        </pc:spChg>
        <pc:spChg chg="add del mod ord">
          <ac:chgData name="Ken Popkin" userId="3c94c39e-c43b-4805-99ab-8da17777f1ac" providerId="ADAL" clId="{E440F346-DC68-4DD4-BA80-8DE6476F8949}" dt="2021-05-29T21:46:36.560" v="76116"/>
          <ac:spMkLst>
            <pc:docMk/>
            <pc:sldMk cId="3651431723" sldId="2146846055"/>
            <ac:spMk id="18" creationId="{896C2502-D84E-44E7-9005-890D071D9516}"/>
          </ac:spMkLst>
        </pc:spChg>
        <pc:spChg chg="add del mod ord">
          <ac:chgData name="Ken Popkin" userId="3c94c39e-c43b-4805-99ab-8da17777f1ac" providerId="ADAL" clId="{E440F346-DC68-4DD4-BA80-8DE6476F8949}" dt="2021-05-29T21:46:36.560" v="76118"/>
          <ac:spMkLst>
            <pc:docMk/>
            <pc:sldMk cId="3651431723" sldId="2146846055"/>
            <ac:spMk id="19" creationId="{90166F24-9750-4422-B4A8-86E0B3292DBC}"/>
          </ac:spMkLst>
        </pc:spChg>
        <pc:spChg chg="add del mod ord">
          <ac:chgData name="Ken Popkin" userId="3c94c39e-c43b-4805-99ab-8da17777f1ac" providerId="ADAL" clId="{E440F346-DC68-4DD4-BA80-8DE6476F8949}" dt="2021-05-29T21:46:36.560" v="76120"/>
          <ac:spMkLst>
            <pc:docMk/>
            <pc:sldMk cId="3651431723" sldId="2146846055"/>
            <ac:spMk id="20" creationId="{D4156D78-A576-4ACB-A42D-89768FC28E6C}"/>
          </ac:spMkLst>
        </pc:spChg>
        <pc:spChg chg="add mod ord">
          <ac:chgData name="Ken Popkin" userId="3c94c39e-c43b-4805-99ab-8da17777f1ac" providerId="ADAL" clId="{E440F346-DC68-4DD4-BA80-8DE6476F8949}" dt="2021-05-29T21:48:55.593" v="76942"/>
          <ac:spMkLst>
            <pc:docMk/>
            <pc:sldMk cId="3651431723" sldId="2146846055"/>
            <ac:spMk id="21" creationId="{83BFE6AE-51CD-4269-8FBA-EE4D7FD41732}"/>
          </ac:spMkLst>
        </pc:spChg>
        <pc:spChg chg="add mod ord">
          <ac:chgData name="Ken Popkin" userId="3c94c39e-c43b-4805-99ab-8da17777f1ac" providerId="ADAL" clId="{E440F346-DC68-4DD4-BA80-8DE6476F8949}" dt="2021-05-29T21:48:55.594" v="76946"/>
          <ac:spMkLst>
            <pc:docMk/>
            <pc:sldMk cId="3651431723" sldId="2146846055"/>
            <ac:spMk id="22" creationId="{7CEACCAC-58DD-4B70-B828-40F75469E203}"/>
          </ac:spMkLst>
        </pc:spChg>
        <pc:spChg chg="add mod">
          <ac:chgData name="Ken Popkin" userId="3c94c39e-c43b-4805-99ab-8da17777f1ac" providerId="ADAL" clId="{E440F346-DC68-4DD4-BA80-8DE6476F8949}" dt="2021-05-29T21:48:55.596" v="76947"/>
          <ac:spMkLst>
            <pc:docMk/>
            <pc:sldMk cId="3651431723" sldId="2146846055"/>
            <ac:spMk id="23" creationId="{F40D163E-2329-47F2-97D7-3B23D78CC525}"/>
          </ac:spMkLst>
        </pc:spChg>
        <pc:spChg chg="add mod">
          <ac:chgData name="Ken Popkin" userId="3c94c39e-c43b-4805-99ab-8da17777f1ac" providerId="ADAL" clId="{E440F346-DC68-4DD4-BA80-8DE6476F8949}" dt="2021-05-29T21:48:55.598" v="76950"/>
          <ac:spMkLst>
            <pc:docMk/>
            <pc:sldMk cId="3651431723" sldId="2146846055"/>
            <ac:spMk id="24" creationId="{AB5FA928-4C69-43A4-8CC0-57A36A31C1F7}"/>
          </ac:spMkLst>
        </pc:spChg>
        <pc:spChg chg="add mod ord">
          <ac:chgData name="Ken Popkin" userId="3c94c39e-c43b-4805-99ab-8da17777f1ac" providerId="ADAL" clId="{E440F346-DC68-4DD4-BA80-8DE6476F8949}" dt="2021-05-29T21:48:55.599" v="76952"/>
          <ac:spMkLst>
            <pc:docMk/>
            <pc:sldMk cId="3651431723" sldId="2146846055"/>
            <ac:spMk id="25" creationId="{BA70A9C8-D456-4E4E-8681-ED802E1EB746}"/>
          </ac:spMkLst>
        </pc:spChg>
        <pc:spChg chg="add mod">
          <ac:chgData name="Ken Popkin" userId="3c94c39e-c43b-4805-99ab-8da17777f1ac" providerId="ADAL" clId="{E440F346-DC68-4DD4-BA80-8DE6476F8949}" dt="2021-05-29T21:48:55.599" v="76953"/>
          <ac:spMkLst>
            <pc:docMk/>
            <pc:sldMk cId="3651431723" sldId="2146846055"/>
            <ac:spMk id="26" creationId="{96393D21-A27C-48FD-8051-5E61575A81E1}"/>
          </ac:spMkLst>
        </pc:spChg>
        <pc:spChg chg="add mod">
          <ac:chgData name="Ken Popkin" userId="3c94c39e-c43b-4805-99ab-8da17777f1ac" providerId="ADAL" clId="{E440F346-DC68-4DD4-BA80-8DE6476F8949}" dt="2021-05-29T21:48:55.600" v="76954"/>
          <ac:spMkLst>
            <pc:docMk/>
            <pc:sldMk cId="3651431723" sldId="2146846055"/>
            <ac:spMk id="27" creationId="{133EBBD7-9D0B-48EC-881F-C80029C57318}"/>
          </ac:spMkLst>
        </pc:spChg>
        <pc:spChg chg="add mod ord">
          <ac:chgData name="Ken Popkin" userId="3c94c39e-c43b-4805-99ab-8da17777f1ac" providerId="ADAL" clId="{E440F346-DC68-4DD4-BA80-8DE6476F8949}" dt="2021-05-29T21:48:55.601" v="76956"/>
          <ac:spMkLst>
            <pc:docMk/>
            <pc:sldMk cId="3651431723" sldId="2146846055"/>
            <ac:spMk id="28" creationId="{653C9E66-0845-4BEE-BC30-6833A7D65842}"/>
          </ac:spMkLst>
        </pc:spChg>
        <pc:spChg chg="add mod">
          <ac:chgData name="Ken Popkin" userId="3c94c39e-c43b-4805-99ab-8da17777f1ac" providerId="ADAL" clId="{E440F346-DC68-4DD4-BA80-8DE6476F8949}" dt="2021-05-29T21:48:55.602" v="76957"/>
          <ac:spMkLst>
            <pc:docMk/>
            <pc:sldMk cId="3651431723" sldId="2146846055"/>
            <ac:spMk id="29" creationId="{3BCD9909-A74B-4C9D-B7F9-7164DCC41546}"/>
          </ac:spMkLst>
        </pc:spChg>
        <pc:spChg chg="add mod">
          <ac:chgData name="Ken Popkin" userId="3c94c39e-c43b-4805-99ab-8da17777f1ac" providerId="ADAL" clId="{E440F346-DC68-4DD4-BA80-8DE6476F8949}" dt="2021-05-29T21:48:55.602" v="76958"/>
          <ac:spMkLst>
            <pc:docMk/>
            <pc:sldMk cId="3651431723" sldId="2146846055"/>
            <ac:spMk id="30" creationId="{750E8A0C-4E50-41FE-AD99-0B018C706A40}"/>
          </ac:spMkLst>
        </pc:spChg>
        <pc:spChg chg="add mod ord">
          <ac:chgData name="Ken Popkin" userId="3c94c39e-c43b-4805-99ab-8da17777f1ac" providerId="ADAL" clId="{E440F346-DC68-4DD4-BA80-8DE6476F8949}" dt="2021-05-29T21:48:55.603" v="76960"/>
          <ac:spMkLst>
            <pc:docMk/>
            <pc:sldMk cId="3651431723" sldId="2146846055"/>
            <ac:spMk id="31" creationId="{970F55A0-A828-41E5-8222-3C3F3BB018C5}"/>
          </ac:spMkLst>
        </pc:spChg>
        <pc:spChg chg="add mod">
          <ac:chgData name="Ken Popkin" userId="3c94c39e-c43b-4805-99ab-8da17777f1ac" providerId="ADAL" clId="{E440F346-DC68-4DD4-BA80-8DE6476F8949}" dt="2021-05-29T21:48:55.603" v="76961"/>
          <ac:spMkLst>
            <pc:docMk/>
            <pc:sldMk cId="3651431723" sldId="2146846055"/>
            <ac:spMk id="32" creationId="{CB0AA886-338A-43F3-AA0E-45D948B818C0}"/>
          </ac:spMkLst>
        </pc:spChg>
        <pc:spChg chg="add mod">
          <ac:chgData name="Ken Popkin" userId="3c94c39e-c43b-4805-99ab-8da17777f1ac" providerId="ADAL" clId="{E440F346-DC68-4DD4-BA80-8DE6476F8949}" dt="2021-05-29T21:48:55.604" v="76962"/>
          <ac:spMkLst>
            <pc:docMk/>
            <pc:sldMk cId="3651431723" sldId="2146846055"/>
            <ac:spMk id="33" creationId="{B2160AC2-5B56-4853-A7CB-58572F5DBDF2}"/>
          </ac:spMkLst>
        </pc:spChg>
        <pc:spChg chg="add mod ord">
          <ac:chgData name="Ken Popkin" userId="3c94c39e-c43b-4805-99ab-8da17777f1ac" providerId="ADAL" clId="{E440F346-DC68-4DD4-BA80-8DE6476F8949}" dt="2021-05-29T21:48:55.605" v="76964"/>
          <ac:spMkLst>
            <pc:docMk/>
            <pc:sldMk cId="3651431723" sldId="2146846055"/>
            <ac:spMk id="34" creationId="{E72581F9-E3DE-4EF1-AE57-8323D048DC43}"/>
          </ac:spMkLst>
        </pc:spChg>
        <pc:spChg chg="add mod">
          <ac:chgData name="Ken Popkin" userId="3c94c39e-c43b-4805-99ab-8da17777f1ac" providerId="ADAL" clId="{E440F346-DC68-4DD4-BA80-8DE6476F8949}" dt="2021-05-29T21:48:55.605" v="76965"/>
          <ac:spMkLst>
            <pc:docMk/>
            <pc:sldMk cId="3651431723" sldId="2146846055"/>
            <ac:spMk id="35" creationId="{3DEC5F60-DA1F-417F-A42C-9E84826D495B}"/>
          </ac:spMkLst>
        </pc:spChg>
        <pc:spChg chg="add mod">
          <ac:chgData name="Ken Popkin" userId="3c94c39e-c43b-4805-99ab-8da17777f1ac" providerId="ADAL" clId="{E440F346-DC68-4DD4-BA80-8DE6476F8949}" dt="2021-05-29T21:48:55.605" v="76966"/>
          <ac:spMkLst>
            <pc:docMk/>
            <pc:sldMk cId="3651431723" sldId="2146846055"/>
            <ac:spMk id="36" creationId="{F33640F5-31A3-4E4E-BC97-1287AFFA9AD8}"/>
          </ac:spMkLst>
        </pc:spChg>
        <pc:spChg chg="add mod ord">
          <ac:chgData name="Ken Popkin" userId="3c94c39e-c43b-4805-99ab-8da17777f1ac" providerId="ADAL" clId="{E440F346-DC68-4DD4-BA80-8DE6476F8949}" dt="2021-05-29T21:48:55.606" v="76968"/>
          <ac:spMkLst>
            <pc:docMk/>
            <pc:sldMk cId="3651431723" sldId="2146846055"/>
            <ac:spMk id="37" creationId="{322ED245-F81A-4CD3-B90B-36981C1D1C1E}"/>
          </ac:spMkLst>
        </pc:spChg>
        <pc:spChg chg="add del mod">
          <ac:chgData name="Ken Popkin" userId="3c94c39e-c43b-4805-99ab-8da17777f1ac" providerId="ADAL" clId="{E440F346-DC68-4DD4-BA80-8DE6476F8949}" dt="2021-05-29T21:44:46.240" v="73976"/>
          <ac:spMkLst>
            <pc:docMk/>
            <pc:sldMk cId="3651431723" sldId="2146846055"/>
            <ac:spMk id="47" creationId="{C7BE58AD-3EBD-49E9-B5AD-CDE1DA9A62C8}"/>
          </ac:spMkLst>
        </pc:spChg>
        <pc:spChg chg="add mod ord">
          <ac:chgData name="Ken Popkin" userId="3c94c39e-c43b-4805-99ab-8da17777f1ac" providerId="ADAL" clId="{E440F346-DC68-4DD4-BA80-8DE6476F8949}" dt="2021-05-29T21:48:55.609" v="76974"/>
          <ac:spMkLst>
            <pc:docMk/>
            <pc:sldMk cId="3651431723" sldId="2146846055"/>
            <ac:spMk id="48" creationId="{DE719365-DE45-4A15-B8FC-A7D1FF961EB9}"/>
          </ac:spMkLst>
        </pc:spChg>
        <pc:spChg chg="add mod ord">
          <ac:chgData name="Ken Popkin" userId="3c94c39e-c43b-4805-99ab-8da17777f1ac" providerId="ADAL" clId="{E440F346-DC68-4DD4-BA80-8DE6476F8949}" dt="2021-05-29T21:48:55.609" v="76978"/>
          <ac:spMkLst>
            <pc:docMk/>
            <pc:sldMk cId="3651431723" sldId="2146846055"/>
            <ac:spMk id="49" creationId="{DB3357FD-F3C0-4F7A-AEDE-EA7D3FEDC700}"/>
          </ac:spMkLst>
        </pc:spChg>
        <pc:spChg chg="add del mod">
          <ac:chgData name="Ken Popkin" userId="3c94c39e-c43b-4805-99ab-8da17777f1ac" providerId="ADAL" clId="{E440F346-DC68-4DD4-BA80-8DE6476F8949}" dt="2021-05-29T21:44:46.253" v="74008"/>
          <ac:spMkLst>
            <pc:docMk/>
            <pc:sldMk cId="3651431723" sldId="2146846055"/>
            <ac:spMk id="50" creationId="{6F5B1945-E69C-478F-BB7B-3F34026B0309}"/>
          </ac:spMkLst>
        </pc:spChg>
        <pc:spChg chg="add mod ord">
          <ac:chgData name="Ken Popkin" userId="3c94c39e-c43b-4805-99ab-8da17777f1ac" providerId="ADAL" clId="{E440F346-DC68-4DD4-BA80-8DE6476F8949}" dt="2021-05-29T21:48:55.612" v="76984"/>
          <ac:spMkLst>
            <pc:docMk/>
            <pc:sldMk cId="3651431723" sldId="2146846055"/>
            <ac:spMk id="51" creationId="{DB3D0DF9-5445-4E9D-BECE-43286F9DA2A6}"/>
          </ac:spMkLst>
        </pc:spChg>
        <pc:spChg chg="add mod ord">
          <ac:chgData name="Ken Popkin" userId="3c94c39e-c43b-4805-99ab-8da17777f1ac" providerId="ADAL" clId="{E440F346-DC68-4DD4-BA80-8DE6476F8949}" dt="2021-05-29T21:48:55.612" v="76988"/>
          <ac:spMkLst>
            <pc:docMk/>
            <pc:sldMk cId="3651431723" sldId="2146846055"/>
            <ac:spMk id="52" creationId="{5C931A60-418E-4316-B1FA-E938E256B6FF}"/>
          </ac:spMkLst>
        </pc:spChg>
        <pc:spChg chg="add del mod">
          <ac:chgData name="Ken Popkin" userId="3c94c39e-c43b-4805-99ab-8da17777f1ac" providerId="ADAL" clId="{E440F346-DC68-4DD4-BA80-8DE6476F8949}" dt="2021-05-29T21:44:46.270" v="74040"/>
          <ac:spMkLst>
            <pc:docMk/>
            <pc:sldMk cId="3651431723" sldId="2146846055"/>
            <ac:spMk id="53" creationId="{F52DC3D4-BC24-4FE0-8AFD-B4581D6AD538}"/>
          </ac:spMkLst>
        </pc:spChg>
        <pc:spChg chg="add mod ord">
          <ac:chgData name="Ken Popkin" userId="3c94c39e-c43b-4805-99ab-8da17777f1ac" providerId="ADAL" clId="{E440F346-DC68-4DD4-BA80-8DE6476F8949}" dt="2021-05-29T21:48:55.614" v="76994"/>
          <ac:spMkLst>
            <pc:docMk/>
            <pc:sldMk cId="3651431723" sldId="2146846055"/>
            <ac:spMk id="54" creationId="{5A921577-78F5-4B13-8D91-F579FBC78280}"/>
          </ac:spMkLst>
        </pc:spChg>
        <pc:spChg chg="add mod ord">
          <ac:chgData name="Ken Popkin" userId="3c94c39e-c43b-4805-99ab-8da17777f1ac" providerId="ADAL" clId="{E440F346-DC68-4DD4-BA80-8DE6476F8949}" dt="2021-05-29T21:48:55.615" v="76998"/>
          <ac:spMkLst>
            <pc:docMk/>
            <pc:sldMk cId="3651431723" sldId="2146846055"/>
            <ac:spMk id="55" creationId="{EEC2F93D-180F-4207-8BDB-B87C3CF1248D}"/>
          </ac:spMkLst>
        </pc:spChg>
        <pc:spChg chg="add del mod">
          <ac:chgData name="Ken Popkin" userId="3c94c39e-c43b-4805-99ab-8da17777f1ac" providerId="ADAL" clId="{E440F346-DC68-4DD4-BA80-8DE6476F8949}" dt="2021-05-29T21:44:46.288" v="74072"/>
          <ac:spMkLst>
            <pc:docMk/>
            <pc:sldMk cId="3651431723" sldId="2146846055"/>
            <ac:spMk id="56" creationId="{B1349D67-8740-4530-8281-B853952F4C6E}"/>
          </ac:spMkLst>
        </pc:spChg>
        <pc:spChg chg="add mod ord">
          <ac:chgData name="Ken Popkin" userId="3c94c39e-c43b-4805-99ab-8da17777f1ac" providerId="ADAL" clId="{E440F346-DC68-4DD4-BA80-8DE6476F8949}" dt="2021-05-29T21:48:55.616" v="77003"/>
          <ac:spMkLst>
            <pc:docMk/>
            <pc:sldMk cId="3651431723" sldId="2146846055"/>
            <ac:spMk id="57" creationId="{BA08614F-C561-422D-A7DB-2330C03FB0DB}"/>
          </ac:spMkLst>
        </pc:spChg>
        <pc:spChg chg="add mod ord">
          <ac:chgData name="Ken Popkin" userId="3c94c39e-c43b-4805-99ab-8da17777f1ac" providerId="ADAL" clId="{E440F346-DC68-4DD4-BA80-8DE6476F8949}" dt="2021-05-29T21:48:55.617" v="77007"/>
          <ac:spMkLst>
            <pc:docMk/>
            <pc:sldMk cId="3651431723" sldId="2146846055"/>
            <ac:spMk id="58" creationId="{F4F0550B-7C9B-48C6-A791-EF1F69E3B92D}"/>
          </ac:spMkLst>
        </pc:spChg>
        <pc:spChg chg="add del mod">
          <ac:chgData name="Ken Popkin" userId="3c94c39e-c43b-4805-99ab-8da17777f1ac" providerId="ADAL" clId="{E440F346-DC68-4DD4-BA80-8DE6476F8949}" dt="2021-05-29T21:44:46.309" v="74104"/>
          <ac:spMkLst>
            <pc:docMk/>
            <pc:sldMk cId="3651431723" sldId="2146846055"/>
            <ac:spMk id="59" creationId="{EC1F175A-4A43-4AD1-B64D-49D15206CB9E}"/>
          </ac:spMkLst>
        </pc:spChg>
        <pc:spChg chg="add mod ord">
          <ac:chgData name="Ken Popkin" userId="3c94c39e-c43b-4805-99ab-8da17777f1ac" providerId="ADAL" clId="{E440F346-DC68-4DD4-BA80-8DE6476F8949}" dt="2021-05-29T21:48:55.619" v="77012"/>
          <ac:spMkLst>
            <pc:docMk/>
            <pc:sldMk cId="3651431723" sldId="2146846055"/>
            <ac:spMk id="60" creationId="{85501A90-0E2B-425F-8EB6-4B02208A827F}"/>
          </ac:spMkLst>
        </pc:spChg>
        <pc:spChg chg="add mod ord">
          <ac:chgData name="Ken Popkin" userId="3c94c39e-c43b-4805-99ab-8da17777f1ac" providerId="ADAL" clId="{E440F346-DC68-4DD4-BA80-8DE6476F8949}" dt="2021-05-29T21:48:55.620" v="77016"/>
          <ac:spMkLst>
            <pc:docMk/>
            <pc:sldMk cId="3651431723" sldId="2146846055"/>
            <ac:spMk id="61" creationId="{8BB6C082-D6B7-43FB-A382-5AE2AB42650D}"/>
          </ac:spMkLst>
        </pc:spChg>
        <pc:spChg chg="add del mod">
          <ac:chgData name="Ken Popkin" userId="3c94c39e-c43b-4805-99ab-8da17777f1ac" providerId="ADAL" clId="{E440F346-DC68-4DD4-BA80-8DE6476F8949}" dt="2021-05-29T21:44:46.328" v="74136"/>
          <ac:spMkLst>
            <pc:docMk/>
            <pc:sldMk cId="3651431723" sldId="2146846055"/>
            <ac:spMk id="62" creationId="{49FC6052-F1B2-493A-9D41-23F93F32B98D}"/>
          </ac:spMkLst>
        </pc:spChg>
        <pc:spChg chg="add mod ord">
          <ac:chgData name="Ken Popkin" userId="3c94c39e-c43b-4805-99ab-8da17777f1ac" providerId="ADAL" clId="{E440F346-DC68-4DD4-BA80-8DE6476F8949}" dt="2021-05-29T21:48:55.621" v="77021"/>
          <ac:spMkLst>
            <pc:docMk/>
            <pc:sldMk cId="3651431723" sldId="2146846055"/>
            <ac:spMk id="63" creationId="{91150630-80D1-4DE4-89E5-C6BA65549180}"/>
          </ac:spMkLst>
        </pc:spChg>
        <pc:spChg chg="add mod ord">
          <ac:chgData name="Ken Popkin" userId="3c94c39e-c43b-4805-99ab-8da17777f1ac" providerId="ADAL" clId="{E440F346-DC68-4DD4-BA80-8DE6476F8949}" dt="2021-05-29T21:48:55.622" v="77025"/>
          <ac:spMkLst>
            <pc:docMk/>
            <pc:sldMk cId="3651431723" sldId="2146846055"/>
            <ac:spMk id="64" creationId="{7A96E0A9-A130-4E88-9668-02D58D8FB96C}"/>
          </ac:spMkLst>
        </pc:spChg>
        <pc:spChg chg="add del mod">
          <ac:chgData name="Ken Popkin" userId="3c94c39e-c43b-4805-99ab-8da17777f1ac" providerId="ADAL" clId="{E440F346-DC68-4DD4-BA80-8DE6476F8949}" dt="2021-05-29T21:44:46.348" v="74168"/>
          <ac:spMkLst>
            <pc:docMk/>
            <pc:sldMk cId="3651431723" sldId="2146846055"/>
            <ac:spMk id="65" creationId="{FC32BE7D-FFDD-4C47-9C68-D9738630B97A}"/>
          </ac:spMkLst>
        </pc:spChg>
        <pc:spChg chg="add mod ord">
          <ac:chgData name="Ken Popkin" userId="3c94c39e-c43b-4805-99ab-8da17777f1ac" providerId="ADAL" clId="{E440F346-DC68-4DD4-BA80-8DE6476F8949}" dt="2021-05-29T21:48:55.623" v="77030"/>
          <ac:spMkLst>
            <pc:docMk/>
            <pc:sldMk cId="3651431723" sldId="2146846055"/>
            <ac:spMk id="66" creationId="{E9A74209-65F8-4BE6-B70B-97D83E005246}"/>
          </ac:spMkLst>
        </pc:spChg>
        <pc:spChg chg="add mod ord">
          <ac:chgData name="Ken Popkin" userId="3c94c39e-c43b-4805-99ab-8da17777f1ac" providerId="ADAL" clId="{E440F346-DC68-4DD4-BA80-8DE6476F8949}" dt="2021-05-29T21:48:55.624" v="77034"/>
          <ac:spMkLst>
            <pc:docMk/>
            <pc:sldMk cId="3651431723" sldId="2146846055"/>
            <ac:spMk id="67" creationId="{FCC07F58-3F12-4C4D-B4D4-76F4F36CB7E0}"/>
          </ac:spMkLst>
        </pc:spChg>
        <pc:spChg chg="add del mod">
          <ac:chgData name="Ken Popkin" userId="3c94c39e-c43b-4805-99ab-8da17777f1ac" providerId="ADAL" clId="{E440F346-DC68-4DD4-BA80-8DE6476F8949}" dt="2021-05-29T21:44:46.368" v="74200"/>
          <ac:spMkLst>
            <pc:docMk/>
            <pc:sldMk cId="3651431723" sldId="2146846055"/>
            <ac:spMk id="68" creationId="{25B0EB20-9DC2-4B27-879E-AF29D657A918}"/>
          </ac:spMkLst>
        </pc:spChg>
        <pc:spChg chg="add mod ord">
          <ac:chgData name="Ken Popkin" userId="3c94c39e-c43b-4805-99ab-8da17777f1ac" providerId="ADAL" clId="{E440F346-DC68-4DD4-BA80-8DE6476F8949}" dt="2021-05-29T21:48:55.625" v="77040"/>
          <ac:spMkLst>
            <pc:docMk/>
            <pc:sldMk cId="3651431723" sldId="2146846055"/>
            <ac:spMk id="69" creationId="{BEA3E35A-6F17-402A-898D-0A316A764299}"/>
          </ac:spMkLst>
        </pc:spChg>
        <pc:spChg chg="add mod ord">
          <ac:chgData name="Ken Popkin" userId="3c94c39e-c43b-4805-99ab-8da17777f1ac" providerId="ADAL" clId="{E440F346-DC68-4DD4-BA80-8DE6476F8949}" dt="2021-05-29T21:48:55.627" v="77044"/>
          <ac:spMkLst>
            <pc:docMk/>
            <pc:sldMk cId="3651431723" sldId="2146846055"/>
            <ac:spMk id="70" creationId="{E9B80556-D57F-4EB1-96D2-552D7BC10888}"/>
          </ac:spMkLst>
        </pc:spChg>
        <pc:spChg chg="add del mod">
          <ac:chgData name="Ken Popkin" userId="3c94c39e-c43b-4805-99ab-8da17777f1ac" providerId="ADAL" clId="{E440F346-DC68-4DD4-BA80-8DE6476F8949}" dt="2021-05-29T21:44:46.388" v="74232"/>
          <ac:spMkLst>
            <pc:docMk/>
            <pc:sldMk cId="3651431723" sldId="2146846055"/>
            <ac:spMk id="71" creationId="{2E602404-4422-410B-81C8-38BCC688AA05}"/>
          </ac:spMkLst>
        </pc:spChg>
        <pc:spChg chg="add mod ord">
          <ac:chgData name="Ken Popkin" userId="3c94c39e-c43b-4805-99ab-8da17777f1ac" providerId="ADAL" clId="{E440F346-DC68-4DD4-BA80-8DE6476F8949}" dt="2021-05-29T21:48:55.628" v="77050"/>
          <ac:spMkLst>
            <pc:docMk/>
            <pc:sldMk cId="3651431723" sldId="2146846055"/>
            <ac:spMk id="72" creationId="{D4D7BFCD-347D-4F08-9A06-B87EFA45D67F}"/>
          </ac:spMkLst>
        </pc:spChg>
        <pc:spChg chg="add mod ord">
          <ac:chgData name="Ken Popkin" userId="3c94c39e-c43b-4805-99ab-8da17777f1ac" providerId="ADAL" clId="{E440F346-DC68-4DD4-BA80-8DE6476F8949}" dt="2021-05-29T21:48:55.629" v="77054"/>
          <ac:spMkLst>
            <pc:docMk/>
            <pc:sldMk cId="3651431723" sldId="2146846055"/>
            <ac:spMk id="73" creationId="{79E45875-865B-4A27-B2E1-F5B593869496}"/>
          </ac:spMkLst>
        </pc:spChg>
        <pc:spChg chg="add del mod">
          <ac:chgData name="Ken Popkin" userId="3c94c39e-c43b-4805-99ab-8da17777f1ac" providerId="ADAL" clId="{E440F346-DC68-4DD4-BA80-8DE6476F8949}" dt="2021-05-29T21:44:46.404" v="74264"/>
          <ac:spMkLst>
            <pc:docMk/>
            <pc:sldMk cId="3651431723" sldId="2146846055"/>
            <ac:spMk id="74" creationId="{841CAC96-BDA7-4912-B1DD-B2638DEA783C}"/>
          </ac:spMkLst>
        </pc:spChg>
        <pc:spChg chg="add mod ord">
          <ac:chgData name="Ken Popkin" userId="3c94c39e-c43b-4805-99ab-8da17777f1ac" providerId="ADAL" clId="{E440F346-DC68-4DD4-BA80-8DE6476F8949}" dt="2021-05-29T21:48:55.631" v="77060"/>
          <ac:spMkLst>
            <pc:docMk/>
            <pc:sldMk cId="3651431723" sldId="2146846055"/>
            <ac:spMk id="75" creationId="{9E2049C8-8713-4461-B39D-D48E3F64CCE5}"/>
          </ac:spMkLst>
        </pc:spChg>
        <pc:spChg chg="add mod ord">
          <ac:chgData name="Ken Popkin" userId="3c94c39e-c43b-4805-99ab-8da17777f1ac" providerId="ADAL" clId="{E440F346-DC68-4DD4-BA80-8DE6476F8949}" dt="2021-05-29T21:48:55.631" v="77064"/>
          <ac:spMkLst>
            <pc:docMk/>
            <pc:sldMk cId="3651431723" sldId="2146846055"/>
            <ac:spMk id="76" creationId="{2E3A80B5-D8EA-4AD5-B09C-DFE9C4122194}"/>
          </ac:spMkLst>
        </pc:spChg>
        <pc:spChg chg="add del mod">
          <ac:chgData name="Ken Popkin" userId="3c94c39e-c43b-4805-99ab-8da17777f1ac" providerId="ADAL" clId="{E440F346-DC68-4DD4-BA80-8DE6476F8949}" dt="2021-05-29T21:44:46.419" v="74296"/>
          <ac:spMkLst>
            <pc:docMk/>
            <pc:sldMk cId="3651431723" sldId="2146846055"/>
            <ac:spMk id="77" creationId="{238DA493-7BCD-4309-9510-1BA435AEEB14}"/>
          </ac:spMkLst>
        </pc:spChg>
        <pc:spChg chg="add mod ord">
          <ac:chgData name="Ken Popkin" userId="3c94c39e-c43b-4805-99ab-8da17777f1ac" providerId="ADAL" clId="{E440F346-DC68-4DD4-BA80-8DE6476F8949}" dt="2021-05-29T21:48:55.634" v="77070"/>
          <ac:spMkLst>
            <pc:docMk/>
            <pc:sldMk cId="3651431723" sldId="2146846055"/>
            <ac:spMk id="78" creationId="{D1F8F390-8A99-46DF-8FFC-94AC0E0CB672}"/>
          </ac:spMkLst>
        </pc:spChg>
        <pc:spChg chg="add mod ord">
          <ac:chgData name="Ken Popkin" userId="3c94c39e-c43b-4805-99ab-8da17777f1ac" providerId="ADAL" clId="{E440F346-DC68-4DD4-BA80-8DE6476F8949}" dt="2021-05-29T21:48:55.635" v="77074"/>
          <ac:spMkLst>
            <pc:docMk/>
            <pc:sldMk cId="3651431723" sldId="2146846055"/>
            <ac:spMk id="79" creationId="{BDD6BFB4-7B90-4C83-89C3-742DABD9A358}"/>
          </ac:spMkLst>
        </pc:spChg>
        <pc:spChg chg="add del mod">
          <ac:chgData name="Ken Popkin" userId="3c94c39e-c43b-4805-99ab-8da17777f1ac" providerId="ADAL" clId="{E440F346-DC68-4DD4-BA80-8DE6476F8949}" dt="2021-05-29T21:44:46.433" v="74328"/>
          <ac:spMkLst>
            <pc:docMk/>
            <pc:sldMk cId="3651431723" sldId="2146846055"/>
            <ac:spMk id="80" creationId="{0C90AE09-3C8F-40B1-991D-F107B76987AA}"/>
          </ac:spMkLst>
        </pc:spChg>
        <pc:spChg chg="add mod ord">
          <ac:chgData name="Ken Popkin" userId="3c94c39e-c43b-4805-99ab-8da17777f1ac" providerId="ADAL" clId="{E440F346-DC68-4DD4-BA80-8DE6476F8949}" dt="2021-05-29T21:48:55.636" v="77080"/>
          <ac:spMkLst>
            <pc:docMk/>
            <pc:sldMk cId="3651431723" sldId="2146846055"/>
            <ac:spMk id="81" creationId="{A861E71E-548D-407F-9BDE-9506E8832902}"/>
          </ac:spMkLst>
        </pc:spChg>
        <pc:spChg chg="add mod ord">
          <ac:chgData name="Ken Popkin" userId="3c94c39e-c43b-4805-99ab-8da17777f1ac" providerId="ADAL" clId="{E440F346-DC68-4DD4-BA80-8DE6476F8949}" dt="2021-05-29T21:48:55.637" v="77084"/>
          <ac:spMkLst>
            <pc:docMk/>
            <pc:sldMk cId="3651431723" sldId="2146846055"/>
            <ac:spMk id="82" creationId="{BB86E763-FC72-4391-AE71-ABA2C483EC1D}"/>
          </ac:spMkLst>
        </pc:spChg>
        <pc:spChg chg="add del mod">
          <ac:chgData name="Ken Popkin" userId="3c94c39e-c43b-4805-99ab-8da17777f1ac" providerId="ADAL" clId="{E440F346-DC68-4DD4-BA80-8DE6476F8949}" dt="2021-05-29T21:44:46.447" v="74360"/>
          <ac:spMkLst>
            <pc:docMk/>
            <pc:sldMk cId="3651431723" sldId="2146846055"/>
            <ac:spMk id="83" creationId="{9F0C040A-DB3A-42C0-AD99-4A49FB02BBFA}"/>
          </ac:spMkLst>
        </pc:spChg>
        <pc:spChg chg="add mod ord">
          <ac:chgData name="Ken Popkin" userId="3c94c39e-c43b-4805-99ab-8da17777f1ac" providerId="ADAL" clId="{E440F346-DC68-4DD4-BA80-8DE6476F8949}" dt="2021-05-29T21:48:55.638" v="77090"/>
          <ac:spMkLst>
            <pc:docMk/>
            <pc:sldMk cId="3651431723" sldId="2146846055"/>
            <ac:spMk id="84" creationId="{4A3F4E0A-1220-4462-95F0-FCA339A8CB92}"/>
          </ac:spMkLst>
        </pc:spChg>
        <pc:spChg chg="add mod ord">
          <ac:chgData name="Ken Popkin" userId="3c94c39e-c43b-4805-99ab-8da17777f1ac" providerId="ADAL" clId="{E440F346-DC68-4DD4-BA80-8DE6476F8949}" dt="2021-05-29T21:48:55.639" v="77094"/>
          <ac:spMkLst>
            <pc:docMk/>
            <pc:sldMk cId="3651431723" sldId="2146846055"/>
            <ac:spMk id="85" creationId="{2621302A-6950-4F23-9317-AA9926FFFFA9}"/>
          </ac:spMkLst>
        </pc:spChg>
        <pc:spChg chg="add del mod">
          <ac:chgData name="Ken Popkin" userId="3c94c39e-c43b-4805-99ab-8da17777f1ac" providerId="ADAL" clId="{E440F346-DC68-4DD4-BA80-8DE6476F8949}" dt="2021-05-29T21:44:46.462" v="74392"/>
          <ac:spMkLst>
            <pc:docMk/>
            <pc:sldMk cId="3651431723" sldId="2146846055"/>
            <ac:spMk id="86" creationId="{45B3FAE8-A27E-43DC-A159-AEC46F44CF65}"/>
          </ac:spMkLst>
        </pc:spChg>
        <pc:spChg chg="add mod ord">
          <ac:chgData name="Ken Popkin" userId="3c94c39e-c43b-4805-99ab-8da17777f1ac" providerId="ADAL" clId="{E440F346-DC68-4DD4-BA80-8DE6476F8949}" dt="2021-05-29T21:48:55.642" v="77100"/>
          <ac:spMkLst>
            <pc:docMk/>
            <pc:sldMk cId="3651431723" sldId="2146846055"/>
            <ac:spMk id="87" creationId="{876DB99C-F352-49A4-9686-4EC51CED0E13}"/>
          </ac:spMkLst>
        </pc:spChg>
        <pc:spChg chg="add mod ord">
          <ac:chgData name="Ken Popkin" userId="3c94c39e-c43b-4805-99ab-8da17777f1ac" providerId="ADAL" clId="{E440F346-DC68-4DD4-BA80-8DE6476F8949}" dt="2021-05-29T21:48:55.642" v="77104"/>
          <ac:spMkLst>
            <pc:docMk/>
            <pc:sldMk cId="3651431723" sldId="2146846055"/>
            <ac:spMk id="88" creationId="{FC7FA0D9-22EA-45AC-AF4D-EFD71EF33F84}"/>
          </ac:spMkLst>
        </pc:spChg>
        <pc:spChg chg="add del mod">
          <ac:chgData name="Ken Popkin" userId="3c94c39e-c43b-4805-99ab-8da17777f1ac" providerId="ADAL" clId="{E440F346-DC68-4DD4-BA80-8DE6476F8949}" dt="2021-05-29T21:46:06.972" v="74890"/>
          <ac:spMkLst>
            <pc:docMk/>
            <pc:sldMk cId="3651431723" sldId="2146846055"/>
            <ac:spMk id="89" creationId="{E8ED4CDD-FC16-4B5A-8BAD-3B362C4E7504}"/>
          </ac:spMkLst>
        </pc:spChg>
        <pc:spChg chg="add del mod">
          <ac:chgData name="Ken Popkin" userId="3c94c39e-c43b-4805-99ab-8da17777f1ac" providerId="ADAL" clId="{E440F346-DC68-4DD4-BA80-8DE6476F8949}" dt="2021-05-29T21:46:20.577" v="75289"/>
          <ac:spMkLst>
            <pc:docMk/>
            <pc:sldMk cId="3651431723" sldId="2146846055"/>
            <ac:spMk id="90" creationId="{7AD37386-6429-49BF-914A-613B6A62F649}"/>
          </ac:spMkLst>
        </pc:spChg>
        <pc:spChg chg="add del mod">
          <ac:chgData name="Ken Popkin" userId="3c94c39e-c43b-4805-99ab-8da17777f1ac" providerId="ADAL" clId="{E440F346-DC68-4DD4-BA80-8DE6476F8949}" dt="2021-05-29T21:46:20.587" v="75316"/>
          <ac:spMkLst>
            <pc:docMk/>
            <pc:sldMk cId="3651431723" sldId="2146846055"/>
            <ac:spMk id="91" creationId="{EBBF0C3F-F834-4D5F-8CA3-2E36CC74083A}"/>
          </ac:spMkLst>
        </pc:spChg>
        <pc:spChg chg="add del mod">
          <ac:chgData name="Ken Popkin" userId="3c94c39e-c43b-4805-99ab-8da17777f1ac" providerId="ADAL" clId="{E440F346-DC68-4DD4-BA80-8DE6476F8949}" dt="2021-05-29T21:46:20.595" v="75343"/>
          <ac:spMkLst>
            <pc:docMk/>
            <pc:sldMk cId="3651431723" sldId="2146846055"/>
            <ac:spMk id="92" creationId="{9EFAC133-0EE6-4C3D-8AB8-385DAF3E7BD3}"/>
          </ac:spMkLst>
        </pc:spChg>
        <pc:spChg chg="add del mod">
          <ac:chgData name="Ken Popkin" userId="3c94c39e-c43b-4805-99ab-8da17777f1ac" providerId="ADAL" clId="{E440F346-DC68-4DD4-BA80-8DE6476F8949}" dt="2021-05-29T21:46:20.603" v="75370"/>
          <ac:spMkLst>
            <pc:docMk/>
            <pc:sldMk cId="3651431723" sldId="2146846055"/>
            <ac:spMk id="93" creationId="{172193EE-355E-448D-8A3D-436D2CC7960E}"/>
          </ac:spMkLst>
        </pc:spChg>
        <pc:spChg chg="add del mod">
          <ac:chgData name="Ken Popkin" userId="3c94c39e-c43b-4805-99ab-8da17777f1ac" providerId="ADAL" clId="{E440F346-DC68-4DD4-BA80-8DE6476F8949}" dt="2021-05-29T21:46:20.611" v="75397"/>
          <ac:spMkLst>
            <pc:docMk/>
            <pc:sldMk cId="3651431723" sldId="2146846055"/>
            <ac:spMk id="94" creationId="{79C9AE54-52C9-43F6-80E8-23A547D6D1F4}"/>
          </ac:spMkLst>
        </pc:spChg>
        <pc:spChg chg="add del mod">
          <ac:chgData name="Ken Popkin" userId="3c94c39e-c43b-4805-99ab-8da17777f1ac" providerId="ADAL" clId="{E440F346-DC68-4DD4-BA80-8DE6476F8949}" dt="2021-05-29T21:46:20.620" v="75424"/>
          <ac:spMkLst>
            <pc:docMk/>
            <pc:sldMk cId="3651431723" sldId="2146846055"/>
            <ac:spMk id="95" creationId="{3A0174E3-AB40-47DA-B267-8EE7A8C6FE89}"/>
          </ac:spMkLst>
        </pc:spChg>
        <pc:spChg chg="add del mod">
          <ac:chgData name="Ken Popkin" userId="3c94c39e-c43b-4805-99ab-8da17777f1ac" providerId="ADAL" clId="{E440F346-DC68-4DD4-BA80-8DE6476F8949}" dt="2021-05-29T21:46:20.629" v="75451"/>
          <ac:spMkLst>
            <pc:docMk/>
            <pc:sldMk cId="3651431723" sldId="2146846055"/>
            <ac:spMk id="96" creationId="{2C54594C-1F25-4EF0-8442-FEA33CCFAD1B}"/>
          </ac:spMkLst>
        </pc:spChg>
        <pc:spChg chg="add del mod">
          <ac:chgData name="Ken Popkin" userId="3c94c39e-c43b-4805-99ab-8da17777f1ac" providerId="ADAL" clId="{E440F346-DC68-4DD4-BA80-8DE6476F8949}" dt="2021-05-29T21:46:20.638" v="75478"/>
          <ac:spMkLst>
            <pc:docMk/>
            <pc:sldMk cId="3651431723" sldId="2146846055"/>
            <ac:spMk id="97" creationId="{04AB5532-329A-4D90-8AF0-CF4C529F57E2}"/>
          </ac:spMkLst>
        </pc:spChg>
        <pc:spChg chg="add del mod">
          <ac:chgData name="Ken Popkin" userId="3c94c39e-c43b-4805-99ab-8da17777f1ac" providerId="ADAL" clId="{E440F346-DC68-4DD4-BA80-8DE6476F8949}" dt="2021-05-29T21:46:20.647" v="75505"/>
          <ac:spMkLst>
            <pc:docMk/>
            <pc:sldMk cId="3651431723" sldId="2146846055"/>
            <ac:spMk id="98" creationId="{03DE92FE-30E3-4430-BBAC-B8B2AD6587DD}"/>
          </ac:spMkLst>
        </pc:spChg>
        <pc:spChg chg="add del mod">
          <ac:chgData name="Ken Popkin" userId="3c94c39e-c43b-4805-99ab-8da17777f1ac" providerId="ADAL" clId="{E440F346-DC68-4DD4-BA80-8DE6476F8949}" dt="2021-05-29T21:46:20.655" v="75532"/>
          <ac:spMkLst>
            <pc:docMk/>
            <pc:sldMk cId="3651431723" sldId="2146846055"/>
            <ac:spMk id="99" creationId="{291B1791-D493-485D-9B19-BE42741058B7}"/>
          </ac:spMkLst>
        </pc:spChg>
        <pc:spChg chg="add del mod">
          <ac:chgData name="Ken Popkin" userId="3c94c39e-c43b-4805-99ab-8da17777f1ac" providerId="ADAL" clId="{E440F346-DC68-4DD4-BA80-8DE6476F8949}" dt="2021-05-29T21:46:20.664" v="75559"/>
          <ac:spMkLst>
            <pc:docMk/>
            <pc:sldMk cId="3651431723" sldId="2146846055"/>
            <ac:spMk id="100" creationId="{B41D413D-3763-480E-ABBF-76F481670777}"/>
          </ac:spMkLst>
        </pc:spChg>
        <pc:spChg chg="add del mod">
          <ac:chgData name="Ken Popkin" userId="3c94c39e-c43b-4805-99ab-8da17777f1ac" providerId="ADAL" clId="{E440F346-DC68-4DD4-BA80-8DE6476F8949}" dt="2021-05-29T21:46:20.673" v="75586"/>
          <ac:spMkLst>
            <pc:docMk/>
            <pc:sldMk cId="3651431723" sldId="2146846055"/>
            <ac:spMk id="101" creationId="{D705AED3-6904-4EF3-B1DD-6496AA268233}"/>
          </ac:spMkLst>
        </pc:spChg>
        <pc:spChg chg="add del mod">
          <ac:chgData name="Ken Popkin" userId="3c94c39e-c43b-4805-99ab-8da17777f1ac" providerId="ADAL" clId="{E440F346-DC68-4DD4-BA80-8DE6476F8949}" dt="2021-05-29T21:46:20.682" v="75613"/>
          <ac:spMkLst>
            <pc:docMk/>
            <pc:sldMk cId="3651431723" sldId="2146846055"/>
            <ac:spMk id="102" creationId="{169C64A8-D484-48A9-9F22-933665C76F04}"/>
          </ac:spMkLst>
        </pc:spChg>
        <pc:spChg chg="add mod">
          <ac:chgData name="Ken Popkin" userId="3c94c39e-c43b-4805-99ab-8da17777f1ac" providerId="ADAL" clId="{E440F346-DC68-4DD4-BA80-8DE6476F8949}" dt="2021-05-29T21:48:55.607" v="76970"/>
          <ac:spMkLst>
            <pc:docMk/>
            <pc:sldMk cId="3651431723" sldId="2146846055"/>
            <ac:spMk id="103" creationId="{16D1B302-F61A-49F9-AAA1-18F95926C3C1}"/>
          </ac:spMkLst>
        </pc:spChg>
        <pc:spChg chg="add mod">
          <ac:chgData name="Ken Popkin" userId="3c94c39e-c43b-4805-99ab-8da17777f1ac" providerId="ADAL" clId="{E440F346-DC68-4DD4-BA80-8DE6476F8949}" dt="2021-05-29T21:48:55.610" v="76980"/>
          <ac:spMkLst>
            <pc:docMk/>
            <pc:sldMk cId="3651431723" sldId="2146846055"/>
            <ac:spMk id="104" creationId="{5086658F-50F4-448B-A601-7CB89D8BF662}"/>
          </ac:spMkLst>
        </pc:spChg>
        <pc:spChg chg="add mod">
          <ac:chgData name="Ken Popkin" userId="3c94c39e-c43b-4805-99ab-8da17777f1ac" providerId="ADAL" clId="{E440F346-DC68-4DD4-BA80-8DE6476F8949}" dt="2021-05-29T21:48:55.613" v="76990"/>
          <ac:spMkLst>
            <pc:docMk/>
            <pc:sldMk cId="3651431723" sldId="2146846055"/>
            <ac:spMk id="105" creationId="{2145135F-B9B3-4D9A-9DFB-9231B985E771}"/>
          </ac:spMkLst>
        </pc:spChg>
        <pc:spChg chg="add mod">
          <ac:chgData name="Ken Popkin" userId="3c94c39e-c43b-4805-99ab-8da17777f1ac" providerId="ADAL" clId="{E440F346-DC68-4DD4-BA80-8DE6476F8949}" dt="2021-05-29T21:48:55.615" v="76999"/>
          <ac:spMkLst>
            <pc:docMk/>
            <pc:sldMk cId="3651431723" sldId="2146846055"/>
            <ac:spMk id="106" creationId="{6E5CD5FB-C41D-451D-836D-2F90A52D7B4C}"/>
          </ac:spMkLst>
        </pc:spChg>
        <pc:spChg chg="add mod">
          <ac:chgData name="Ken Popkin" userId="3c94c39e-c43b-4805-99ab-8da17777f1ac" providerId="ADAL" clId="{E440F346-DC68-4DD4-BA80-8DE6476F8949}" dt="2021-05-29T21:48:55.617" v="77008"/>
          <ac:spMkLst>
            <pc:docMk/>
            <pc:sldMk cId="3651431723" sldId="2146846055"/>
            <ac:spMk id="107" creationId="{44845D80-4146-4D3F-A7DC-2244A5A39AAD}"/>
          </ac:spMkLst>
        </pc:spChg>
        <pc:spChg chg="add mod">
          <ac:chgData name="Ken Popkin" userId="3c94c39e-c43b-4805-99ab-8da17777f1ac" providerId="ADAL" clId="{E440F346-DC68-4DD4-BA80-8DE6476F8949}" dt="2021-05-29T21:48:55.620" v="77017"/>
          <ac:spMkLst>
            <pc:docMk/>
            <pc:sldMk cId="3651431723" sldId="2146846055"/>
            <ac:spMk id="108" creationId="{968195AA-421B-445F-BA2D-538F974C975C}"/>
          </ac:spMkLst>
        </pc:spChg>
        <pc:spChg chg="add mod">
          <ac:chgData name="Ken Popkin" userId="3c94c39e-c43b-4805-99ab-8da17777f1ac" providerId="ADAL" clId="{E440F346-DC68-4DD4-BA80-8DE6476F8949}" dt="2021-05-29T21:48:55.622" v="77026"/>
          <ac:spMkLst>
            <pc:docMk/>
            <pc:sldMk cId="3651431723" sldId="2146846055"/>
            <ac:spMk id="109" creationId="{71B816A7-5D3A-4CFE-ADAB-E9E0AC7B19F9}"/>
          </ac:spMkLst>
        </pc:spChg>
        <pc:spChg chg="add mod">
          <ac:chgData name="Ken Popkin" userId="3c94c39e-c43b-4805-99ab-8da17777f1ac" providerId="ADAL" clId="{E440F346-DC68-4DD4-BA80-8DE6476F8949}" dt="2021-05-29T21:48:55.624" v="77036"/>
          <ac:spMkLst>
            <pc:docMk/>
            <pc:sldMk cId="3651431723" sldId="2146846055"/>
            <ac:spMk id="110" creationId="{4F090176-07A4-4AA2-8C9E-1D4CD677A4BA}"/>
          </ac:spMkLst>
        </pc:spChg>
        <pc:spChg chg="add mod">
          <ac:chgData name="Ken Popkin" userId="3c94c39e-c43b-4805-99ab-8da17777f1ac" providerId="ADAL" clId="{E440F346-DC68-4DD4-BA80-8DE6476F8949}" dt="2021-05-29T21:48:55.628" v="77046"/>
          <ac:spMkLst>
            <pc:docMk/>
            <pc:sldMk cId="3651431723" sldId="2146846055"/>
            <ac:spMk id="111" creationId="{F4C284D4-9BA9-4F26-B914-44F334E78089}"/>
          </ac:spMkLst>
        </pc:spChg>
        <pc:spChg chg="add mod">
          <ac:chgData name="Ken Popkin" userId="3c94c39e-c43b-4805-99ab-8da17777f1ac" providerId="ADAL" clId="{E440F346-DC68-4DD4-BA80-8DE6476F8949}" dt="2021-05-29T21:48:55.629" v="77056"/>
          <ac:spMkLst>
            <pc:docMk/>
            <pc:sldMk cId="3651431723" sldId="2146846055"/>
            <ac:spMk id="112" creationId="{5C23BDB9-F6EA-45C7-BD86-ABAAF235EF3F}"/>
          </ac:spMkLst>
        </pc:spChg>
        <pc:spChg chg="add mod">
          <ac:chgData name="Ken Popkin" userId="3c94c39e-c43b-4805-99ab-8da17777f1ac" providerId="ADAL" clId="{E440F346-DC68-4DD4-BA80-8DE6476F8949}" dt="2021-05-29T21:48:55.632" v="77066"/>
          <ac:spMkLst>
            <pc:docMk/>
            <pc:sldMk cId="3651431723" sldId="2146846055"/>
            <ac:spMk id="113" creationId="{9EC67DAE-82F8-40DF-8BF9-C5B94DA1F831}"/>
          </ac:spMkLst>
        </pc:spChg>
        <pc:spChg chg="add mod">
          <ac:chgData name="Ken Popkin" userId="3c94c39e-c43b-4805-99ab-8da17777f1ac" providerId="ADAL" clId="{E440F346-DC68-4DD4-BA80-8DE6476F8949}" dt="2021-05-29T21:48:55.635" v="77076"/>
          <ac:spMkLst>
            <pc:docMk/>
            <pc:sldMk cId="3651431723" sldId="2146846055"/>
            <ac:spMk id="114" creationId="{87662EC2-EC8F-45E0-960D-E779A84F18F6}"/>
          </ac:spMkLst>
        </pc:spChg>
        <pc:spChg chg="add mod">
          <ac:chgData name="Ken Popkin" userId="3c94c39e-c43b-4805-99ab-8da17777f1ac" providerId="ADAL" clId="{E440F346-DC68-4DD4-BA80-8DE6476F8949}" dt="2021-05-29T21:48:55.638" v="77086"/>
          <ac:spMkLst>
            <pc:docMk/>
            <pc:sldMk cId="3651431723" sldId="2146846055"/>
            <ac:spMk id="115" creationId="{724EA02A-FDAC-4F55-8D8B-520C30EA23EB}"/>
          </ac:spMkLst>
        </pc:spChg>
        <pc:spChg chg="add mod">
          <ac:chgData name="Ken Popkin" userId="3c94c39e-c43b-4805-99ab-8da17777f1ac" providerId="ADAL" clId="{E440F346-DC68-4DD4-BA80-8DE6476F8949}" dt="2021-05-29T21:48:55.641" v="77096"/>
          <ac:spMkLst>
            <pc:docMk/>
            <pc:sldMk cId="3651431723" sldId="2146846055"/>
            <ac:spMk id="116" creationId="{07C41A71-1D63-4E32-95A1-960B80BDFEA7}"/>
          </ac:spMkLst>
        </pc:spChg>
        <pc:cxnChg chg="add mod ord">
          <ac:chgData name="Ken Popkin" userId="3c94c39e-c43b-4805-99ab-8da17777f1ac" providerId="ADAL" clId="{E440F346-DC68-4DD4-BA80-8DE6476F8949}" dt="2021-05-29T21:46:36.509" v="75937"/>
          <ac:cxnSpMkLst>
            <pc:docMk/>
            <pc:sldMk cId="3651431723" sldId="2146846055"/>
            <ac:cxnSpMk id="38" creationId="{2CFB91E2-F5BF-4976-92FC-7526E7CD657A}"/>
          </ac:cxnSpMkLst>
        </pc:cxnChg>
        <pc:cxnChg chg="add mod ord">
          <ac:chgData name="Ken Popkin" userId="3c94c39e-c43b-4805-99ab-8da17777f1ac" providerId="ADAL" clId="{E440F346-DC68-4DD4-BA80-8DE6476F8949}" dt="2021-05-29T21:46:36.510" v="75941"/>
          <ac:cxnSpMkLst>
            <pc:docMk/>
            <pc:sldMk cId="3651431723" sldId="2146846055"/>
            <ac:cxnSpMk id="39" creationId="{99C3C0D3-ECCC-4245-A857-6F0F468E7B67}"/>
          </ac:cxnSpMkLst>
        </pc:cxnChg>
        <pc:cxnChg chg="add mod ord">
          <ac:chgData name="Ken Popkin" userId="3c94c39e-c43b-4805-99ab-8da17777f1ac" providerId="ADAL" clId="{E440F346-DC68-4DD4-BA80-8DE6476F8949}" dt="2021-05-29T21:46:36.511" v="75945"/>
          <ac:cxnSpMkLst>
            <pc:docMk/>
            <pc:sldMk cId="3651431723" sldId="2146846055"/>
            <ac:cxnSpMk id="40" creationId="{2B4B7C40-40D3-4E07-912D-6329C0F7F167}"/>
          </ac:cxnSpMkLst>
        </pc:cxnChg>
        <pc:cxnChg chg="add del mod ord">
          <ac:chgData name="Ken Popkin" userId="3c94c39e-c43b-4805-99ab-8da17777f1ac" providerId="ADAL" clId="{E440F346-DC68-4DD4-BA80-8DE6476F8949}" dt="2021-05-29T21:46:36.561" v="76122"/>
          <ac:cxnSpMkLst>
            <pc:docMk/>
            <pc:sldMk cId="3651431723" sldId="2146846055"/>
            <ac:cxnSpMk id="41" creationId="{CE1F8AEA-F840-4403-BD88-E10BF28DB6DF}"/>
          </ac:cxnSpMkLst>
        </pc:cxnChg>
        <pc:cxnChg chg="add del mod ord">
          <ac:chgData name="Ken Popkin" userId="3c94c39e-c43b-4805-99ab-8da17777f1ac" providerId="ADAL" clId="{E440F346-DC68-4DD4-BA80-8DE6476F8949}" dt="2021-05-29T21:46:36.561" v="76124"/>
          <ac:cxnSpMkLst>
            <pc:docMk/>
            <pc:sldMk cId="3651431723" sldId="2146846055"/>
            <ac:cxnSpMk id="42" creationId="{5625DB8F-2976-454A-8B8C-30D6E43C8B3A}"/>
          </ac:cxnSpMkLst>
        </pc:cxnChg>
        <pc:cxnChg chg="add del mod ord">
          <ac:chgData name="Ken Popkin" userId="3c94c39e-c43b-4805-99ab-8da17777f1ac" providerId="ADAL" clId="{E440F346-DC68-4DD4-BA80-8DE6476F8949}" dt="2021-05-29T21:46:36.562" v="76126"/>
          <ac:cxnSpMkLst>
            <pc:docMk/>
            <pc:sldMk cId="3651431723" sldId="2146846055"/>
            <ac:cxnSpMk id="43" creationId="{0FA0D1DF-34B4-493D-B154-3071F2B7F4C6}"/>
          </ac:cxnSpMkLst>
        </pc:cxnChg>
        <pc:cxnChg chg="add del mod ord">
          <ac:chgData name="Ken Popkin" userId="3c94c39e-c43b-4805-99ab-8da17777f1ac" providerId="ADAL" clId="{E440F346-DC68-4DD4-BA80-8DE6476F8949}" dt="2021-05-29T21:46:36.562" v="76128"/>
          <ac:cxnSpMkLst>
            <pc:docMk/>
            <pc:sldMk cId="3651431723" sldId="2146846055"/>
            <ac:cxnSpMk id="44" creationId="{F2AE06CF-A707-452A-8D74-5230FCB32039}"/>
          </ac:cxnSpMkLst>
        </pc:cxnChg>
        <pc:cxnChg chg="add del mod ord">
          <ac:chgData name="Ken Popkin" userId="3c94c39e-c43b-4805-99ab-8da17777f1ac" providerId="ADAL" clId="{E440F346-DC68-4DD4-BA80-8DE6476F8949}" dt="2021-05-29T21:46:36.562" v="76130"/>
          <ac:cxnSpMkLst>
            <pc:docMk/>
            <pc:sldMk cId="3651431723" sldId="2146846055"/>
            <ac:cxnSpMk id="45" creationId="{E3D18514-ACC4-4FDD-B814-BA7B499EE523}"/>
          </ac:cxnSpMkLst>
        </pc:cxnChg>
        <pc:cxnChg chg="add del mod ord">
          <ac:chgData name="Ken Popkin" userId="3c94c39e-c43b-4805-99ab-8da17777f1ac" providerId="ADAL" clId="{E440F346-DC68-4DD4-BA80-8DE6476F8949}" dt="2021-05-29T21:46:36.563" v="76132"/>
          <ac:cxnSpMkLst>
            <pc:docMk/>
            <pc:sldMk cId="3651431723" sldId="2146846055"/>
            <ac:cxnSpMk id="46" creationId="{2A74F71B-0C30-4E95-AD22-EACE23629F5A}"/>
          </ac:cxnSpMkLst>
        </pc:cxnChg>
      </pc:sldChg>
      <pc:sldChg chg="addSp delSp modSp add del mod setBg">
        <pc:chgData name="Ken Popkin" userId="3c94c39e-c43b-4805-99ab-8da17777f1ac" providerId="ADAL" clId="{E440F346-DC68-4DD4-BA80-8DE6476F8949}" dt="2021-05-29T21:42:03.690" v="71208" actId="47"/>
        <pc:sldMkLst>
          <pc:docMk/>
          <pc:sldMk cId="2156514060" sldId="2146846056"/>
        </pc:sldMkLst>
        <pc:spChg chg="mod ord">
          <ac:chgData name="Ken Popkin" userId="3c94c39e-c43b-4805-99ab-8da17777f1ac" providerId="ADAL" clId="{E440F346-DC68-4DD4-BA80-8DE6476F8949}" dt="2021-05-29T21:38:16.291" v="71204"/>
          <ac:spMkLst>
            <pc:docMk/>
            <pc:sldMk cId="2156514060" sldId="2146846056"/>
            <ac:spMk id="2" creationId="{741DC101-CEC8-4F4C-95BE-138A9E212285}"/>
          </ac:spMkLst>
        </pc:spChg>
        <pc:spChg chg="mod ord">
          <ac:chgData name="Ken Popkin" userId="3c94c39e-c43b-4805-99ab-8da17777f1ac" providerId="ADAL" clId="{E440F346-DC68-4DD4-BA80-8DE6476F8949}" dt="2021-05-29T21:38:16.291" v="71202"/>
          <ac:spMkLst>
            <pc:docMk/>
            <pc:sldMk cId="2156514060" sldId="2146846056"/>
            <ac:spMk id="3" creationId="{98357F6B-CB88-4E81-9C39-FD13F78BC4DA}"/>
          </ac:spMkLst>
        </pc:spChg>
        <pc:spChg chg="mod ord">
          <ac:chgData name="Ken Popkin" userId="3c94c39e-c43b-4805-99ab-8da17777f1ac" providerId="ADAL" clId="{E440F346-DC68-4DD4-BA80-8DE6476F8949}" dt="2021-05-29T21:38:16.290" v="71200"/>
          <ac:spMkLst>
            <pc:docMk/>
            <pc:sldMk cId="2156514060" sldId="2146846056"/>
            <ac:spMk id="4" creationId="{87E01EF5-3DE6-4CC1-9F93-C1A79DD97902}"/>
          </ac:spMkLst>
        </pc:spChg>
        <pc:spChg chg="add mod ord modVis">
          <ac:chgData name="Ken Popkin" userId="3c94c39e-c43b-4805-99ab-8da17777f1ac" providerId="ADAL" clId="{E440F346-DC68-4DD4-BA80-8DE6476F8949}" dt="2021-05-29T21:38:15.615" v="71106"/>
          <ac:spMkLst>
            <pc:docMk/>
            <pc:sldMk cId="2156514060" sldId="2146846056"/>
            <ac:spMk id="5" creationId="{65B35DAE-1643-4CE7-827F-BF2E1AF1E4EF}"/>
          </ac:spMkLst>
        </pc:spChg>
        <pc:spChg chg="add mod ord">
          <ac:chgData name="Ken Popkin" userId="3c94c39e-c43b-4805-99ab-8da17777f1ac" providerId="ADAL" clId="{E440F346-DC68-4DD4-BA80-8DE6476F8949}" dt="2021-05-29T21:38:15.616" v="71108"/>
          <ac:spMkLst>
            <pc:docMk/>
            <pc:sldMk cId="2156514060" sldId="2146846056"/>
            <ac:spMk id="6" creationId="{3ACF19D4-2135-4422-AF28-22566ED9DA4D}"/>
          </ac:spMkLst>
        </pc:spChg>
        <pc:spChg chg="add del mod">
          <ac:chgData name="Ken Popkin" userId="3c94c39e-c43b-4805-99ab-8da17777f1ac" providerId="ADAL" clId="{E440F346-DC68-4DD4-BA80-8DE6476F8949}" dt="2021-05-29T21:38:15.415" v="70619"/>
          <ac:spMkLst>
            <pc:docMk/>
            <pc:sldMk cId="2156514060" sldId="2146846056"/>
            <ac:spMk id="7" creationId="{90553560-ABD3-445E-9DB1-21C2EEAA3C9A}"/>
          </ac:spMkLst>
        </pc:spChg>
        <pc:spChg chg="add del mod modVis">
          <ac:chgData name="Ken Popkin" userId="3c94c39e-c43b-4805-99ab-8da17777f1ac" providerId="ADAL" clId="{E440F346-DC68-4DD4-BA80-8DE6476F8949}" dt="2021-05-29T21:38:15.420" v="70634"/>
          <ac:spMkLst>
            <pc:docMk/>
            <pc:sldMk cId="2156514060" sldId="2146846056"/>
            <ac:spMk id="8" creationId="{7FE604E9-FF51-4CCF-B729-E99FE00FAC03}"/>
          </ac:spMkLst>
        </pc:spChg>
        <pc:spChg chg="add mod modVis">
          <ac:chgData name="Ken Popkin" userId="3c94c39e-c43b-4805-99ab-8da17777f1ac" providerId="ADAL" clId="{E440F346-DC68-4DD4-BA80-8DE6476F8949}" dt="2021-05-29T21:38:15.620" v="71132"/>
          <ac:spMkLst>
            <pc:docMk/>
            <pc:sldMk cId="2156514060" sldId="2146846056"/>
            <ac:spMk id="9" creationId="{7935BA64-8731-4B8E-A55D-FD6EB148BF68}"/>
          </ac:spMkLst>
        </pc:spChg>
        <pc:spChg chg="add mod ord modVis">
          <ac:chgData name="Ken Popkin" userId="3c94c39e-c43b-4805-99ab-8da17777f1ac" providerId="ADAL" clId="{E440F346-DC68-4DD4-BA80-8DE6476F8949}" dt="2021-05-29T21:38:15.620" v="71134"/>
          <ac:spMkLst>
            <pc:docMk/>
            <pc:sldMk cId="2156514060" sldId="2146846056"/>
            <ac:spMk id="10" creationId="{B7BCB052-98B6-4D27-8D95-1B789FE2E676}"/>
          </ac:spMkLst>
        </pc:spChg>
        <pc:spChg chg="add mod ord">
          <ac:chgData name="Ken Popkin" userId="3c94c39e-c43b-4805-99ab-8da17777f1ac" providerId="ADAL" clId="{E440F346-DC68-4DD4-BA80-8DE6476F8949}" dt="2021-05-29T21:38:15.622" v="71136"/>
          <ac:spMkLst>
            <pc:docMk/>
            <pc:sldMk cId="2156514060" sldId="2146846056"/>
            <ac:spMk id="11" creationId="{4564E958-D6DC-40AC-B024-35D692C7B2F3}"/>
          </ac:spMkLst>
        </pc:spChg>
        <pc:spChg chg="add mod ord">
          <ac:chgData name="Ken Popkin" userId="3c94c39e-c43b-4805-99ab-8da17777f1ac" providerId="ADAL" clId="{E440F346-DC68-4DD4-BA80-8DE6476F8949}" dt="2021-05-29T21:38:15.622" v="71138"/>
          <ac:spMkLst>
            <pc:docMk/>
            <pc:sldMk cId="2156514060" sldId="2146846056"/>
            <ac:spMk id="12" creationId="{4BD5349A-B79C-4C9B-982F-30C67A901B90}"/>
          </ac:spMkLst>
        </pc:spChg>
        <pc:spChg chg="add mod ord">
          <ac:chgData name="Ken Popkin" userId="3c94c39e-c43b-4805-99ab-8da17777f1ac" providerId="ADAL" clId="{E440F346-DC68-4DD4-BA80-8DE6476F8949}" dt="2021-05-29T21:38:15.622" v="71140"/>
          <ac:spMkLst>
            <pc:docMk/>
            <pc:sldMk cId="2156514060" sldId="2146846056"/>
            <ac:spMk id="13" creationId="{05AA8BDF-A9DA-49C4-8483-255EFFD4FFA0}"/>
          </ac:spMkLst>
        </pc:spChg>
        <pc:spChg chg="add del mod ord">
          <ac:chgData name="Ken Popkin" userId="3c94c39e-c43b-4805-99ab-8da17777f1ac" providerId="ADAL" clId="{E440F346-DC68-4DD4-BA80-8DE6476F8949}" dt="2021-05-29T21:26:33.246" v="68910"/>
          <ac:spMkLst>
            <pc:docMk/>
            <pc:sldMk cId="2156514060" sldId="2146846056"/>
            <ac:spMk id="14" creationId="{EE66967B-F65C-4A6C-899D-BADBA53914D7}"/>
          </ac:spMkLst>
        </pc:spChg>
        <pc:spChg chg="add del mod ord">
          <ac:chgData name="Ken Popkin" userId="3c94c39e-c43b-4805-99ab-8da17777f1ac" providerId="ADAL" clId="{E440F346-DC68-4DD4-BA80-8DE6476F8949}" dt="2021-05-29T21:26:33.246" v="68912"/>
          <ac:spMkLst>
            <pc:docMk/>
            <pc:sldMk cId="2156514060" sldId="2146846056"/>
            <ac:spMk id="15" creationId="{EECDC86E-4CB1-49AC-A670-2DCCCFCBE5E9}"/>
          </ac:spMkLst>
        </pc:spChg>
        <pc:spChg chg="add del mod ord">
          <ac:chgData name="Ken Popkin" userId="3c94c39e-c43b-4805-99ab-8da17777f1ac" providerId="ADAL" clId="{E440F346-DC68-4DD4-BA80-8DE6476F8949}" dt="2021-05-29T21:26:33.247" v="68914"/>
          <ac:spMkLst>
            <pc:docMk/>
            <pc:sldMk cId="2156514060" sldId="2146846056"/>
            <ac:spMk id="16" creationId="{6B3B4FBC-7FE0-4A5B-B16E-855A343A5123}"/>
          </ac:spMkLst>
        </pc:spChg>
        <pc:spChg chg="add del mod ord">
          <ac:chgData name="Ken Popkin" userId="3c94c39e-c43b-4805-99ab-8da17777f1ac" providerId="ADAL" clId="{E440F346-DC68-4DD4-BA80-8DE6476F8949}" dt="2021-05-29T21:38:15.629" v="71194"/>
          <ac:spMkLst>
            <pc:docMk/>
            <pc:sldMk cId="2156514060" sldId="2146846056"/>
            <ac:spMk id="17" creationId="{DA3B5597-097F-4386-8734-D9F1B014F2CA}"/>
          </ac:spMkLst>
        </pc:spChg>
        <pc:spChg chg="add del mod ord">
          <ac:chgData name="Ken Popkin" userId="3c94c39e-c43b-4805-99ab-8da17777f1ac" providerId="ADAL" clId="{E440F346-DC68-4DD4-BA80-8DE6476F8949}" dt="2021-05-29T21:38:15.630" v="71196"/>
          <ac:spMkLst>
            <pc:docMk/>
            <pc:sldMk cId="2156514060" sldId="2146846056"/>
            <ac:spMk id="18" creationId="{89EB13A7-442A-4483-BAA6-93BDFA76B953}"/>
          </ac:spMkLst>
        </pc:spChg>
        <pc:spChg chg="add mod">
          <ac:chgData name="Ken Popkin" userId="3c94c39e-c43b-4805-99ab-8da17777f1ac" providerId="ADAL" clId="{E440F346-DC68-4DD4-BA80-8DE6476F8949}" dt="2021-05-29T21:39:13.020" v="71207" actId="14100"/>
          <ac:spMkLst>
            <pc:docMk/>
            <pc:sldMk cId="2156514060" sldId="2146846056"/>
            <ac:spMk id="19" creationId="{F5B602A9-357A-437F-9AC0-E4D82E41C393}"/>
          </ac:spMkLst>
        </pc:spChg>
        <pc:spChg chg="add mod">
          <ac:chgData name="Ken Popkin" userId="3c94c39e-c43b-4805-99ab-8da17777f1ac" providerId="ADAL" clId="{E440F346-DC68-4DD4-BA80-8DE6476F8949}" dt="2021-05-29T21:39:02.603" v="71205" actId="14100"/>
          <ac:spMkLst>
            <pc:docMk/>
            <pc:sldMk cId="2156514060" sldId="2146846056"/>
            <ac:spMk id="20" creationId="{01477E51-91FD-4263-B5C0-FABD0CC1A013}"/>
          </ac:spMkLst>
        </pc:spChg>
        <pc:spChg chg="add mod ord">
          <ac:chgData name="Ken Popkin" userId="3c94c39e-c43b-4805-99ab-8da17777f1ac" providerId="ADAL" clId="{E440F346-DC68-4DD4-BA80-8DE6476F8949}" dt="2021-05-29T21:38:15.620" v="71129"/>
          <ac:spMkLst>
            <pc:docMk/>
            <pc:sldMk cId="2156514060" sldId="2146846056"/>
            <ac:spMk id="21" creationId="{223538EA-19A7-4E1E-A57E-BBE898F38BAD}"/>
          </ac:spMkLst>
        </pc:spChg>
        <pc:spChg chg="add mod">
          <ac:chgData name="Ken Popkin" userId="3c94c39e-c43b-4805-99ab-8da17777f1ac" providerId="ADAL" clId="{E440F346-DC68-4DD4-BA80-8DE6476F8949}" dt="2021-05-29T21:38:15.615" v="71104"/>
          <ac:spMkLst>
            <pc:docMk/>
            <pc:sldMk cId="2156514060" sldId="2146846056"/>
            <ac:spMk id="22" creationId="{900AB37F-6AC3-4CF5-97A0-7764C28641FD}"/>
          </ac:spMkLst>
        </pc:spChg>
        <pc:spChg chg="add mod">
          <ac:chgData name="Ken Popkin" userId="3c94c39e-c43b-4805-99ab-8da17777f1ac" providerId="ADAL" clId="{E440F346-DC68-4DD4-BA80-8DE6476F8949}" dt="2021-05-29T21:38:15.616" v="71111"/>
          <ac:spMkLst>
            <pc:docMk/>
            <pc:sldMk cId="2156514060" sldId="2146846056"/>
            <ac:spMk id="23" creationId="{43B3B83E-B87E-4B7D-810B-E7A4353A431D}"/>
          </ac:spMkLst>
        </pc:spChg>
        <pc:spChg chg="add mod ord">
          <ac:chgData name="Ken Popkin" userId="3c94c39e-c43b-4805-99ab-8da17777f1ac" providerId="ADAL" clId="{E440F346-DC68-4DD4-BA80-8DE6476F8949}" dt="2021-05-29T21:38:15.620" v="71131"/>
          <ac:spMkLst>
            <pc:docMk/>
            <pc:sldMk cId="2156514060" sldId="2146846056"/>
            <ac:spMk id="24" creationId="{5662CA4A-3D82-436B-9842-02DECB9227F0}"/>
          </ac:spMkLst>
        </pc:spChg>
        <pc:spChg chg="add del mod">
          <ac:chgData name="Ken Popkin" userId="3c94c39e-c43b-4805-99ab-8da17777f1ac" providerId="ADAL" clId="{E440F346-DC68-4DD4-BA80-8DE6476F8949}" dt="2021-05-29T21:24:44.425" v="67958"/>
          <ac:spMkLst>
            <pc:docMk/>
            <pc:sldMk cId="2156514060" sldId="2146846056"/>
            <ac:spMk id="30" creationId="{F85438BF-8060-449A-8F3C-8A89308DAB84}"/>
          </ac:spMkLst>
        </pc:spChg>
        <pc:spChg chg="add mod ord">
          <ac:chgData name="Ken Popkin" userId="3c94c39e-c43b-4805-99ab-8da17777f1ac" providerId="ADAL" clId="{E440F346-DC68-4DD4-BA80-8DE6476F8949}" dt="2021-05-29T21:38:15.623" v="71146"/>
          <ac:spMkLst>
            <pc:docMk/>
            <pc:sldMk cId="2156514060" sldId="2146846056"/>
            <ac:spMk id="31" creationId="{F5299F72-4FD8-44B5-9624-29D186351D99}"/>
          </ac:spMkLst>
        </pc:spChg>
        <pc:spChg chg="add mod ord modVis">
          <ac:chgData name="Ken Popkin" userId="3c94c39e-c43b-4805-99ab-8da17777f1ac" providerId="ADAL" clId="{E440F346-DC68-4DD4-BA80-8DE6476F8949}" dt="2021-05-29T21:38:15.623" v="71148"/>
          <ac:spMkLst>
            <pc:docMk/>
            <pc:sldMk cId="2156514060" sldId="2146846056"/>
            <ac:spMk id="32" creationId="{0447A71E-1688-4DE4-BC9F-F506845A9918}"/>
          </ac:spMkLst>
        </pc:spChg>
        <pc:spChg chg="add del mod">
          <ac:chgData name="Ken Popkin" userId="3c94c39e-c43b-4805-99ab-8da17777f1ac" providerId="ADAL" clId="{E440F346-DC68-4DD4-BA80-8DE6476F8949}" dt="2021-05-29T21:25:09.180" v="68393"/>
          <ac:spMkLst>
            <pc:docMk/>
            <pc:sldMk cId="2156514060" sldId="2146846056"/>
            <ac:spMk id="33" creationId="{223398DF-A096-48E8-BA1A-6AFF30999FDB}"/>
          </ac:spMkLst>
        </pc:spChg>
        <pc:spChg chg="add mod ord">
          <ac:chgData name="Ken Popkin" userId="3c94c39e-c43b-4805-99ab-8da17777f1ac" providerId="ADAL" clId="{E440F346-DC68-4DD4-BA80-8DE6476F8949}" dt="2021-05-29T21:38:15.623" v="71150"/>
          <ac:spMkLst>
            <pc:docMk/>
            <pc:sldMk cId="2156514060" sldId="2146846056"/>
            <ac:spMk id="34" creationId="{957E6576-4B22-45E5-A51F-766D45359D33}"/>
          </ac:spMkLst>
        </pc:spChg>
        <pc:spChg chg="add mod ord modVis">
          <ac:chgData name="Ken Popkin" userId="3c94c39e-c43b-4805-99ab-8da17777f1ac" providerId="ADAL" clId="{E440F346-DC68-4DD4-BA80-8DE6476F8949}" dt="2021-05-29T21:38:15.624" v="71152"/>
          <ac:spMkLst>
            <pc:docMk/>
            <pc:sldMk cId="2156514060" sldId="2146846056"/>
            <ac:spMk id="35" creationId="{05B23F0F-A21C-455E-A714-D686CAB1BEA2}"/>
          </ac:spMkLst>
        </pc:spChg>
        <pc:spChg chg="add del mod">
          <ac:chgData name="Ken Popkin" userId="3c94c39e-c43b-4805-99ab-8da17777f1ac" providerId="ADAL" clId="{E440F346-DC68-4DD4-BA80-8DE6476F8949}" dt="2021-05-29T21:25:09.189" v="68420"/>
          <ac:spMkLst>
            <pc:docMk/>
            <pc:sldMk cId="2156514060" sldId="2146846056"/>
            <ac:spMk id="36" creationId="{39709D76-38F0-4420-A975-F658BC810EC1}"/>
          </ac:spMkLst>
        </pc:spChg>
        <pc:spChg chg="add mod ord">
          <ac:chgData name="Ken Popkin" userId="3c94c39e-c43b-4805-99ab-8da17777f1ac" providerId="ADAL" clId="{E440F346-DC68-4DD4-BA80-8DE6476F8949}" dt="2021-05-29T21:38:15.624" v="71154"/>
          <ac:spMkLst>
            <pc:docMk/>
            <pc:sldMk cId="2156514060" sldId="2146846056"/>
            <ac:spMk id="37" creationId="{106F9B1E-ADE0-4947-9B6F-63B783463DDA}"/>
          </ac:spMkLst>
        </pc:spChg>
        <pc:spChg chg="add mod ord modVis">
          <ac:chgData name="Ken Popkin" userId="3c94c39e-c43b-4805-99ab-8da17777f1ac" providerId="ADAL" clId="{E440F346-DC68-4DD4-BA80-8DE6476F8949}" dt="2021-05-29T21:38:15.624" v="71156"/>
          <ac:spMkLst>
            <pc:docMk/>
            <pc:sldMk cId="2156514060" sldId="2146846056"/>
            <ac:spMk id="38" creationId="{130D6A56-39CF-44CF-A9C8-A961A8F6D4FA}"/>
          </ac:spMkLst>
        </pc:spChg>
        <pc:spChg chg="add del mod">
          <ac:chgData name="Ken Popkin" userId="3c94c39e-c43b-4805-99ab-8da17777f1ac" providerId="ADAL" clId="{E440F346-DC68-4DD4-BA80-8DE6476F8949}" dt="2021-05-29T21:25:09.198" v="68447"/>
          <ac:spMkLst>
            <pc:docMk/>
            <pc:sldMk cId="2156514060" sldId="2146846056"/>
            <ac:spMk id="39" creationId="{5E447668-307E-493D-ABA1-4C34B4FB7C52}"/>
          </ac:spMkLst>
        </pc:spChg>
        <pc:spChg chg="add mod ord">
          <ac:chgData name="Ken Popkin" userId="3c94c39e-c43b-4805-99ab-8da17777f1ac" providerId="ADAL" clId="{E440F346-DC68-4DD4-BA80-8DE6476F8949}" dt="2021-05-29T21:38:15.624" v="71158"/>
          <ac:spMkLst>
            <pc:docMk/>
            <pc:sldMk cId="2156514060" sldId="2146846056"/>
            <ac:spMk id="40" creationId="{2E18046D-E8BA-42D8-9D4E-EF9F52A14038}"/>
          </ac:spMkLst>
        </pc:spChg>
        <pc:spChg chg="add mod ord modVis">
          <ac:chgData name="Ken Popkin" userId="3c94c39e-c43b-4805-99ab-8da17777f1ac" providerId="ADAL" clId="{E440F346-DC68-4DD4-BA80-8DE6476F8949}" dt="2021-05-29T21:38:15.625" v="71160"/>
          <ac:spMkLst>
            <pc:docMk/>
            <pc:sldMk cId="2156514060" sldId="2146846056"/>
            <ac:spMk id="41" creationId="{F74D096E-018D-4430-BCB1-99E73270861B}"/>
          </ac:spMkLst>
        </pc:spChg>
        <pc:spChg chg="add del mod">
          <ac:chgData name="Ken Popkin" userId="3c94c39e-c43b-4805-99ab-8da17777f1ac" providerId="ADAL" clId="{E440F346-DC68-4DD4-BA80-8DE6476F8949}" dt="2021-05-29T21:25:09.207" v="68474"/>
          <ac:spMkLst>
            <pc:docMk/>
            <pc:sldMk cId="2156514060" sldId="2146846056"/>
            <ac:spMk id="42" creationId="{22461549-A15F-4E07-AAF1-CA68DEEA9287}"/>
          </ac:spMkLst>
        </pc:spChg>
        <pc:spChg chg="add mod ord">
          <ac:chgData name="Ken Popkin" userId="3c94c39e-c43b-4805-99ab-8da17777f1ac" providerId="ADAL" clId="{E440F346-DC68-4DD4-BA80-8DE6476F8949}" dt="2021-05-29T21:38:15.625" v="71162"/>
          <ac:spMkLst>
            <pc:docMk/>
            <pc:sldMk cId="2156514060" sldId="2146846056"/>
            <ac:spMk id="43" creationId="{C7AC6DCD-E20E-4B55-B704-DDB2AD9FE447}"/>
          </ac:spMkLst>
        </pc:spChg>
        <pc:spChg chg="add mod ord modVis">
          <ac:chgData name="Ken Popkin" userId="3c94c39e-c43b-4805-99ab-8da17777f1ac" providerId="ADAL" clId="{E440F346-DC68-4DD4-BA80-8DE6476F8949}" dt="2021-05-29T21:38:15.625" v="71164"/>
          <ac:spMkLst>
            <pc:docMk/>
            <pc:sldMk cId="2156514060" sldId="2146846056"/>
            <ac:spMk id="44" creationId="{0D40A10A-8311-40A5-97D4-66F5768EC63C}"/>
          </ac:spMkLst>
        </pc:spChg>
        <pc:spChg chg="add del mod">
          <ac:chgData name="Ken Popkin" userId="3c94c39e-c43b-4805-99ab-8da17777f1ac" providerId="ADAL" clId="{E440F346-DC68-4DD4-BA80-8DE6476F8949}" dt="2021-05-29T21:25:09.215" v="68501"/>
          <ac:spMkLst>
            <pc:docMk/>
            <pc:sldMk cId="2156514060" sldId="2146846056"/>
            <ac:spMk id="45" creationId="{976E3E48-9D43-4645-82C9-EE386515EF2C}"/>
          </ac:spMkLst>
        </pc:spChg>
        <pc:spChg chg="add mod ord">
          <ac:chgData name="Ken Popkin" userId="3c94c39e-c43b-4805-99ab-8da17777f1ac" providerId="ADAL" clId="{E440F346-DC68-4DD4-BA80-8DE6476F8949}" dt="2021-05-29T21:38:15.625" v="71166"/>
          <ac:spMkLst>
            <pc:docMk/>
            <pc:sldMk cId="2156514060" sldId="2146846056"/>
            <ac:spMk id="46" creationId="{D4A50316-AF6D-4BA9-94C5-2D7ED0CE527D}"/>
          </ac:spMkLst>
        </pc:spChg>
        <pc:spChg chg="add mod ord modVis">
          <ac:chgData name="Ken Popkin" userId="3c94c39e-c43b-4805-99ab-8da17777f1ac" providerId="ADAL" clId="{E440F346-DC68-4DD4-BA80-8DE6476F8949}" dt="2021-05-29T21:38:15.626" v="71168"/>
          <ac:spMkLst>
            <pc:docMk/>
            <pc:sldMk cId="2156514060" sldId="2146846056"/>
            <ac:spMk id="47" creationId="{114F8FC3-A57E-4A7A-890A-4F02D6D97FFD}"/>
          </ac:spMkLst>
        </pc:spChg>
        <pc:spChg chg="add del mod">
          <ac:chgData name="Ken Popkin" userId="3c94c39e-c43b-4805-99ab-8da17777f1ac" providerId="ADAL" clId="{E440F346-DC68-4DD4-BA80-8DE6476F8949}" dt="2021-05-29T21:25:09.225" v="68528"/>
          <ac:spMkLst>
            <pc:docMk/>
            <pc:sldMk cId="2156514060" sldId="2146846056"/>
            <ac:spMk id="48" creationId="{678D1BA0-65B4-4A83-8A16-21CE53E60D5D}"/>
          </ac:spMkLst>
        </pc:spChg>
        <pc:spChg chg="add mod ord">
          <ac:chgData name="Ken Popkin" userId="3c94c39e-c43b-4805-99ab-8da17777f1ac" providerId="ADAL" clId="{E440F346-DC68-4DD4-BA80-8DE6476F8949}" dt="2021-05-29T21:38:15.626" v="71170"/>
          <ac:spMkLst>
            <pc:docMk/>
            <pc:sldMk cId="2156514060" sldId="2146846056"/>
            <ac:spMk id="49" creationId="{FE1FBD77-83B9-4E99-98DA-8F2124656293}"/>
          </ac:spMkLst>
        </pc:spChg>
        <pc:spChg chg="add mod ord modVis">
          <ac:chgData name="Ken Popkin" userId="3c94c39e-c43b-4805-99ab-8da17777f1ac" providerId="ADAL" clId="{E440F346-DC68-4DD4-BA80-8DE6476F8949}" dt="2021-05-29T21:38:15.626" v="71172"/>
          <ac:spMkLst>
            <pc:docMk/>
            <pc:sldMk cId="2156514060" sldId="2146846056"/>
            <ac:spMk id="50" creationId="{183C5C62-3BFA-44C0-92E5-63C1C60246BC}"/>
          </ac:spMkLst>
        </pc:spChg>
        <pc:spChg chg="add del mod">
          <ac:chgData name="Ken Popkin" userId="3c94c39e-c43b-4805-99ab-8da17777f1ac" providerId="ADAL" clId="{E440F346-DC68-4DD4-BA80-8DE6476F8949}" dt="2021-05-29T21:38:15.581" v="71001"/>
          <ac:spMkLst>
            <pc:docMk/>
            <pc:sldMk cId="2156514060" sldId="2146846056"/>
            <ac:spMk id="51" creationId="{91F7C3E6-4AE0-493B-BED6-EFA3CFCF64CD}"/>
          </ac:spMkLst>
        </pc:spChg>
        <pc:spChg chg="add mod ord">
          <ac:chgData name="Ken Popkin" userId="3c94c39e-c43b-4805-99ab-8da17777f1ac" providerId="ADAL" clId="{E440F346-DC68-4DD4-BA80-8DE6476F8949}" dt="2021-05-29T21:38:15.626" v="71174"/>
          <ac:spMkLst>
            <pc:docMk/>
            <pc:sldMk cId="2156514060" sldId="2146846056"/>
            <ac:spMk id="52" creationId="{0C066C81-ED6C-4058-8354-9B7459CB291A}"/>
          </ac:spMkLst>
        </pc:spChg>
        <pc:spChg chg="add mod ord modVis">
          <ac:chgData name="Ken Popkin" userId="3c94c39e-c43b-4805-99ab-8da17777f1ac" providerId="ADAL" clId="{E440F346-DC68-4DD4-BA80-8DE6476F8949}" dt="2021-05-29T21:38:15.627" v="71176"/>
          <ac:spMkLst>
            <pc:docMk/>
            <pc:sldMk cId="2156514060" sldId="2146846056"/>
            <ac:spMk id="53" creationId="{EF90B3B2-8C6A-4B72-A08F-0D57FEE0BD36}"/>
          </ac:spMkLst>
        </pc:spChg>
        <pc:spChg chg="add del mod">
          <ac:chgData name="Ken Popkin" userId="3c94c39e-c43b-4805-99ab-8da17777f1ac" providerId="ADAL" clId="{E440F346-DC68-4DD4-BA80-8DE6476F8949}" dt="2021-05-29T21:38:15.590" v="71026"/>
          <ac:spMkLst>
            <pc:docMk/>
            <pc:sldMk cId="2156514060" sldId="2146846056"/>
            <ac:spMk id="54" creationId="{E3FE88C4-6181-44C7-A780-CD907DDEA43D}"/>
          </ac:spMkLst>
        </pc:spChg>
        <pc:spChg chg="add mod ord">
          <ac:chgData name="Ken Popkin" userId="3c94c39e-c43b-4805-99ab-8da17777f1ac" providerId="ADAL" clId="{E440F346-DC68-4DD4-BA80-8DE6476F8949}" dt="2021-05-29T21:38:15.627" v="71178"/>
          <ac:spMkLst>
            <pc:docMk/>
            <pc:sldMk cId="2156514060" sldId="2146846056"/>
            <ac:spMk id="55" creationId="{6E54B128-94E8-47C0-BA41-C8FAE9A4EEF9}"/>
          </ac:spMkLst>
        </pc:spChg>
        <pc:spChg chg="add mod ord modVis">
          <ac:chgData name="Ken Popkin" userId="3c94c39e-c43b-4805-99ab-8da17777f1ac" providerId="ADAL" clId="{E440F346-DC68-4DD4-BA80-8DE6476F8949}" dt="2021-05-29T21:38:15.627" v="71180"/>
          <ac:spMkLst>
            <pc:docMk/>
            <pc:sldMk cId="2156514060" sldId="2146846056"/>
            <ac:spMk id="56" creationId="{1C177F89-2992-4206-8159-341F0761288A}"/>
          </ac:spMkLst>
        </pc:spChg>
        <pc:spChg chg="add del mod">
          <ac:chgData name="Ken Popkin" userId="3c94c39e-c43b-4805-99ab-8da17777f1ac" providerId="ADAL" clId="{E440F346-DC68-4DD4-BA80-8DE6476F8949}" dt="2021-05-29T21:38:15.596" v="71051"/>
          <ac:spMkLst>
            <pc:docMk/>
            <pc:sldMk cId="2156514060" sldId="2146846056"/>
            <ac:spMk id="57" creationId="{F721870F-22E9-45DC-B8D2-79A016AD69DF}"/>
          </ac:spMkLst>
        </pc:spChg>
        <pc:spChg chg="add mod ord">
          <ac:chgData name="Ken Popkin" userId="3c94c39e-c43b-4805-99ab-8da17777f1ac" providerId="ADAL" clId="{E440F346-DC68-4DD4-BA80-8DE6476F8949}" dt="2021-05-29T21:38:15.627" v="71182"/>
          <ac:spMkLst>
            <pc:docMk/>
            <pc:sldMk cId="2156514060" sldId="2146846056"/>
            <ac:spMk id="58" creationId="{CF64A0EA-3E1B-4F5D-AE65-A8C60119BC20}"/>
          </ac:spMkLst>
        </pc:spChg>
        <pc:spChg chg="add mod ord modVis">
          <ac:chgData name="Ken Popkin" userId="3c94c39e-c43b-4805-99ab-8da17777f1ac" providerId="ADAL" clId="{E440F346-DC68-4DD4-BA80-8DE6476F8949}" dt="2021-05-29T21:38:15.628" v="71184"/>
          <ac:spMkLst>
            <pc:docMk/>
            <pc:sldMk cId="2156514060" sldId="2146846056"/>
            <ac:spMk id="59" creationId="{BFFAB454-3C56-4BDC-AF26-58646269F07A}"/>
          </ac:spMkLst>
        </pc:spChg>
        <pc:spChg chg="add del mod">
          <ac:chgData name="Ken Popkin" userId="3c94c39e-c43b-4805-99ab-8da17777f1ac" providerId="ADAL" clId="{E440F346-DC68-4DD4-BA80-8DE6476F8949}" dt="2021-05-29T21:38:15.605" v="71076"/>
          <ac:spMkLst>
            <pc:docMk/>
            <pc:sldMk cId="2156514060" sldId="2146846056"/>
            <ac:spMk id="60" creationId="{D90BE16A-AFA2-46B7-A15D-ECF9A68472F5}"/>
          </ac:spMkLst>
        </pc:spChg>
        <pc:spChg chg="add mod ord">
          <ac:chgData name="Ken Popkin" userId="3c94c39e-c43b-4805-99ab-8da17777f1ac" providerId="ADAL" clId="{E440F346-DC68-4DD4-BA80-8DE6476F8949}" dt="2021-05-29T21:38:15.628" v="71186"/>
          <ac:spMkLst>
            <pc:docMk/>
            <pc:sldMk cId="2156514060" sldId="2146846056"/>
            <ac:spMk id="61" creationId="{FBC451F2-7A24-4BB2-9A55-99F21F451CB5}"/>
          </ac:spMkLst>
        </pc:spChg>
        <pc:spChg chg="add mod ord modVis">
          <ac:chgData name="Ken Popkin" userId="3c94c39e-c43b-4805-99ab-8da17777f1ac" providerId="ADAL" clId="{E440F346-DC68-4DD4-BA80-8DE6476F8949}" dt="2021-05-29T21:38:15.628" v="71188"/>
          <ac:spMkLst>
            <pc:docMk/>
            <pc:sldMk cId="2156514060" sldId="2146846056"/>
            <ac:spMk id="62" creationId="{A0537FF3-8994-4CD1-A23E-FC55DC0D16A8}"/>
          </ac:spMkLst>
        </pc:spChg>
        <pc:spChg chg="add mod">
          <ac:chgData name="Ken Popkin" userId="3c94c39e-c43b-4805-99ab-8da17777f1ac" providerId="ADAL" clId="{E440F346-DC68-4DD4-BA80-8DE6476F8949}" dt="2021-05-29T21:38:15.617" v="71117"/>
          <ac:spMkLst>
            <pc:docMk/>
            <pc:sldMk cId="2156514060" sldId="2146846056"/>
            <ac:spMk id="63" creationId="{7E177D9C-1E2E-4AA2-9819-88B69F2476E5}"/>
          </ac:spMkLst>
        </pc:spChg>
        <pc:spChg chg="add mod">
          <ac:chgData name="Ken Popkin" userId="3c94c39e-c43b-4805-99ab-8da17777f1ac" providerId="ADAL" clId="{E440F346-DC68-4DD4-BA80-8DE6476F8949}" dt="2021-05-29T21:38:15.617" v="71118"/>
          <ac:spMkLst>
            <pc:docMk/>
            <pc:sldMk cId="2156514060" sldId="2146846056"/>
            <ac:spMk id="64" creationId="{AB559DDC-FB9A-4521-B909-E83F6FFEA7C8}"/>
          </ac:spMkLst>
        </pc:spChg>
        <pc:spChg chg="add mod">
          <ac:chgData name="Ken Popkin" userId="3c94c39e-c43b-4805-99ab-8da17777f1ac" providerId="ADAL" clId="{E440F346-DC68-4DD4-BA80-8DE6476F8949}" dt="2021-05-29T21:38:15.617" v="71119"/>
          <ac:spMkLst>
            <pc:docMk/>
            <pc:sldMk cId="2156514060" sldId="2146846056"/>
            <ac:spMk id="65" creationId="{F26D7D91-24D0-4747-ADB6-FB3F739BB870}"/>
          </ac:spMkLst>
        </pc:spChg>
        <pc:spChg chg="add mod">
          <ac:chgData name="Ken Popkin" userId="3c94c39e-c43b-4805-99ab-8da17777f1ac" providerId="ADAL" clId="{E440F346-DC68-4DD4-BA80-8DE6476F8949}" dt="2021-05-29T21:38:15.618" v="71120"/>
          <ac:spMkLst>
            <pc:docMk/>
            <pc:sldMk cId="2156514060" sldId="2146846056"/>
            <ac:spMk id="66" creationId="{085800F4-1DA6-45E8-9296-57F1A611404B}"/>
          </ac:spMkLst>
        </pc:spChg>
        <pc:spChg chg="add mod">
          <ac:chgData name="Ken Popkin" userId="3c94c39e-c43b-4805-99ab-8da17777f1ac" providerId="ADAL" clId="{E440F346-DC68-4DD4-BA80-8DE6476F8949}" dt="2021-05-29T21:38:15.618" v="71121"/>
          <ac:spMkLst>
            <pc:docMk/>
            <pc:sldMk cId="2156514060" sldId="2146846056"/>
            <ac:spMk id="67" creationId="{117D2124-9326-4E02-B905-FA8176F8BECD}"/>
          </ac:spMkLst>
        </pc:spChg>
        <pc:spChg chg="add mod">
          <ac:chgData name="Ken Popkin" userId="3c94c39e-c43b-4805-99ab-8da17777f1ac" providerId="ADAL" clId="{E440F346-DC68-4DD4-BA80-8DE6476F8949}" dt="2021-05-29T21:38:15.618" v="71122"/>
          <ac:spMkLst>
            <pc:docMk/>
            <pc:sldMk cId="2156514060" sldId="2146846056"/>
            <ac:spMk id="68" creationId="{3F3256B9-532F-41F7-9224-1BED038DDE91}"/>
          </ac:spMkLst>
        </pc:spChg>
        <pc:spChg chg="add mod">
          <ac:chgData name="Ken Popkin" userId="3c94c39e-c43b-4805-99ab-8da17777f1ac" providerId="ADAL" clId="{E440F346-DC68-4DD4-BA80-8DE6476F8949}" dt="2021-05-29T21:38:15.618" v="71123"/>
          <ac:spMkLst>
            <pc:docMk/>
            <pc:sldMk cId="2156514060" sldId="2146846056"/>
            <ac:spMk id="69" creationId="{43264A27-4124-4784-ADEE-599D6ECD72FE}"/>
          </ac:spMkLst>
        </pc:spChg>
        <pc:spChg chg="add mod ord">
          <ac:chgData name="Ken Popkin" userId="3c94c39e-c43b-4805-99ab-8da17777f1ac" providerId="ADAL" clId="{E440F346-DC68-4DD4-BA80-8DE6476F8949}" dt="2021-05-29T21:38:16.290" v="71198"/>
          <ac:spMkLst>
            <pc:docMk/>
            <pc:sldMk cId="2156514060" sldId="2146846056"/>
            <ac:spMk id="70" creationId="{48E14A9B-2937-4EDD-91B2-3D5D09AE4574}"/>
          </ac:spMkLst>
        </pc:spChg>
        <pc:spChg chg="add mod">
          <ac:chgData name="Ken Popkin" userId="3c94c39e-c43b-4805-99ab-8da17777f1ac" providerId="ADAL" clId="{E440F346-DC68-4DD4-BA80-8DE6476F8949}" dt="2021-05-29T21:38:15.616" v="71109"/>
          <ac:spMkLst>
            <pc:docMk/>
            <pc:sldMk cId="2156514060" sldId="2146846056"/>
            <ac:spMk id="71" creationId="{514D4D69-E13D-4D60-A7C6-7030FD8B856A}"/>
          </ac:spMkLst>
        </pc:spChg>
        <pc:spChg chg="add mod modVis">
          <ac:chgData name="Ken Popkin" userId="3c94c39e-c43b-4805-99ab-8da17777f1ac" providerId="ADAL" clId="{E440F346-DC68-4DD4-BA80-8DE6476F8949}" dt="2021-05-29T21:38:15.617" v="71116"/>
          <ac:spMkLst>
            <pc:docMk/>
            <pc:sldMk cId="2156514060" sldId="2146846056"/>
            <ac:spMk id="72" creationId="{1D309889-B140-4AC1-AEB0-10D7CD77F549}"/>
          </ac:spMkLst>
        </pc:spChg>
        <pc:spChg chg="add mod">
          <ac:chgData name="Ken Popkin" userId="3c94c39e-c43b-4805-99ab-8da17777f1ac" providerId="ADAL" clId="{E440F346-DC68-4DD4-BA80-8DE6476F8949}" dt="2021-05-29T21:38:15.619" v="71124"/>
          <ac:spMkLst>
            <pc:docMk/>
            <pc:sldMk cId="2156514060" sldId="2146846056"/>
            <ac:spMk id="75" creationId="{B70B6818-E3F6-41E9-B212-BB76AC9281B4}"/>
          </ac:spMkLst>
        </pc:spChg>
        <pc:spChg chg="add mod">
          <ac:chgData name="Ken Popkin" userId="3c94c39e-c43b-4805-99ab-8da17777f1ac" providerId="ADAL" clId="{E440F346-DC68-4DD4-BA80-8DE6476F8949}" dt="2021-05-29T21:38:15.619" v="71125"/>
          <ac:spMkLst>
            <pc:docMk/>
            <pc:sldMk cId="2156514060" sldId="2146846056"/>
            <ac:spMk id="76" creationId="{6011B198-0E80-4C99-BB82-D5E798A166DA}"/>
          </ac:spMkLst>
        </pc:spChg>
        <pc:spChg chg="add mod">
          <ac:chgData name="Ken Popkin" userId="3c94c39e-c43b-4805-99ab-8da17777f1ac" providerId="ADAL" clId="{E440F346-DC68-4DD4-BA80-8DE6476F8949}" dt="2021-05-29T21:38:15.619" v="71126"/>
          <ac:spMkLst>
            <pc:docMk/>
            <pc:sldMk cId="2156514060" sldId="2146846056"/>
            <ac:spMk id="77" creationId="{3C283D3B-5676-404A-8332-0FD89F7F8C13}"/>
          </ac:spMkLst>
        </pc:spChg>
        <pc:spChg chg="add mod">
          <ac:chgData name="Ken Popkin" userId="3c94c39e-c43b-4805-99ab-8da17777f1ac" providerId="ADAL" clId="{E440F346-DC68-4DD4-BA80-8DE6476F8949}" dt="2021-05-29T21:38:15.619" v="71127"/>
          <ac:spMkLst>
            <pc:docMk/>
            <pc:sldMk cId="2156514060" sldId="2146846056"/>
            <ac:spMk id="78" creationId="{3AD633A0-A314-4650-815C-A43A26E8958D}"/>
          </ac:spMkLst>
        </pc:spChg>
        <pc:cxnChg chg="add mod ord">
          <ac:chgData name="Ken Popkin" userId="3c94c39e-c43b-4805-99ab-8da17777f1ac" providerId="ADAL" clId="{E440F346-DC68-4DD4-BA80-8DE6476F8949}" dt="2021-05-29T21:38:15.616" v="71113"/>
          <ac:cxnSpMkLst>
            <pc:docMk/>
            <pc:sldMk cId="2156514060" sldId="2146846056"/>
            <ac:cxnSpMk id="25" creationId="{D64FBEF1-764B-4297-8576-227338BFD65A}"/>
          </ac:cxnSpMkLst>
        </pc:cxnChg>
        <pc:cxnChg chg="add mod ord">
          <ac:chgData name="Ken Popkin" userId="3c94c39e-c43b-4805-99ab-8da17777f1ac" providerId="ADAL" clId="{E440F346-DC68-4DD4-BA80-8DE6476F8949}" dt="2021-05-29T21:38:15.617" v="71115"/>
          <ac:cxnSpMkLst>
            <pc:docMk/>
            <pc:sldMk cId="2156514060" sldId="2146846056"/>
            <ac:cxnSpMk id="26" creationId="{6240E590-DF51-4598-BB16-2D24B41BE81B}"/>
          </ac:cxnSpMkLst>
        </pc:cxnChg>
        <pc:cxnChg chg="add del mod ord">
          <ac:chgData name="Ken Popkin" userId="3c94c39e-c43b-4805-99ab-8da17777f1ac" providerId="ADAL" clId="{E440F346-DC68-4DD4-BA80-8DE6476F8949}" dt="2021-05-29T21:26:33.248" v="68916"/>
          <ac:cxnSpMkLst>
            <pc:docMk/>
            <pc:sldMk cId="2156514060" sldId="2146846056"/>
            <ac:cxnSpMk id="27" creationId="{7C92B8EC-C201-4F0D-9EA9-76C5AE8B314D}"/>
          </ac:cxnSpMkLst>
        </pc:cxnChg>
        <pc:cxnChg chg="add del mod ord">
          <ac:chgData name="Ken Popkin" userId="3c94c39e-c43b-4805-99ab-8da17777f1ac" providerId="ADAL" clId="{E440F346-DC68-4DD4-BA80-8DE6476F8949}" dt="2021-05-29T21:26:33.248" v="68918"/>
          <ac:cxnSpMkLst>
            <pc:docMk/>
            <pc:sldMk cId="2156514060" sldId="2146846056"/>
            <ac:cxnSpMk id="28" creationId="{05399982-FB66-4D5D-A81C-27B0D6B82CFE}"/>
          </ac:cxnSpMkLst>
        </pc:cxnChg>
        <pc:cxnChg chg="add del mod ord">
          <ac:chgData name="Ken Popkin" userId="3c94c39e-c43b-4805-99ab-8da17777f1ac" providerId="ADAL" clId="{E440F346-DC68-4DD4-BA80-8DE6476F8949}" dt="2021-05-29T21:26:33.249" v="68920"/>
          <ac:cxnSpMkLst>
            <pc:docMk/>
            <pc:sldMk cId="2156514060" sldId="2146846056"/>
            <ac:cxnSpMk id="29" creationId="{EFEA1602-1C49-4D39-836A-95A5887D2734}"/>
          </ac:cxnSpMkLst>
        </pc:cxnChg>
        <pc:cxnChg chg="add mod ord">
          <ac:chgData name="Ken Popkin" userId="3c94c39e-c43b-4805-99ab-8da17777f1ac" providerId="ADAL" clId="{E440F346-DC68-4DD4-BA80-8DE6476F8949}" dt="2021-05-29T21:38:15.628" v="71190"/>
          <ac:cxnSpMkLst>
            <pc:docMk/>
            <pc:sldMk cId="2156514060" sldId="2146846056"/>
            <ac:cxnSpMk id="73" creationId="{B0ECD2B0-5906-4D5D-BF81-49EFD10A3D1B}"/>
          </ac:cxnSpMkLst>
        </pc:cxnChg>
        <pc:cxnChg chg="add mod ord">
          <ac:chgData name="Ken Popkin" userId="3c94c39e-c43b-4805-99ab-8da17777f1ac" providerId="ADAL" clId="{E440F346-DC68-4DD4-BA80-8DE6476F8949}" dt="2021-05-29T21:38:15.629" v="71192"/>
          <ac:cxnSpMkLst>
            <pc:docMk/>
            <pc:sldMk cId="2156514060" sldId="2146846056"/>
            <ac:cxnSpMk id="74" creationId="{D4A8A967-F64E-43F8-83A0-52DA6C1A1F16}"/>
          </ac:cxnSpMkLst>
        </pc:cxnChg>
      </pc:sldChg>
      <pc:sldChg chg="addSp delSp modSp add mod setBg">
        <pc:chgData name="Ken Popkin" userId="3c94c39e-c43b-4805-99ab-8da17777f1ac" providerId="ADAL" clId="{E440F346-DC68-4DD4-BA80-8DE6476F8949}" dt="2021-06-01T21:22:36.331" v="113986" actId="14100"/>
        <pc:sldMkLst>
          <pc:docMk/>
          <pc:sldMk cId="3568620224" sldId="2146846056"/>
        </pc:sldMkLst>
        <pc:spChg chg="del mod ord">
          <ac:chgData name="Ken Popkin" userId="3c94c39e-c43b-4805-99ab-8da17777f1ac" providerId="ADAL" clId="{E440F346-DC68-4DD4-BA80-8DE6476F8949}" dt="2021-05-29T22:13:59.500" v="90586" actId="478"/>
          <ac:spMkLst>
            <pc:docMk/>
            <pc:sldMk cId="3568620224" sldId="2146846056"/>
            <ac:spMk id="2" creationId="{7E2B9F84-298E-485A-9F8D-B83B417B864C}"/>
          </ac:spMkLst>
        </pc:spChg>
        <pc:spChg chg="del mod ord">
          <ac:chgData name="Ken Popkin" userId="3c94c39e-c43b-4805-99ab-8da17777f1ac" providerId="ADAL" clId="{E440F346-DC68-4DD4-BA80-8DE6476F8949}" dt="2021-05-29T22:14:03.475" v="90587" actId="478"/>
          <ac:spMkLst>
            <pc:docMk/>
            <pc:sldMk cId="3568620224" sldId="2146846056"/>
            <ac:spMk id="3" creationId="{ACC5858C-C94F-42B2-8D70-5949856E1E67}"/>
          </ac:spMkLst>
        </pc:spChg>
        <pc:spChg chg="del mod ord">
          <ac:chgData name="Ken Popkin" userId="3c94c39e-c43b-4805-99ab-8da17777f1ac" providerId="ADAL" clId="{E440F346-DC68-4DD4-BA80-8DE6476F8949}" dt="2021-05-29T22:14:08.208" v="90588" actId="478"/>
          <ac:spMkLst>
            <pc:docMk/>
            <pc:sldMk cId="3568620224" sldId="2146846056"/>
            <ac:spMk id="4" creationId="{A8BB3A89-970A-493B-8481-AAA8D8028EFF}"/>
          </ac:spMkLst>
        </pc:spChg>
        <pc:spChg chg="add mod ord modVis">
          <ac:chgData name="Ken Popkin" userId="3c94c39e-c43b-4805-99ab-8da17777f1ac" providerId="ADAL" clId="{E440F346-DC68-4DD4-BA80-8DE6476F8949}" dt="2021-06-01T21:20:37.157" v="113925" actId="1035"/>
          <ac:spMkLst>
            <pc:docMk/>
            <pc:sldMk cId="3568620224" sldId="2146846056"/>
            <ac:spMk id="5" creationId="{BF445FAB-8DBF-453E-9283-A9A6EBA065FA}"/>
          </ac:spMkLst>
        </pc:spChg>
        <pc:spChg chg="add mod ord">
          <ac:chgData name="Ken Popkin" userId="3c94c39e-c43b-4805-99ab-8da17777f1ac" providerId="ADAL" clId="{E440F346-DC68-4DD4-BA80-8DE6476F8949}" dt="2021-06-01T21:20:37.157" v="113925" actId="1035"/>
          <ac:spMkLst>
            <pc:docMk/>
            <pc:sldMk cId="3568620224" sldId="2146846056"/>
            <ac:spMk id="6" creationId="{ADE3302C-320C-4A18-8F51-050992413360}"/>
          </ac:spMkLst>
        </pc:spChg>
        <pc:spChg chg="add del mod">
          <ac:chgData name="Ken Popkin" userId="3c94c39e-c43b-4805-99ab-8da17777f1ac" providerId="ADAL" clId="{E440F346-DC68-4DD4-BA80-8DE6476F8949}" dt="2021-05-29T22:11:52.626" v="89386"/>
          <ac:spMkLst>
            <pc:docMk/>
            <pc:sldMk cId="3568620224" sldId="2146846056"/>
            <ac:spMk id="7" creationId="{B3B7A4E7-8832-40C4-AB4E-32DC2A0DCF45}"/>
          </ac:spMkLst>
        </pc:spChg>
        <pc:spChg chg="add del mod modVis">
          <ac:chgData name="Ken Popkin" userId="3c94c39e-c43b-4805-99ab-8da17777f1ac" providerId="ADAL" clId="{E440F346-DC68-4DD4-BA80-8DE6476F8949}" dt="2021-05-29T22:11:52.634" v="89401"/>
          <ac:spMkLst>
            <pc:docMk/>
            <pc:sldMk cId="3568620224" sldId="2146846056"/>
            <ac:spMk id="8" creationId="{D3403523-1F24-4313-A632-7729BDA10D79}"/>
          </ac:spMkLst>
        </pc:spChg>
        <pc:spChg chg="add mod modVis">
          <ac:chgData name="Ken Popkin" userId="3c94c39e-c43b-4805-99ab-8da17777f1ac" providerId="ADAL" clId="{E440F346-DC68-4DD4-BA80-8DE6476F8949}" dt="2021-05-29T22:48:52.163" v="99462"/>
          <ac:spMkLst>
            <pc:docMk/>
            <pc:sldMk cId="3568620224" sldId="2146846056"/>
            <ac:spMk id="9" creationId="{5AF1DDDF-A305-492F-8212-5DDD3C3140D7}"/>
          </ac:spMkLst>
        </pc:spChg>
        <pc:spChg chg="add mod ord modVis">
          <ac:chgData name="Ken Popkin" userId="3c94c39e-c43b-4805-99ab-8da17777f1ac" providerId="ADAL" clId="{E440F346-DC68-4DD4-BA80-8DE6476F8949}" dt="2021-05-29T22:32:31.454" v="98746"/>
          <ac:spMkLst>
            <pc:docMk/>
            <pc:sldMk cId="3568620224" sldId="2146846056"/>
            <ac:spMk id="10" creationId="{D4D21E57-D809-4662-BA10-93E7AA1C1437}"/>
          </ac:spMkLst>
        </pc:spChg>
        <pc:spChg chg="add mod ord">
          <ac:chgData name="Ken Popkin" userId="3c94c39e-c43b-4805-99ab-8da17777f1ac" providerId="ADAL" clId="{E440F346-DC68-4DD4-BA80-8DE6476F8949}" dt="2021-06-01T21:20:37.157" v="113925" actId="1035"/>
          <ac:spMkLst>
            <pc:docMk/>
            <pc:sldMk cId="3568620224" sldId="2146846056"/>
            <ac:spMk id="11" creationId="{2EF70A3F-A171-42C7-ACB7-9036B17FA978}"/>
          </ac:spMkLst>
        </pc:spChg>
        <pc:spChg chg="add mod ord">
          <ac:chgData name="Ken Popkin" userId="3c94c39e-c43b-4805-99ab-8da17777f1ac" providerId="ADAL" clId="{E440F346-DC68-4DD4-BA80-8DE6476F8949}" dt="2021-06-01T21:20:37.157" v="113925" actId="1035"/>
          <ac:spMkLst>
            <pc:docMk/>
            <pc:sldMk cId="3568620224" sldId="2146846056"/>
            <ac:spMk id="12" creationId="{149CC1AC-CF57-4F33-82FC-A9203A243F8A}"/>
          </ac:spMkLst>
        </pc:spChg>
        <pc:spChg chg="add del mod ord">
          <ac:chgData name="Ken Popkin" userId="3c94c39e-c43b-4805-99ab-8da17777f1ac" providerId="ADAL" clId="{E440F346-DC68-4DD4-BA80-8DE6476F8949}" dt="2021-06-01T21:20:37.157" v="113925" actId="1035"/>
          <ac:spMkLst>
            <pc:docMk/>
            <pc:sldMk cId="3568620224" sldId="2146846056"/>
            <ac:spMk id="13" creationId="{9D9FCDAD-0908-4247-9645-6171B300FF4C}"/>
          </ac:spMkLst>
        </pc:spChg>
        <pc:spChg chg="add mod ord">
          <ac:chgData name="Ken Popkin" userId="3c94c39e-c43b-4805-99ab-8da17777f1ac" providerId="ADAL" clId="{E440F346-DC68-4DD4-BA80-8DE6476F8949}" dt="2021-06-01T21:20:37.157" v="113925" actId="1035"/>
          <ac:spMkLst>
            <pc:docMk/>
            <pc:sldMk cId="3568620224" sldId="2146846056"/>
            <ac:spMk id="14" creationId="{37A5EA7F-A8D4-4752-9024-C2FAEB6FA043}"/>
          </ac:spMkLst>
        </pc:spChg>
        <pc:spChg chg="add del mod ord">
          <ac:chgData name="Ken Popkin" userId="3c94c39e-c43b-4805-99ab-8da17777f1ac" providerId="ADAL" clId="{E440F346-DC68-4DD4-BA80-8DE6476F8949}" dt="2021-05-29T22:16:20.747" v="91887"/>
          <ac:spMkLst>
            <pc:docMk/>
            <pc:sldMk cId="3568620224" sldId="2146846056"/>
            <ac:spMk id="15" creationId="{983D78CC-B7F2-4CF9-A10B-91BFC0C2DC4D}"/>
          </ac:spMkLst>
        </pc:spChg>
        <pc:spChg chg="add del mod ord">
          <ac:chgData name="Ken Popkin" userId="3c94c39e-c43b-4805-99ab-8da17777f1ac" providerId="ADAL" clId="{E440F346-DC68-4DD4-BA80-8DE6476F8949}" dt="2021-05-29T22:16:20.747" v="91889"/>
          <ac:spMkLst>
            <pc:docMk/>
            <pc:sldMk cId="3568620224" sldId="2146846056"/>
            <ac:spMk id="16" creationId="{F0100461-1FF9-4842-93EE-33309F85EA40}"/>
          </ac:spMkLst>
        </pc:spChg>
        <pc:spChg chg="add del mod ord">
          <ac:chgData name="Ken Popkin" userId="3c94c39e-c43b-4805-99ab-8da17777f1ac" providerId="ADAL" clId="{E440F346-DC68-4DD4-BA80-8DE6476F8949}" dt="2021-05-29T22:16:20.748" v="91891"/>
          <ac:spMkLst>
            <pc:docMk/>
            <pc:sldMk cId="3568620224" sldId="2146846056"/>
            <ac:spMk id="17" creationId="{8BDCFBE2-76E6-40D7-9747-8C62C238EC6C}"/>
          </ac:spMkLst>
        </pc:spChg>
        <pc:spChg chg="add del mod ord">
          <ac:chgData name="Ken Popkin" userId="3c94c39e-c43b-4805-99ab-8da17777f1ac" providerId="ADAL" clId="{E440F346-DC68-4DD4-BA80-8DE6476F8949}" dt="2021-05-29T22:16:20.748" v="91893"/>
          <ac:spMkLst>
            <pc:docMk/>
            <pc:sldMk cId="3568620224" sldId="2146846056"/>
            <ac:spMk id="18" creationId="{7352C224-3706-4EE3-B473-5F704C87739E}"/>
          </ac:spMkLst>
        </pc:spChg>
        <pc:spChg chg="add del mod ord">
          <ac:chgData name="Ken Popkin" userId="3c94c39e-c43b-4805-99ab-8da17777f1ac" providerId="ADAL" clId="{E440F346-DC68-4DD4-BA80-8DE6476F8949}" dt="2021-05-29T22:16:20.748" v="91895"/>
          <ac:spMkLst>
            <pc:docMk/>
            <pc:sldMk cId="3568620224" sldId="2146846056"/>
            <ac:spMk id="19" creationId="{57235869-6BE3-4630-A17C-48BE7AA38202}"/>
          </ac:spMkLst>
        </pc:spChg>
        <pc:spChg chg="add del mod ord">
          <ac:chgData name="Ken Popkin" userId="3c94c39e-c43b-4805-99ab-8da17777f1ac" providerId="ADAL" clId="{E440F346-DC68-4DD4-BA80-8DE6476F8949}" dt="2021-05-29T22:16:20.749" v="91897"/>
          <ac:spMkLst>
            <pc:docMk/>
            <pc:sldMk cId="3568620224" sldId="2146846056"/>
            <ac:spMk id="20" creationId="{14487CE7-6EE7-4CA9-BC1D-D21ADD10D456}"/>
          </ac:spMkLst>
        </pc:spChg>
        <pc:spChg chg="add del mod ord">
          <ac:chgData name="Ken Popkin" userId="3c94c39e-c43b-4805-99ab-8da17777f1ac" providerId="ADAL" clId="{E440F346-DC68-4DD4-BA80-8DE6476F8949}" dt="2021-05-29T22:11:53.131" v="90574"/>
          <ac:spMkLst>
            <pc:docMk/>
            <pc:sldMk cId="3568620224" sldId="2146846056"/>
            <ac:spMk id="21" creationId="{FC2F1EC1-BE4A-4B99-A88F-35D5CBC9C9B5}"/>
          </ac:spMkLst>
        </pc:spChg>
        <pc:spChg chg="add del mod ord">
          <ac:chgData name="Ken Popkin" userId="3c94c39e-c43b-4805-99ab-8da17777f1ac" providerId="ADAL" clId="{E440F346-DC68-4DD4-BA80-8DE6476F8949}" dt="2021-05-29T22:11:53.132" v="90576"/>
          <ac:spMkLst>
            <pc:docMk/>
            <pc:sldMk cId="3568620224" sldId="2146846056"/>
            <ac:spMk id="22" creationId="{5C6995D8-E70E-4F1A-87D9-D2265ADA71EE}"/>
          </ac:spMkLst>
        </pc:spChg>
        <pc:spChg chg="add mod">
          <ac:chgData name="Ken Popkin" userId="3c94c39e-c43b-4805-99ab-8da17777f1ac" providerId="ADAL" clId="{E440F346-DC68-4DD4-BA80-8DE6476F8949}" dt="2021-06-01T21:20:37.157" v="113925" actId="1035"/>
          <ac:spMkLst>
            <pc:docMk/>
            <pc:sldMk cId="3568620224" sldId="2146846056"/>
            <ac:spMk id="23" creationId="{9BC36B51-D7E5-4B3F-8759-20E12BF6B07F}"/>
          </ac:spMkLst>
        </pc:spChg>
        <pc:spChg chg="add mod">
          <ac:chgData name="Ken Popkin" userId="3c94c39e-c43b-4805-99ab-8da17777f1ac" providerId="ADAL" clId="{E440F346-DC68-4DD4-BA80-8DE6476F8949}" dt="2021-06-01T21:20:37.157" v="113925" actId="1035"/>
          <ac:spMkLst>
            <pc:docMk/>
            <pc:sldMk cId="3568620224" sldId="2146846056"/>
            <ac:spMk id="24" creationId="{F5462578-1B5E-4CF1-9DDD-8D5C258DA9F4}"/>
          </ac:spMkLst>
        </pc:spChg>
        <pc:spChg chg="add mod ord">
          <ac:chgData name="Ken Popkin" userId="3c94c39e-c43b-4805-99ab-8da17777f1ac" providerId="ADAL" clId="{E440F346-DC68-4DD4-BA80-8DE6476F8949}" dt="2021-06-01T21:20:37.157" v="113925" actId="1035"/>
          <ac:spMkLst>
            <pc:docMk/>
            <pc:sldMk cId="3568620224" sldId="2146846056"/>
            <ac:spMk id="25" creationId="{34A0A9C3-5A66-44DE-BB0E-A1263BB1A129}"/>
          </ac:spMkLst>
        </pc:spChg>
        <pc:spChg chg="add mod">
          <ac:chgData name="Ken Popkin" userId="3c94c39e-c43b-4805-99ab-8da17777f1ac" providerId="ADAL" clId="{E440F346-DC68-4DD4-BA80-8DE6476F8949}" dt="2021-06-01T21:20:37.157" v="113925" actId="1035"/>
          <ac:spMkLst>
            <pc:docMk/>
            <pc:sldMk cId="3568620224" sldId="2146846056"/>
            <ac:spMk id="26" creationId="{27DBEA28-FE23-4F89-ADDD-465BE256260C}"/>
          </ac:spMkLst>
        </pc:spChg>
        <pc:spChg chg="add mod">
          <ac:chgData name="Ken Popkin" userId="3c94c39e-c43b-4805-99ab-8da17777f1ac" providerId="ADAL" clId="{E440F346-DC68-4DD4-BA80-8DE6476F8949}" dt="2021-06-01T21:20:37.157" v="113925" actId="1035"/>
          <ac:spMkLst>
            <pc:docMk/>
            <pc:sldMk cId="3568620224" sldId="2146846056"/>
            <ac:spMk id="27" creationId="{0175043C-92CF-4544-A36C-51352E126D15}"/>
          </ac:spMkLst>
        </pc:spChg>
        <pc:spChg chg="add mod ord">
          <ac:chgData name="Ken Popkin" userId="3c94c39e-c43b-4805-99ab-8da17777f1ac" providerId="ADAL" clId="{E440F346-DC68-4DD4-BA80-8DE6476F8949}" dt="2021-06-01T21:20:37.157" v="113925" actId="1035"/>
          <ac:spMkLst>
            <pc:docMk/>
            <pc:sldMk cId="3568620224" sldId="2146846056"/>
            <ac:spMk id="28" creationId="{9EE83BA5-6874-43A3-8F2E-1A378BA74F0B}"/>
          </ac:spMkLst>
        </pc:spChg>
        <pc:spChg chg="add mod">
          <ac:chgData name="Ken Popkin" userId="3c94c39e-c43b-4805-99ab-8da17777f1ac" providerId="ADAL" clId="{E440F346-DC68-4DD4-BA80-8DE6476F8949}" dt="2021-06-01T21:20:37.157" v="113925" actId="1035"/>
          <ac:spMkLst>
            <pc:docMk/>
            <pc:sldMk cId="3568620224" sldId="2146846056"/>
            <ac:spMk id="29" creationId="{D29E2F2C-D57B-48D4-AC41-0C5842E8306E}"/>
          </ac:spMkLst>
        </pc:spChg>
        <pc:spChg chg="add mod">
          <ac:chgData name="Ken Popkin" userId="3c94c39e-c43b-4805-99ab-8da17777f1ac" providerId="ADAL" clId="{E440F346-DC68-4DD4-BA80-8DE6476F8949}" dt="2021-06-01T21:20:37.157" v="113925" actId="1035"/>
          <ac:spMkLst>
            <pc:docMk/>
            <pc:sldMk cId="3568620224" sldId="2146846056"/>
            <ac:spMk id="30" creationId="{BCFD905A-88F8-4311-97B1-B1C95F3AC430}"/>
          </ac:spMkLst>
        </pc:spChg>
        <pc:spChg chg="add mod ord">
          <ac:chgData name="Ken Popkin" userId="3c94c39e-c43b-4805-99ab-8da17777f1ac" providerId="ADAL" clId="{E440F346-DC68-4DD4-BA80-8DE6476F8949}" dt="2021-06-01T21:20:37.157" v="113925" actId="1035"/>
          <ac:spMkLst>
            <pc:docMk/>
            <pc:sldMk cId="3568620224" sldId="2146846056"/>
            <ac:spMk id="31" creationId="{966D39A7-CE23-46F2-BF96-9ABBDC8872C3}"/>
          </ac:spMkLst>
        </pc:spChg>
        <pc:spChg chg="add mod">
          <ac:chgData name="Ken Popkin" userId="3c94c39e-c43b-4805-99ab-8da17777f1ac" providerId="ADAL" clId="{E440F346-DC68-4DD4-BA80-8DE6476F8949}" dt="2021-06-01T21:20:37.157" v="113925" actId="1035"/>
          <ac:spMkLst>
            <pc:docMk/>
            <pc:sldMk cId="3568620224" sldId="2146846056"/>
            <ac:spMk id="32" creationId="{1A0B6AC2-BA53-47AA-810B-531E7ABA14AA}"/>
          </ac:spMkLst>
        </pc:spChg>
        <pc:spChg chg="add mod">
          <ac:chgData name="Ken Popkin" userId="3c94c39e-c43b-4805-99ab-8da17777f1ac" providerId="ADAL" clId="{E440F346-DC68-4DD4-BA80-8DE6476F8949}" dt="2021-06-01T21:20:37.157" v="113925" actId="1035"/>
          <ac:spMkLst>
            <pc:docMk/>
            <pc:sldMk cId="3568620224" sldId="2146846056"/>
            <ac:spMk id="33" creationId="{F0CCF0C0-A11D-40E3-8419-335D28E4144D}"/>
          </ac:spMkLst>
        </pc:spChg>
        <pc:spChg chg="add mod ord">
          <ac:chgData name="Ken Popkin" userId="3c94c39e-c43b-4805-99ab-8da17777f1ac" providerId="ADAL" clId="{E440F346-DC68-4DD4-BA80-8DE6476F8949}" dt="2021-06-01T21:20:37.157" v="113925" actId="1035"/>
          <ac:spMkLst>
            <pc:docMk/>
            <pc:sldMk cId="3568620224" sldId="2146846056"/>
            <ac:spMk id="34" creationId="{48B5CFDA-12E3-4F07-A6AC-0BC46BAE5472}"/>
          </ac:spMkLst>
        </pc:spChg>
        <pc:spChg chg="add mod">
          <ac:chgData name="Ken Popkin" userId="3c94c39e-c43b-4805-99ab-8da17777f1ac" providerId="ADAL" clId="{E440F346-DC68-4DD4-BA80-8DE6476F8949}" dt="2021-06-01T21:20:37.157" v="113925" actId="1035"/>
          <ac:spMkLst>
            <pc:docMk/>
            <pc:sldMk cId="3568620224" sldId="2146846056"/>
            <ac:spMk id="35" creationId="{9B51035F-92E9-460F-8393-383883274FDE}"/>
          </ac:spMkLst>
        </pc:spChg>
        <pc:spChg chg="add mod">
          <ac:chgData name="Ken Popkin" userId="3c94c39e-c43b-4805-99ab-8da17777f1ac" providerId="ADAL" clId="{E440F346-DC68-4DD4-BA80-8DE6476F8949}" dt="2021-06-01T21:20:37.157" v="113925" actId="1035"/>
          <ac:spMkLst>
            <pc:docMk/>
            <pc:sldMk cId="3568620224" sldId="2146846056"/>
            <ac:spMk id="36" creationId="{7B2B8C59-2E7D-4967-9BE2-63404833BB3F}"/>
          </ac:spMkLst>
        </pc:spChg>
        <pc:spChg chg="add mod ord">
          <ac:chgData name="Ken Popkin" userId="3c94c39e-c43b-4805-99ab-8da17777f1ac" providerId="ADAL" clId="{E440F346-DC68-4DD4-BA80-8DE6476F8949}" dt="2021-06-01T21:20:37.157" v="113925" actId="1035"/>
          <ac:spMkLst>
            <pc:docMk/>
            <pc:sldMk cId="3568620224" sldId="2146846056"/>
            <ac:spMk id="37" creationId="{91DDBF3A-50C0-482D-A922-95624547956A}"/>
          </ac:spMkLst>
        </pc:spChg>
        <pc:spChg chg="add del mod">
          <ac:chgData name="Ken Popkin" userId="3c94c39e-c43b-4805-99ab-8da17777f1ac" providerId="ADAL" clId="{E440F346-DC68-4DD4-BA80-8DE6476F8949}" dt="2021-05-29T22:11:52.954" v="90020"/>
          <ac:spMkLst>
            <pc:docMk/>
            <pc:sldMk cId="3568620224" sldId="2146846056"/>
            <ac:spMk id="47" creationId="{0024C2D9-0F30-487B-ADFB-5D2F152E8E93}"/>
          </ac:spMkLst>
        </pc:spChg>
        <pc:spChg chg="add mod ord">
          <ac:chgData name="Ken Popkin" userId="3c94c39e-c43b-4805-99ab-8da17777f1ac" providerId="ADAL" clId="{E440F346-DC68-4DD4-BA80-8DE6476F8949}" dt="2021-06-01T21:20:37.157" v="113925" actId="1035"/>
          <ac:spMkLst>
            <pc:docMk/>
            <pc:sldMk cId="3568620224" sldId="2146846056"/>
            <ac:spMk id="48" creationId="{2F479020-4D83-4F5F-ABD9-B21645DD3A1B}"/>
          </ac:spMkLst>
        </pc:spChg>
        <pc:spChg chg="add mod ord modVis">
          <ac:chgData name="Ken Popkin" userId="3c94c39e-c43b-4805-99ab-8da17777f1ac" providerId="ADAL" clId="{E440F346-DC68-4DD4-BA80-8DE6476F8949}" dt="2021-05-29T22:32:31.456" v="98758"/>
          <ac:spMkLst>
            <pc:docMk/>
            <pc:sldMk cId="3568620224" sldId="2146846056"/>
            <ac:spMk id="49" creationId="{C961131C-37D5-477E-B99B-E69A88F9B311}"/>
          </ac:spMkLst>
        </pc:spChg>
        <pc:spChg chg="add del mod">
          <ac:chgData name="Ken Popkin" userId="3c94c39e-c43b-4805-99ab-8da17777f1ac" providerId="ADAL" clId="{E440F346-DC68-4DD4-BA80-8DE6476F8949}" dt="2021-05-29T22:11:52.964" v="90045"/>
          <ac:spMkLst>
            <pc:docMk/>
            <pc:sldMk cId="3568620224" sldId="2146846056"/>
            <ac:spMk id="50" creationId="{44EE567F-66F0-4F7E-9328-B388DD4641D2}"/>
          </ac:spMkLst>
        </pc:spChg>
        <pc:spChg chg="add mod ord">
          <ac:chgData name="Ken Popkin" userId="3c94c39e-c43b-4805-99ab-8da17777f1ac" providerId="ADAL" clId="{E440F346-DC68-4DD4-BA80-8DE6476F8949}" dt="2021-06-01T21:20:37.157" v="113925" actId="1035"/>
          <ac:spMkLst>
            <pc:docMk/>
            <pc:sldMk cId="3568620224" sldId="2146846056"/>
            <ac:spMk id="51" creationId="{DCCF5611-75DE-4E14-8989-4A2785682233}"/>
          </ac:spMkLst>
        </pc:spChg>
        <pc:spChg chg="add mod ord modVis">
          <ac:chgData name="Ken Popkin" userId="3c94c39e-c43b-4805-99ab-8da17777f1ac" providerId="ADAL" clId="{E440F346-DC68-4DD4-BA80-8DE6476F8949}" dt="2021-05-29T22:32:31.457" v="98762"/>
          <ac:spMkLst>
            <pc:docMk/>
            <pc:sldMk cId="3568620224" sldId="2146846056"/>
            <ac:spMk id="52" creationId="{BC327352-65C0-4C20-853D-FCB72A37176E}"/>
          </ac:spMkLst>
        </pc:spChg>
        <pc:spChg chg="add del mod">
          <ac:chgData name="Ken Popkin" userId="3c94c39e-c43b-4805-99ab-8da17777f1ac" providerId="ADAL" clId="{E440F346-DC68-4DD4-BA80-8DE6476F8949}" dt="2021-05-29T22:11:52.972" v="90071"/>
          <ac:spMkLst>
            <pc:docMk/>
            <pc:sldMk cId="3568620224" sldId="2146846056"/>
            <ac:spMk id="53" creationId="{E758715D-4797-4C9F-9B85-51FAD3BE5E04}"/>
          </ac:spMkLst>
        </pc:spChg>
        <pc:spChg chg="add mod ord">
          <ac:chgData name="Ken Popkin" userId="3c94c39e-c43b-4805-99ab-8da17777f1ac" providerId="ADAL" clId="{E440F346-DC68-4DD4-BA80-8DE6476F8949}" dt="2021-06-01T21:20:37.157" v="113925" actId="1035"/>
          <ac:spMkLst>
            <pc:docMk/>
            <pc:sldMk cId="3568620224" sldId="2146846056"/>
            <ac:spMk id="54" creationId="{CF85A81B-3338-4EAF-B308-C16C014D8EFC}"/>
          </ac:spMkLst>
        </pc:spChg>
        <pc:spChg chg="add mod ord modVis">
          <ac:chgData name="Ken Popkin" userId="3c94c39e-c43b-4805-99ab-8da17777f1ac" providerId="ADAL" clId="{E440F346-DC68-4DD4-BA80-8DE6476F8949}" dt="2021-05-29T22:32:31.457" v="98766"/>
          <ac:spMkLst>
            <pc:docMk/>
            <pc:sldMk cId="3568620224" sldId="2146846056"/>
            <ac:spMk id="55" creationId="{C407CBC0-B0AF-4272-8514-6E3627547DAB}"/>
          </ac:spMkLst>
        </pc:spChg>
        <pc:spChg chg="add del mod">
          <ac:chgData name="Ken Popkin" userId="3c94c39e-c43b-4805-99ab-8da17777f1ac" providerId="ADAL" clId="{E440F346-DC68-4DD4-BA80-8DE6476F8949}" dt="2021-05-29T22:11:52.987" v="90108"/>
          <ac:spMkLst>
            <pc:docMk/>
            <pc:sldMk cId="3568620224" sldId="2146846056"/>
            <ac:spMk id="56" creationId="{7C49EC91-719D-4462-A9A3-32583E16EAE0}"/>
          </ac:spMkLst>
        </pc:spChg>
        <pc:spChg chg="add mod ord">
          <ac:chgData name="Ken Popkin" userId="3c94c39e-c43b-4805-99ab-8da17777f1ac" providerId="ADAL" clId="{E440F346-DC68-4DD4-BA80-8DE6476F8949}" dt="2021-06-01T21:20:37.157" v="113925" actId="1035"/>
          <ac:spMkLst>
            <pc:docMk/>
            <pc:sldMk cId="3568620224" sldId="2146846056"/>
            <ac:spMk id="57" creationId="{D362101B-439F-4B22-BF3A-A615FC7CECFF}"/>
          </ac:spMkLst>
        </pc:spChg>
        <pc:spChg chg="add mod ord modVis">
          <ac:chgData name="Ken Popkin" userId="3c94c39e-c43b-4805-99ab-8da17777f1ac" providerId="ADAL" clId="{E440F346-DC68-4DD4-BA80-8DE6476F8949}" dt="2021-05-29T22:32:31.458" v="98770"/>
          <ac:spMkLst>
            <pc:docMk/>
            <pc:sldMk cId="3568620224" sldId="2146846056"/>
            <ac:spMk id="58" creationId="{73AF8D3F-2608-4699-BA39-4019E558FB9E}"/>
          </ac:spMkLst>
        </pc:spChg>
        <pc:spChg chg="add del mod">
          <ac:chgData name="Ken Popkin" userId="3c94c39e-c43b-4805-99ab-8da17777f1ac" providerId="ADAL" clId="{E440F346-DC68-4DD4-BA80-8DE6476F8949}" dt="2021-05-29T22:11:53.002" v="90147"/>
          <ac:spMkLst>
            <pc:docMk/>
            <pc:sldMk cId="3568620224" sldId="2146846056"/>
            <ac:spMk id="59" creationId="{D6EB8137-6E4C-4CE8-8A06-C7618511A793}"/>
          </ac:spMkLst>
        </pc:spChg>
        <pc:spChg chg="add mod ord">
          <ac:chgData name="Ken Popkin" userId="3c94c39e-c43b-4805-99ab-8da17777f1ac" providerId="ADAL" clId="{E440F346-DC68-4DD4-BA80-8DE6476F8949}" dt="2021-06-01T21:20:37.157" v="113925" actId="1035"/>
          <ac:spMkLst>
            <pc:docMk/>
            <pc:sldMk cId="3568620224" sldId="2146846056"/>
            <ac:spMk id="60" creationId="{29AF2E92-CE4D-42B0-A01A-C4EF3BA9F5AA}"/>
          </ac:spMkLst>
        </pc:spChg>
        <pc:spChg chg="add mod ord modVis">
          <ac:chgData name="Ken Popkin" userId="3c94c39e-c43b-4805-99ab-8da17777f1ac" providerId="ADAL" clId="{E440F346-DC68-4DD4-BA80-8DE6476F8949}" dt="2021-05-29T22:32:31.458" v="98774"/>
          <ac:spMkLst>
            <pc:docMk/>
            <pc:sldMk cId="3568620224" sldId="2146846056"/>
            <ac:spMk id="61" creationId="{8DC1CC03-6FF5-49AA-A4EC-87B732574A1F}"/>
          </ac:spMkLst>
        </pc:spChg>
        <pc:spChg chg="add del mod">
          <ac:chgData name="Ken Popkin" userId="3c94c39e-c43b-4805-99ab-8da17777f1ac" providerId="ADAL" clId="{E440F346-DC68-4DD4-BA80-8DE6476F8949}" dt="2021-05-29T22:11:53.011" v="90172"/>
          <ac:spMkLst>
            <pc:docMk/>
            <pc:sldMk cId="3568620224" sldId="2146846056"/>
            <ac:spMk id="62" creationId="{10B5AEC5-18F6-46E7-851A-5DD1533DC998}"/>
          </ac:spMkLst>
        </pc:spChg>
        <pc:spChg chg="add mod ord">
          <ac:chgData name="Ken Popkin" userId="3c94c39e-c43b-4805-99ab-8da17777f1ac" providerId="ADAL" clId="{E440F346-DC68-4DD4-BA80-8DE6476F8949}" dt="2021-06-01T21:20:37.157" v="113925" actId="1035"/>
          <ac:spMkLst>
            <pc:docMk/>
            <pc:sldMk cId="3568620224" sldId="2146846056"/>
            <ac:spMk id="63" creationId="{21AC4102-D7F2-4471-893D-811D9D8A9FCA}"/>
          </ac:spMkLst>
        </pc:spChg>
        <pc:spChg chg="add mod ord modVis">
          <ac:chgData name="Ken Popkin" userId="3c94c39e-c43b-4805-99ab-8da17777f1ac" providerId="ADAL" clId="{E440F346-DC68-4DD4-BA80-8DE6476F8949}" dt="2021-05-29T22:32:31.459" v="98778"/>
          <ac:spMkLst>
            <pc:docMk/>
            <pc:sldMk cId="3568620224" sldId="2146846056"/>
            <ac:spMk id="64" creationId="{76C8B693-BC59-42E1-856E-828B2A67A19D}"/>
          </ac:spMkLst>
        </pc:spChg>
        <pc:spChg chg="add del mod">
          <ac:chgData name="Ken Popkin" userId="3c94c39e-c43b-4805-99ab-8da17777f1ac" providerId="ADAL" clId="{E440F346-DC68-4DD4-BA80-8DE6476F8949}" dt="2021-05-29T22:11:53.026" v="90211"/>
          <ac:spMkLst>
            <pc:docMk/>
            <pc:sldMk cId="3568620224" sldId="2146846056"/>
            <ac:spMk id="65" creationId="{BB0C8F87-7B71-42AB-B437-0B806E7C5AFF}"/>
          </ac:spMkLst>
        </pc:spChg>
        <pc:spChg chg="add mod ord">
          <ac:chgData name="Ken Popkin" userId="3c94c39e-c43b-4805-99ab-8da17777f1ac" providerId="ADAL" clId="{E440F346-DC68-4DD4-BA80-8DE6476F8949}" dt="2021-06-01T21:20:37.157" v="113925" actId="1035"/>
          <ac:spMkLst>
            <pc:docMk/>
            <pc:sldMk cId="3568620224" sldId="2146846056"/>
            <ac:spMk id="66" creationId="{EA1600D5-7549-4416-86DC-E5A7470D27D4}"/>
          </ac:spMkLst>
        </pc:spChg>
        <pc:spChg chg="add mod ord modVis">
          <ac:chgData name="Ken Popkin" userId="3c94c39e-c43b-4805-99ab-8da17777f1ac" providerId="ADAL" clId="{E440F346-DC68-4DD4-BA80-8DE6476F8949}" dt="2021-05-29T22:32:31.459" v="98782"/>
          <ac:spMkLst>
            <pc:docMk/>
            <pc:sldMk cId="3568620224" sldId="2146846056"/>
            <ac:spMk id="67" creationId="{CD6551A2-0B31-45DE-A7C4-6029684DE7E8}"/>
          </ac:spMkLst>
        </pc:spChg>
        <pc:spChg chg="add del mod">
          <ac:chgData name="Ken Popkin" userId="3c94c39e-c43b-4805-99ab-8da17777f1ac" providerId="ADAL" clId="{E440F346-DC68-4DD4-BA80-8DE6476F8949}" dt="2021-05-29T22:11:53.035" v="90236"/>
          <ac:spMkLst>
            <pc:docMk/>
            <pc:sldMk cId="3568620224" sldId="2146846056"/>
            <ac:spMk id="68" creationId="{BA6D9005-4040-4DB5-8408-CD7CC688756C}"/>
          </ac:spMkLst>
        </pc:spChg>
        <pc:spChg chg="add mod ord">
          <ac:chgData name="Ken Popkin" userId="3c94c39e-c43b-4805-99ab-8da17777f1ac" providerId="ADAL" clId="{E440F346-DC68-4DD4-BA80-8DE6476F8949}" dt="2021-06-01T21:20:37.157" v="113925" actId="1035"/>
          <ac:spMkLst>
            <pc:docMk/>
            <pc:sldMk cId="3568620224" sldId="2146846056"/>
            <ac:spMk id="69" creationId="{8D8A4872-E6DC-402D-B61D-10AE96A21050}"/>
          </ac:spMkLst>
        </pc:spChg>
        <pc:spChg chg="add mod ord modVis">
          <ac:chgData name="Ken Popkin" userId="3c94c39e-c43b-4805-99ab-8da17777f1ac" providerId="ADAL" clId="{E440F346-DC68-4DD4-BA80-8DE6476F8949}" dt="2021-05-29T22:32:31.460" v="98786"/>
          <ac:spMkLst>
            <pc:docMk/>
            <pc:sldMk cId="3568620224" sldId="2146846056"/>
            <ac:spMk id="70" creationId="{CF2BDE93-EDDD-4AAF-BDCE-CE981F6A3CB3}"/>
          </ac:spMkLst>
        </pc:spChg>
        <pc:spChg chg="add del mod">
          <ac:chgData name="Ken Popkin" userId="3c94c39e-c43b-4805-99ab-8da17777f1ac" providerId="ADAL" clId="{E440F346-DC68-4DD4-BA80-8DE6476F8949}" dt="2021-05-29T22:11:53.043" v="90261"/>
          <ac:spMkLst>
            <pc:docMk/>
            <pc:sldMk cId="3568620224" sldId="2146846056"/>
            <ac:spMk id="71" creationId="{C4C0731B-0903-4650-8DE9-842E43F5E862}"/>
          </ac:spMkLst>
        </pc:spChg>
        <pc:spChg chg="add mod ord">
          <ac:chgData name="Ken Popkin" userId="3c94c39e-c43b-4805-99ab-8da17777f1ac" providerId="ADAL" clId="{E440F346-DC68-4DD4-BA80-8DE6476F8949}" dt="2021-06-01T21:20:37.157" v="113925" actId="1035"/>
          <ac:spMkLst>
            <pc:docMk/>
            <pc:sldMk cId="3568620224" sldId="2146846056"/>
            <ac:spMk id="72" creationId="{7B892F94-A46C-4514-BF37-E2E351A45E01}"/>
          </ac:spMkLst>
        </pc:spChg>
        <pc:spChg chg="add mod ord modVis">
          <ac:chgData name="Ken Popkin" userId="3c94c39e-c43b-4805-99ab-8da17777f1ac" providerId="ADAL" clId="{E440F346-DC68-4DD4-BA80-8DE6476F8949}" dt="2021-05-29T22:32:31.461" v="98790"/>
          <ac:spMkLst>
            <pc:docMk/>
            <pc:sldMk cId="3568620224" sldId="2146846056"/>
            <ac:spMk id="73" creationId="{F5CFF218-E721-49D1-9273-9167C9FA3A13}"/>
          </ac:spMkLst>
        </pc:spChg>
        <pc:spChg chg="add del mod">
          <ac:chgData name="Ken Popkin" userId="3c94c39e-c43b-4805-99ab-8da17777f1ac" providerId="ADAL" clId="{E440F346-DC68-4DD4-BA80-8DE6476F8949}" dt="2021-05-29T22:11:53.051" v="90286"/>
          <ac:spMkLst>
            <pc:docMk/>
            <pc:sldMk cId="3568620224" sldId="2146846056"/>
            <ac:spMk id="74" creationId="{104EA664-CE0E-4D46-9B19-1D6D63D430AD}"/>
          </ac:spMkLst>
        </pc:spChg>
        <pc:spChg chg="add mod ord">
          <ac:chgData name="Ken Popkin" userId="3c94c39e-c43b-4805-99ab-8da17777f1ac" providerId="ADAL" clId="{E440F346-DC68-4DD4-BA80-8DE6476F8949}" dt="2021-06-01T21:20:37.157" v="113925" actId="1035"/>
          <ac:spMkLst>
            <pc:docMk/>
            <pc:sldMk cId="3568620224" sldId="2146846056"/>
            <ac:spMk id="75" creationId="{CB5430A7-B0D3-439E-81D9-AD4D667213D1}"/>
          </ac:spMkLst>
        </pc:spChg>
        <pc:spChg chg="add mod ord modVis">
          <ac:chgData name="Ken Popkin" userId="3c94c39e-c43b-4805-99ab-8da17777f1ac" providerId="ADAL" clId="{E440F346-DC68-4DD4-BA80-8DE6476F8949}" dt="2021-05-29T22:32:31.461" v="98794"/>
          <ac:spMkLst>
            <pc:docMk/>
            <pc:sldMk cId="3568620224" sldId="2146846056"/>
            <ac:spMk id="76" creationId="{C2354AC5-9B53-4533-9DCA-A160832FA6ED}"/>
          </ac:spMkLst>
        </pc:spChg>
        <pc:spChg chg="add del mod">
          <ac:chgData name="Ken Popkin" userId="3c94c39e-c43b-4805-99ab-8da17777f1ac" providerId="ADAL" clId="{E440F346-DC68-4DD4-BA80-8DE6476F8949}" dt="2021-05-29T22:11:53.061" v="90311"/>
          <ac:spMkLst>
            <pc:docMk/>
            <pc:sldMk cId="3568620224" sldId="2146846056"/>
            <ac:spMk id="77" creationId="{D311DEC9-945E-4D53-88A8-E0A3A342934A}"/>
          </ac:spMkLst>
        </pc:spChg>
        <pc:spChg chg="add mod ord">
          <ac:chgData name="Ken Popkin" userId="3c94c39e-c43b-4805-99ab-8da17777f1ac" providerId="ADAL" clId="{E440F346-DC68-4DD4-BA80-8DE6476F8949}" dt="2021-06-01T21:20:37.157" v="113925" actId="1035"/>
          <ac:spMkLst>
            <pc:docMk/>
            <pc:sldMk cId="3568620224" sldId="2146846056"/>
            <ac:spMk id="78" creationId="{E2D2DF86-2CBA-4074-BB94-C2C2E823EBF2}"/>
          </ac:spMkLst>
        </pc:spChg>
        <pc:spChg chg="add mod ord modVis">
          <ac:chgData name="Ken Popkin" userId="3c94c39e-c43b-4805-99ab-8da17777f1ac" providerId="ADAL" clId="{E440F346-DC68-4DD4-BA80-8DE6476F8949}" dt="2021-05-29T22:32:31.462" v="98798"/>
          <ac:spMkLst>
            <pc:docMk/>
            <pc:sldMk cId="3568620224" sldId="2146846056"/>
            <ac:spMk id="79" creationId="{C817906C-CE10-4756-92F9-A5691FE6405F}"/>
          </ac:spMkLst>
        </pc:spChg>
        <pc:spChg chg="add mod">
          <ac:chgData name="Ken Popkin" userId="3c94c39e-c43b-4805-99ab-8da17777f1ac" providerId="ADAL" clId="{E440F346-DC68-4DD4-BA80-8DE6476F8949}" dt="2021-06-01T21:22:36.331" v="113986" actId="14100"/>
          <ac:spMkLst>
            <pc:docMk/>
            <pc:sldMk cId="3568620224" sldId="2146846056"/>
            <ac:spMk id="80" creationId="{AA568CBB-48D0-4117-8701-0F461990A12C}"/>
          </ac:spMkLst>
        </pc:spChg>
        <pc:spChg chg="add del mod">
          <ac:chgData name="Ken Popkin" userId="3c94c39e-c43b-4805-99ab-8da17777f1ac" providerId="ADAL" clId="{E440F346-DC68-4DD4-BA80-8DE6476F8949}" dt="2021-05-29T22:11:53.072" v="90338"/>
          <ac:spMkLst>
            <pc:docMk/>
            <pc:sldMk cId="3568620224" sldId="2146846056"/>
            <ac:spMk id="80" creationId="{CE2A10C0-70E5-4B2F-94D8-AC156638863D}"/>
          </ac:spMkLst>
        </pc:spChg>
        <pc:spChg chg="add del mod ord">
          <ac:chgData name="Ken Popkin" userId="3c94c39e-c43b-4805-99ab-8da17777f1ac" providerId="ADAL" clId="{E440F346-DC68-4DD4-BA80-8DE6476F8949}" dt="2021-05-29T22:21:17.223" v="93972"/>
          <ac:spMkLst>
            <pc:docMk/>
            <pc:sldMk cId="3568620224" sldId="2146846056"/>
            <ac:spMk id="81" creationId="{E5042860-BB51-4EE1-9EB6-3FB1D7F6B74B}"/>
          </ac:spMkLst>
        </pc:spChg>
        <pc:spChg chg="add del mod ord modVis">
          <ac:chgData name="Ken Popkin" userId="3c94c39e-c43b-4805-99ab-8da17777f1ac" providerId="ADAL" clId="{E440F346-DC68-4DD4-BA80-8DE6476F8949}" dt="2021-05-29T22:21:17.223" v="93974"/>
          <ac:spMkLst>
            <pc:docMk/>
            <pc:sldMk cId="3568620224" sldId="2146846056"/>
            <ac:spMk id="82" creationId="{EDE76027-AE71-4617-952A-16FAD4ABF948}"/>
          </ac:spMkLst>
        </pc:spChg>
        <pc:spChg chg="add del mod">
          <ac:chgData name="Ken Popkin" userId="3c94c39e-c43b-4805-99ab-8da17777f1ac" providerId="ADAL" clId="{E440F346-DC68-4DD4-BA80-8DE6476F8949}" dt="2021-05-29T22:11:53.081" v="90364"/>
          <ac:spMkLst>
            <pc:docMk/>
            <pc:sldMk cId="3568620224" sldId="2146846056"/>
            <ac:spMk id="83" creationId="{D99C0662-A23F-4FEB-8684-CA08B5E0EBCE}"/>
          </ac:spMkLst>
        </pc:spChg>
        <pc:spChg chg="add del mod ord">
          <ac:chgData name="Ken Popkin" userId="3c94c39e-c43b-4805-99ab-8da17777f1ac" providerId="ADAL" clId="{E440F346-DC68-4DD4-BA80-8DE6476F8949}" dt="2021-05-29T22:21:17.224" v="93976"/>
          <ac:spMkLst>
            <pc:docMk/>
            <pc:sldMk cId="3568620224" sldId="2146846056"/>
            <ac:spMk id="84" creationId="{03A3246A-037D-422B-9330-BB8A8CBA51CF}"/>
          </ac:spMkLst>
        </pc:spChg>
        <pc:spChg chg="add del mod ord modVis">
          <ac:chgData name="Ken Popkin" userId="3c94c39e-c43b-4805-99ab-8da17777f1ac" providerId="ADAL" clId="{E440F346-DC68-4DD4-BA80-8DE6476F8949}" dt="2021-05-29T22:21:17.224" v="93978"/>
          <ac:spMkLst>
            <pc:docMk/>
            <pc:sldMk cId="3568620224" sldId="2146846056"/>
            <ac:spMk id="85" creationId="{ACC2D39B-7387-43A8-90A9-D42B5035FE42}"/>
          </ac:spMkLst>
        </pc:spChg>
        <pc:spChg chg="add del mod">
          <ac:chgData name="Ken Popkin" userId="3c94c39e-c43b-4805-99ab-8da17777f1ac" providerId="ADAL" clId="{E440F346-DC68-4DD4-BA80-8DE6476F8949}" dt="2021-05-29T22:11:53.089" v="90389"/>
          <ac:spMkLst>
            <pc:docMk/>
            <pc:sldMk cId="3568620224" sldId="2146846056"/>
            <ac:spMk id="86" creationId="{EF34A71B-4DB9-4189-9BA5-3A81F7F8BEFF}"/>
          </ac:spMkLst>
        </pc:spChg>
        <pc:spChg chg="add del mod ord">
          <ac:chgData name="Ken Popkin" userId="3c94c39e-c43b-4805-99ab-8da17777f1ac" providerId="ADAL" clId="{E440F346-DC68-4DD4-BA80-8DE6476F8949}" dt="2021-05-29T22:21:17.226" v="93980"/>
          <ac:spMkLst>
            <pc:docMk/>
            <pc:sldMk cId="3568620224" sldId="2146846056"/>
            <ac:spMk id="87" creationId="{7D0E83A1-CAB6-4D77-8D4B-1587CC49F8B8}"/>
          </ac:spMkLst>
        </pc:spChg>
        <pc:spChg chg="add del mod ord modVis">
          <ac:chgData name="Ken Popkin" userId="3c94c39e-c43b-4805-99ab-8da17777f1ac" providerId="ADAL" clId="{E440F346-DC68-4DD4-BA80-8DE6476F8949}" dt="2021-05-29T22:21:17.226" v="93982"/>
          <ac:spMkLst>
            <pc:docMk/>
            <pc:sldMk cId="3568620224" sldId="2146846056"/>
            <ac:spMk id="88" creationId="{2570AC08-FE8C-41E7-ADD7-A102A5349536}"/>
          </ac:spMkLst>
        </pc:spChg>
        <pc:spChg chg="add mod">
          <ac:chgData name="Ken Popkin" userId="3c94c39e-c43b-4805-99ab-8da17777f1ac" providerId="ADAL" clId="{E440F346-DC68-4DD4-BA80-8DE6476F8949}" dt="2021-06-01T21:20:37.157" v="113925" actId="1035"/>
          <ac:spMkLst>
            <pc:docMk/>
            <pc:sldMk cId="3568620224" sldId="2146846056"/>
            <ac:spMk id="89" creationId="{1A97A1D5-29D9-4226-AFD6-C2BCD95DB981}"/>
          </ac:spMkLst>
        </pc:spChg>
        <pc:spChg chg="add mod modVis">
          <ac:chgData name="Ken Popkin" userId="3c94c39e-c43b-4805-99ab-8da17777f1ac" providerId="ADAL" clId="{E440F346-DC68-4DD4-BA80-8DE6476F8949}" dt="2021-05-29T22:48:52.162" v="99461"/>
          <ac:spMkLst>
            <pc:docMk/>
            <pc:sldMk cId="3568620224" sldId="2146846056"/>
            <ac:spMk id="90" creationId="{A3840545-0070-4F71-AC67-123656CCFD11}"/>
          </ac:spMkLst>
        </pc:spChg>
        <pc:spChg chg="add mod">
          <ac:chgData name="Ken Popkin" userId="3c94c39e-c43b-4805-99ab-8da17777f1ac" providerId="ADAL" clId="{E440F346-DC68-4DD4-BA80-8DE6476F8949}" dt="2021-06-01T21:20:37.157" v="113925" actId="1035"/>
          <ac:spMkLst>
            <pc:docMk/>
            <pc:sldMk cId="3568620224" sldId="2146846056"/>
            <ac:spMk id="100" creationId="{906488FD-5CDB-4483-A69C-9F18A2694A8D}"/>
          </ac:spMkLst>
        </pc:spChg>
        <pc:spChg chg="add mod">
          <ac:chgData name="Ken Popkin" userId="3c94c39e-c43b-4805-99ab-8da17777f1ac" providerId="ADAL" clId="{E440F346-DC68-4DD4-BA80-8DE6476F8949}" dt="2021-06-01T21:20:37.157" v="113925" actId="1035"/>
          <ac:spMkLst>
            <pc:docMk/>
            <pc:sldMk cId="3568620224" sldId="2146846056"/>
            <ac:spMk id="101" creationId="{BB5DBA60-D6BB-46B5-998C-04A5F1FCF84F}"/>
          </ac:spMkLst>
        </pc:spChg>
        <pc:spChg chg="add mod">
          <ac:chgData name="Ken Popkin" userId="3c94c39e-c43b-4805-99ab-8da17777f1ac" providerId="ADAL" clId="{E440F346-DC68-4DD4-BA80-8DE6476F8949}" dt="2021-06-01T21:20:37.157" v="113925" actId="1035"/>
          <ac:spMkLst>
            <pc:docMk/>
            <pc:sldMk cId="3568620224" sldId="2146846056"/>
            <ac:spMk id="102" creationId="{CB571D9C-B772-4622-BC96-04DF2111CED2}"/>
          </ac:spMkLst>
        </pc:spChg>
        <pc:spChg chg="add mod">
          <ac:chgData name="Ken Popkin" userId="3c94c39e-c43b-4805-99ab-8da17777f1ac" providerId="ADAL" clId="{E440F346-DC68-4DD4-BA80-8DE6476F8949}" dt="2021-06-01T21:20:37.157" v="113925" actId="1035"/>
          <ac:spMkLst>
            <pc:docMk/>
            <pc:sldMk cId="3568620224" sldId="2146846056"/>
            <ac:spMk id="103" creationId="{5E949C25-09D8-422A-937C-83E6D4F1C484}"/>
          </ac:spMkLst>
        </pc:spChg>
        <pc:spChg chg="add mod">
          <ac:chgData name="Ken Popkin" userId="3c94c39e-c43b-4805-99ab-8da17777f1ac" providerId="ADAL" clId="{E440F346-DC68-4DD4-BA80-8DE6476F8949}" dt="2021-06-01T21:20:37.157" v="113925" actId="1035"/>
          <ac:spMkLst>
            <pc:docMk/>
            <pc:sldMk cId="3568620224" sldId="2146846056"/>
            <ac:spMk id="104" creationId="{8A3CF1BC-9EA9-4781-ACAC-7F501C220E34}"/>
          </ac:spMkLst>
        </pc:spChg>
        <pc:spChg chg="add mod">
          <ac:chgData name="Ken Popkin" userId="3c94c39e-c43b-4805-99ab-8da17777f1ac" providerId="ADAL" clId="{E440F346-DC68-4DD4-BA80-8DE6476F8949}" dt="2021-06-01T21:20:37.157" v="113925" actId="1035"/>
          <ac:spMkLst>
            <pc:docMk/>
            <pc:sldMk cId="3568620224" sldId="2146846056"/>
            <ac:spMk id="105" creationId="{AF5645CD-6C2F-486A-BE1F-8D2B42459C16}"/>
          </ac:spMkLst>
        </pc:spChg>
        <pc:spChg chg="add mod">
          <ac:chgData name="Ken Popkin" userId="3c94c39e-c43b-4805-99ab-8da17777f1ac" providerId="ADAL" clId="{E440F346-DC68-4DD4-BA80-8DE6476F8949}" dt="2021-06-01T21:20:37.157" v="113925" actId="1035"/>
          <ac:spMkLst>
            <pc:docMk/>
            <pc:sldMk cId="3568620224" sldId="2146846056"/>
            <ac:spMk id="106" creationId="{27B8C1B0-6169-48B2-8F87-620858E3F737}"/>
          </ac:spMkLst>
        </pc:spChg>
        <pc:spChg chg="add mod">
          <ac:chgData name="Ken Popkin" userId="3c94c39e-c43b-4805-99ab-8da17777f1ac" providerId="ADAL" clId="{E440F346-DC68-4DD4-BA80-8DE6476F8949}" dt="2021-06-01T21:20:37.157" v="113925" actId="1035"/>
          <ac:spMkLst>
            <pc:docMk/>
            <pc:sldMk cId="3568620224" sldId="2146846056"/>
            <ac:spMk id="107" creationId="{28FEFA97-B2A6-458E-AE74-C764D9E664D9}"/>
          </ac:spMkLst>
        </pc:spChg>
        <pc:spChg chg="add mod">
          <ac:chgData name="Ken Popkin" userId="3c94c39e-c43b-4805-99ab-8da17777f1ac" providerId="ADAL" clId="{E440F346-DC68-4DD4-BA80-8DE6476F8949}" dt="2021-06-01T21:20:37.157" v="113925" actId="1035"/>
          <ac:spMkLst>
            <pc:docMk/>
            <pc:sldMk cId="3568620224" sldId="2146846056"/>
            <ac:spMk id="108" creationId="{70902698-959B-4EF7-BB91-5C5591723CB2}"/>
          </ac:spMkLst>
        </pc:spChg>
        <pc:spChg chg="add mod">
          <ac:chgData name="Ken Popkin" userId="3c94c39e-c43b-4805-99ab-8da17777f1ac" providerId="ADAL" clId="{E440F346-DC68-4DD4-BA80-8DE6476F8949}" dt="2021-06-01T21:20:37.157" v="113925" actId="1035"/>
          <ac:spMkLst>
            <pc:docMk/>
            <pc:sldMk cId="3568620224" sldId="2146846056"/>
            <ac:spMk id="109" creationId="{57961189-7C21-4A0B-83FF-35FD4492534E}"/>
          </ac:spMkLst>
        </pc:spChg>
        <pc:spChg chg="add mod">
          <ac:chgData name="Ken Popkin" userId="3c94c39e-c43b-4805-99ab-8da17777f1ac" providerId="ADAL" clId="{E440F346-DC68-4DD4-BA80-8DE6476F8949}" dt="2021-06-01T21:20:37.157" v="113925" actId="1035"/>
          <ac:spMkLst>
            <pc:docMk/>
            <pc:sldMk cId="3568620224" sldId="2146846056"/>
            <ac:spMk id="110" creationId="{F33CAB39-560D-4ECC-958E-15F143BE6382}"/>
          </ac:spMkLst>
        </pc:spChg>
        <pc:spChg chg="add del mod">
          <ac:chgData name="Ken Popkin" userId="3c94c39e-c43b-4805-99ab-8da17777f1ac" providerId="ADAL" clId="{E440F346-DC68-4DD4-BA80-8DE6476F8949}" dt="2021-05-29T22:21:17.226" v="93983"/>
          <ac:spMkLst>
            <pc:docMk/>
            <pc:sldMk cId="3568620224" sldId="2146846056"/>
            <ac:spMk id="111" creationId="{0C6420B9-97F3-4F95-B407-FE916CECAFF6}"/>
          </ac:spMkLst>
        </pc:spChg>
        <pc:spChg chg="add del mod">
          <ac:chgData name="Ken Popkin" userId="3c94c39e-c43b-4805-99ab-8da17777f1ac" providerId="ADAL" clId="{E440F346-DC68-4DD4-BA80-8DE6476F8949}" dt="2021-05-29T22:21:17.227" v="93984"/>
          <ac:spMkLst>
            <pc:docMk/>
            <pc:sldMk cId="3568620224" sldId="2146846056"/>
            <ac:spMk id="112" creationId="{A5CF41C9-20D1-441F-84F6-1E787482CD3E}"/>
          </ac:spMkLst>
        </pc:spChg>
        <pc:spChg chg="add del mod">
          <ac:chgData name="Ken Popkin" userId="3c94c39e-c43b-4805-99ab-8da17777f1ac" providerId="ADAL" clId="{E440F346-DC68-4DD4-BA80-8DE6476F8949}" dt="2021-05-29T22:21:17.227" v="93985"/>
          <ac:spMkLst>
            <pc:docMk/>
            <pc:sldMk cId="3568620224" sldId="2146846056"/>
            <ac:spMk id="113" creationId="{2792F5F6-E535-4E69-B6E1-F4AF18027DB5}"/>
          </ac:spMkLst>
        </pc:spChg>
        <pc:spChg chg="add mod ord">
          <ac:chgData name="Ken Popkin" userId="3c94c39e-c43b-4805-99ab-8da17777f1ac" providerId="ADAL" clId="{E440F346-DC68-4DD4-BA80-8DE6476F8949}" dt="2021-05-29T22:53:42.203" v="99780" actId="20577"/>
          <ac:spMkLst>
            <pc:docMk/>
            <pc:sldMk cId="3568620224" sldId="2146846056"/>
            <ac:spMk id="114" creationId="{2C132CAD-417E-43E1-8183-CD3BECBB0EA9}"/>
          </ac:spMkLst>
        </pc:spChg>
        <pc:spChg chg="add del mod">
          <ac:chgData name="Ken Popkin" userId="3c94c39e-c43b-4805-99ab-8da17777f1ac" providerId="ADAL" clId="{E440F346-DC68-4DD4-BA80-8DE6476F8949}" dt="2021-05-29T22:26:33.085" v="96048"/>
          <ac:spMkLst>
            <pc:docMk/>
            <pc:sldMk cId="3568620224" sldId="2146846056"/>
            <ac:spMk id="115" creationId="{AB2D4E8A-BB92-466A-8C02-7519D55F467D}"/>
          </ac:spMkLst>
        </pc:spChg>
        <pc:spChg chg="add del mod ord">
          <ac:chgData name="Ken Popkin" userId="3c94c39e-c43b-4805-99ab-8da17777f1ac" providerId="ADAL" clId="{E440F346-DC68-4DD4-BA80-8DE6476F8949}" dt="2021-05-29T22:26:33.083" v="96037"/>
          <ac:spMkLst>
            <pc:docMk/>
            <pc:sldMk cId="3568620224" sldId="2146846056"/>
            <ac:spMk id="116" creationId="{4A7723B2-F008-425A-995A-34CB437C5180}"/>
          </ac:spMkLst>
        </pc:spChg>
        <pc:spChg chg="add del mod ord modVis">
          <ac:chgData name="Ken Popkin" userId="3c94c39e-c43b-4805-99ab-8da17777f1ac" providerId="ADAL" clId="{E440F346-DC68-4DD4-BA80-8DE6476F8949}" dt="2021-05-29T22:26:33.084" v="96039"/>
          <ac:spMkLst>
            <pc:docMk/>
            <pc:sldMk cId="3568620224" sldId="2146846056"/>
            <ac:spMk id="117" creationId="{7997A48B-333A-4906-A79F-BC37ADF50B74}"/>
          </ac:spMkLst>
        </pc:spChg>
        <pc:spChg chg="add del mod">
          <ac:chgData name="Ken Popkin" userId="3c94c39e-c43b-4805-99ab-8da17777f1ac" providerId="ADAL" clId="{E440F346-DC68-4DD4-BA80-8DE6476F8949}" dt="2021-05-29T22:22:34.423" v="94770"/>
          <ac:spMkLst>
            <pc:docMk/>
            <pc:sldMk cId="3568620224" sldId="2146846056"/>
            <ac:spMk id="118" creationId="{5CE33148-D9E6-493D-85A1-D1C20D2EAF3E}"/>
          </ac:spMkLst>
        </pc:spChg>
        <pc:spChg chg="add del mod ord">
          <ac:chgData name="Ken Popkin" userId="3c94c39e-c43b-4805-99ab-8da17777f1ac" providerId="ADAL" clId="{E440F346-DC68-4DD4-BA80-8DE6476F8949}" dt="2021-05-29T22:26:33.084" v="96041"/>
          <ac:spMkLst>
            <pc:docMk/>
            <pc:sldMk cId="3568620224" sldId="2146846056"/>
            <ac:spMk id="119" creationId="{3D4A5678-08D1-4470-86D3-DEAEEF7510F2}"/>
          </ac:spMkLst>
        </pc:spChg>
        <pc:spChg chg="add del mod ord modVis">
          <ac:chgData name="Ken Popkin" userId="3c94c39e-c43b-4805-99ab-8da17777f1ac" providerId="ADAL" clId="{E440F346-DC68-4DD4-BA80-8DE6476F8949}" dt="2021-05-29T22:26:33.085" v="96043"/>
          <ac:spMkLst>
            <pc:docMk/>
            <pc:sldMk cId="3568620224" sldId="2146846056"/>
            <ac:spMk id="120" creationId="{AFB24288-0F73-4293-B86E-9F8A2D8EBDC3}"/>
          </ac:spMkLst>
        </pc:spChg>
        <pc:spChg chg="add del mod">
          <ac:chgData name="Ken Popkin" userId="3c94c39e-c43b-4805-99ab-8da17777f1ac" providerId="ADAL" clId="{E440F346-DC68-4DD4-BA80-8DE6476F8949}" dt="2021-05-29T22:21:56.424" v="94397"/>
          <ac:spMkLst>
            <pc:docMk/>
            <pc:sldMk cId="3568620224" sldId="2146846056"/>
            <ac:spMk id="121" creationId="{0F76DCE0-1F70-427E-AA0B-F9680D584321}"/>
          </ac:spMkLst>
        </pc:spChg>
        <pc:spChg chg="add del mod ord">
          <ac:chgData name="Ken Popkin" userId="3c94c39e-c43b-4805-99ab-8da17777f1ac" providerId="ADAL" clId="{E440F346-DC68-4DD4-BA80-8DE6476F8949}" dt="2021-05-29T22:26:33.085" v="96045"/>
          <ac:spMkLst>
            <pc:docMk/>
            <pc:sldMk cId="3568620224" sldId="2146846056"/>
            <ac:spMk id="122" creationId="{BDD40317-5789-46C4-AC1C-D4326109C831}"/>
          </ac:spMkLst>
        </pc:spChg>
        <pc:spChg chg="add del mod ord modVis">
          <ac:chgData name="Ken Popkin" userId="3c94c39e-c43b-4805-99ab-8da17777f1ac" providerId="ADAL" clId="{E440F346-DC68-4DD4-BA80-8DE6476F8949}" dt="2021-05-29T22:26:33.085" v="96047"/>
          <ac:spMkLst>
            <pc:docMk/>
            <pc:sldMk cId="3568620224" sldId="2146846056"/>
            <ac:spMk id="123" creationId="{8F7D5ECE-40A1-4FB0-96F2-2C7EB3B12BF3}"/>
          </ac:spMkLst>
        </pc:spChg>
        <pc:spChg chg="add del mod">
          <ac:chgData name="Ken Popkin" userId="3c94c39e-c43b-4805-99ab-8da17777f1ac" providerId="ADAL" clId="{E440F346-DC68-4DD4-BA80-8DE6476F8949}" dt="2021-05-29T22:26:33.086" v="96050"/>
          <ac:spMkLst>
            <pc:docMk/>
            <pc:sldMk cId="3568620224" sldId="2146846056"/>
            <ac:spMk id="124" creationId="{61D80A39-D662-4FFF-9693-2638AB66AEDF}"/>
          </ac:spMkLst>
        </pc:spChg>
        <pc:spChg chg="add del mod">
          <ac:chgData name="Ken Popkin" userId="3c94c39e-c43b-4805-99ab-8da17777f1ac" providerId="ADAL" clId="{E440F346-DC68-4DD4-BA80-8DE6476F8949}" dt="2021-05-29T22:26:33.085" v="96049"/>
          <ac:spMkLst>
            <pc:docMk/>
            <pc:sldMk cId="3568620224" sldId="2146846056"/>
            <ac:spMk id="125" creationId="{61F0B443-EF55-4716-A1D1-D6017BAE9123}"/>
          </ac:spMkLst>
        </pc:spChg>
        <pc:spChg chg="add del mod">
          <ac:chgData name="Ken Popkin" userId="3c94c39e-c43b-4805-99ab-8da17777f1ac" providerId="ADAL" clId="{E440F346-DC68-4DD4-BA80-8DE6476F8949}" dt="2021-05-29T22:31:17.013" v="97506"/>
          <ac:spMkLst>
            <pc:docMk/>
            <pc:sldMk cId="3568620224" sldId="2146846056"/>
            <ac:spMk id="126" creationId="{C0E419B1-996D-42B0-BC0A-050C6ECD5F50}"/>
          </ac:spMkLst>
        </pc:spChg>
        <pc:spChg chg="add del mod ord">
          <ac:chgData name="Ken Popkin" userId="3c94c39e-c43b-4805-99ab-8da17777f1ac" providerId="ADAL" clId="{E440F346-DC68-4DD4-BA80-8DE6476F8949}" dt="2021-05-29T22:31:17.010" v="97495"/>
          <ac:spMkLst>
            <pc:docMk/>
            <pc:sldMk cId="3568620224" sldId="2146846056"/>
            <ac:spMk id="127" creationId="{1005CF66-6F31-4928-B426-302A04C2BCF0}"/>
          </ac:spMkLst>
        </pc:spChg>
        <pc:spChg chg="add del mod ord modVis">
          <ac:chgData name="Ken Popkin" userId="3c94c39e-c43b-4805-99ab-8da17777f1ac" providerId="ADAL" clId="{E440F346-DC68-4DD4-BA80-8DE6476F8949}" dt="2021-05-29T22:31:17.011" v="97497"/>
          <ac:spMkLst>
            <pc:docMk/>
            <pc:sldMk cId="3568620224" sldId="2146846056"/>
            <ac:spMk id="128" creationId="{4E128B7F-D1F7-4F28-A8BD-CDF3FCDEA57B}"/>
          </ac:spMkLst>
        </pc:spChg>
        <pc:spChg chg="add del mod">
          <ac:chgData name="Ken Popkin" userId="3c94c39e-c43b-4805-99ab-8da17777f1ac" providerId="ADAL" clId="{E440F346-DC68-4DD4-BA80-8DE6476F8949}" dt="2021-05-29T22:27:06.341" v="96412"/>
          <ac:spMkLst>
            <pc:docMk/>
            <pc:sldMk cId="3568620224" sldId="2146846056"/>
            <ac:spMk id="129" creationId="{AD9C6C20-0036-4C37-B978-A4CA8A411BCB}"/>
          </ac:spMkLst>
        </pc:spChg>
        <pc:spChg chg="add del mod ord">
          <ac:chgData name="Ken Popkin" userId="3c94c39e-c43b-4805-99ab-8da17777f1ac" providerId="ADAL" clId="{E440F346-DC68-4DD4-BA80-8DE6476F8949}" dt="2021-05-29T22:31:17.011" v="97499"/>
          <ac:spMkLst>
            <pc:docMk/>
            <pc:sldMk cId="3568620224" sldId="2146846056"/>
            <ac:spMk id="130" creationId="{7708D37E-7EA5-4DC3-9BD0-A4E5EEC434F7}"/>
          </ac:spMkLst>
        </pc:spChg>
        <pc:spChg chg="add del mod ord modVis">
          <ac:chgData name="Ken Popkin" userId="3c94c39e-c43b-4805-99ab-8da17777f1ac" providerId="ADAL" clId="{E440F346-DC68-4DD4-BA80-8DE6476F8949}" dt="2021-05-29T22:31:17.012" v="97501"/>
          <ac:spMkLst>
            <pc:docMk/>
            <pc:sldMk cId="3568620224" sldId="2146846056"/>
            <ac:spMk id="131" creationId="{F251FA8C-35B2-46AB-8B65-D402CA785EF7}"/>
          </ac:spMkLst>
        </pc:spChg>
        <pc:spChg chg="add del mod">
          <ac:chgData name="Ken Popkin" userId="3c94c39e-c43b-4805-99ab-8da17777f1ac" providerId="ADAL" clId="{E440F346-DC68-4DD4-BA80-8DE6476F8949}" dt="2021-05-29T22:28:35.099" v="96796"/>
          <ac:spMkLst>
            <pc:docMk/>
            <pc:sldMk cId="3568620224" sldId="2146846056"/>
            <ac:spMk id="132" creationId="{4A31E852-5F05-4243-92A3-4A2C1C6EBFC4}"/>
          </ac:spMkLst>
        </pc:spChg>
        <pc:spChg chg="add del mod ord">
          <ac:chgData name="Ken Popkin" userId="3c94c39e-c43b-4805-99ab-8da17777f1ac" providerId="ADAL" clId="{E440F346-DC68-4DD4-BA80-8DE6476F8949}" dt="2021-05-29T22:31:17.012" v="97503"/>
          <ac:spMkLst>
            <pc:docMk/>
            <pc:sldMk cId="3568620224" sldId="2146846056"/>
            <ac:spMk id="133" creationId="{859CC547-DDCE-40CE-A4F9-2041D6B8C51C}"/>
          </ac:spMkLst>
        </pc:spChg>
        <pc:spChg chg="add del mod ord modVis">
          <ac:chgData name="Ken Popkin" userId="3c94c39e-c43b-4805-99ab-8da17777f1ac" providerId="ADAL" clId="{E440F346-DC68-4DD4-BA80-8DE6476F8949}" dt="2021-05-29T22:31:17.013" v="97505"/>
          <ac:spMkLst>
            <pc:docMk/>
            <pc:sldMk cId="3568620224" sldId="2146846056"/>
            <ac:spMk id="134" creationId="{0CBE4FDD-5E17-45D7-BE1B-F4F8AAC5A1B7}"/>
          </ac:spMkLst>
        </pc:spChg>
        <pc:spChg chg="add del mod">
          <ac:chgData name="Ken Popkin" userId="3c94c39e-c43b-4805-99ab-8da17777f1ac" providerId="ADAL" clId="{E440F346-DC68-4DD4-BA80-8DE6476F8949}" dt="2021-05-29T22:31:17.013" v="97507"/>
          <ac:spMkLst>
            <pc:docMk/>
            <pc:sldMk cId="3568620224" sldId="2146846056"/>
            <ac:spMk id="135" creationId="{1337271F-9F68-4D0F-8027-5844FAE1D0F2}"/>
          </ac:spMkLst>
        </pc:spChg>
        <pc:spChg chg="add del mod">
          <ac:chgData name="Ken Popkin" userId="3c94c39e-c43b-4805-99ab-8da17777f1ac" providerId="ADAL" clId="{E440F346-DC68-4DD4-BA80-8DE6476F8949}" dt="2021-05-29T22:31:17.014" v="97508"/>
          <ac:spMkLst>
            <pc:docMk/>
            <pc:sldMk cId="3568620224" sldId="2146846056"/>
            <ac:spMk id="136" creationId="{DDE40B61-8ADD-4E27-A9A5-704C172D260B}"/>
          </ac:spMkLst>
        </pc:spChg>
        <pc:spChg chg="add del mod">
          <ac:chgData name="Ken Popkin" userId="3c94c39e-c43b-4805-99ab-8da17777f1ac" providerId="ADAL" clId="{E440F346-DC68-4DD4-BA80-8DE6476F8949}" dt="2021-05-29T22:31:52.145" v="97681"/>
          <ac:spMkLst>
            <pc:docMk/>
            <pc:sldMk cId="3568620224" sldId="2146846056"/>
            <ac:spMk id="137" creationId="{DCA36EDD-28F2-418B-95A9-87EED3DC296D}"/>
          </ac:spMkLst>
        </pc:spChg>
        <pc:spChg chg="add mod ord">
          <ac:chgData name="Ken Popkin" userId="3c94c39e-c43b-4805-99ab-8da17777f1ac" providerId="ADAL" clId="{E440F346-DC68-4DD4-BA80-8DE6476F8949}" dt="2021-06-01T21:20:37.157" v="113925" actId="1035"/>
          <ac:spMkLst>
            <pc:docMk/>
            <pc:sldMk cId="3568620224" sldId="2146846056"/>
            <ac:spMk id="138" creationId="{A429EB7E-4FB2-44FD-8D25-D6D28BF23064}"/>
          </ac:spMkLst>
        </pc:spChg>
        <pc:spChg chg="add mod ord modVis">
          <ac:chgData name="Ken Popkin" userId="3c94c39e-c43b-4805-99ab-8da17777f1ac" providerId="ADAL" clId="{E440F346-DC68-4DD4-BA80-8DE6476F8949}" dt="2021-05-29T22:48:52.191" v="99518" actId="948"/>
          <ac:spMkLst>
            <pc:docMk/>
            <pc:sldMk cId="3568620224" sldId="2146846056"/>
            <ac:spMk id="139" creationId="{5B0779ED-3C8A-4835-88F8-68C36B228C3B}"/>
          </ac:spMkLst>
        </pc:spChg>
        <pc:spChg chg="add mod">
          <ac:chgData name="Ken Popkin" userId="3c94c39e-c43b-4805-99ab-8da17777f1ac" providerId="ADAL" clId="{E440F346-DC68-4DD4-BA80-8DE6476F8949}" dt="2021-06-01T21:20:37.157" v="113925" actId="1035"/>
          <ac:spMkLst>
            <pc:docMk/>
            <pc:sldMk cId="3568620224" sldId="2146846056"/>
            <ac:spMk id="140" creationId="{D2994A89-1FE1-4027-86FC-03E8DB0EF029}"/>
          </ac:spMkLst>
        </pc:spChg>
        <pc:spChg chg="add mod ord">
          <ac:chgData name="Ken Popkin" userId="3c94c39e-c43b-4805-99ab-8da17777f1ac" providerId="ADAL" clId="{E440F346-DC68-4DD4-BA80-8DE6476F8949}" dt="2021-06-01T21:20:37.157" v="113925" actId="1035"/>
          <ac:spMkLst>
            <pc:docMk/>
            <pc:sldMk cId="3568620224" sldId="2146846056"/>
            <ac:spMk id="141" creationId="{24AB6177-4BEE-4C5C-8B73-E6B44DB446B8}"/>
          </ac:spMkLst>
        </pc:spChg>
        <pc:spChg chg="add mod ord modVis">
          <ac:chgData name="Ken Popkin" userId="3c94c39e-c43b-4805-99ab-8da17777f1ac" providerId="ADAL" clId="{E440F346-DC68-4DD4-BA80-8DE6476F8949}" dt="2021-05-29T22:48:52.214" v="99580" actId="948"/>
          <ac:spMkLst>
            <pc:docMk/>
            <pc:sldMk cId="3568620224" sldId="2146846056"/>
            <ac:spMk id="142" creationId="{E95247B9-6A27-48C4-B681-DA7578490827}"/>
          </ac:spMkLst>
        </pc:spChg>
        <pc:spChg chg="add del mod">
          <ac:chgData name="Ken Popkin" userId="3c94c39e-c43b-4805-99ab-8da17777f1ac" providerId="ADAL" clId="{E440F346-DC68-4DD4-BA80-8DE6476F8949}" dt="2021-05-29T22:32:14.287" v="98280"/>
          <ac:spMkLst>
            <pc:docMk/>
            <pc:sldMk cId="3568620224" sldId="2146846056"/>
            <ac:spMk id="143" creationId="{6815AB62-10CA-46C8-99C3-45324DE4553A}"/>
          </ac:spMkLst>
        </pc:spChg>
        <pc:spChg chg="add mod ord">
          <ac:chgData name="Ken Popkin" userId="3c94c39e-c43b-4805-99ab-8da17777f1ac" providerId="ADAL" clId="{E440F346-DC68-4DD4-BA80-8DE6476F8949}" dt="2021-06-01T21:20:37.157" v="113925" actId="1035"/>
          <ac:spMkLst>
            <pc:docMk/>
            <pc:sldMk cId="3568620224" sldId="2146846056"/>
            <ac:spMk id="144" creationId="{5C4309CD-F1A6-441A-8182-FE65D96D3136}"/>
          </ac:spMkLst>
        </pc:spChg>
        <pc:spChg chg="add mod ord modVis">
          <ac:chgData name="Ken Popkin" userId="3c94c39e-c43b-4805-99ab-8da17777f1ac" providerId="ADAL" clId="{E440F346-DC68-4DD4-BA80-8DE6476F8949}" dt="2021-05-29T22:48:52.217" v="99588" actId="948"/>
          <ac:spMkLst>
            <pc:docMk/>
            <pc:sldMk cId="3568620224" sldId="2146846056"/>
            <ac:spMk id="145" creationId="{4C926DA7-B98A-4528-B59E-02F270BBDF82}"/>
          </ac:spMkLst>
        </pc:spChg>
        <pc:spChg chg="add del mod">
          <ac:chgData name="Ken Popkin" userId="3c94c39e-c43b-4805-99ab-8da17777f1ac" providerId="ADAL" clId="{E440F346-DC68-4DD4-BA80-8DE6476F8949}" dt="2021-05-29T22:32:31.437" v="98679"/>
          <ac:spMkLst>
            <pc:docMk/>
            <pc:sldMk cId="3568620224" sldId="2146846056"/>
            <ac:spMk id="146" creationId="{644CD191-369A-418F-A6AF-7B096DAAB1CF}"/>
          </ac:spMkLst>
        </pc:spChg>
        <pc:spChg chg="add mod ord">
          <ac:chgData name="Ken Popkin" userId="3c94c39e-c43b-4805-99ab-8da17777f1ac" providerId="ADAL" clId="{E440F346-DC68-4DD4-BA80-8DE6476F8949}" dt="2021-06-01T21:20:37.157" v="113925" actId="1035"/>
          <ac:spMkLst>
            <pc:docMk/>
            <pc:sldMk cId="3568620224" sldId="2146846056"/>
            <ac:spMk id="147" creationId="{65F0530B-6050-4548-91FA-64816E911944}"/>
          </ac:spMkLst>
        </pc:spChg>
        <pc:spChg chg="add mod ord modVis">
          <ac:chgData name="Ken Popkin" userId="3c94c39e-c43b-4805-99ab-8da17777f1ac" providerId="ADAL" clId="{E440F346-DC68-4DD4-BA80-8DE6476F8949}" dt="2021-05-29T22:48:52.221" v="99596" actId="948"/>
          <ac:spMkLst>
            <pc:docMk/>
            <pc:sldMk cId="3568620224" sldId="2146846056"/>
            <ac:spMk id="148" creationId="{C5D04C1C-68DB-494F-8397-4CA2722F8EF6}"/>
          </ac:spMkLst>
        </pc:spChg>
        <pc:spChg chg="add mod">
          <ac:chgData name="Ken Popkin" userId="3c94c39e-c43b-4805-99ab-8da17777f1ac" providerId="ADAL" clId="{E440F346-DC68-4DD4-BA80-8DE6476F8949}" dt="2021-06-01T21:20:37.157" v="113925" actId="1035"/>
          <ac:spMkLst>
            <pc:docMk/>
            <pc:sldMk cId="3568620224" sldId="2146846056"/>
            <ac:spMk id="149" creationId="{065F318C-D35C-44BC-9ECE-245B51437F56}"/>
          </ac:spMkLst>
        </pc:spChg>
        <pc:spChg chg="add mod">
          <ac:chgData name="Ken Popkin" userId="3c94c39e-c43b-4805-99ab-8da17777f1ac" providerId="ADAL" clId="{E440F346-DC68-4DD4-BA80-8DE6476F8949}" dt="2021-06-01T21:20:37.157" v="113925" actId="1035"/>
          <ac:spMkLst>
            <pc:docMk/>
            <pc:sldMk cId="3568620224" sldId="2146846056"/>
            <ac:spMk id="150" creationId="{3495B0E1-B2F7-48BC-809C-DB26435BB584}"/>
          </ac:spMkLst>
        </pc:spChg>
        <pc:spChg chg="add mod">
          <ac:chgData name="Ken Popkin" userId="3c94c39e-c43b-4805-99ab-8da17777f1ac" providerId="ADAL" clId="{E440F346-DC68-4DD4-BA80-8DE6476F8949}" dt="2021-06-01T21:20:37.157" v="113925" actId="1035"/>
          <ac:spMkLst>
            <pc:docMk/>
            <pc:sldMk cId="3568620224" sldId="2146846056"/>
            <ac:spMk id="151" creationId="{E434F47F-0A0E-4EA9-B63F-BC137DFD3E5D}"/>
          </ac:spMkLst>
        </pc:spChg>
        <pc:spChg chg="add del mod">
          <ac:chgData name="Ken Popkin" userId="3c94c39e-c43b-4805-99ab-8da17777f1ac" providerId="ADAL" clId="{E440F346-DC68-4DD4-BA80-8DE6476F8949}" dt="2021-05-29T22:52:05.966" v="99694" actId="478"/>
          <ac:spMkLst>
            <pc:docMk/>
            <pc:sldMk cId="3568620224" sldId="2146846056"/>
            <ac:spMk id="152" creationId="{2E20DF11-AB89-46EB-BA6C-5BBFFE1F1589}"/>
          </ac:spMkLst>
        </pc:spChg>
        <pc:cxnChg chg="add mod ord">
          <ac:chgData name="Ken Popkin" userId="3c94c39e-c43b-4805-99ab-8da17777f1ac" providerId="ADAL" clId="{E440F346-DC68-4DD4-BA80-8DE6476F8949}" dt="2021-06-01T21:20:37.157" v="113925" actId="1035"/>
          <ac:cxnSpMkLst>
            <pc:docMk/>
            <pc:sldMk cId="3568620224" sldId="2146846056"/>
            <ac:cxnSpMk id="38" creationId="{6DA04CDE-739D-4DE1-8881-DFCA44DABCB7}"/>
          </ac:cxnSpMkLst>
        </pc:cxnChg>
        <pc:cxnChg chg="add mod ord">
          <ac:chgData name="Ken Popkin" userId="3c94c39e-c43b-4805-99ab-8da17777f1ac" providerId="ADAL" clId="{E440F346-DC68-4DD4-BA80-8DE6476F8949}" dt="2021-06-01T21:20:37.157" v="113925" actId="1035"/>
          <ac:cxnSpMkLst>
            <pc:docMk/>
            <pc:sldMk cId="3568620224" sldId="2146846056"/>
            <ac:cxnSpMk id="39" creationId="{0A919284-8832-41DC-8D1F-34AF04D8CD9E}"/>
          </ac:cxnSpMkLst>
        </pc:cxnChg>
        <pc:cxnChg chg="add mod ord">
          <ac:chgData name="Ken Popkin" userId="3c94c39e-c43b-4805-99ab-8da17777f1ac" providerId="ADAL" clId="{E440F346-DC68-4DD4-BA80-8DE6476F8949}" dt="2021-06-01T21:20:37.157" v="113925" actId="1035"/>
          <ac:cxnSpMkLst>
            <pc:docMk/>
            <pc:sldMk cId="3568620224" sldId="2146846056"/>
            <ac:cxnSpMk id="40" creationId="{72CA6C0A-4897-4E9E-A194-0CDC5E0FBA34}"/>
          </ac:cxnSpMkLst>
        </pc:cxnChg>
        <pc:cxnChg chg="add del mod ord">
          <ac:chgData name="Ken Popkin" userId="3c94c39e-c43b-4805-99ab-8da17777f1ac" providerId="ADAL" clId="{E440F346-DC68-4DD4-BA80-8DE6476F8949}" dt="2021-05-29T22:16:20.750" v="91899"/>
          <ac:cxnSpMkLst>
            <pc:docMk/>
            <pc:sldMk cId="3568620224" sldId="2146846056"/>
            <ac:cxnSpMk id="41" creationId="{27FC32B7-0A97-48D5-A0DE-A2984FAE6F06}"/>
          </ac:cxnSpMkLst>
        </pc:cxnChg>
        <pc:cxnChg chg="add del mod ord">
          <ac:chgData name="Ken Popkin" userId="3c94c39e-c43b-4805-99ab-8da17777f1ac" providerId="ADAL" clId="{E440F346-DC68-4DD4-BA80-8DE6476F8949}" dt="2021-05-29T22:16:20.750" v="91901"/>
          <ac:cxnSpMkLst>
            <pc:docMk/>
            <pc:sldMk cId="3568620224" sldId="2146846056"/>
            <ac:cxnSpMk id="42" creationId="{109641BC-36E0-43C7-8A25-9D1D8313621E}"/>
          </ac:cxnSpMkLst>
        </pc:cxnChg>
        <pc:cxnChg chg="add del mod ord">
          <ac:chgData name="Ken Popkin" userId="3c94c39e-c43b-4805-99ab-8da17777f1ac" providerId="ADAL" clId="{E440F346-DC68-4DD4-BA80-8DE6476F8949}" dt="2021-05-29T22:16:20.751" v="91903"/>
          <ac:cxnSpMkLst>
            <pc:docMk/>
            <pc:sldMk cId="3568620224" sldId="2146846056"/>
            <ac:cxnSpMk id="43" creationId="{3D48540C-B9BA-4C66-AD4D-A95C40D2B9F1}"/>
          </ac:cxnSpMkLst>
        </pc:cxnChg>
        <pc:cxnChg chg="add del mod ord">
          <ac:chgData name="Ken Popkin" userId="3c94c39e-c43b-4805-99ab-8da17777f1ac" providerId="ADAL" clId="{E440F346-DC68-4DD4-BA80-8DE6476F8949}" dt="2021-05-29T22:16:20.751" v="91905"/>
          <ac:cxnSpMkLst>
            <pc:docMk/>
            <pc:sldMk cId="3568620224" sldId="2146846056"/>
            <ac:cxnSpMk id="44" creationId="{8F1D1B7D-7933-42E3-A128-58F5EF021D68}"/>
          </ac:cxnSpMkLst>
        </pc:cxnChg>
        <pc:cxnChg chg="add del mod ord">
          <ac:chgData name="Ken Popkin" userId="3c94c39e-c43b-4805-99ab-8da17777f1ac" providerId="ADAL" clId="{E440F346-DC68-4DD4-BA80-8DE6476F8949}" dt="2021-05-29T22:16:20.752" v="91907"/>
          <ac:cxnSpMkLst>
            <pc:docMk/>
            <pc:sldMk cId="3568620224" sldId="2146846056"/>
            <ac:cxnSpMk id="45" creationId="{2A863DFA-ED06-46AE-B1DC-499A0963E911}"/>
          </ac:cxnSpMkLst>
        </pc:cxnChg>
        <pc:cxnChg chg="add del mod ord">
          <ac:chgData name="Ken Popkin" userId="3c94c39e-c43b-4805-99ab-8da17777f1ac" providerId="ADAL" clId="{E440F346-DC68-4DD4-BA80-8DE6476F8949}" dt="2021-05-29T22:16:20.752" v="91909"/>
          <ac:cxnSpMkLst>
            <pc:docMk/>
            <pc:sldMk cId="3568620224" sldId="2146846056"/>
            <ac:cxnSpMk id="46" creationId="{69436A7E-EB56-4D18-BED3-2E6D27F97EE4}"/>
          </ac:cxnSpMkLst>
        </pc:cxnChg>
        <pc:cxnChg chg="add mod ord">
          <ac:chgData name="Ken Popkin" userId="3c94c39e-c43b-4805-99ab-8da17777f1ac" providerId="ADAL" clId="{E440F346-DC68-4DD4-BA80-8DE6476F8949}" dt="2021-06-01T21:20:37.157" v="113925" actId="1035"/>
          <ac:cxnSpMkLst>
            <pc:docMk/>
            <pc:sldMk cId="3568620224" sldId="2146846056"/>
            <ac:cxnSpMk id="91" creationId="{CED724EB-A6F5-46F6-BAB0-BDF4B661FE86}"/>
          </ac:cxnSpMkLst>
        </pc:cxnChg>
        <pc:cxnChg chg="add mod ord">
          <ac:chgData name="Ken Popkin" userId="3c94c39e-c43b-4805-99ab-8da17777f1ac" providerId="ADAL" clId="{E440F346-DC68-4DD4-BA80-8DE6476F8949}" dt="2021-06-01T21:20:37.157" v="113925" actId="1035"/>
          <ac:cxnSpMkLst>
            <pc:docMk/>
            <pc:sldMk cId="3568620224" sldId="2146846056"/>
            <ac:cxnSpMk id="92" creationId="{356DF483-19F6-4770-B12F-779CACB36CA6}"/>
          </ac:cxnSpMkLst>
        </pc:cxnChg>
        <pc:cxnChg chg="add mod ord">
          <ac:chgData name="Ken Popkin" userId="3c94c39e-c43b-4805-99ab-8da17777f1ac" providerId="ADAL" clId="{E440F346-DC68-4DD4-BA80-8DE6476F8949}" dt="2021-06-01T21:20:37.157" v="113925" actId="1035"/>
          <ac:cxnSpMkLst>
            <pc:docMk/>
            <pc:sldMk cId="3568620224" sldId="2146846056"/>
            <ac:cxnSpMk id="93" creationId="{A0425DCC-752D-4A0F-935C-C366BB6D243E}"/>
          </ac:cxnSpMkLst>
        </pc:cxnChg>
        <pc:cxnChg chg="add del mod ord">
          <ac:chgData name="Ken Popkin" userId="3c94c39e-c43b-4805-99ab-8da17777f1ac" providerId="ADAL" clId="{E440F346-DC68-4DD4-BA80-8DE6476F8949}" dt="2021-05-29T22:16:20.752" v="91911"/>
          <ac:cxnSpMkLst>
            <pc:docMk/>
            <pc:sldMk cId="3568620224" sldId="2146846056"/>
            <ac:cxnSpMk id="94" creationId="{1BFCAEB6-260A-4A14-875F-CDADA3ADB98D}"/>
          </ac:cxnSpMkLst>
        </pc:cxnChg>
        <pc:cxnChg chg="add del mod ord">
          <ac:chgData name="Ken Popkin" userId="3c94c39e-c43b-4805-99ab-8da17777f1ac" providerId="ADAL" clId="{E440F346-DC68-4DD4-BA80-8DE6476F8949}" dt="2021-05-29T22:16:20.752" v="91913"/>
          <ac:cxnSpMkLst>
            <pc:docMk/>
            <pc:sldMk cId="3568620224" sldId="2146846056"/>
            <ac:cxnSpMk id="95" creationId="{05A61BC3-3A18-40E1-BBB6-7C94089149AE}"/>
          </ac:cxnSpMkLst>
        </pc:cxnChg>
        <pc:cxnChg chg="add del mod ord">
          <ac:chgData name="Ken Popkin" userId="3c94c39e-c43b-4805-99ab-8da17777f1ac" providerId="ADAL" clId="{E440F346-DC68-4DD4-BA80-8DE6476F8949}" dt="2021-05-29T22:16:20.753" v="91915"/>
          <ac:cxnSpMkLst>
            <pc:docMk/>
            <pc:sldMk cId="3568620224" sldId="2146846056"/>
            <ac:cxnSpMk id="96" creationId="{DBCE610E-423A-420C-AFA5-38ACC6DF56B1}"/>
          </ac:cxnSpMkLst>
        </pc:cxnChg>
        <pc:cxnChg chg="add del mod ord">
          <ac:chgData name="Ken Popkin" userId="3c94c39e-c43b-4805-99ab-8da17777f1ac" providerId="ADAL" clId="{E440F346-DC68-4DD4-BA80-8DE6476F8949}" dt="2021-05-29T22:16:20.753" v="91917"/>
          <ac:cxnSpMkLst>
            <pc:docMk/>
            <pc:sldMk cId="3568620224" sldId="2146846056"/>
            <ac:cxnSpMk id="97" creationId="{3D2A5103-BEC8-405A-8E9C-DA6968F9DB63}"/>
          </ac:cxnSpMkLst>
        </pc:cxnChg>
        <pc:cxnChg chg="add del mod ord">
          <ac:chgData name="Ken Popkin" userId="3c94c39e-c43b-4805-99ab-8da17777f1ac" providerId="ADAL" clId="{E440F346-DC68-4DD4-BA80-8DE6476F8949}" dt="2021-05-29T22:16:20.755" v="91919"/>
          <ac:cxnSpMkLst>
            <pc:docMk/>
            <pc:sldMk cId="3568620224" sldId="2146846056"/>
            <ac:cxnSpMk id="98" creationId="{8E92A716-A670-47DA-A230-626A69474CFA}"/>
          </ac:cxnSpMkLst>
        </pc:cxnChg>
        <pc:cxnChg chg="add del mod ord">
          <ac:chgData name="Ken Popkin" userId="3c94c39e-c43b-4805-99ab-8da17777f1ac" providerId="ADAL" clId="{E440F346-DC68-4DD4-BA80-8DE6476F8949}" dt="2021-05-29T22:16:20.755" v="91921"/>
          <ac:cxnSpMkLst>
            <pc:docMk/>
            <pc:sldMk cId="3568620224" sldId="2146846056"/>
            <ac:cxnSpMk id="99" creationId="{CD1AD8A3-719F-4E80-B85C-B8A7E12ABD3C}"/>
          </ac:cxnSpMkLst>
        </pc:cxnChg>
      </pc:sldChg>
      <pc:sldChg chg="add del setBg">
        <pc:chgData name="Ken Popkin" userId="3c94c39e-c43b-4805-99ab-8da17777f1ac" providerId="ADAL" clId="{E440F346-DC68-4DD4-BA80-8DE6476F8949}" dt="2021-05-30T00:37:15.171" v="99783" actId="47"/>
        <pc:sldMkLst>
          <pc:docMk/>
          <pc:sldMk cId="1620705111" sldId="2146846057"/>
        </pc:sldMkLst>
      </pc:sldChg>
      <pc:sldChg chg="delSp modSp add del mod">
        <pc:chgData name="Ken Popkin" userId="3c94c39e-c43b-4805-99ab-8da17777f1ac" providerId="ADAL" clId="{E440F346-DC68-4DD4-BA80-8DE6476F8949}" dt="2021-05-30T01:25:08.387" v="99809" actId="47"/>
        <pc:sldMkLst>
          <pc:docMk/>
          <pc:sldMk cId="4179511954" sldId="2146846057"/>
        </pc:sldMkLst>
        <pc:spChg chg="del">
          <ac:chgData name="Ken Popkin" userId="3c94c39e-c43b-4805-99ab-8da17777f1ac" providerId="ADAL" clId="{E440F346-DC68-4DD4-BA80-8DE6476F8949}" dt="2021-05-30T00:37:40.400" v="99808" actId="478"/>
          <ac:spMkLst>
            <pc:docMk/>
            <pc:sldMk cId="4179511954" sldId="2146846057"/>
            <ac:spMk id="2" creationId="{EE40B916-0438-4BCC-979B-1EF20719D3D0}"/>
          </ac:spMkLst>
        </pc:spChg>
        <pc:spChg chg="mod">
          <ac:chgData name="Ken Popkin" userId="3c94c39e-c43b-4805-99ab-8da17777f1ac" providerId="ADAL" clId="{E440F346-DC68-4DD4-BA80-8DE6476F8949}" dt="2021-05-30T00:37:33.654" v="99807" actId="20577"/>
          <ac:spMkLst>
            <pc:docMk/>
            <pc:sldMk cId="4179511954" sldId="2146846057"/>
            <ac:spMk id="12" creationId="{FDCAE3A3-A1A0-4535-AB11-9D76394EA86F}"/>
          </ac:spMkLst>
        </pc:spChg>
        <pc:picChg chg="del">
          <ac:chgData name="Ken Popkin" userId="3c94c39e-c43b-4805-99ab-8da17777f1ac" providerId="ADAL" clId="{E440F346-DC68-4DD4-BA80-8DE6476F8949}" dt="2021-05-30T00:37:27.244" v="99785" actId="478"/>
          <ac:picMkLst>
            <pc:docMk/>
            <pc:sldMk cId="4179511954" sldId="2146846057"/>
            <ac:picMk id="13" creationId="{73F67194-C7A8-4182-8F75-5A3C0FE8FA63}"/>
          </ac:picMkLst>
        </pc:picChg>
      </pc:sldChg>
      <pc:sldMasterChg chg="del delSldLayout">
        <pc:chgData name="Ken Popkin" userId="3c94c39e-c43b-4805-99ab-8da17777f1ac" providerId="ADAL" clId="{E440F346-DC68-4DD4-BA80-8DE6476F8949}" dt="2021-05-29T19:50:20.918" v="58655" actId="47"/>
        <pc:sldMasterMkLst>
          <pc:docMk/>
          <pc:sldMasterMk cId="1092634256" sldId="2147483665"/>
        </pc:sldMasterMkLst>
        <pc:sldLayoutChg chg="del">
          <pc:chgData name="Ken Popkin" userId="3c94c39e-c43b-4805-99ab-8da17777f1ac" providerId="ADAL" clId="{E440F346-DC68-4DD4-BA80-8DE6476F8949}" dt="2021-05-29T19:50:20.918" v="58655" actId="47"/>
          <pc:sldLayoutMkLst>
            <pc:docMk/>
            <pc:sldMasterMk cId="1092634256" sldId="2147483665"/>
            <pc:sldLayoutMk cId="395985425" sldId="2147483666"/>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1092014189" sldId="2147483667"/>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662879377" sldId="2147483668"/>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391975471" sldId="2147483669"/>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1052207725" sldId="2147483670"/>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438814528" sldId="2147483671"/>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3102679366" sldId="2147483672"/>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873925357" sldId="2147483673"/>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4285565371" sldId="2147483674"/>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4280406327" sldId="2147483675"/>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3749623570" sldId="2147483676"/>
          </pc:sldLayoutMkLst>
        </pc:sldLayoutChg>
      </pc:sldMasterChg>
    </pc:docChg>
  </pc:docChgLst>
  <pc:docChgLst>
    <pc:chgData name="Ryan Vetter" userId="4e0f799b-9dd2-4ed1-b88a-f6f813994f91" providerId="ADAL" clId="{26441386-ED72-49CA-87F1-9CA9DFAB74A1}"/>
    <pc:docChg chg="undo custSel addSld delSld modSld sldOrd modSection">
      <pc:chgData name="Ryan Vetter" userId="4e0f799b-9dd2-4ed1-b88a-f6f813994f91" providerId="ADAL" clId="{26441386-ED72-49CA-87F1-9CA9DFAB74A1}" dt="2021-04-26T13:11:53.439" v="14396" actId="20577"/>
      <pc:docMkLst>
        <pc:docMk/>
      </pc:docMkLst>
      <pc:sldChg chg="modSp add mod">
        <pc:chgData name="Ryan Vetter" userId="4e0f799b-9dd2-4ed1-b88a-f6f813994f91" providerId="ADAL" clId="{26441386-ED72-49CA-87F1-9CA9DFAB74A1}" dt="2021-03-30T21:32:09.020" v="3690" actId="20577"/>
        <pc:sldMkLst>
          <pc:docMk/>
          <pc:sldMk cId="266692390" sldId="263"/>
        </pc:sldMkLst>
        <pc:spChg chg="mod">
          <ac:chgData name="Ryan Vetter" userId="4e0f799b-9dd2-4ed1-b88a-f6f813994f91" providerId="ADAL" clId="{26441386-ED72-49CA-87F1-9CA9DFAB74A1}" dt="2021-03-30T21:30:00.274" v="3629" actId="20577"/>
          <ac:spMkLst>
            <pc:docMk/>
            <pc:sldMk cId="266692390" sldId="263"/>
            <ac:spMk id="2" creationId="{47E8D92B-235D-436A-818C-1CCEFC88EB67}"/>
          </ac:spMkLst>
        </pc:spChg>
        <pc:spChg chg="mod">
          <ac:chgData name="Ryan Vetter" userId="4e0f799b-9dd2-4ed1-b88a-f6f813994f91" providerId="ADAL" clId="{26441386-ED72-49CA-87F1-9CA9DFAB74A1}" dt="2021-03-30T21:30:32.964" v="3638" actId="6549"/>
          <ac:spMkLst>
            <pc:docMk/>
            <pc:sldMk cId="266692390" sldId="263"/>
            <ac:spMk id="4" creationId="{24274302-E795-4AE3-9846-E176B8A41D96}"/>
          </ac:spMkLst>
        </pc:spChg>
        <pc:spChg chg="mod">
          <ac:chgData name="Ryan Vetter" userId="4e0f799b-9dd2-4ed1-b88a-f6f813994f91" providerId="ADAL" clId="{26441386-ED72-49CA-87F1-9CA9DFAB74A1}" dt="2021-03-30T21:32:09.020" v="3690" actId="20577"/>
          <ac:spMkLst>
            <pc:docMk/>
            <pc:sldMk cId="266692390" sldId="263"/>
            <ac:spMk id="6" creationId="{01E32884-623B-4264-BC46-0484375714D0}"/>
          </ac:spMkLst>
        </pc:spChg>
        <pc:spChg chg="mod">
          <ac:chgData name="Ryan Vetter" userId="4e0f799b-9dd2-4ed1-b88a-f6f813994f91" providerId="ADAL" clId="{26441386-ED72-49CA-87F1-9CA9DFAB74A1}" dt="2021-03-30T21:31:17.166" v="3666" actId="20577"/>
          <ac:spMkLst>
            <pc:docMk/>
            <pc:sldMk cId="266692390" sldId="263"/>
            <ac:spMk id="7" creationId="{36B61E10-DB36-411E-86A9-487BA83C774E}"/>
          </ac:spMkLst>
        </pc:spChg>
      </pc:sldChg>
      <pc:sldChg chg="modSp add mod ord">
        <pc:chgData name="Ryan Vetter" userId="4e0f799b-9dd2-4ed1-b88a-f6f813994f91" providerId="ADAL" clId="{26441386-ED72-49CA-87F1-9CA9DFAB74A1}" dt="2021-03-30T21:27:13.128" v="3387" actId="20577"/>
        <pc:sldMkLst>
          <pc:docMk/>
          <pc:sldMk cId="1310879795" sldId="264"/>
        </pc:sldMkLst>
        <pc:spChg chg="mod">
          <ac:chgData name="Ryan Vetter" userId="4e0f799b-9dd2-4ed1-b88a-f6f813994f91" providerId="ADAL" clId="{26441386-ED72-49CA-87F1-9CA9DFAB74A1}" dt="2021-03-30T21:20:30.067" v="3055" actId="20577"/>
          <ac:spMkLst>
            <pc:docMk/>
            <pc:sldMk cId="1310879795" sldId="264"/>
            <ac:spMk id="2" creationId="{47E8D92B-235D-436A-818C-1CCEFC88EB67}"/>
          </ac:spMkLst>
        </pc:spChg>
        <pc:spChg chg="mod">
          <ac:chgData name="Ryan Vetter" userId="4e0f799b-9dd2-4ed1-b88a-f6f813994f91" providerId="ADAL" clId="{26441386-ED72-49CA-87F1-9CA9DFAB74A1}" dt="2021-03-30T21:27:13.128" v="3387" actId="20577"/>
          <ac:spMkLst>
            <pc:docMk/>
            <pc:sldMk cId="1310879795" sldId="264"/>
            <ac:spMk id="4" creationId="{24274302-E795-4AE3-9846-E176B8A41D96}"/>
          </ac:spMkLst>
        </pc:spChg>
        <pc:spChg chg="mod">
          <ac:chgData name="Ryan Vetter" userId="4e0f799b-9dd2-4ed1-b88a-f6f813994f91" providerId="ADAL" clId="{26441386-ED72-49CA-87F1-9CA9DFAB74A1}" dt="2021-03-30T20:29:57.255" v="2033" actId="6549"/>
          <ac:spMkLst>
            <pc:docMk/>
            <pc:sldMk cId="1310879795" sldId="264"/>
            <ac:spMk id="6" creationId="{01E32884-623B-4264-BC46-0484375714D0}"/>
          </ac:spMkLst>
        </pc:spChg>
        <pc:spChg chg="mod">
          <ac:chgData name="Ryan Vetter" userId="4e0f799b-9dd2-4ed1-b88a-f6f813994f91" providerId="ADAL" clId="{26441386-ED72-49CA-87F1-9CA9DFAB74A1}" dt="2021-03-30T20:49:50.948" v="2848" actId="20577"/>
          <ac:spMkLst>
            <pc:docMk/>
            <pc:sldMk cId="1310879795" sldId="264"/>
            <ac:spMk id="7" creationId="{36B61E10-DB36-411E-86A9-487BA83C774E}"/>
          </ac:spMkLst>
        </pc:spChg>
      </pc:sldChg>
      <pc:sldChg chg="modSp add mod ord">
        <pc:chgData name="Ryan Vetter" userId="4e0f799b-9dd2-4ed1-b88a-f6f813994f91" providerId="ADAL" clId="{26441386-ED72-49CA-87F1-9CA9DFAB74A1}" dt="2021-03-30T21:27:23.241" v="3388" actId="6549"/>
        <pc:sldMkLst>
          <pc:docMk/>
          <pc:sldMk cId="1449091" sldId="265"/>
        </pc:sldMkLst>
        <pc:spChg chg="mod">
          <ac:chgData name="Ryan Vetter" userId="4e0f799b-9dd2-4ed1-b88a-f6f813994f91" providerId="ADAL" clId="{26441386-ED72-49CA-87F1-9CA9DFAB74A1}" dt="2021-03-30T21:20:25.857" v="3045" actId="20577"/>
          <ac:spMkLst>
            <pc:docMk/>
            <pc:sldMk cId="1449091" sldId="265"/>
            <ac:spMk id="2" creationId="{47E8D92B-235D-436A-818C-1CCEFC88EB67}"/>
          </ac:spMkLst>
        </pc:spChg>
        <pc:spChg chg="mod">
          <ac:chgData name="Ryan Vetter" userId="4e0f799b-9dd2-4ed1-b88a-f6f813994f91" providerId="ADAL" clId="{26441386-ED72-49CA-87F1-9CA9DFAB74A1}" dt="2021-03-30T21:27:23.241" v="3388" actId="6549"/>
          <ac:spMkLst>
            <pc:docMk/>
            <pc:sldMk cId="1449091" sldId="265"/>
            <ac:spMk id="4" creationId="{24274302-E795-4AE3-9846-E176B8A41D96}"/>
          </ac:spMkLst>
        </pc:spChg>
        <pc:spChg chg="mod">
          <ac:chgData name="Ryan Vetter" userId="4e0f799b-9dd2-4ed1-b88a-f6f813994f91" providerId="ADAL" clId="{26441386-ED72-49CA-87F1-9CA9DFAB74A1}" dt="2021-03-30T20:29:52.294" v="2032" actId="20577"/>
          <ac:spMkLst>
            <pc:docMk/>
            <pc:sldMk cId="1449091" sldId="265"/>
            <ac:spMk id="6" creationId="{01E32884-623B-4264-BC46-0484375714D0}"/>
          </ac:spMkLst>
        </pc:spChg>
        <pc:spChg chg="mod">
          <ac:chgData name="Ryan Vetter" userId="4e0f799b-9dd2-4ed1-b88a-f6f813994f91" providerId="ADAL" clId="{26441386-ED72-49CA-87F1-9CA9DFAB74A1}" dt="2021-03-30T20:49:45.008" v="2842" actId="33524"/>
          <ac:spMkLst>
            <pc:docMk/>
            <pc:sldMk cId="1449091" sldId="265"/>
            <ac:spMk id="7" creationId="{36B61E10-DB36-411E-86A9-487BA83C774E}"/>
          </ac:spMkLst>
        </pc:spChg>
      </pc:sldChg>
      <pc:sldChg chg="modSp add mod">
        <pc:chgData name="Ryan Vetter" userId="4e0f799b-9dd2-4ed1-b88a-f6f813994f91" providerId="ADAL" clId="{26441386-ED72-49CA-87F1-9CA9DFAB74A1}" dt="2021-03-30T21:27:06.481" v="3386" actId="6549"/>
        <pc:sldMkLst>
          <pc:docMk/>
          <pc:sldMk cId="676604077" sldId="266"/>
        </pc:sldMkLst>
        <pc:spChg chg="mod">
          <ac:chgData name="Ryan Vetter" userId="4e0f799b-9dd2-4ed1-b88a-f6f813994f91" providerId="ADAL" clId="{26441386-ED72-49CA-87F1-9CA9DFAB74A1}" dt="2021-03-30T21:20:37.460" v="3068" actId="6549"/>
          <ac:spMkLst>
            <pc:docMk/>
            <pc:sldMk cId="676604077" sldId="266"/>
            <ac:spMk id="2" creationId="{47E8D92B-235D-436A-818C-1CCEFC88EB67}"/>
          </ac:spMkLst>
        </pc:spChg>
        <pc:spChg chg="mod">
          <ac:chgData name="Ryan Vetter" userId="4e0f799b-9dd2-4ed1-b88a-f6f813994f91" providerId="ADAL" clId="{26441386-ED72-49CA-87F1-9CA9DFAB74A1}" dt="2021-03-30T21:27:06.481" v="3386" actId="6549"/>
          <ac:spMkLst>
            <pc:docMk/>
            <pc:sldMk cId="676604077" sldId="266"/>
            <ac:spMk id="4" creationId="{24274302-E795-4AE3-9846-E176B8A41D96}"/>
          </ac:spMkLst>
        </pc:spChg>
        <pc:spChg chg="mod">
          <ac:chgData name="Ryan Vetter" userId="4e0f799b-9dd2-4ed1-b88a-f6f813994f91" providerId="ADAL" clId="{26441386-ED72-49CA-87F1-9CA9DFAB74A1}" dt="2021-03-30T21:23:51.063" v="3352" actId="20577"/>
          <ac:spMkLst>
            <pc:docMk/>
            <pc:sldMk cId="676604077" sldId="266"/>
            <ac:spMk id="6" creationId="{01E32884-623B-4264-BC46-0484375714D0}"/>
          </ac:spMkLst>
        </pc:spChg>
        <pc:spChg chg="mod">
          <ac:chgData name="Ryan Vetter" userId="4e0f799b-9dd2-4ed1-b88a-f6f813994f91" providerId="ADAL" clId="{26441386-ED72-49CA-87F1-9CA9DFAB74A1}" dt="2021-03-30T21:26:19.284" v="3358" actId="20577"/>
          <ac:spMkLst>
            <pc:docMk/>
            <pc:sldMk cId="676604077" sldId="266"/>
            <ac:spMk id="7" creationId="{36B61E10-DB36-411E-86A9-487BA83C774E}"/>
          </ac:spMkLst>
        </pc:spChg>
      </pc:sldChg>
      <pc:sldChg chg="addSp delSp modSp add mod modTransition">
        <pc:chgData name="Ryan Vetter" userId="4e0f799b-9dd2-4ed1-b88a-f6f813994f91" providerId="ADAL" clId="{26441386-ED72-49CA-87F1-9CA9DFAB74A1}" dt="2021-04-09T20:18:57.781" v="13430" actId="1076"/>
        <pc:sldMkLst>
          <pc:docMk/>
          <pc:sldMk cId="1353059238" sldId="5614"/>
        </pc:sldMkLst>
        <pc:spChg chg="add mod">
          <ac:chgData name="Ryan Vetter" userId="4e0f799b-9dd2-4ed1-b88a-f6f813994f91" providerId="ADAL" clId="{26441386-ED72-49CA-87F1-9CA9DFAB74A1}" dt="2021-04-09T20:18:57.781" v="13430" actId="1076"/>
          <ac:spMkLst>
            <pc:docMk/>
            <pc:sldMk cId="1353059238" sldId="5614"/>
            <ac:spMk id="2" creationId="{1B29515A-2667-4C67-81A0-7CB1D2C6FE3E}"/>
          </ac:spMkLst>
        </pc:spChg>
        <pc:spChg chg="add del">
          <ac:chgData name="Ryan Vetter" userId="4e0f799b-9dd2-4ed1-b88a-f6f813994f91" providerId="ADAL" clId="{26441386-ED72-49CA-87F1-9CA9DFAB74A1}" dt="2021-04-08T13:04:07.361" v="3789" actId="478"/>
          <ac:spMkLst>
            <pc:docMk/>
            <pc:sldMk cId="1353059238" sldId="5614"/>
            <ac:spMk id="2" creationId="{D4BF0815-0034-4AB5-9B07-F0847DD6346D}"/>
          </ac:spMkLst>
        </pc:spChg>
        <pc:spChg chg="del mod">
          <ac:chgData name="Ryan Vetter" userId="4e0f799b-9dd2-4ed1-b88a-f6f813994f91" providerId="ADAL" clId="{26441386-ED72-49CA-87F1-9CA9DFAB74A1}" dt="2021-04-08T13:03:27.703" v="3784" actId="478"/>
          <ac:spMkLst>
            <pc:docMk/>
            <pc:sldMk cId="1353059238" sldId="5614"/>
            <ac:spMk id="3" creationId="{47AE6442-1F1B-43F6-A71F-804519450190}"/>
          </ac:spMkLst>
        </pc:spChg>
        <pc:spChg chg="add mod">
          <ac:chgData name="Ryan Vetter" userId="4e0f799b-9dd2-4ed1-b88a-f6f813994f91" providerId="ADAL" clId="{26441386-ED72-49CA-87F1-9CA9DFAB74A1}" dt="2021-04-09T14:46:53.888" v="9993" actId="1076"/>
          <ac:spMkLst>
            <pc:docMk/>
            <pc:sldMk cId="1353059238" sldId="5614"/>
            <ac:spMk id="3" creationId="{ACF020FD-6C9C-4D45-AB30-2F19F065BE83}"/>
          </ac:spMkLst>
        </pc:spChg>
        <pc:spChg chg="mod">
          <ac:chgData name="Ryan Vetter" userId="4e0f799b-9dd2-4ed1-b88a-f6f813994f91" providerId="ADAL" clId="{26441386-ED72-49CA-87F1-9CA9DFAB74A1}" dt="2021-04-09T16:01:47.936" v="10540" actId="20577"/>
          <ac:spMkLst>
            <pc:docMk/>
            <pc:sldMk cId="1353059238" sldId="5614"/>
            <ac:spMk id="4" creationId="{FA8CCE2E-4E27-421F-B61B-BA79E1C45D4E}"/>
          </ac:spMkLst>
        </pc:spChg>
        <pc:spChg chg="mod">
          <ac:chgData name="Ryan Vetter" userId="4e0f799b-9dd2-4ed1-b88a-f6f813994f91" providerId="ADAL" clId="{26441386-ED72-49CA-87F1-9CA9DFAB74A1}" dt="2021-04-09T16:02:36.663" v="10549" actId="403"/>
          <ac:spMkLst>
            <pc:docMk/>
            <pc:sldMk cId="1353059238" sldId="5614"/>
            <ac:spMk id="6" creationId="{CDD39DEB-5925-4BA9-8103-1B0E575C1ABC}"/>
          </ac:spMkLst>
        </pc:spChg>
        <pc:spChg chg="del mod">
          <ac:chgData name="Ryan Vetter" userId="4e0f799b-9dd2-4ed1-b88a-f6f813994f91" providerId="ADAL" clId="{26441386-ED72-49CA-87F1-9CA9DFAB74A1}" dt="2021-04-09T14:41:33" v="9901" actId="478"/>
          <ac:spMkLst>
            <pc:docMk/>
            <pc:sldMk cId="1353059238" sldId="5614"/>
            <ac:spMk id="7" creationId="{050C14EF-432D-4754-8710-3DB2550103CC}"/>
          </ac:spMkLst>
        </pc:spChg>
        <pc:spChg chg="del mod">
          <ac:chgData name="Ryan Vetter" userId="4e0f799b-9dd2-4ed1-b88a-f6f813994f91" providerId="ADAL" clId="{26441386-ED72-49CA-87F1-9CA9DFAB74A1}" dt="2021-04-09T14:41:35.874" v="9903" actId="478"/>
          <ac:spMkLst>
            <pc:docMk/>
            <pc:sldMk cId="1353059238" sldId="5614"/>
            <ac:spMk id="8" creationId="{75519D4A-774D-414D-B8A8-0D4EB5641677}"/>
          </ac:spMkLst>
        </pc:spChg>
        <pc:spChg chg="add del mod">
          <ac:chgData name="Ryan Vetter" userId="4e0f799b-9dd2-4ed1-b88a-f6f813994f91" providerId="ADAL" clId="{26441386-ED72-49CA-87F1-9CA9DFAB74A1}" dt="2021-04-09T14:45:57.641" v="9966" actId="1036"/>
          <ac:spMkLst>
            <pc:docMk/>
            <pc:sldMk cId="1353059238" sldId="5614"/>
            <ac:spMk id="9" creationId="{048EA9D9-62CF-43E6-9F77-7B2A1DA05A55}"/>
          </ac:spMkLst>
        </pc:spChg>
        <pc:spChg chg="add del">
          <ac:chgData name="Ryan Vetter" userId="4e0f799b-9dd2-4ed1-b88a-f6f813994f91" providerId="ADAL" clId="{26441386-ED72-49CA-87F1-9CA9DFAB74A1}" dt="2021-04-09T14:43:41.964" v="9922" actId="478"/>
          <ac:spMkLst>
            <pc:docMk/>
            <pc:sldMk cId="1353059238" sldId="5614"/>
            <ac:spMk id="10" creationId="{BA9EFAB1-339D-42EF-82B6-D8FBEC15B6A9}"/>
          </ac:spMkLst>
        </pc:spChg>
        <pc:spChg chg="add del mod">
          <ac:chgData name="Ryan Vetter" userId="4e0f799b-9dd2-4ed1-b88a-f6f813994f91" providerId="ADAL" clId="{26441386-ED72-49CA-87F1-9CA9DFAB74A1}" dt="2021-04-08T13:03:51.540" v="3787" actId="478"/>
          <ac:spMkLst>
            <pc:docMk/>
            <pc:sldMk cId="1353059238" sldId="5614"/>
            <ac:spMk id="10" creationId="{C83AF5DA-5DAD-4950-A0AD-4AD289458AF7}"/>
          </ac:spMkLst>
        </pc:spChg>
        <pc:spChg chg="add del mod">
          <ac:chgData name="Ryan Vetter" userId="4e0f799b-9dd2-4ed1-b88a-f6f813994f91" providerId="ADAL" clId="{26441386-ED72-49CA-87F1-9CA9DFAB74A1}" dt="2021-04-08T13:04:31.286" v="3796" actId="478"/>
          <ac:spMkLst>
            <pc:docMk/>
            <pc:sldMk cId="1353059238" sldId="5614"/>
            <ac:spMk id="11" creationId="{D393D63D-2282-4DB5-9F24-A44695A33CAA}"/>
          </ac:spMkLst>
        </pc:spChg>
        <pc:spChg chg="add del mod">
          <ac:chgData name="Ryan Vetter" userId="4e0f799b-9dd2-4ed1-b88a-f6f813994f91" providerId="ADAL" clId="{26441386-ED72-49CA-87F1-9CA9DFAB74A1}" dt="2021-04-08T13:04:20.281" v="3793" actId="478"/>
          <ac:spMkLst>
            <pc:docMk/>
            <pc:sldMk cId="1353059238" sldId="5614"/>
            <ac:spMk id="12" creationId="{96269D4A-5FA1-4F60-9896-F62C1168A742}"/>
          </ac:spMkLst>
        </pc:spChg>
        <pc:spChg chg="add del mod">
          <ac:chgData name="Ryan Vetter" userId="4e0f799b-9dd2-4ed1-b88a-f6f813994f91" providerId="ADAL" clId="{26441386-ED72-49CA-87F1-9CA9DFAB74A1}" dt="2021-04-08T13:04:23.231" v="3794" actId="478"/>
          <ac:spMkLst>
            <pc:docMk/>
            <pc:sldMk cId="1353059238" sldId="5614"/>
            <ac:spMk id="13" creationId="{E2316ABF-0ABE-474F-8E8A-AFB834225A72}"/>
          </ac:spMkLst>
        </pc:spChg>
        <pc:spChg chg="add del mod">
          <ac:chgData name="Ryan Vetter" userId="4e0f799b-9dd2-4ed1-b88a-f6f813994f91" providerId="ADAL" clId="{26441386-ED72-49CA-87F1-9CA9DFAB74A1}" dt="2021-04-08T13:04:28.256" v="3795" actId="478"/>
          <ac:spMkLst>
            <pc:docMk/>
            <pc:sldMk cId="1353059238" sldId="5614"/>
            <ac:spMk id="14" creationId="{1C451568-013D-4C35-AA88-818EF4362998}"/>
          </ac:spMkLst>
        </pc:spChg>
        <pc:spChg chg="add del mod">
          <ac:chgData name="Ryan Vetter" userId="4e0f799b-9dd2-4ed1-b88a-f6f813994f91" providerId="ADAL" clId="{26441386-ED72-49CA-87F1-9CA9DFAB74A1}" dt="2021-04-08T13:04:11.833" v="3790" actId="478"/>
          <ac:spMkLst>
            <pc:docMk/>
            <pc:sldMk cId="1353059238" sldId="5614"/>
            <ac:spMk id="16" creationId="{04FAFCAF-E3F2-4D5E-BA11-4209DFADC184}"/>
          </ac:spMkLst>
        </pc:spChg>
        <pc:spChg chg="add del mod">
          <ac:chgData name="Ryan Vetter" userId="4e0f799b-9dd2-4ed1-b88a-f6f813994f91" providerId="ADAL" clId="{26441386-ED72-49CA-87F1-9CA9DFAB74A1}" dt="2021-04-09T14:41:34.683" v="9902" actId="478"/>
          <ac:spMkLst>
            <pc:docMk/>
            <pc:sldMk cId="1353059238" sldId="5614"/>
            <ac:spMk id="17" creationId="{7FED2470-28CD-4AFF-9BDB-09FA618CDF4C}"/>
          </ac:spMkLst>
        </pc:spChg>
        <pc:grpChg chg="add del mod">
          <ac:chgData name="Ryan Vetter" userId="4e0f799b-9dd2-4ed1-b88a-f6f813994f91" providerId="ADAL" clId="{26441386-ED72-49CA-87F1-9CA9DFAB74A1}" dt="2021-04-08T13:26:52.359" v="5108" actId="478"/>
          <ac:grpSpMkLst>
            <pc:docMk/>
            <pc:sldMk cId="1353059238" sldId="5614"/>
            <ac:grpSpMk id="18" creationId="{4B568E43-E773-48A3-A88D-3E874BC5FD12}"/>
          </ac:grpSpMkLst>
        </pc:grpChg>
        <pc:picChg chg="add del mod">
          <ac:chgData name="Ryan Vetter" userId="4e0f799b-9dd2-4ed1-b88a-f6f813994f91" providerId="ADAL" clId="{26441386-ED72-49CA-87F1-9CA9DFAB74A1}" dt="2021-04-09T14:44:28.746" v="9929" actId="478"/>
          <ac:picMkLst>
            <pc:docMk/>
            <pc:sldMk cId="1353059238" sldId="5614"/>
            <ac:picMk id="11" creationId="{657B426B-26B3-4FA2-9ACF-1DE2F6D74BF0}"/>
          </ac:picMkLst>
        </pc:picChg>
      </pc:sldChg>
      <pc:sldChg chg="addSp delSp modSp mod modNotesTx">
        <pc:chgData name="Ryan Vetter" userId="4e0f799b-9dd2-4ed1-b88a-f6f813994f91" providerId="ADAL" clId="{26441386-ED72-49CA-87F1-9CA9DFAB74A1}" dt="2021-04-08T18:05:14.874" v="7344" actId="20577"/>
        <pc:sldMkLst>
          <pc:docMk/>
          <pc:sldMk cId="2678786716" sldId="2142532606"/>
        </pc:sldMkLst>
        <pc:spChg chg="add del mod">
          <ac:chgData name="Ryan Vetter" userId="4e0f799b-9dd2-4ed1-b88a-f6f813994f91" providerId="ADAL" clId="{26441386-ED72-49CA-87F1-9CA9DFAB74A1}" dt="2021-03-16T02:59:54.353" v="15"/>
          <ac:spMkLst>
            <pc:docMk/>
            <pc:sldMk cId="2678786716" sldId="2142532606"/>
            <ac:spMk id="6" creationId="{0BD3F25E-5993-4EF8-9DEA-407A1DDA1D7A}"/>
          </ac:spMkLst>
        </pc:spChg>
        <pc:spChg chg="add del mod">
          <ac:chgData name="Ryan Vetter" userId="4e0f799b-9dd2-4ed1-b88a-f6f813994f91" providerId="ADAL" clId="{26441386-ED72-49CA-87F1-9CA9DFAB74A1}" dt="2021-03-16T02:59:54.353" v="15"/>
          <ac:spMkLst>
            <pc:docMk/>
            <pc:sldMk cId="2678786716" sldId="2142532606"/>
            <ac:spMk id="8" creationId="{A1646A87-C675-44AB-ADCB-B39A154A7E9F}"/>
          </ac:spMkLst>
        </pc:spChg>
        <pc:spChg chg="add del mod">
          <ac:chgData name="Ryan Vetter" userId="4e0f799b-9dd2-4ed1-b88a-f6f813994f91" providerId="ADAL" clId="{26441386-ED72-49CA-87F1-9CA9DFAB74A1}" dt="2021-03-16T02:59:54.353" v="15"/>
          <ac:spMkLst>
            <pc:docMk/>
            <pc:sldMk cId="2678786716" sldId="2142532606"/>
            <ac:spMk id="10" creationId="{356313D2-932F-46F0-BF4F-70B51E293015}"/>
          </ac:spMkLst>
        </pc:spChg>
        <pc:spChg chg="add del mod">
          <ac:chgData name="Ryan Vetter" userId="4e0f799b-9dd2-4ed1-b88a-f6f813994f91" providerId="ADAL" clId="{26441386-ED72-49CA-87F1-9CA9DFAB74A1}" dt="2021-03-16T02:59:54.353" v="15"/>
          <ac:spMkLst>
            <pc:docMk/>
            <pc:sldMk cId="2678786716" sldId="2142532606"/>
            <ac:spMk id="12" creationId="{B5BD455D-BE11-4E7F-9457-A260582564D8}"/>
          </ac:spMkLst>
        </pc:spChg>
        <pc:spChg chg="del mod">
          <ac:chgData name="Ryan Vetter" userId="4e0f799b-9dd2-4ed1-b88a-f6f813994f91" providerId="ADAL" clId="{26441386-ED72-49CA-87F1-9CA9DFAB74A1}" dt="2021-03-16T03:02:33.010" v="110"/>
          <ac:spMkLst>
            <pc:docMk/>
            <pc:sldMk cId="2678786716" sldId="2142532606"/>
            <ac:spMk id="13" creationId="{5F30DCD0-65B7-495C-90FE-E3881BD3A59B}"/>
          </ac:spMkLst>
        </pc:spChg>
        <pc:spChg chg="add del mod">
          <ac:chgData name="Ryan Vetter" userId="4e0f799b-9dd2-4ed1-b88a-f6f813994f91" providerId="ADAL" clId="{26441386-ED72-49CA-87F1-9CA9DFAB74A1}" dt="2021-03-16T02:59:54.353" v="15"/>
          <ac:spMkLst>
            <pc:docMk/>
            <pc:sldMk cId="2678786716" sldId="2142532606"/>
            <ac:spMk id="14" creationId="{00BF4DE0-9D62-4A38-8794-5DF66A78CCB4}"/>
          </ac:spMkLst>
        </pc:spChg>
        <pc:spChg chg="add del mod">
          <ac:chgData name="Ryan Vetter" userId="4e0f799b-9dd2-4ed1-b88a-f6f813994f91" providerId="ADAL" clId="{26441386-ED72-49CA-87F1-9CA9DFAB74A1}" dt="2021-03-16T02:59:54.353" v="15"/>
          <ac:spMkLst>
            <pc:docMk/>
            <pc:sldMk cId="2678786716" sldId="2142532606"/>
            <ac:spMk id="15" creationId="{51F9700D-6068-44AE-ADFA-763AFBCD7508}"/>
          </ac:spMkLst>
        </pc:spChg>
        <pc:spChg chg="add del mod">
          <ac:chgData name="Ryan Vetter" userId="4e0f799b-9dd2-4ed1-b88a-f6f813994f91" providerId="ADAL" clId="{26441386-ED72-49CA-87F1-9CA9DFAB74A1}" dt="2021-03-16T02:59:54.353" v="15"/>
          <ac:spMkLst>
            <pc:docMk/>
            <pc:sldMk cId="2678786716" sldId="2142532606"/>
            <ac:spMk id="16" creationId="{A4F583D5-032A-4B23-B9B7-AFABBB62C5E8}"/>
          </ac:spMkLst>
        </pc:spChg>
        <pc:spChg chg="add del mod">
          <ac:chgData name="Ryan Vetter" userId="4e0f799b-9dd2-4ed1-b88a-f6f813994f91" providerId="ADAL" clId="{26441386-ED72-49CA-87F1-9CA9DFAB74A1}" dt="2021-03-16T02:59:54.353" v="15"/>
          <ac:spMkLst>
            <pc:docMk/>
            <pc:sldMk cId="2678786716" sldId="2142532606"/>
            <ac:spMk id="17" creationId="{D752F94C-FCF6-43A9-8BE1-B55C0F36A8E5}"/>
          </ac:spMkLst>
        </pc:spChg>
        <pc:spChg chg="add del mod">
          <ac:chgData name="Ryan Vetter" userId="4e0f799b-9dd2-4ed1-b88a-f6f813994f91" providerId="ADAL" clId="{26441386-ED72-49CA-87F1-9CA9DFAB74A1}" dt="2021-03-16T02:59:54.353" v="15"/>
          <ac:spMkLst>
            <pc:docMk/>
            <pc:sldMk cId="2678786716" sldId="2142532606"/>
            <ac:spMk id="18" creationId="{4285B5AA-CF3A-4553-9ADB-D92FD87F8CEA}"/>
          </ac:spMkLst>
        </pc:spChg>
        <pc:spChg chg="add del mod">
          <ac:chgData name="Ryan Vetter" userId="4e0f799b-9dd2-4ed1-b88a-f6f813994f91" providerId="ADAL" clId="{26441386-ED72-49CA-87F1-9CA9DFAB74A1}" dt="2021-03-16T02:59:54.353" v="15"/>
          <ac:spMkLst>
            <pc:docMk/>
            <pc:sldMk cId="2678786716" sldId="2142532606"/>
            <ac:spMk id="19" creationId="{8CA7C101-36CD-4032-9BDC-5DEF7C8370F5}"/>
          </ac:spMkLst>
        </pc:spChg>
        <pc:spChg chg="add del mod">
          <ac:chgData name="Ryan Vetter" userId="4e0f799b-9dd2-4ed1-b88a-f6f813994f91" providerId="ADAL" clId="{26441386-ED72-49CA-87F1-9CA9DFAB74A1}" dt="2021-03-16T02:59:54.353" v="15"/>
          <ac:spMkLst>
            <pc:docMk/>
            <pc:sldMk cId="2678786716" sldId="2142532606"/>
            <ac:spMk id="20" creationId="{AE533ED6-1CF4-44AE-8701-E7405A11939F}"/>
          </ac:spMkLst>
        </pc:spChg>
        <pc:spChg chg="add del mod">
          <ac:chgData name="Ryan Vetter" userId="4e0f799b-9dd2-4ed1-b88a-f6f813994f91" providerId="ADAL" clId="{26441386-ED72-49CA-87F1-9CA9DFAB74A1}" dt="2021-03-16T02:59:54.353" v="15"/>
          <ac:spMkLst>
            <pc:docMk/>
            <pc:sldMk cId="2678786716" sldId="2142532606"/>
            <ac:spMk id="21" creationId="{34207074-F7CD-4E87-B6C1-48379862AACB}"/>
          </ac:spMkLst>
        </pc:spChg>
        <pc:spChg chg="add del mod">
          <ac:chgData name="Ryan Vetter" userId="4e0f799b-9dd2-4ed1-b88a-f6f813994f91" providerId="ADAL" clId="{26441386-ED72-49CA-87F1-9CA9DFAB74A1}" dt="2021-03-16T02:59:54.353" v="15"/>
          <ac:spMkLst>
            <pc:docMk/>
            <pc:sldMk cId="2678786716" sldId="2142532606"/>
            <ac:spMk id="22" creationId="{C7B6E4AF-4819-4073-87D1-CAD9D6D5CB58}"/>
          </ac:spMkLst>
        </pc:spChg>
        <pc:spChg chg="add del mod">
          <ac:chgData name="Ryan Vetter" userId="4e0f799b-9dd2-4ed1-b88a-f6f813994f91" providerId="ADAL" clId="{26441386-ED72-49CA-87F1-9CA9DFAB74A1}" dt="2021-03-16T02:59:54.353" v="15"/>
          <ac:spMkLst>
            <pc:docMk/>
            <pc:sldMk cId="2678786716" sldId="2142532606"/>
            <ac:spMk id="23" creationId="{A045F9A4-F9ED-4B32-BF43-75BDD6A229BB}"/>
          </ac:spMkLst>
        </pc:spChg>
        <pc:spChg chg="add del mod">
          <ac:chgData name="Ryan Vetter" userId="4e0f799b-9dd2-4ed1-b88a-f6f813994f91" providerId="ADAL" clId="{26441386-ED72-49CA-87F1-9CA9DFAB74A1}" dt="2021-03-16T02:59:54.353" v="15"/>
          <ac:spMkLst>
            <pc:docMk/>
            <pc:sldMk cId="2678786716" sldId="2142532606"/>
            <ac:spMk id="24" creationId="{95A78820-6B6A-4F22-89D2-34DEA7C1038F}"/>
          </ac:spMkLst>
        </pc:spChg>
        <pc:spChg chg="add del mod">
          <ac:chgData name="Ryan Vetter" userId="4e0f799b-9dd2-4ed1-b88a-f6f813994f91" providerId="ADAL" clId="{26441386-ED72-49CA-87F1-9CA9DFAB74A1}" dt="2021-03-16T02:59:54.353" v="15"/>
          <ac:spMkLst>
            <pc:docMk/>
            <pc:sldMk cId="2678786716" sldId="2142532606"/>
            <ac:spMk id="25" creationId="{85631856-27D7-4032-8901-2A4E933129E3}"/>
          </ac:spMkLst>
        </pc:spChg>
        <pc:spChg chg="add del mod">
          <ac:chgData name="Ryan Vetter" userId="4e0f799b-9dd2-4ed1-b88a-f6f813994f91" providerId="ADAL" clId="{26441386-ED72-49CA-87F1-9CA9DFAB74A1}" dt="2021-03-16T02:59:54.353" v="15"/>
          <ac:spMkLst>
            <pc:docMk/>
            <pc:sldMk cId="2678786716" sldId="2142532606"/>
            <ac:spMk id="26" creationId="{4E1C6659-E3DB-45BA-960E-A74E349651B4}"/>
          </ac:spMkLst>
        </pc:spChg>
        <pc:spChg chg="add del mod">
          <ac:chgData name="Ryan Vetter" userId="4e0f799b-9dd2-4ed1-b88a-f6f813994f91" providerId="ADAL" clId="{26441386-ED72-49CA-87F1-9CA9DFAB74A1}" dt="2021-03-16T02:59:54.353" v="15"/>
          <ac:spMkLst>
            <pc:docMk/>
            <pc:sldMk cId="2678786716" sldId="2142532606"/>
            <ac:spMk id="27" creationId="{7A203E6A-B98B-4BFE-8083-83D9AC3BC2AB}"/>
          </ac:spMkLst>
        </pc:spChg>
        <pc:spChg chg="add del mod">
          <ac:chgData name="Ryan Vetter" userId="4e0f799b-9dd2-4ed1-b88a-f6f813994f91" providerId="ADAL" clId="{26441386-ED72-49CA-87F1-9CA9DFAB74A1}" dt="2021-03-16T02:59:54.353" v="15"/>
          <ac:spMkLst>
            <pc:docMk/>
            <pc:sldMk cId="2678786716" sldId="2142532606"/>
            <ac:spMk id="28" creationId="{2405950E-0500-4F04-92CD-B3CDF3E4BBF6}"/>
          </ac:spMkLst>
        </pc:spChg>
        <pc:spChg chg="add del mod">
          <ac:chgData name="Ryan Vetter" userId="4e0f799b-9dd2-4ed1-b88a-f6f813994f91" providerId="ADAL" clId="{26441386-ED72-49CA-87F1-9CA9DFAB74A1}" dt="2021-03-16T02:59:54.353" v="15"/>
          <ac:spMkLst>
            <pc:docMk/>
            <pc:sldMk cId="2678786716" sldId="2142532606"/>
            <ac:spMk id="29" creationId="{A3ECEB93-9954-42FA-A75E-C88C2D7BBD6D}"/>
          </ac:spMkLst>
        </pc:spChg>
        <pc:spChg chg="add del mod">
          <ac:chgData name="Ryan Vetter" userId="4e0f799b-9dd2-4ed1-b88a-f6f813994f91" providerId="ADAL" clId="{26441386-ED72-49CA-87F1-9CA9DFAB74A1}" dt="2021-03-16T02:59:54.353" v="15"/>
          <ac:spMkLst>
            <pc:docMk/>
            <pc:sldMk cId="2678786716" sldId="2142532606"/>
            <ac:spMk id="30" creationId="{5FC148E6-BC71-4A54-9724-9961050A8AEC}"/>
          </ac:spMkLst>
        </pc:spChg>
        <pc:spChg chg="add del mod">
          <ac:chgData name="Ryan Vetter" userId="4e0f799b-9dd2-4ed1-b88a-f6f813994f91" providerId="ADAL" clId="{26441386-ED72-49CA-87F1-9CA9DFAB74A1}" dt="2021-03-16T02:59:54.353" v="15"/>
          <ac:spMkLst>
            <pc:docMk/>
            <pc:sldMk cId="2678786716" sldId="2142532606"/>
            <ac:spMk id="31" creationId="{E8795319-E73A-4727-82B1-1F8D5A728554}"/>
          </ac:spMkLst>
        </pc:spChg>
        <pc:spChg chg="add del mod">
          <ac:chgData name="Ryan Vetter" userId="4e0f799b-9dd2-4ed1-b88a-f6f813994f91" providerId="ADAL" clId="{26441386-ED72-49CA-87F1-9CA9DFAB74A1}" dt="2021-03-16T02:59:54.353" v="15"/>
          <ac:spMkLst>
            <pc:docMk/>
            <pc:sldMk cId="2678786716" sldId="2142532606"/>
            <ac:spMk id="32" creationId="{1155288E-F1F2-44AB-A3A1-96EE96666BA9}"/>
          </ac:spMkLst>
        </pc:spChg>
        <pc:spChg chg="add del mod">
          <ac:chgData name="Ryan Vetter" userId="4e0f799b-9dd2-4ed1-b88a-f6f813994f91" providerId="ADAL" clId="{26441386-ED72-49CA-87F1-9CA9DFAB74A1}" dt="2021-03-16T02:59:54.353" v="15"/>
          <ac:spMkLst>
            <pc:docMk/>
            <pc:sldMk cId="2678786716" sldId="2142532606"/>
            <ac:spMk id="33" creationId="{DDE1361D-7A33-4F9B-84A7-53E4DA30FDD4}"/>
          </ac:spMkLst>
        </pc:spChg>
        <pc:spChg chg="add del mod">
          <ac:chgData name="Ryan Vetter" userId="4e0f799b-9dd2-4ed1-b88a-f6f813994f91" providerId="ADAL" clId="{26441386-ED72-49CA-87F1-9CA9DFAB74A1}" dt="2021-03-16T02:59:54.353" v="15"/>
          <ac:spMkLst>
            <pc:docMk/>
            <pc:sldMk cId="2678786716" sldId="2142532606"/>
            <ac:spMk id="34" creationId="{6FD2E7F8-9C8A-4FCD-AB59-4D51CC08F08B}"/>
          </ac:spMkLst>
        </pc:spChg>
        <pc:spChg chg="add del mod">
          <ac:chgData name="Ryan Vetter" userId="4e0f799b-9dd2-4ed1-b88a-f6f813994f91" providerId="ADAL" clId="{26441386-ED72-49CA-87F1-9CA9DFAB74A1}" dt="2021-03-16T02:59:54.353" v="15"/>
          <ac:spMkLst>
            <pc:docMk/>
            <pc:sldMk cId="2678786716" sldId="2142532606"/>
            <ac:spMk id="35" creationId="{1410CA3D-4DC3-42C3-8AB1-CD111A44A8B4}"/>
          </ac:spMkLst>
        </pc:spChg>
        <pc:spChg chg="add del mod">
          <ac:chgData name="Ryan Vetter" userId="4e0f799b-9dd2-4ed1-b88a-f6f813994f91" providerId="ADAL" clId="{26441386-ED72-49CA-87F1-9CA9DFAB74A1}" dt="2021-03-16T02:59:54.353" v="15"/>
          <ac:spMkLst>
            <pc:docMk/>
            <pc:sldMk cId="2678786716" sldId="2142532606"/>
            <ac:spMk id="36" creationId="{11C8BF98-F628-4EF1-A407-099C8B223D50}"/>
          </ac:spMkLst>
        </pc:spChg>
        <pc:spChg chg="add del mod">
          <ac:chgData name="Ryan Vetter" userId="4e0f799b-9dd2-4ed1-b88a-f6f813994f91" providerId="ADAL" clId="{26441386-ED72-49CA-87F1-9CA9DFAB74A1}" dt="2021-03-16T02:59:54.353" v="15"/>
          <ac:spMkLst>
            <pc:docMk/>
            <pc:sldMk cId="2678786716" sldId="2142532606"/>
            <ac:spMk id="37" creationId="{719468D1-638A-4C1C-8CD2-58E0FDEF8099}"/>
          </ac:spMkLst>
        </pc:spChg>
        <pc:spChg chg="add del mod">
          <ac:chgData name="Ryan Vetter" userId="4e0f799b-9dd2-4ed1-b88a-f6f813994f91" providerId="ADAL" clId="{26441386-ED72-49CA-87F1-9CA9DFAB74A1}" dt="2021-03-16T02:59:54.353" v="15"/>
          <ac:spMkLst>
            <pc:docMk/>
            <pc:sldMk cId="2678786716" sldId="2142532606"/>
            <ac:spMk id="38" creationId="{4CB39FA0-3997-49DF-81BD-648DAA04F4F7}"/>
          </ac:spMkLst>
        </pc:spChg>
        <pc:spChg chg="add del mod">
          <ac:chgData name="Ryan Vetter" userId="4e0f799b-9dd2-4ed1-b88a-f6f813994f91" providerId="ADAL" clId="{26441386-ED72-49CA-87F1-9CA9DFAB74A1}" dt="2021-03-16T02:59:54.353" v="15"/>
          <ac:spMkLst>
            <pc:docMk/>
            <pc:sldMk cId="2678786716" sldId="2142532606"/>
            <ac:spMk id="39" creationId="{5ACAC141-AAEF-4199-8DDF-FC2B54DB7767}"/>
          </ac:spMkLst>
        </pc:spChg>
        <pc:spChg chg="add del mod">
          <ac:chgData name="Ryan Vetter" userId="4e0f799b-9dd2-4ed1-b88a-f6f813994f91" providerId="ADAL" clId="{26441386-ED72-49CA-87F1-9CA9DFAB74A1}" dt="2021-03-16T02:59:54.353" v="15"/>
          <ac:spMkLst>
            <pc:docMk/>
            <pc:sldMk cId="2678786716" sldId="2142532606"/>
            <ac:spMk id="97" creationId="{50DF106E-AEA3-4484-B85C-2344BE60F487}"/>
          </ac:spMkLst>
        </pc:spChg>
        <pc:spChg chg="add del mod">
          <ac:chgData name="Ryan Vetter" userId="4e0f799b-9dd2-4ed1-b88a-f6f813994f91" providerId="ADAL" clId="{26441386-ED72-49CA-87F1-9CA9DFAB74A1}" dt="2021-03-16T02:59:54.353" v="15"/>
          <ac:spMkLst>
            <pc:docMk/>
            <pc:sldMk cId="2678786716" sldId="2142532606"/>
            <ac:spMk id="98" creationId="{B9B4BEBF-4C50-44F7-802F-57BF6987A6AD}"/>
          </ac:spMkLst>
        </pc:spChg>
        <pc:spChg chg="add del mod">
          <ac:chgData name="Ryan Vetter" userId="4e0f799b-9dd2-4ed1-b88a-f6f813994f91" providerId="ADAL" clId="{26441386-ED72-49CA-87F1-9CA9DFAB74A1}" dt="2021-03-16T02:59:54.353" v="15"/>
          <ac:spMkLst>
            <pc:docMk/>
            <pc:sldMk cId="2678786716" sldId="2142532606"/>
            <ac:spMk id="99" creationId="{13490459-0E81-4331-864E-928BC4EB490E}"/>
          </ac:spMkLst>
        </pc:spChg>
        <pc:spChg chg="add del mod">
          <ac:chgData name="Ryan Vetter" userId="4e0f799b-9dd2-4ed1-b88a-f6f813994f91" providerId="ADAL" clId="{26441386-ED72-49CA-87F1-9CA9DFAB74A1}" dt="2021-03-16T02:59:54.353" v="15"/>
          <ac:spMkLst>
            <pc:docMk/>
            <pc:sldMk cId="2678786716" sldId="2142532606"/>
            <ac:spMk id="100" creationId="{6856506F-A0BE-4233-B7B1-E27F0DD287E8}"/>
          </ac:spMkLst>
        </pc:spChg>
        <pc:spChg chg="add del mod">
          <ac:chgData name="Ryan Vetter" userId="4e0f799b-9dd2-4ed1-b88a-f6f813994f91" providerId="ADAL" clId="{26441386-ED72-49CA-87F1-9CA9DFAB74A1}" dt="2021-03-16T02:59:54.353" v="15"/>
          <ac:spMkLst>
            <pc:docMk/>
            <pc:sldMk cId="2678786716" sldId="2142532606"/>
            <ac:spMk id="101" creationId="{0C26AB53-F2A0-4BDC-86C1-A041E0F1CEB1}"/>
          </ac:spMkLst>
        </pc:spChg>
        <pc:spChg chg="add del mod">
          <ac:chgData name="Ryan Vetter" userId="4e0f799b-9dd2-4ed1-b88a-f6f813994f91" providerId="ADAL" clId="{26441386-ED72-49CA-87F1-9CA9DFAB74A1}" dt="2021-03-16T02:59:54.353" v="15"/>
          <ac:spMkLst>
            <pc:docMk/>
            <pc:sldMk cId="2678786716" sldId="2142532606"/>
            <ac:spMk id="102" creationId="{0B0EF482-CCF9-40C3-8134-352FCF3DEBB9}"/>
          </ac:spMkLst>
        </pc:spChg>
        <pc:spChg chg="add del mod">
          <ac:chgData name="Ryan Vetter" userId="4e0f799b-9dd2-4ed1-b88a-f6f813994f91" providerId="ADAL" clId="{26441386-ED72-49CA-87F1-9CA9DFAB74A1}" dt="2021-03-16T02:59:54.353" v="15"/>
          <ac:spMkLst>
            <pc:docMk/>
            <pc:sldMk cId="2678786716" sldId="2142532606"/>
            <ac:spMk id="103" creationId="{E28CDD23-47A5-4404-B6A9-1F0CCAECEB96}"/>
          </ac:spMkLst>
        </pc:spChg>
        <pc:spChg chg="add del mod">
          <ac:chgData name="Ryan Vetter" userId="4e0f799b-9dd2-4ed1-b88a-f6f813994f91" providerId="ADAL" clId="{26441386-ED72-49CA-87F1-9CA9DFAB74A1}" dt="2021-03-16T02:59:54.353" v="15"/>
          <ac:spMkLst>
            <pc:docMk/>
            <pc:sldMk cId="2678786716" sldId="2142532606"/>
            <ac:spMk id="104" creationId="{1AEAEF75-EB1A-4E5D-88F3-133F9C688E39}"/>
          </ac:spMkLst>
        </pc:spChg>
        <pc:spChg chg="add del mod">
          <ac:chgData name="Ryan Vetter" userId="4e0f799b-9dd2-4ed1-b88a-f6f813994f91" providerId="ADAL" clId="{26441386-ED72-49CA-87F1-9CA9DFAB74A1}" dt="2021-03-16T02:59:54.353" v="15"/>
          <ac:spMkLst>
            <pc:docMk/>
            <pc:sldMk cId="2678786716" sldId="2142532606"/>
            <ac:spMk id="105" creationId="{58443811-EC95-4863-930D-8B452E719AB8}"/>
          </ac:spMkLst>
        </pc:spChg>
        <pc:spChg chg="add del mod">
          <ac:chgData name="Ryan Vetter" userId="4e0f799b-9dd2-4ed1-b88a-f6f813994f91" providerId="ADAL" clId="{26441386-ED72-49CA-87F1-9CA9DFAB74A1}" dt="2021-03-16T02:59:54.353" v="15"/>
          <ac:spMkLst>
            <pc:docMk/>
            <pc:sldMk cId="2678786716" sldId="2142532606"/>
            <ac:spMk id="106" creationId="{68D8A8B3-C5D9-49EC-AF17-9E172D81BC47}"/>
          </ac:spMkLst>
        </pc:spChg>
        <pc:spChg chg="add del mod">
          <ac:chgData name="Ryan Vetter" userId="4e0f799b-9dd2-4ed1-b88a-f6f813994f91" providerId="ADAL" clId="{26441386-ED72-49CA-87F1-9CA9DFAB74A1}" dt="2021-03-16T02:59:54.353" v="15"/>
          <ac:spMkLst>
            <pc:docMk/>
            <pc:sldMk cId="2678786716" sldId="2142532606"/>
            <ac:spMk id="107" creationId="{5B5B5E13-70DE-4EB5-B8FE-314843B687FC}"/>
          </ac:spMkLst>
        </pc:spChg>
        <pc:spChg chg="add del mod">
          <ac:chgData name="Ryan Vetter" userId="4e0f799b-9dd2-4ed1-b88a-f6f813994f91" providerId="ADAL" clId="{26441386-ED72-49CA-87F1-9CA9DFAB74A1}" dt="2021-03-16T02:59:54.353" v="15"/>
          <ac:spMkLst>
            <pc:docMk/>
            <pc:sldMk cId="2678786716" sldId="2142532606"/>
            <ac:spMk id="108" creationId="{88114BAE-9EA8-487D-87A0-6C808A7A76E3}"/>
          </ac:spMkLst>
        </pc:spChg>
        <pc:spChg chg="add del mod">
          <ac:chgData name="Ryan Vetter" userId="4e0f799b-9dd2-4ed1-b88a-f6f813994f91" providerId="ADAL" clId="{26441386-ED72-49CA-87F1-9CA9DFAB74A1}" dt="2021-03-16T02:59:54.353" v="15"/>
          <ac:spMkLst>
            <pc:docMk/>
            <pc:sldMk cId="2678786716" sldId="2142532606"/>
            <ac:spMk id="109" creationId="{0BC55B4B-BE86-4C2C-81AB-9A3FD8EA5086}"/>
          </ac:spMkLst>
        </pc:spChg>
        <pc:spChg chg="add del mod">
          <ac:chgData name="Ryan Vetter" userId="4e0f799b-9dd2-4ed1-b88a-f6f813994f91" providerId="ADAL" clId="{26441386-ED72-49CA-87F1-9CA9DFAB74A1}" dt="2021-03-16T02:59:54.353" v="15"/>
          <ac:spMkLst>
            <pc:docMk/>
            <pc:sldMk cId="2678786716" sldId="2142532606"/>
            <ac:spMk id="110" creationId="{D2119E68-5CFE-4C8F-B1D6-2E22ABADBDB6}"/>
          </ac:spMkLst>
        </pc:spChg>
        <pc:spChg chg="add del mod">
          <ac:chgData name="Ryan Vetter" userId="4e0f799b-9dd2-4ed1-b88a-f6f813994f91" providerId="ADAL" clId="{26441386-ED72-49CA-87F1-9CA9DFAB74A1}" dt="2021-03-16T02:59:54.353" v="15"/>
          <ac:spMkLst>
            <pc:docMk/>
            <pc:sldMk cId="2678786716" sldId="2142532606"/>
            <ac:spMk id="111" creationId="{1C688E3D-8546-4472-BA23-843FEEE7D3E3}"/>
          </ac:spMkLst>
        </pc:spChg>
        <pc:spChg chg="add del mod">
          <ac:chgData name="Ryan Vetter" userId="4e0f799b-9dd2-4ed1-b88a-f6f813994f91" providerId="ADAL" clId="{26441386-ED72-49CA-87F1-9CA9DFAB74A1}" dt="2021-03-16T02:59:54.353" v="15"/>
          <ac:spMkLst>
            <pc:docMk/>
            <pc:sldMk cId="2678786716" sldId="2142532606"/>
            <ac:spMk id="112" creationId="{4AFFB769-DE4B-4EDE-B41E-F07BC40068A5}"/>
          </ac:spMkLst>
        </pc:spChg>
        <pc:spChg chg="add del mod">
          <ac:chgData name="Ryan Vetter" userId="4e0f799b-9dd2-4ed1-b88a-f6f813994f91" providerId="ADAL" clId="{26441386-ED72-49CA-87F1-9CA9DFAB74A1}" dt="2021-03-16T02:59:54.353" v="15"/>
          <ac:spMkLst>
            <pc:docMk/>
            <pc:sldMk cId="2678786716" sldId="2142532606"/>
            <ac:spMk id="113" creationId="{1FFDAD4D-EBC7-4083-95BE-378CD559D70A}"/>
          </ac:spMkLst>
        </pc:spChg>
        <pc:spChg chg="add del mod">
          <ac:chgData name="Ryan Vetter" userId="4e0f799b-9dd2-4ed1-b88a-f6f813994f91" providerId="ADAL" clId="{26441386-ED72-49CA-87F1-9CA9DFAB74A1}" dt="2021-03-16T02:59:54.353" v="15"/>
          <ac:spMkLst>
            <pc:docMk/>
            <pc:sldMk cId="2678786716" sldId="2142532606"/>
            <ac:spMk id="114" creationId="{1E1F6B26-E6AC-4ED3-A32B-D5D716F70E94}"/>
          </ac:spMkLst>
        </pc:spChg>
        <pc:spChg chg="add del mod">
          <ac:chgData name="Ryan Vetter" userId="4e0f799b-9dd2-4ed1-b88a-f6f813994f91" providerId="ADAL" clId="{26441386-ED72-49CA-87F1-9CA9DFAB74A1}" dt="2021-03-16T02:59:54.353" v="15"/>
          <ac:spMkLst>
            <pc:docMk/>
            <pc:sldMk cId="2678786716" sldId="2142532606"/>
            <ac:spMk id="115" creationId="{66E81CA8-7A19-4C09-8A15-C041EBE5621E}"/>
          </ac:spMkLst>
        </pc:spChg>
        <pc:spChg chg="add del mod">
          <ac:chgData name="Ryan Vetter" userId="4e0f799b-9dd2-4ed1-b88a-f6f813994f91" providerId="ADAL" clId="{26441386-ED72-49CA-87F1-9CA9DFAB74A1}" dt="2021-03-16T02:59:54.353" v="15"/>
          <ac:spMkLst>
            <pc:docMk/>
            <pc:sldMk cId="2678786716" sldId="2142532606"/>
            <ac:spMk id="116" creationId="{59E8B510-0FE4-4A22-80E5-7D69A9A06F74}"/>
          </ac:spMkLst>
        </pc:spChg>
        <pc:spChg chg="add del mod">
          <ac:chgData name="Ryan Vetter" userId="4e0f799b-9dd2-4ed1-b88a-f6f813994f91" providerId="ADAL" clId="{26441386-ED72-49CA-87F1-9CA9DFAB74A1}" dt="2021-03-16T02:59:54.353" v="15"/>
          <ac:spMkLst>
            <pc:docMk/>
            <pc:sldMk cId="2678786716" sldId="2142532606"/>
            <ac:spMk id="117" creationId="{B2613C80-617A-4CBF-805B-96DBA654E9FF}"/>
          </ac:spMkLst>
        </pc:spChg>
        <pc:spChg chg="add del mod">
          <ac:chgData name="Ryan Vetter" userId="4e0f799b-9dd2-4ed1-b88a-f6f813994f91" providerId="ADAL" clId="{26441386-ED72-49CA-87F1-9CA9DFAB74A1}" dt="2021-03-16T02:59:54.353" v="15"/>
          <ac:spMkLst>
            <pc:docMk/>
            <pc:sldMk cId="2678786716" sldId="2142532606"/>
            <ac:spMk id="118" creationId="{B7C15E47-FF01-4393-90C6-CF9B996F9162}"/>
          </ac:spMkLst>
        </pc:spChg>
        <pc:spChg chg="add del mod">
          <ac:chgData name="Ryan Vetter" userId="4e0f799b-9dd2-4ed1-b88a-f6f813994f91" providerId="ADAL" clId="{26441386-ED72-49CA-87F1-9CA9DFAB74A1}" dt="2021-03-16T02:59:54.353" v="15"/>
          <ac:spMkLst>
            <pc:docMk/>
            <pc:sldMk cId="2678786716" sldId="2142532606"/>
            <ac:spMk id="119" creationId="{E3ADCF9C-7B56-430C-9B0D-0EC74977A4E8}"/>
          </ac:spMkLst>
        </pc:spChg>
        <pc:spChg chg="add del mod">
          <ac:chgData name="Ryan Vetter" userId="4e0f799b-9dd2-4ed1-b88a-f6f813994f91" providerId="ADAL" clId="{26441386-ED72-49CA-87F1-9CA9DFAB74A1}" dt="2021-03-16T02:59:54.353" v="15"/>
          <ac:spMkLst>
            <pc:docMk/>
            <pc:sldMk cId="2678786716" sldId="2142532606"/>
            <ac:spMk id="124" creationId="{B800130E-668F-4115-8E8F-CB7680E361EA}"/>
          </ac:spMkLst>
        </pc:spChg>
        <pc:spChg chg="add del mod">
          <ac:chgData name="Ryan Vetter" userId="4e0f799b-9dd2-4ed1-b88a-f6f813994f91" providerId="ADAL" clId="{26441386-ED72-49CA-87F1-9CA9DFAB74A1}" dt="2021-03-16T02:59:54.353" v="15"/>
          <ac:spMkLst>
            <pc:docMk/>
            <pc:sldMk cId="2678786716" sldId="2142532606"/>
            <ac:spMk id="125" creationId="{C5F05976-8E83-4999-B91B-9CB06ACB4294}"/>
          </ac:spMkLst>
        </pc:spChg>
        <pc:spChg chg="add del mod">
          <ac:chgData name="Ryan Vetter" userId="4e0f799b-9dd2-4ed1-b88a-f6f813994f91" providerId="ADAL" clId="{26441386-ED72-49CA-87F1-9CA9DFAB74A1}" dt="2021-03-16T02:59:54.353" v="15"/>
          <ac:spMkLst>
            <pc:docMk/>
            <pc:sldMk cId="2678786716" sldId="2142532606"/>
            <ac:spMk id="126" creationId="{BE432AAC-5836-4431-9215-089AD2189900}"/>
          </ac:spMkLst>
        </pc:spChg>
        <pc:spChg chg="add del mod">
          <ac:chgData name="Ryan Vetter" userId="4e0f799b-9dd2-4ed1-b88a-f6f813994f91" providerId="ADAL" clId="{26441386-ED72-49CA-87F1-9CA9DFAB74A1}" dt="2021-03-16T02:59:54.353" v="15"/>
          <ac:spMkLst>
            <pc:docMk/>
            <pc:sldMk cId="2678786716" sldId="2142532606"/>
            <ac:spMk id="127" creationId="{49915614-F4E4-4DC2-994E-4598A1083B87}"/>
          </ac:spMkLst>
        </pc:spChg>
        <pc:spChg chg="add del mod">
          <ac:chgData name="Ryan Vetter" userId="4e0f799b-9dd2-4ed1-b88a-f6f813994f91" providerId="ADAL" clId="{26441386-ED72-49CA-87F1-9CA9DFAB74A1}" dt="2021-03-16T02:59:54.353" v="15"/>
          <ac:spMkLst>
            <pc:docMk/>
            <pc:sldMk cId="2678786716" sldId="2142532606"/>
            <ac:spMk id="128" creationId="{EA1CC332-AD3E-402D-B307-A43BB767B23D}"/>
          </ac:spMkLst>
        </pc:spChg>
        <pc:spChg chg="add del mod">
          <ac:chgData name="Ryan Vetter" userId="4e0f799b-9dd2-4ed1-b88a-f6f813994f91" providerId="ADAL" clId="{26441386-ED72-49CA-87F1-9CA9DFAB74A1}" dt="2021-03-16T02:59:54.353" v="15"/>
          <ac:spMkLst>
            <pc:docMk/>
            <pc:sldMk cId="2678786716" sldId="2142532606"/>
            <ac:spMk id="130" creationId="{59497C8C-FF76-4F7F-A67D-5D3ABB20382B}"/>
          </ac:spMkLst>
        </pc:spChg>
        <pc:spChg chg="add">
          <ac:chgData name="Ryan Vetter" userId="4e0f799b-9dd2-4ed1-b88a-f6f813994f91" providerId="ADAL" clId="{26441386-ED72-49CA-87F1-9CA9DFAB74A1}" dt="2021-03-16T12:15:38.580" v="160"/>
          <ac:spMkLst>
            <pc:docMk/>
            <pc:sldMk cId="2678786716" sldId="2142532606"/>
            <ac:spMk id="130" creationId="{CB2EEF7B-0065-4C2D-B66C-3159B8FE5EDF}"/>
          </ac:spMkLst>
        </pc:spChg>
        <pc:spChg chg="add del mod">
          <ac:chgData name="Ryan Vetter" userId="4e0f799b-9dd2-4ed1-b88a-f6f813994f91" providerId="ADAL" clId="{26441386-ED72-49CA-87F1-9CA9DFAB74A1}" dt="2021-03-16T02:59:54.353" v="15"/>
          <ac:spMkLst>
            <pc:docMk/>
            <pc:sldMk cId="2678786716" sldId="2142532606"/>
            <ac:spMk id="132" creationId="{B48C5132-708E-4314-BA16-2D281EA1E6F0}"/>
          </ac:spMkLst>
        </pc:spChg>
        <pc:spChg chg="add del mod">
          <ac:chgData name="Ryan Vetter" userId="4e0f799b-9dd2-4ed1-b88a-f6f813994f91" providerId="ADAL" clId="{26441386-ED72-49CA-87F1-9CA9DFAB74A1}" dt="2021-03-16T02:59:54.353" v="15"/>
          <ac:spMkLst>
            <pc:docMk/>
            <pc:sldMk cId="2678786716" sldId="2142532606"/>
            <ac:spMk id="133" creationId="{DFA07342-7E5F-4E9C-B7F3-2610DD121960}"/>
          </ac:spMkLst>
        </pc:spChg>
        <pc:spChg chg="add mod">
          <ac:chgData name="Ryan Vetter" userId="4e0f799b-9dd2-4ed1-b88a-f6f813994f91" providerId="ADAL" clId="{26441386-ED72-49CA-87F1-9CA9DFAB74A1}" dt="2021-03-16T12:15:46.935" v="167" actId="1036"/>
          <ac:spMkLst>
            <pc:docMk/>
            <pc:sldMk cId="2678786716" sldId="2142532606"/>
            <ac:spMk id="136" creationId="{0E8FD146-2633-4A6F-AC01-276EC6876368}"/>
          </ac:spMkLst>
        </pc:spChg>
        <pc:spChg chg="add mod">
          <ac:chgData name="Ryan Vetter" userId="4e0f799b-9dd2-4ed1-b88a-f6f813994f91" providerId="ADAL" clId="{26441386-ED72-49CA-87F1-9CA9DFAB74A1}" dt="2021-03-16T12:15:46.935" v="167" actId="1036"/>
          <ac:spMkLst>
            <pc:docMk/>
            <pc:sldMk cId="2678786716" sldId="2142532606"/>
            <ac:spMk id="137" creationId="{8772D4CA-9557-4A34-94D1-BE717495959A}"/>
          </ac:spMkLst>
        </pc:spChg>
        <pc:spChg chg="add mod">
          <ac:chgData name="Ryan Vetter" userId="4e0f799b-9dd2-4ed1-b88a-f6f813994f91" providerId="ADAL" clId="{26441386-ED72-49CA-87F1-9CA9DFAB74A1}" dt="2021-03-16T12:15:46.935" v="167" actId="1036"/>
          <ac:spMkLst>
            <pc:docMk/>
            <pc:sldMk cId="2678786716" sldId="2142532606"/>
            <ac:spMk id="138" creationId="{5E6F73F0-6128-40DA-A5CB-6707D81E1ABF}"/>
          </ac:spMkLst>
        </pc:spChg>
        <pc:spChg chg="add mod">
          <ac:chgData name="Ryan Vetter" userId="4e0f799b-9dd2-4ed1-b88a-f6f813994f91" providerId="ADAL" clId="{26441386-ED72-49CA-87F1-9CA9DFAB74A1}" dt="2021-03-16T12:15:46.935" v="167" actId="1036"/>
          <ac:spMkLst>
            <pc:docMk/>
            <pc:sldMk cId="2678786716" sldId="2142532606"/>
            <ac:spMk id="139" creationId="{7EABF5D1-910F-4466-A8E9-AE45AE6F64E3}"/>
          </ac:spMkLst>
        </pc:spChg>
        <pc:spChg chg="add mod">
          <ac:chgData name="Ryan Vetter" userId="4e0f799b-9dd2-4ed1-b88a-f6f813994f91" providerId="ADAL" clId="{26441386-ED72-49CA-87F1-9CA9DFAB74A1}" dt="2021-03-16T12:15:46.935" v="167" actId="1036"/>
          <ac:spMkLst>
            <pc:docMk/>
            <pc:sldMk cId="2678786716" sldId="2142532606"/>
            <ac:spMk id="140" creationId="{8CC9288E-777D-443A-93BD-419B7D7260FE}"/>
          </ac:spMkLst>
        </pc:spChg>
        <pc:spChg chg="add mod">
          <ac:chgData name="Ryan Vetter" userId="4e0f799b-9dd2-4ed1-b88a-f6f813994f91" providerId="ADAL" clId="{26441386-ED72-49CA-87F1-9CA9DFAB74A1}" dt="2021-03-16T12:15:46.935" v="167" actId="1036"/>
          <ac:spMkLst>
            <pc:docMk/>
            <pc:sldMk cId="2678786716" sldId="2142532606"/>
            <ac:spMk id="141" creationId="{1EFE1FA5-DCA1-49B3-97A0-80615B535120}"/>
          </ac:spMkLst>
        </pc:spChg>
        <pc:spChg chg="add mod">
          <ac:chgData name="Ryan Vetter" userId="4e0f799b-9dd2-4ed1-b88a-f6f813994f91" providerId="ADAL" clId="{26441386-ED72-49CA-87F1-9CA9DFAB74A1}" dt="2021-03-16T12:15:46.935" v="167" actId="1036"/>
          <ac:spMkLst>
            <pc:docMk/>
            <pc:sldMk cId="2678786716" sldId="2142532606"/>
            <ac:spMk id="142" creationId="{528999B2-5391-4C07-B422-D3E30F09DF43}"/>
          </ac:spMkLst>
        </pc:spChg>
        <pc:spChg chg="add mod">
          <ac:chgData name="Ryan Vetter" userId="4e0f799b-9dd2-4ed1-b88a-f6f813994f91" providerId="ADAL" clId="{26441386-ED72-49CA-87F1-9CA9DFAB74A1}" dt="2021-03-16T12:15:46.935" v="167" actId="1036"/>
          <ac:spMkLst>
            <pc:docMk/>
            <pc:sldMk cId="2678786716" sldId="2142532606"/>
            <ac:spMk id="143" creationId="{CB0A13BB-E219-42E3-9072-2A4835C3FBBE}"/>
          </ac:spMkLst>
        </pc:spChg>
        <pc:spChg chg="add mod">
          <ac:chgData name="Ryan Vetter" userId="4e0f799b-9dd2-4ed1-b88a-f6f813994f91" providerId="ADAL" clId="{26441386-ED72-49CA-87F1-9CA9DFAB74A1}" dt="2021-03-16T12:15:46.935" v="167" actId="1036"/>
          <ac:spMkLst>
            <pc:docMk/>
            <pc:sldMk cId="2678786716" sldId="2142532606"/>
            <ac:spMk id="144" creationId="{D6CF5C98-5E3C-43EA-BEBF-333A62050EA2}"/>
          </ac:spMkLst>
        </pc:spChg>
        <pc:spChg chg="add mod">
          <ac:chgData name="Ryan Vetter" userId="4e0f799b-9dd2-4ed1-b88a-f6f813994f91" providerId="ADAL" clId="{26441386-ED72-49CA-87F1-9CA9DFAB74A1}" dt="2021-03-16T12:15:46.935" v="167" actId="1036"/>
          <ac:spMkLst>
            <pc:docMk/>
            <pc:sldMk cId="2678786716" sldId="2142532606"/>
            <ac:spMk id="145" creationId="{8677C556-45D0-43A9-B750-471485F19455}"/>
          </ac:spMkLst>
        </pc:spChg>
        <pc:spChg chg="add mod">
          <ac:chgData name="Ryan Vetter" userId="4e0f799b-9dd2-4ed1-b88a-f6f813994f91" providerId="ADAL" clId="{26441386-ED72-49CA-87F1-9CA9DFAB74A1}" dt="2021-03-16T12:15:46.935" v="167" actId="1036"/>
          <ac:spMkLst>
            <pc:docMk/>
            <pc:sldMk cId="2678786716" sldId="2142532606"/>
            <ac:spMk id="146" creationId="{2690742A-8F20-4087-8D29-31C67346868B}"/>
          </ac:spMkLst>
        </pc:spChg>
        <pc:spChg chg="add mod">
          <ac:chgData name="Ryan Vetter" userId="4e0f799b-9dd2-4ed1-b88a-f6f813994f91" providerId="ADAL" clId="{26441386-ED72-49CA-87F1-9CA9DFAB74A1}" dt="2021-03-16T12:15:46.935" v="167" actId="1036"/>
          <ac:spMkLst>
            <pc:docMk/>
            <pc:sldMk cId="2678786716" sldId="2142532606"/>
            <ac:spMk id="147" creationId="{586BE0B3-0CC8-4C67-A670-54FA1877F5F0}"/>
          </ac:spMkLst>
        </pc:spChg>
        <pc:spChg chg="add mod">
          <ac:chgData name="Ryan Vetter" userId="4e0f799b-9dd2-4ed1-b88a-f6f813994f91" providerId="ADAL" clId="{26441386-ED72-49CA-87F1-9CA9DFAB74A1}" dt="2021-03-16T12:15:46.935" v="167" actId="1036"/>
          <ac:spMkLst>
            <pc:docMk/>
            <pc:sldMk cId="2678786716" sldId="2142532606"/>
            <ac:spMk id="148" creationId="{076468DA-3054-444E-A4AD-8BB752413CF7}"/>
          </ac:spMkLst>
        </pc:spChg>
        <pc:spChg chg="add mod">
          <ac:chgData name="Ryan Vetter" userId="4e0f799b-9dd2-4ed1-b88a-f6f813994f91" providerId="ADAL" clId="{26441386-ED72-49CA-87F1-9CA9DFAB74A1}" dt="2021-03-16T12:15:46.935" v="167" actId="1036"/>
          <ac:spMkLst>
            <pc:docMk/>
            <pc:sldMk cId="2678786716" sldId="2142532606"/>
            <ac:spMk id="149" creationId="{1D458764-A1BC-4CDC-B295-EC971D7F304A}"/>
          </ac:spMkLst>
        </pc:spChg>
        <pc:spChg chg="add mod">
          <ac:chgData name="Ryan Vetter" userId="4e0f799b-9dd2-4ed1-b88a-f6f813994f91" providerId="ADAL" clId="{26441386-ED72-49CA-87F1-9CA9DFAB74A1}" dt="2021-03-16T12:15:46.935" v="167" actId="1036"/>
          <ac:spMkLst>
            <pc:docMk/>
            <pc:sldMk cId="2678786716" sldId="2142532606"/>
            <ac:spMk id="150" creationId="{AF2833FD-CE43-497A-8282-5068F26DD4AE}"/>
          </ac:spMkLst>
        </pc:spChg>
        <pc:spChg chg="add mod">
          <ac:chgData name="Ryan Vetter" userId="4e0f799b-9dd2-4ed1-b88a-f6f813994f91" providerId="ADAL" clId="{26441386-ED72-49CA-87F1-9CA9DFAB74A1}" dt="2021-03-16T12:15:46.935" v="167" actId="1036"/>
          <ac:spMkLst>
            <pc:docMk/>
            <pc:sldMk cId="2678786716" sldId="2142532606"/>
            <ac:spMk id="151" creationId="{A902860B-B174-4D81-8223-3CC100ECCB8F}"/>
          </ac:spMkLst>
        </pc:spChg>
        <pc:spChg chg="add mod">
          <ac:chgData name="Ryan Vetter" userId="4e0f799b-9dd2-4ed1-b88a-f6f813994f91" providerId="ADAL" clId="{26441386-ED72-49CA-87F1-9CA9DFAB74A1}" dt="2021-03-16T12:15:46.935" v="167" actId="1036"/>
          <ac:spMkLst>
            <pc:docMk/>
            <pc:sldMk cId="2678786716" sldId="2142532606"/>
            <ac:spMk id="152" creationId="{8A8C7A5A-A02F-4978-96A3-4B738F1E97F4}"/>
          </ac:spMkLst>
        </pc:spChg>
        <pc:spChg chg="add mod">
          <ac:chgData name="Ryan Vetter" userId="4e0f799b-9dd2-4ed1-b88a-f6f813994f91" providerId="ADAL" clId="{26441386-ED72-49CA-87F1-9CA9DFAB74A1}" dt="2021-03-16T12:15:46.935" v="167" actId="1036"/>
          <ac:spMkLst>
            <pc:docMk/>
            <pc:sldMk cId="2678786716" sldId="2142532606"/>
            <ac:spMk id="153" creationId="{CDA997F9-8EE3-4A18-B235-2449841A31E4}"/>
          </ac:spMkLst>
        </pc:spChg>
        <pc:spChg chg="add mod">
          <ac:chgData name="Ryan Vetter" userId="4e0f799b-9dd2-4ed1-b88a-f6f813994f91" providerId="ADAL" clId="{26441386-ED72-49CA-87F1-9CA9DFAB74A1}" dt="2021-03-16T12:15:46.935" v="167" actId="1036"/>
          <ac:spMkLst>
            <pc:docMk/>
            <pc:sldMk cId="2678786716" sldId="2142532606"/>
            <ac:spMk id="154" creationId="{CF1C2817-60B9-4601-AF22-D6F918215A8B}"/>
          </ac:spMkLst>
        </pc:spChg>
        <pc:spChg chg="add mod">
          <ac:chgData name="Ryan Vetter" userId="4e0f799b-9dd2-4ed1-b88a-f6f813994f91" providerId="ADAL" clId="{26441386-ED72-49CA-87F1-9CA9DFAB74A1}" dt="2021-03-16T12:15:46.935" v="167" actId="1036"/>
          <ac:spMkLst>
            <pc:docMk/>
            <pc:sldMk cId="2678786716" sldId="2142532606"/>
            <ac:spMk id="155" creationId="{D62533CE-5EF6-402E-982C-9DE37630DEF8}"/>
          </ac:spMkLst>
        </pc:spChg>
        <pc:spChg chg="add mod">
          <ac:chgData name="Ryan Vetter" userId="4e0f799b-9dd2-4ed1-b88a-f6f813994f91" providerId="ADAL" clId="{26441386-ED72-49CA-87F1-9CA9DFAB74A1}" dt="2021-03-16T12:15:46.935" v="167" actId="1036"/>
          <ac:spMkLst>
            <pc:docMk/>
            <pc:sldMk cId="2678786716" sldId="2142532606"/>
            <ac:spMk id="156" creationId="{EB907296-577E-4C0B-8B7B-AA70689357B2}"/>
          </ac:spMkLst>
        </pc:spChg>
        <pc:spChg chg="add mod">
          <ac:chgData name="Ryan Vetter" userId="4e0f799b-9dd2-4ed1-b88a-f6f813994f91" providerId="ADAL" clId="{26441386-ED72-49CA-87F1-9CA9DFAB74A1}" dt="2021-03-16T12:15:46.935" v="167" actId="1036"/>
          <ac:spMkLst>
            <pc:docMk/>
            <pc:sldMk cId="2678786716" sldId="2142532606"/>
            <ac:spMk id="157" creationId="{C336830B-7CBE-42ED-A39E-5E8A87125B93}"/>
          </ac:spMkLst>
        </pc:spChg>
        <pc:spChg chg="add mod">
          <ac:chgData name="Ryan Vetter" userId="4e0f799b-9dd2-4ed1-b88a-f6f813994f91" providerId="ADAL" clId="{26441386-ED72-49CA-87F1-9CA9DFAB74A1}" dt="2021-03-16T12:15:46.935" v="167" actId="1036"/>
          <ac:spMkLst>
            <pc:docMk/>
            <pc:sldMk cId="2678786716" sldId="2142532606"/>
            <ac:spMk id="158" creationId="{BD941B6C-A08F-4376-8E0D-3AE4F2B2C12B}"/>
          </ac:spMkLst>
        </pc:spChg>
        <pc:spChg chg="add mod">
          <ac:chgData name="Ryan Vetter" userId="4e0f799b-9dd2-4ed1-b88a-f6f813994f91" providerId="ADAL" clId="{26441386-ED72-49CA-87F1-9CA9DFAB74A1}" dt="2021-03-16T12:15:46.935" v="167" actId="1036"/>
          <ac:spMkLst>
            <pc:docMk/>
            <pc:sldMk cId="2678786716" sldId="2142532606"/>
            <ac:spMk id="159" creationId="{7E51CE5B-3101-48A7-AD6C-68ED25731416}"/>
          </ac:spMkLst>
        </pc:spChg>
        <pc:spChg chg="add mod">
          <ac:chgData name="Ryan Vetter" userId="4e0f799b-9dd2-4ed1-b88a-f6f813994f91" providerId="ADAL" clId="{26441386-ED72-49CA-87F1-9CA9DFAB74A1}" dt="2021-03-16T12:15:46.935" v="167" actId="1036"/>
          <ac:spMkLst>
            <pc:docMk/>
            <pc:sldMk cId="2678786716" sldId="2142532606"/>
            <ac:spMk id="160" creationId="{8459725A-C8A9-4113-8C0E-FBC215BE47A8}"/>
          </ac:spMkLst>
        </pc:spChg>
        <pc:spChg chg="add mod">
          <ac:chgData name="Ryan Vetter" userId="4e0f799b-9dd2-4ed1-b88a-f6f813994f91" providerId="ADAL" clId="{26441386-ED72-49CA-87F1-9CA9DFAB74A1}" dt="2021-03-16T12:15:46.935" v="167" actId="1036"/>
          <ac:spMkLst>
            <pc:docMk/>
            <pc:sldMk cId="2678786716" sldId="2142532606"/>
            <ac:spMk id="161" creationId="{CDDEBFFC-097F-48D3-BB53-4DB85DA07DAF}"/>
          </ac:spMkLst>
        </pc:spChg>
        <pc:spChg chg="add mod">
          <ac:chgData name="Ryan Vetter" userId="4e0f799b-9dd2-4ed1-b88a-f6f813994f91" providerId="ADAL" clId="{26441386-ED72-49CA-87F1-9CA9DFAB74A1}" dt="2021-03-16T12:15:46.935" v="167" actId="1036"/>
          <ac:spMkLst>
            <pc:docMk/>
            <pc:sldMk cId="2678786716" sldId="2142532606"/>
            <ac:spMk id="162" creationId="{57C3E43C-124A-4E5E-811F-6719C1CE6FD9}"/>
          </ac:spMkLst>
        </pc:spChg>
        <pc:spChg chg="add mod">
          <ac:chgData name="Ryan Vetter" userId="4e0f799b-9dd2-4ed1-b88a-f6f813994f91" providerId="ADAL" clId="{26441386-ED72-49CA-87F1-9CA9DFAB74A1}" dt="2021-03-16T12:15:46.935" v="167" actId="1036"/>
          <ac:spMkLst>
            <pc:docMk/>
            <pc:sldMk cId="2678786716" sldId="2142532606"/>
            <ac:spMk id="163" creationId="{CE66E3F3-6655-4BA5-9CF2-AF1F6F0E4C87}"/>
          </ac:spMkLst>
        </pc:spChg>
        <pc:spChg chg="add mod">
          <ac:chgData name="Ryan Vetter" userId="4e0f799b-9dd2-4ed1-b88a-f6f813994f91" providerId="ADAL" clId="{26441386-ED72-49CA-87F1-9CA9DFAB74A1}" dt="2021-03-16T12:15:46.935" v="167" actId="1036"/>
          <ac:spMkLst>
            <pc:docMk/>
            <pc:sldMk cId="2678786716" sldId="2142532606"/>
            <ac:spMk id="164" creationId="{3A1A010C-326F-4141-855D-8C6240CA195E}"/>
          </ac:spMkLst>
        </pc:spChg>
        <pc:spChg chg="add mod">
          <ac:chgData name="Ryan Vetter" userId="4e0f799b-9dd2-4ed1-b88a-f6f813994f91" providerId="ADAL" clId="{26441386-ED72-49CA-87F1-9CA9DFAB74A1}" dt="2021-03-16T12:15:46.935" v="167" actId="1036"/>
          <ac:spMkLst>
            <pc:docMk/>
            <pc:sldMk cId="2678786716" sldId="2142532606"/>
            <ac:spMk id="222" creationId="{7ED6DDAF-EDA4-4D57-93E7-C846D651A6B4}"/>
          </ac:spMkLst>
        </pc:spChg>
        <pc:spChg chg="add mod">
          <ac:chgData name="Ryan Vetter" userId="4e0f799b-9dd2-4ed1-b88a-f6f813994f91" providerId="ADAL" clId="{26441386-ED72-49CA-87F1-9CA9DFAB74A1}" dt="2021-03-16T12:15:46.935" v="167" actId="1036"/>
          <ac:spMkLst>
            <pc:docMk/>
            <pc:sldMk cId="2678786716" sldId="2142532606"/>
            <ac:spMk id="223" creationId="{88AECD86-AA47-406B-B160-1379DA36862D}"/>
          </ac:spMkLst>
        </pc:spChg>
        <pc:spChg chg="add mod">
          <ac:chgData name="Ryan Vetter" userId="4e0f799b-9dd2-4ed1-b88a-f6f813994f91" providerId="ADAL" clId="{26441386-ED72-49CA-87F1-9CA9DFAB74A1}" dt="2021-03-16T12:15:46.935" v="167" actId="1036"/>
          <ac:spMkLst>
            <pc:docMk/>
            <pc:sldMk cId="2678786716" sldId="2142532606"/>
            <ac:spMk id="224" creationId="{615EC7CE-438C-4B25-91F4-562E62CAD78C}"/>
          </ac:spMkLst>
        </pc:spChg>
        <pc:spChg chg="add mod">
          <ac:chgData name="Ryan Vetter" userId="4e0f799b-9dd2-4ed1-b88a-f6f813994f91" providerId="ADAL" clId="{26441386-ED72-49CA-87F1-9CA9DFAB74A1}" dt="2021-03-16T12:15:46.935" v="167" actId="1036"/>
          <ac:spMkLst>
            <pc:docMk/>
            <pc:sldMk cId="2678786716" sldId="2142532606"/>
            <ac:spMk id="225" creationId="{DC1BF124-F0BF-47F2-8E9F-19C3E889C90E}"/>
          </ac:spMkLst>
        </pc:spChg>
        <pc:spChg chg="add mod">
          <ac:chgData name="Ryan Vetter" userId="4e0f799b-9dd2-4ed1-b88a-f6f813994f91" providerId="ADAL" clId="{26441386-ED72-49CA-87F1-9CA9DFAB74A1}" dt="2021-03-16T12:15:46.935" v="167" actId="1036"/>
          <ac:spMkLst>
            <pc:docMk/>
            <pc:sldMk cId="2678786716" sldId="2142532606"/>
            <ac:spMk id="226" creationId="{E2FCDADA-C7AA-4A44-B740-D5301D682B54}"/>
          </ac:spMkLst>
        </pc:spChg>
        <pc:spChg chg="add mod">
          <ac:chgData name="Ryan Vetter" userId="4e0f799b-9dd2-4ed1-b88a-f6f813994f91" providerId="ADAL" clId="{26441386-ED72-49CA-87F1-9CA9DFAB74A1}" dt="2021-03-16T12:15:46.935" v="167" actId="1036"/>
          <ac:spMkLst>
            <pc:docMk/>
            <pc:sldMk cId="2678786716" sldId="2142532606"/>
            <ac:spMk id="227" creationId="{90C07AEC-F51B-4B4F-A6F3-07812C421B87}"/>
          </ac:spMkLst>
        </pc:spChg>
        <pc:spChg chg="add mod">
          <ac:chgData name="Ryan Vetter" userId="4e0f799b-9dd2-4ed1-b88a-f6f813994f91" providerId="ADAL" clId="{26441386-ED72-49CA-87F1-9CA9DFAB74A1}" dt="2021-03-16T12:15:46.935" v="167" actId="1036"/>
          <ac:spMkLst>
            <pc:docMk/>
            <pc:sldMk cId="2678786716" sldId="2142532606"/>
            <ac:spMk id="228" creationId="{4DE57B3F-E793-4952-94BA-F9AC76DA46D7}"/>
          </ac:spMkLst>
        </pc:spChg>
        <pc:spChg chg="add mod">
          <ac:chgData name="Ryan Vetter" userId="4e0f799b-9dd2-4ed1-b88a-f6f813994f91" providerId="ADAL" clId="{26441386-ED72-49CA-87F1-9CA9DFAB74A1}" dt="2021-03-16T12:15:46.935" v="167" actId="1036"/>
          <ac:spMkLst>
            <pc:docMk/>
            <pc:sldMk cId="2678786716" sldId="2142532606"/>
            <ac:spMk id="229" creationId="{907E77A0-F21F-4899-A1A0-4D158ECAF89B}"/>
          </ac:spMkLst>
        </pc:spChg>
        <pc:spChg chg="add mod">
          <ac:chgData name="Ryan Vetter" userId="4e0f799b-9dd2-4ed1-b88a-f6f813994f91" providerId="ADAL" clId="{26441386-ED72-49CA-87F1-9CA9DFAB74A1}" dt="2021-03-16T12:15:46.935" v="167" actId="1036"/>
          <ac:spMkLst>
            <pc:docMk/>
            <pc:sldMk cId="2678786716" sldId="2142532606"/>
            <ac:spMk id="230" creationId="{74B04E55-9F00-4D5E-BA01-387C1F95007F}"/>
          </ac:spMkLst>
        </pc:spChg>
        <pc:spChg chg="add mod">
          <ac:chgData name="Ryan Vetter" userId="4e0f799b-9dd2-4ed1-b88a-f6f813994f91" providerId="ADAL" clId="{26441386-ED72-49CA-87F1-9CA9DFAB74A1}" dt="2021-03-16T12:15:46.935" v="167" actId="1036"/>
          <ac:spMkLst>
            <pc:docMk/>
            <pc:sldMk cId="2678786716" sldId="2142532606"/>
            <ac:spMk id="231" creationId="{35E319B1-E201-4FBC-A499-0C31F41C1C28}"/>
          </ac:spMkLst>
        </pc:spChg>
        <pc:spChg chg="add mod">
          <ac:chgData name="Ryan Vetter" userId="4e0f799b-9dd2-4ed1-b88a-f6f813994f91" providerId="ADAL" clId="{26441386-ED72-49CA-87F1-9CA9DFAB74A1}" dt="2021-03-16T12:15:46.935" v="167" actId="1036"/>
          <ac:spMkLst>
            <pc:docMk/>
            <pc:sldMk cId="2678786716" sldId="2142532606"/>
            <ac:spMk id="232" creationId="{56D6D932-994D-4D43-98C0-76D6885F25D0}"/>
          </ac:spMkLst>
        </pc:spChg>
        <pc:spChg chg="add mod">
          <ac:chgData name="Ryan Vetter" userId="4e0f799b-9dd2-4ed1-b88a-f6f813994f91" providerId="ADAL" clId="{26441386-ED72-49CA-87F1-9CA9DFAB74A1}" dt="2021-03-16T12:15:46.935" v="167" actId="1036"/>
          <ac:spMkLst>
            <pc:docMk/>
            <pc:sldMk cId="2678786716" sldId="2142532606"/>
            <ac:spMk id="233" creationId="{6D4E6299-1138-4CEB-98ED-23B34F4ADAC8}"/>
          </ac:spMkLst>
        </pc:spChg>
        <pc:spChg chg="add mod">
          <ac:chgData name="Ryan Vetter" userId="4e0f799b-9dd2-4ed1-b88a-f6f813994f91" providerId="ADAL" clId="{26441386-ED72-49CA-87F1-9CA9DFAB74A1}" dt="2021-03-16T12:15:46.935" v="167" actId="1036"/>
          <ac:spMkLst>
            <pc:docMk/>
            <pc:sldMk cId="2678786716" sldId="2142532606"/>
            <ac:spMk id="234" creationId="{C2F24441-99D4-4BAE-AE98-8FD790A37053}"/>
          </ac:spMkLst>
        </pc:spChg>
        <pc:spChg chg="add mod">
          <ac:chgData name="Ryan Vetter" userId="4e0f799b-9dd2-4ed1-b88a-f6f813994f91" providerId="ADAL" clId="{26441386-ED72-49CA-87F1-9CA9DFAB74A1}" dt="2021-03-16T12:15:46.935" v="167" actId="1036"/>
          <ac:spMkLst>
            <pc:docMk/>
            <pc:sldMk cId="2678786716" sldId="2142532606"/>
            <ac:spMk id="235" creationId="{08AC1149-C195-44EE-8351-70C9B735010E}"/>
          </ac:spMkLst>
        </pc:spChg>
        <pc:spChg chg="add mod">
          <ac:chgData name="Ryan Vetter" userId="4e0f799b-9dd2-4ed1-b88a-f6f813994f91" providerId="ADAL" clId="{26441386-ED72-49CA-87F1-9CA9DFAB74A1}" dt="2021-03-16T12:15:46.935" v="167" actId="1036"/>
          <ac:spMkLst>
            <pc:docMk/>
            <pc:sldMk cId="2678786716" sldId="2142532606"/>
            <ac:spMk id="236" creationId="{6057199C-2483-4976-A5E2-32A5D76D4656}"/>
          </ac:spMkLst>
        </pc:spChg>
        <pc:spChg chg="add mod">
          <ac:chgData name="Ryan Vetter" userId="4e0f799b-9dd2-4ed1-b88a-f6f813994f91" providerId="ADAL" clId="{26441386-ED72-49CA-87F1-9CA9DFAB74A1}" dt="2021-03-16T12:15:46.935" v="167" actId="1036"/>
          <ac:spMkLst>
            <pc:docMk/>
            <pc:sldMk cId="2678786716" sldId="2142532606"/>
            <ac:spMk id="237" creationId="{ABD7F493-C996-47CC-B6BB-AFCD56A7B978}"/>
          </ac:spMkLst>
        </pc:spChg>
        <pc:spChg chg="add mod">
          <ac:chgData name="Ryan Vetter" userId="4e0f799b-9dd2-4ed1-b88a-f6f813994f91" providerId="ADAL" clId="{26441386-ED72-49CA-87F1-9CA9DFAB74A1}" dt="2021-03-16T12:15:46.935" v="167" actId="1036"/>
          <ac:spMkLst>
            <pc:docMk/>
            <pc:sldMk cId="2678786716" sldId="2142532606"/>
            <ac:spMk id="238" creationId="{A255FB69-D192-40E1-9FD4-3B7564D535B5}"/>
          </ac:spMkLst>
        </pc:spChg>
        <pc:spChg chg="add mod">
          <ac:chgData name="Ryan Vetter" userId="4e0f799b-9dd2-4ed1-b88a-f6f813994f91" providerId="ADAL" clId="{26441386-ED72-49CA-87F1-9CA9DFAB74A1}" dt="2021-03-16T12:15:46.935" v="167" actId="1036"/>
          <ac:spMkLst>
            <pc:docMk/>
            <pc:sldMk cId="2678786716" sldId="2142532606"/>
            <ac:spMk id="239" creationId="{02B1EF1C-94A3-4E68-9CF6-37CEC604FDCF}"/>
          </ac:spMkLst>
        </pc:spChg>
        <pc:spChg chg="add mod">
          <ac:chgData name="Ryan Vetter" userId="4e0f799b-9dd2-4ed1-b88a-f6f813994f91" providerId="ADAL" clId="{26441386-ED72-49CA-87F1-9CA9DFAB74A1}" dt="2021-03-16T12:15:46.935" v="167" actId="1036"/>
          <ac:spMkLst>
            <pc:docMk/>
            <pc:sldMk cId="2678786716" sldId="2142532606"/>
            <ac:spMk id="240" creationId="{73940116-3A68-4466-8AAC-05D3B503B9C1}"/>
          </ac:spMkLst>
        </pc:spChg>
        <pc:spChg chg="add mod">
          <ac:chgData name="Ryan Vetter" userId="4e0f799b-9dd2-4ed1-b88a-f6f813994f91" providerId="ADAL" clId="{26441386-ED72-49CA-87F1-9CA9DFAB74A1}" dt="2021-03-16T12:15:46.935" v="167" actId="1036"/>
          <ac:spMkLst>
            <pc:docMk/>
            <pc:sldMk cId="2678786716" sldId="2142532606"/>
            <ac:spMk id="241" creationId="{A57C0C09-D0DC-44B8-A21A-7D4C1EF48848}"/>
          </ac:spMkLst>
        </pc:spChg>
        <pc:spChg chg="add mod">
          <ac:chgData name="Ryan Vetter" userId="4e0f799b-9dd2-4ed1-b88a-f6f813994f91" providerId="ADAL" clId="{26441386-ED72-49CA-87F1-9CA9DFAB74A1}" dt="2021-03-16T12:15:46.935" v="167" actId="1036"/>
          <ac:spMkLst>
            <pc:docMk/>
            <pc:sldMk cId="2678786716" sldId="2142532606"/>
            <ac:spMk id="242" creationId="{6EC8F43B-B681-44F5-83AF-1A71E503D7B0}"/>
          </ac:spMkLst>
        </pc:spChg>
        <pc:spChg chg="add mod">
          <ac:chgData name="Ryan Vetter" userId="4e0f799b-9dd2-4ed1-b88a-f6f813994f91" providerId="ADAL" clId="{26441386-ED72-49CA-87F1-9CA9DFAB74A1}" dt="2021-03-16T12:15:46.935" v="167" actId="1036"/>
          <ac:spMkLst>
            <pc:docMk/>
            <pc:sldMk cId="2678786716" sldId="2142532606"/>
            <ac:spMk id="243" creationId="{8B004525-F163-4A71-9E6D-52165D7B3CF3}"/>
          </ac:spMkLst>
        </pc:spChg>
        <pc:spChg chg="add mod">
          <ac:chgData name="Ryan Vetter" userId="4e0f799b-9dd2-4ed1-b88a-f6f813994f91" providerId="ADAL" clId="{26441386-ED72-49CA-87F1-9CA9DFAB74A1}" dt="2021-03-16T12:15:46.935" v="167" actId="1036"/>
          <ac:spMkLst>
            <pc:docMk/>
            <pc:sldMk cId="2678786716" sldId="2142532606"/>
            <ac:spMk id="244" creationId="{8D1F6896-C8E4-499A-B7E7-66FEDD062227}"/>
          </ac:spMkLst>
        </pc:spChg>
        <pc:spChg chg="add mod">
          <ac:chgData name="Ryan Vetter" userId="4e0f799b-9dd2-4ed1-b88a-f6f813994f91" providerId="ADAL" clId="{26441386-ED72-49CA-87F1-9CA9DFAB74A1}" dt="2021-03-16T12:15:46.935" v="167" actId="1036"/>
          <ac:spMkLst>
            <pc:docMk/>
            <pc:sldMk cId="2678786716" sldId="2142532606"/>
            <ac:spMk id="249" creationId="{9B02BF84-F218-474E-A927-4FB512F35B8B}"/>
          </ac:spMkLst>
        </pc:spChg>
        <pc:spChg chg="add mod">
          <ac:chgData name="Ryan Vetter" userId="4e0f799b-9dd2-4ed1-b88a-f6f813994f91" providerId="ADAL" clId="{26441386-ED72-49CA-87F1-9CA9DFAB74A1}" dt="2021-03-16T12:15:46.935" v="167" actId="1036"/>
          <ac:spMkLst>
            <pc:docMk/>
            <pc:sldMk cId="2678786716" sldId="2142532606"/>
            <ac:spMk id="250" creationId="{BCE9E8CB-608F-472B-B5E8-B2EFC231FD6C}"/>
          </ac:spMkLst>
        </pc:spChg>
        <pc:spChg chg="add mod">
          <ac:chgData name="Ryan Vetter" userId="4e0f799b-9dd2-4ed1-b88a-f6f813994f91" providerId="ADAL" clId="{26441386-ED72-49CA-87F1-9CA9DFAB74A1}" dt="2021-03-16T12:15:46.935" v="167" actId="1036"/>
          <ac:spMkLst>
            <pc:docMk/>
            <pc:sldMk cId="2678786716" sldId="2142532606"/>
            <ac:spMk id="251" creationId="{64561C83-E4CD-4CA9-B9C7-BB03A2AAC4F8}"/>
          </ac:spMkLst>
        </pc:spChg>
        <pc:spChg chg="add mod">
          <ac:chgData name="Ryan Vetter" userId="4e0f799b-9dd2-4ed1-b88a-f6f813994f91" providerId="ADAL" clId="{26441386-ED72-49CA-87F1-9CA9DFAB74A1}" dt="2021-04-08T18:05:14.874" v="7344" actId="20577"/>
          <ac:spMkLst>
            <pc:docMk/>
            <pc:sldMk cId="2678786716" sldId="2142532606"/>
            <ac:spMk id="252" creationId="{BC4C982E-9EA7-41A4-B44E-2981DE4B5D9A}"/>
          </ac:spMkLst>
        </pc:spChg>
        <pc:spChg chg="add mod">
          <ac:chgData name="Ryan Vetter" userId="4e0f799b-9dd2-4ed1-b88a-f6f813994f91" providerId="ADAL" clId="{26441386-ED72-49CA-87F1-9CA9DFAB74A1}" dt="2021-03-16T12:15:46.935" v="167" actId="1036"/>
          <ac:spMkLst>
            <pc:docMk/>
            <pc:sldMk cId="2678786716" sldId="2142532606"/>
            <ac:spMk id="253" creationId="{E84B96DC-19F9-483B-B028-3ABCD09E7138}"/>
          </ac:spMkLst>
        </pc:spChg>
        <pc:spChg chg="add mod">
          <ac:chgData name="Ryan Vetter" userId="4e0f799b-9dd2-4ed1-b88a-f6f813994f91" providerId="ADAL" clId="{26441386-ED72-49CA-87F1-9CA9DFAB74A1}" dt="2021-03-16T12:15:46.935" v="167" actId="1036"/>
          <ac:spMkLst>
            <pc:docMk/>
            <pc:sldMk cId="2678786716" sldId="2142532606"/>
            <ac:spMk id="254" creationId="{201248C5-6963-40F3-9C37-E3EBA0266CD9}"/>
          </ac:spMkLst>
        </pc:spChg>
        <pc:spChg chg="add mod">
          <ac:chgData name="Ryan Vetter" userId="4e0f799b-9dd2-4ed1-b88a-f6f813994f91" providerId="ADAL" clId="{26441386-ED72-49CA-87F1-9CA9DFAB74A1}" dt="2021-03-16T12:15:46.935" v="167" actId="1036"/>
          <ac:spMkLst>
            <pc:docMk/>
            <pc:sldMk cId="2678786716" sldId="2142532606"/>
            <ac:spMk id="256" creationId="{1F203C58-AFFB-4376-A0CC-3048E6D11871}"/>
          </ac:spMkLst>
        </pc:spChg>
        <pc:spChg chg="add mod">
          <ac:chgData name="Ryan Vetter" userId="4e0f799b-9dd2-4ed1-b88a-f6f813994f91" providerId="ADAL" clId="{26441386-ED72-49CA-87F1-9CA9DFAB74A1}" dt="2021-03-16T12:15:46.935" v="167" actId="1036"/>
          <ac:spMkLst>
            <pc:docMk/>
            <pc:sldMk cId="2678786716" sldId="2142532606"/>
            <ac:spMk id="258" creationId="{031C8751-5198-4CAC-8DC2-9B00E59932FB}"/>
          </ac:spMkLst>
        </pc:spChg>
        <pc:spChg chg="add mod">
          <ac:chgData name="Ryan Vetter" userId="4e0f799b-9dd2-4ed1-b88a-f6f813994f91" providerId="ADAL" clId="{26441386-ED72-49CA-87F1-9CA9DFAB74A1}" dt="2021-03-16T12:15:46.935" v="167" actId="1036"/>
          <ac:spMkLst>
            <pc:docMk/>
            <pc:sldMk cId="2678786716" sldId="2142532606"/>
            <ac:spMk id="259" creationId="{203D2D75-1F93-44E6-8920-894D26538512}"/>
          </ac:spMkLst>
        </pc:spChg>
        <pc:spChg chg="add del">
          <ac:chgData name="Ryan Vetter" userId="4e0f799b-9dd2-4ed1-b88a-f6f813994f91" providerId="ADAL" clId="{26441386-ED72-49CA-87F1-9CA9DFAB74A1}" dt="2021-03-16T03:00:23.790" v="26" actId="478"/>
          <ac:spMkLst>
            <pc:docMk/>
            <pc:sldMk cId="2678786716" sldId="2142532606"/>
            <ac:spMk id="262" creationId="{25897702-817F-430F-BD4A-E910B67191F7}"/>
          </ac:spMkLst>
        </pc:spChg>
        <pc:grpChg chg="add del mod">
          <ac:chgData name="Ryan Vetter" userId="4e0f799b-9dd2-4ed1-b88a-f6f813994f91" providerId="ADAL" clId="{26441386-ED72-49CA-87F1-9CA9DFAB74A1}" dt="2021-03-16T02:59:54.353" v="15"/>
          <ac:grpSpMkLst>
            <pc:docMk/>
            <pc:sldMk cId="2678786716" sldId="2142532606"/>
            <ac:grpSpMk id="40" creationId="{51AE248B-A8AF-4BC2-9231-4489BA64FA3A}"/>
          </ac:grpSpMkLst>
        </pc:grpChg>
        <pc:grpChg chg="add del mod">
          <ac:chgData name="Ryan Vetter" userId="4e0f799b-9dd2-4ed1-b88a-f6f813994f91" providerId="ADAL" clId="{26441386-ED72-49CA-87F1-9CA9DFAB74A1}" dt="2021-03-16T02:59:54.353" v="15"/>
          <ac:grpSpMkLst>
            <pc:docMk/>
            <pc:sldMk cId="2678786716" sldId="2142532606"/>
            <ac:grpSpMk id="45" creationId="{4DD86DFA-2739-4CD1-BA1B-363FE7D78B56}"/>
          </ac:grpSpMkLst>
        </pc:grpChg>
        <pc:grpChg chg="add del mod">
          <ac:chgData name="Ryan Vetter" userId="4e0f799b-9dd2-4ed1-b88a-f6f813994f91" providerId="ADAL" clId="{26441386-ED72-49CA-87F1-9CA9DFAB74A1}" dt="2021-03-16T02:59:54.353" v="15"/>
          <ac:grpSpMkLst>
            <pc:docMk/>
            <pc:sldMk cId="2678786716" sldId="2142532606"/>
            <ac:grpSpMk id="50" creationId="{0AA58FA1-75D2-425D-AA37-68F5FBF80C00}"/>
          </ac:grpSpMkLst>
        </pc:grpChg>
        <pc:grpChg chg="add del mod">
          <ac:chgData name="Ryan Vetter" userId="4e0f799b-9dd2-4ed1-b88a-f6f813994f91" providerId="ADAL" clId="{26441386-ED72-49CA-87F1-9CA9DFAB74A1}" dt="2021-03-16T02:59:54.353" v="15"/>
          <ac:grpSpMkLst>
            <pc:docMk/>
            <pc:sldMk cId="2678786716" sldId="2142532606"/>
            <ac:grpSpMk id="54" creationId="{0D39C246-848C-4A06-A0BC-3CDAC0A7FA7E}"/>
          </ac:grpSpMkLst>
        </pc:grpChg>
        <pc:grpChg chg="add del mod">
          <ac:chgData name="Ryan Vetter" userId="4e0f799b-9dd2-4ed1-b88a-f6f813994f91" providerId="ADAL" clId="{26441386-ED72-49CA-87F1-9CA9DFAB74A1}" dt="2021-03-16T02:59:54.353" v="15"/>
          <ac:grpSpMkLst>
            <pc:docMk/>
            <pc:sldMk cId="2678786716" sldId="2142532606"/>
            <ac:grpSpMk id="58" creationId="{51E20E5C-04AE-445C-AEF5-5C11D77EDB9D}"/>
          </ac:grpSpMkLst>
        </pc:grpChg>
        <pc:grpChg chg="add del mod">
          <ac:chgData name="Ryan Vetter" userId="4e0f799b-9dd2-4ed1-b88a-f6f813994f91" providerId="ADAL" clId="{26441386-ED72-49CA-87F1-9CA9DFAB74A1}" dt="2021-03-16T02:59:54.353" v="15"/>
          <ac:grpSpMkLst>
            <pc:docMk/>
            <pc:sldMk cId="2678786716" sldId="2142532606"/>
            <ac:grpSpMk id="63" creationId="{E01F78D6-7949-411F-B6BB-D5D64ACD5DF1}"/>
          </ac:grpSpMkLst>
        </pc:grpChg>
        <pc:grpChg chg="add del mod">
          <ac:chgData name="Ryan Vetter" userId="4e0f799b-9dd2-4ed1-b88a-f6f813994f91" providerId="ADAL" clId="{26441386-ED72-49CA-87F1-9CA9DFAB74A1}" dt="2021-03-16T02:59:54.353" v="15"/>
          <ac:grpSpMkLst>
            <pc:docMk/>
            <pc:sldMk cId="2678786716" sldId="2142532606"/>
            <ac:grpSpMk id="67" creationId="{BCC71A0B-6460-4DE6-927A-16C2F17886DE}"/>
          </ac:grpSpMkLst>
        </pc:grpChg>
        <pc:grpChg chg="add del mod">
          <ac:chgData name="Ryan Vetter" userId="4e0f799b-9dd2-4ed1-b88a-f6f813994f91" providerId="ADAL" clId="{26441386-ED72-49CA-87F1-9CA9DFAB74A1}" dt="2021-03-16T02:59:54.353" v="15"/>
          <ac:grpSpMkLst>
            <pc:docMk/>
            <pc:sldMk cId="2678786716" sldId="2142532606"/>
            <ac:grpSpMk id="72" creationId="{1BAF20B7-95BF-458C-8455-A1411A39E48A}"/>
          </ac:grpSpMkLst>
        </pc:grpChg>
        <pc:grpChg chg="add del mod">
          <ac:chgData name="Ryan Vetter" userId="4e0f799b-9dd2-4ed1-b88a-f6f813994f91" providerId="ADAL" clId="{26441386-ED72-49CA-87F1-9CA9DFAB74A1}" dt="2021-03-16T02:59:54.353" v="15"/>
          <ac:grpSpMkLst>
            <pc:docMk/>
            <pc:sldMk cId="2678786716" sldId="2142532606"/>
            <ac:grpSpMk id="77" creationId="{4263A0F7-3D4C-4D64-9756-7585743A641D}"/>
          </ac:grpSpMkLst>
        </pc:grpChg>
        <pc:grpChg chg="add del mod">
          <ac:chgData name="Ryan Vetter" userId="4e0f799b-9dd2-4ed1-b88a-f6f813994f91" providerId="ADAL" clId="{26441386-ED72-49CA-87F1-9CA9DFAB74A1}" dt="2021-03-16T02:59:54.353" v="15"/>
          <ac:grpSpMkLst>
            <pc:docMk/>
            <pc:sldMk cId="2678786716" sldId="2142532606"/>
            <ac:grpSpMk id="82" creationId="{0CFD063B-A445-4E91-8926-40C66F790153}"/>
          </ac:grpSpMkLst>
        </pc:grpChg>
        <pc:grpChg chg="add del mod">
          <ac:chgData name="Ryan Vetter" userId="4e0f799b-9dd2-4ed1-b88a-f6f813994f91" providerId="ADAL" clId="{26441386-ED72-49CA-87F1-9CA9DFAB74A1}" dt="2021-03-16T02:59:54.353" v="15"/>
          <ac:grpSpMkLst>
            <pc:docMk/>
            <pc:sldMk cId="2678786716" sldId="2142532606"/>
            <ac:grpSpMk id="87" creationId="{B353CA58-09FF-464C-9F2B-582D236DC53F}"/>
          </ac:grpSpMkLst>
        </pc:grpChg>
        <pc:grpChg chg="add del mod">
          <ac:chgData name="Ryan Vetter" userId="4e0f799b-9dd2-4ed1-b88a-f6f813994f91" providerId="ADAL" clId="{26441386-ED72-49CA-87F1-9CA9DFAB74A1}" dt="2021-03-16T02:59:54.353" v="15"/>
          <ac:grpSpMkLst>
            <pc:docMk/>
            <pc:sldMk cId="2678786716" sldId="2142532606"/>
            <ac:grpSpMk id="92" creationId="{88DF0677-71D3-4963-B0C6-609FF594FA04}"/>
          </ac:grpSpMkLst>
        </pc:grpChg>
        <pc:grpChg chg="add mod">
          <ac:chgData name="Ryan Vetter" userId="4e0f799b-9dd2-4ed1-b88a-f6f813994f91" providerId="ADAL" clId="{26441386-ED72-49CA-87F1-9CA9DFAB74A1}" dt="2021-03-16T12:15:46.935" v="167" actId="1036"/>
          <ac:grpSpMkLst>
            <pc:docMk/>
            <pc:sldMk cId="2678786716" sldId="2142532606"/>
            <ac:grpSpMk id="165" creationId="{FF22C5DA-4B1E-48CE-89F7-CAC0FA892B24}"/>
          </ac:grpSpMkLst>
        </pc:grpChg>
        <pc:grpChg chg="mod">
          <ac:chgData name="Ryan Vetter" userId="4e0f799b-9dd2-4ed1-b88a-f6f813994f91" providerId="ADAL" clId="{26441386-ED72-49CA-87F1-9CA9DFAB74A1}" dt="2021-03-16T12:15:46.935" v="167" actId="1036"/>
          <ac:grpSpMkLst>
            <pc:docMk/>
            <pc:sldMk cId="2678786716" sldId="2142532606"/>
            <ac:grpSpMk id="167" creationId="{B37B661D-5698-40F6-9078-8F0D54A45B70}"/>
          </ac:grpSpMkLst>
        </pc:grpChg>
        <pc:grpChg chg="add mod">
          <ac:chgData name="Ryan Vetter" userId="4e0f799b-9dd2-4ed1-b88a-f6f813994f91" providerId="ADAL" clId="{26441386-ED72-49CA-87F1-9CA9DFAB74A1}" dt="2021-03-16T12:15:46.935" v="167" actId="1036"/>
          <ac:grpSpMkLst>
            <pc:docMk/>
            <pc:sldMk cId="2678786716" sldId="2142532606"/>
            <ac:grpSpMk id="170" creationId="{D35D9A35-FC7D-48B9-82A5-2A2CB8B02513}"/>
          </ac:grpSpMkLst>
        </pc:grpChg>
        <pc:grpChg chg="mod">
          <ac:chgData name="Ryan Vetter" userId="4e0f799b-9dd2-4ed1-b88a-f6f813994f91" providerId="ADAL" clId="{26441386-ED72-49CA-87F1-9CA9DFAB74A1}" dt="2021-03-16T12:15:46.935" v="167" actId="1036"/>
          <ac:grpSpMkLst>
            <pc:docMk/>
            <pc:sldMk cId="2678786716" sldId="2142532606"/>
            <ac:grpSpMk id="172" creationId="{E6E53BE9-8927-4BDF-937B-25D148C07B72}"/>
          </ac:grpSpMkLst>
        </pc:grpChg>
        <pc:grpChg chg="add mod">
          <ac:chgData name="Ryan Vetter" userId="4e0f799b-9dd2-4ed1-b88a-f6f813994f91" providerId="ADAL" clId="{26441386-ED72-49CA-87F1-9CA9DFAB74A1}" dt="2021-03-16T12:15:46.935" v="167" actId="1036"/>
          <ac:grpSpMkLst>
            <pc:docMk/>
            <pc:sldMk cId="2678786716" sldId="2142532606"/>
            <ac:grpSpMk id="175" creationId="{8B1DCE35-89C8-41F5-930C-FA762E3BDDCA}"/>
          </ac:grpSpMkLst>
        </pc:grpChg>
        <pc:grpChg chg="add mod">
          <ac:chgData name="Ryan Vetter" userId="4e0f799b-9dd2-4ed1-b88a-f6f813994f91" providerId="ADAL" clId="{26441386-ED72-49CA-87F1-9CA9DFAB74A1}" dt="2021-03-16T12:15:46.935" v="167" actId="1036"/>
          <ac:grpSpMkLst>
            <pc:docMk/>
            <pc:sldMk cId="2678786716" sldId="2142532606"/>
            <ac:grpSpMk id="179" creationId="{D17451B7-53D1-4D76-91EB-FFA5E4E1A1A9}"/>
          </ac:grpSpMkLst>
        </pc:grpChg>
        <pc:grpChg chg="add mod">
          <ac:chgData name="Ryan Vetter" userId="4e0f799b-9dd2-4ed1-b88a-f6f813994f91" providerId="ADAL" clId="{26441386-ED72-49CA-87F1-9CA9DFAB74A1}" dt="2021-03-16T12:15:46.935" v="167" actId="1036"/>
          <ac:grpSpMkLst>
            <pc:docMk/>
            <pc:sldMk cId="2678786716" sldId="2142532606"/>
            <ac:grpSpMk id="183" creationId="{122F2C27-0EAA-4D0A-8C05-9E5EE1B628BE}"/>
          </ac:grpSpMkLst>
        </pc:grpChg>
        <pc:grpChg chg="mod">
          <ac:chgData name="Ryan Vetter" userId="4e0f799b-9dd2-4ed1-b88a-f6f813994f91" providerId="ADAL" clId="{26441386-ED72-49CA-87F1-9CA9DFAB74A1}" dt="2021-03-16T12:15:46.935" v="167" actId="1036"/>
          <ac:grpSpMkLst>
            <pc:docMk/>
            <pc:sldMk cId="2678786716" sldId="2142532606"/>
            <ac:grpSpMk id="185" creationId="{6AFC9F77-2880-4A8A-AA45-3F31391852A5}"/>
          </ac:grpSpMkLst>
        </pc:grpChg>
        <pc:grpChg chg="add mod">
          <ac:chgData name="Ryan Vetter" userId="4e0f799b-9dd2-4ed1-b88a-f6f813994f91" providerId="ADAL" clId="{26441386-ED72-49CA-87F1-9CA9DFAB74A1}" dt="2021-03-16T12:15:46.935" v="167" actId="1036"/>
          <ac:grpSpMkLst>
            <pc:docMk/>
            <pc:sldMk cId="2678786716" sldId="2142532606"/>
            <ac:grpSpMk id="188" creationId="{CA692101-4C53-4C12-8A27-D2C8EAEB8FC9}"/>
          </ac:grpSpMkLst>
        </pc:grpChg>
        <pc:grpChg chg="add mod">
          <ac:chgData name="Ryan Vetter" userId="4e0f799b-9dd2-4ed1-b88a-f6f813994f91" providerId="ADAL" clId="{26441386-ED72-49CA-87F1-9CA9DFAB74A1}" dt="2021-03-16T12:15:46.935" v="167" actId="1036"/>
          <ac:grpSpMkLst>
            <pc:docMk/>
            <pc:sldMk cId="2678786716" sldId="2142532606"/>
            <ac:grpSpMk id="192" creationId="{652A937E-E7D6-46B5-BA27-441D435F143F}"/>
          </ac:grpSpMkLst>
        </pc:grpChg>
        <pc:grpChg chg="mod">
          <ac:chgData name="Ryan Vetter" userId="4e0f799b-9dd2-4ed1-b88a-f6f813994f91" providerId="ADAL" clId="{26441386-ED72-49CA-87F1-9CA9DFAB74A1}" dt="2021-03-16T12:15:46.935" v="167" actId="1036"/>
          <ac:grpSpMkLst>
            <pc:docMk/>
            <pc:sldMk cId="2678786716" sldId="2142532606"/>
            <ac:grpSpMk id="194" creationId="{FB90803C-D094-41D9-BFA8-76257ADE4E5F}"/>
          </ac:grpSpMkLst>
        </pc:grpChg>
        <pc:grpChg chg="add mod">
          <ac:chgData name="Ryan Vetter" userId="4e0f799b-9dd2-4ed1-b88a-f6f813994f91" providerId="ADAL" clId="{26441386-ED72-49CA-87F1-9CA9DFAB74A1}" dt="2021-03-16T12:15:46.935" v="167" actId="1036"/>
          <ac:grpSpMkLst>
            <pc:docMk/>
            <pc:sldMk cId="2678786716" sldId="2142532606"/>
            <ac:grpSpMk id="197" creationId="{E406461E-924E-427B-98BC-2780EF7B65D7}"/>
          </ac:grpSpMkLst>
        </pc:grpChg>
        <pc:grpChg chg="mod">
          <ac:chgData name="Ryan Vetter" userId="4e0f799b-9dd2-4ed1-b88a-f6f813994f91" providerId="ADAL" clId="{26441386-ED72-49CA-87F1-9CA9DFAB74A1}" dt="2021-03-16T12:15:46.935" v="167" actId="1036"/>
          <ac:grpSpMkLst>
            <pc:docMk/>
            <pc:sldMk cId="2678786716" sldId="2142532606"/>
            <ac:grpSpMk id="199" creationId="{EA8522A1-EA93-4993-B830-5F25294094AA}"/>
          </ac:grpSpMkLst>
        </pc:grpChg>
        <pc:grpChg chg="add mod">
          <ac:chgData name="Ryan Vetter" userId="4e0f799b-9dd2-4ed1-b88a-f6f813994f91" providerId="ADAL" clId="{26441386-ED72-49CA-87F1-9CA9DFAB74A1}" dt="2021-03-16T12:15:46.935" v="167" actId="1036"/>
          <ac:grpSpMkLst>
            <pc:docMk/>
            <pc:sldMk cId="2678786716" sldId="2142532606"/>
            <ac:grpSpMk id="202" creationId="{C59933B8-E6AC-4C43-897B-ACF7F292B5E4}"/>
          </ac:grpSpMkLst>
        </pc:grpChg>
        <pc:grpChg chg="mod">
          <ac:chgData name="Ryan Vetter" userId="4e0f799b-9dd2-4ed1-b88a-f6f813994f91" providerId="ADAL" clId="{26441386-ED72-49CA-87F1-9CA9DFAB74A1}" dt="2021-03-16T12:15:46.935" v="167" actId="1036"/>
          <ac:grpSpMkLst>
            <pc:docMk/>
            <pc:sldMk cId="2678786716" sldId="2142532606"/>
            <ac:grpSpMk id="204" creationId="{9089B2D0-9870-41AE-9F12-48E7A86AB663}"/>
          </ac:grpSpMkLst>
        </pc:grpChg>
        <pc:grpChg chg="add mod">
          <ac:chgData name="Ryan Vetter" userId="4e0f799b-9dd2-4ed1-b88a-f6f813994f91" providerId="ADAL" clId="{26441386-ED72-49CA-87F1-9CA9DFAB74A1}" dt="2021-03-16T12:15:46.935" v="167" actId="1036"/>
          <ac:grpSpMkLst>
            <pc:docMk/>
            <pc:sldMk cId="2678786716" sldId="2142532606"/>
            <ac:grpSpMk id="207" creationId="{21368089-3074-47D3-A800-459626E2B182}"/>
          </ac:grpSpMkLst>
        </pc:grpChg>
        <pc:grpChg chg="mod">
          <ac:chgData name="Ryan Vetter" userId="4e0f799b-9dd2-4ed1-b88a-f6f813994f91" providerId="ADAL" clId="{26441386-ED72-49CA-87F1-9CA9DFAB74A1}" dt="2021-03-16T12:15:46.935" v="167" actId="1036"/>
          <ac:grpSpMkLst>
            <pc:docMk/>
            <pc:sldMk cId="2678786716" sldId="2142532606"/>
            <ac:grpSpMk id="209" creationId="{CA0F1596-B5D3-4BE6-83A4-61D06D617B67}"/>
          </ac:grpSpMkLst>
        </pc:grpChg>
        <pc:grpChg chg="add mod">
          <ac:chgData name="Ryan Vetter" userId="4e0f799b-9dd2-4ed1-b88a-f6f813994f91" providerId="ADAL" clId="{26441386-ED72-49CA-87F1-9CA9DFAB74A1}" dt="2021-03-16T12:15:46.935" v="167" actId="1036"/>
          <ac:grpSpMkLst>
            <pc:docMk/>
            <pc:sldMk cId="2678786716" sldId="2142532606"/>
            <ac:grpSpMk id="212" creationId="{2C92DEF9-F7A9-4D30-A2A3-0F4C48AEB868}"/>
          </ac:grpSpMkLst>
        </pc:grpChg>
        <pc:grpChg chg="mod">
          <ac:chgData name="Ryan Vetter" userId="4e0f799b-9dd2-4ed1-b88a-f6f813994f91" providerId="ADAL" clId="{26441386-ED72-49CA-87F1-9CA9DFAB74A1}" dt="2021-03-16T12:15:46.935" v="167" actId="1036"/>
          <ac:grpSpMkLst>
            <pc:docMk/>
            <pc:sldMk cId="2678786716" sldId="2142532606"/>
            <ac:grpSpMk id="214" creationId="{EF3AA723-2DB8-4C67-88F3-007AB664F398}"/>
          </ac:grpSpMkLst>
        </pc:grpChg>
        <pc:grpChg chg="add mod">
          <ac:chgData name="Ryan Vetter" userId="4e0f799b-9dd2-4ed1-b88a-f6f813994f91" providerId="ADAL" clId="{26441386-ED72-49CA-87F1-9CA9DFAB74A1}" dt="2021-03-16T12:15:46.935" v="167" actId="1036"/>
          <ac:grpSpMkLst>
            <pc:docMk/>
            <pc:sldMk cId="2678786716" sldId="2142532606"/>
            <ac:grpSpMk id="217" creationId="{A4B64352-328D-48B1-8418-338F028A4318}"/>
          </ac:grpSpMkLst>
        </pc:grpChg>
        <pc:grpChg chg="mod">
          <ac:chgData name="Ryan Vetter" userId="4e0f799b-9dd2-4ed1-b88a-f6f813994f91" providerId="ADAL" clId="{26441386-ED72-49CA-87F1-9CA9DFAB74A1}" dt="2021-03-16T12:15:46.935" v="167" actId="1036"/>
          <ac:grpSpMkLst>
            <pc:docMk/>
            <pc:sldMk cId="2678786716" sldId="2142532606"/>
            <ac:grpSpMk id="219" creationId="{D3407BCD-C4F0-4746-9FFF-10481B48F4AB}"/>
          </ac:grpSpMkLst>
        </pc:grpChg>
        <pc:picChg chg="del">
          <ac:chgData name="Ryan Vetter" userId="4e0f799b-9dd2-4ed1-b88a-f6f813994f91" providerId="ADAL" clId="{26441386-ED72-49CA-87F1-9CA9DFAB74A1}" dt="2021-03-16T02:59:35.847" v="12" actId="478"/>
          <ac:picMkLst>
            <pc:docMk/>
            <pc:sldMk cId="2678786716" sldId="2142532606"/>
            <ac:picMk id="9" creationId="{EE1EFBCE-35C7-4186-B82E-226C55D4E1EC}"/>
          </ac:picMkLst>
        </pc:picChg>
        <pc:cxnChg chg="add del mod">
          <ac:chgData name="Ryan Vetter" userId="4e0f799b-9dd2-4ed1-b88a-f6f813994f91" providerId="ADAL" clId="{26441386-ED72-49CA-87F1-9CA9DFAB74A1}" dt="2021-03-16T02:59:54.353" v="15"/>
          <ac:cxnSpMkLst>
            <pc:docMk/>
            <pc:sldMk cId="2678786716" sldId="2142532606"/>
            <ac:cxnSpMk id="120" creationId="{8326CBB5-DD24-4641-B910-51F69000442D}"/>
          </ac:cxnSpMkLst>
        </pc:cxnChg>
        <pc:cxnChg chg="add del mod">
          <ac:chgData name="Ryan Vetter" userId="4e0f799b-9dd2-4ed1-b88a-f6f813994f91" providerId="ADAL" clId="{26441386-ED72-49CA-87F1-9CA9DFAB74A1}" dt="2021-03-16T02:59:54.353" v="15"/>
          <ac:cxnSpMkLst>
            <pc:docMk/>
            <pc:sldMk cId="2678786716" sldId="2142532606"/>
            <ac:cxnSpMk id="121" creationId="{B01A4D94-06E2-4249-9FB7-1FE05F322C94}"/>
          </ac:cxnSpMkLst>
        </pc:cxnChg>
        <pc:cxnChg chg="add del mod">
          <ac:chgData name="Ryan Vetter" userId="4e0f799b-9dd2-4ed1-b88a-f6f813994f91" providerId="ADAL" clId="{26441386-ED72-49CA-87F1-9CA9DFAB74A1}" dt="2021-03-16T02:59:54.353" v="15"/>
          <ac:cxnSpMkLst>
            <pc:docMk/>
            <pc:sldMk cId="2678786716" sldId="2142532606"/>
            <ac:cxnSpMk id="122" creationId="{A662F90F-50F7-4F76-8FD8-16963A17F5C7}"/>
          </ac:cxnSpMkLst>
        </pc:cxnChg>
        <pc:cxnChg chg="add del mod">
          <ac:chgData name="Ryan Vetter" userId="4e0f799b-9dd2-4ed1-b88a-f6f813994f91" providerId="ADAL" clId="{26441386-ED72-49CA-87F1-9CA9DFAB74A1}" dt="2021-03-16T02:59:54.353" v="15"/>
          <ac:cxnSpMkLst>
            <pc:docMk/>
            <pc:sldMk cId="2678786716" sldId="2142532606"/>
            <ac:cxnSpMk id="123" creationId="{C5DC013B-AE28-4CDD-8C90-A05EAFA642FC}"/>
          </ac:cxnSpMkLst>
        </pc:cxnChg>
        <pc:cxnChg chg="add del mod">
          <ac:chgData name="Ryan Vetter" userId="4e0f799b-9dd2-4ed1-b88a-f6f813994f91" providerId="ADAL" clId="{26441386-ED72-49CA-87F1-9CA9DFAB74A1}" dt="2021-03-16T02:59:54.353" v="15"/>
          <ac:cxnSpMkLst>
            <pc:docMk/>
            <pc:sldMk cId="2678786716" sldId="2142532606"/>
            <ac:cxnSpMk id="129" creationId="{56C05222-7DBF-4E8E-91D0-2B52D3DE4FC2}"/>
          </ac:cxnSpMkLst>
        </pc:cxnChg>
        <pc:cxnChg chg="add del mod">
          <ac:chgData name="Ryan Vetter" userId="4e0f799b-9dd2-4ed1-b88a-f6f813994f91" providerId="ADAL" clId="{26441386-ED72-49CA-87F1-9CA9DFAB74A1}" dt="2021-03-16T02:59:54.353" v="15"/>
          <ac:cxnSpMkLst>
            <pc:docMk/>
            <pc:sldMk cId="2678786716" sldId="2142532606"/>
            <ac:cxnSpMk id="131" creationId="{E8C24AC8-1560-43CA-AEA2-556A5335E716}"/>
          </ac:cxnSpMkLst>
        </pc:cxnChg>
        <pc:cxnChg chg="add del mod">
          <ac:chgData name="Ryan Vetter" userId="4e0f799b-9dd2-4ed1-b88a-f6f813994f91" providerId="ADAL" clId="{26441386-ED72-49CA-87F1-9CA9DFAB74A1}" dt="2021-03-16T02:59:54.353" v="15"/>
          <ac:cxnSpMkLst>
            <pc:docMk/>
            <pc:sldMk cId="2678786716" sldId="2142532606"/>
            <ac:cxnSpMk id="134" creationId="{B1C228AA-34EA-45F7-9595-439B2C749EA0}"/>
          </ac:cxnSpMkLst>
        </pc:cxnChg>
        <pc:cxnChg chg="add del mod">
          <ac:chgData name="Ryan Vetter" userId="4e0f799b-9dd2-4ed1-b88a-f6f813994f91" providerId="ADAL" clId="{26441386-ED72-49CA-87F1-9CA9DFAB74A1}" dt="2021-03-16T02:59:54.353" v="15"/>
          <ac:cxnSpMkLst>
            <pc:docMk/>
            <pc:sldMk cId="2678786716" sldId="2142532606"/>
            <ac:cxnSpMk id="135" creationId="{89BD1925-3BF0-4F52-9D05-A39A624A6ABE}"/>
          </ac:cxnSpMkLst>
        </pc:cxnChg>
        <pc:cxnChg chg="add mod">
          <ac:chgData name="Ryan Vetter" userId="4e0f799b-9dd2-4ed1-b88a-f6f813994f91" providerId="ADAL" clId="{26441386-ED72-49CA-87F1-9CA9DFAB74A1}" dt="2021-03-16T12:15:46.935" v="167" actId="1036"/>
          <ac:cxnSpMkLst>
            <pc:docMk/>
            <pc:sldMk cId="2678786716" sldId="2142532606"/>
            <ac:cxnSpMk id="245" creationId="{F1762E2F-638B-4B8C-8F1E-0D0FCB8A1FB8}"/>
          </ac:cxnSpMkLst>
        </pc:cxnChg>
        <pc:cxnChg chg="add mod">
          <ac:chgData name="Ryan Vetter" userId="4e0f799b-9dd2-4ed1-b88a-f6f813994f91" providerId="ADAL" clId="{26441386-ED72-49CA-87F1-9CA9DFAB74A1}" dt="2021-03-16T12:15:46.935" v="167" actId="1036"/>
          <ac:cxnSpMkLst>
            <pc:docMk/>
            <pc:sldMk cId="2678786716" sldId="2142532606"/>
            <ac:cxnSpMk id="246" creationId="{A205CDE2-7FCB-4AFA-89ED-C7503CFFF8C8}"/>
          </ac:cxnSpMkLst>
        </pc:cxnChg>
        <pc:cxnChg chg="add mod">
          <ac:chgData name="Ryan Vetter" userId="4e0f799b-9dd2-4ed1-b88a-f6f813994f91" providerId="ADAL" clId="{26441386-ED72-49CA-87F1-9CA9DFAB74A1}" dt="2021-03-16T12:15:46.935" v="167" actId="1036"/>
          <ac:cxnSpMkLst>
            <pc:docMk/>
            <pc:sldMk cId="2678786716" sldId="2142532606"/>
            <ac:cxnSpMk id="247" creationId="{A2C510AE-D9D0-49AF-BEEE-7DB83242A835}"/>
          </ac:cxnSpMkLst>
        </pc:cxnChg>
        <pc:cxnChg chg="add mod">
          <ac:chgData name="Ryan Vetter" userId="4e0f799b-9dd2-4ed1-b88a-f6f813994f91" providerId="ADAL" clId="{26441386-ED72-49CA-87F1-9CA9DFAB74A1}" dt="2021-03-16T12:15:46.935" v="167" actId="1036"/>
          <ac:cxnSpMkLst>
            <pc:docMk/>
            <pc:sldMk cId="2678786716" sldId="2142532606"/>
            <ac:cxnSpMk id="248" creationId="{FA3F06A6-59CA-4D50-A7AB-F8964223A347}"/>
          </ac:cxnSpMkLst>
        </pc:cxnChg>
        <pc:cxnChg chg="add mod">
          <ac:chgData name="Ryan Vetter" userId="4e0f799b-9dd2-4ed1-b88a-f6f813994f91" providerId="ADAL" clId="{26441386-ED72-49CA-87F1-9CA9DFAB74A1}" dt="2021-03-16T12:15:46.935" v="167" actId="1036"/>
          <ac:cxnSpMkLst>
            <pc:docMk/>
            <pc:sldMk cId="2678786716" sldId="2142532606"/>
            <ac:cxnSpMk id="255" creationId="{2B18603B-18E5-4A43-B62D-7F5AE8315CCC}"/>
          </ac:cxnSpMkLst>
        </pc:cxnChg>
        <pc:cxnChg chg="add mod">
          <ac:chgData name="Ryan Vetter" userId="4e0f799b-9dd2-4ed1-b88a-f6f813994f91" providerId="ADAL" clId="{26441386-ED72-49CA-87F1-9CA9DFAB74A1}" dt="2021-03-16T12:15:46.935" v="167" actId="1036"/>
          <ac:cxnSpMkLst>
            <pc:docMk/>
            <pc:sldMk cId="2678786716" sldId="2142532606"/>
            <ac:cxnSpMk id="257" creationId="{20D23064-C7A4-43A0-BE31-FDAE36DA9BCA}"/>
          </ac:cxnSpMkLst>
        </pc:cxnChg>
        <pc:cxnChg chg="add mod">
          <ac:chgData name="Ryan Vetter" userId="4e0f799b-9dd2-4ed1-b88a-f6f813994f91" providerId="ADAL" clId="{26441386-ED72-49CA-87F1-9CA9DFAB74A1}" dt="2021-03-16T12:15:46.935" v="167" actId="1036"/>
          <ac:cxnSpMkLst>
            <pc:docMk/>
            <pc:sldMk cId="2678786716" sldId="2142532606"/>
            <ac:cxnSpMk id="260" creationId="{C945D1AF-CE41-452F-8AF0-E05CBE0F8F20}"/>
          </ac:cxnSpMkLst>
        </pc:cxnChg>
        <pc:cxnChg chg="add mod">
          <ac:chgData name="Ryan Vetter" userId="4e0f799b-9dd2-4ed1-b88a-f6f813994f91" providerId="ADAL" clId="{26441386-ED72-49CA-87F1-9CA9DFAB74A1}" dt="2021-03-16T12:15:46.935" v="167" actId="1036"/>
          <ac:cxnSpMkLst>
            <pc:docMk/>
            <pc:sldMk cId="2678786716" sldId="2142532606"/>
            <ac:cxnSpMk id="261" creationId="{790CDDAD-E9E6-44E1-B2F4-DD0E4A720243}"/>
          </ac:cxnSpMkLst>
        </pc:cxnChg>
      </pc:sldChg>
      <pc:sldChg chg="addSp delSp modSp mod modNotesTx">
        <pc:chgData name="Ryan Vetter" userId="4e0f799b-9dd2-4ed1-b88a-f6f813994f91" providerId="ADAL" clId="{26441386-ED72-49CA-87F1-9CA9DFAB74A1}" dt="2021-03-18T00:44:30.764" v="184" actId="6549"/>
        <pc:sldMkLst>
          <pc:docMk/>
          <pc:sldMk cId="859232145" sldId="2146845971"/>
        </pc:sldMkLst>
        <pc:grpChg chg="del">
          <ac:chgData name="Ryan Vetter" userId="4e0f799b-9dd2-4ed1-b88a-f6f813994f91" providerId="ADAL" clId="{26441386-ED72-49CA-87F1-9CA9DFAB74A1}" dt="2021-03-16T02:53:49.067" v="9" actId="478"/>
          <ac:grpSpMkLst>
            <pc:docMk/>
            <pc:sldMk cId="859232145" sldId="2146845971"/>
            <ac:grpSpMk id="42" creationId="{3AC767CE-F98B-47E9-BE0B-57EE05A3EE2F}"/>
          </ac:grpSpMkLst>
        </pc:grpChg>
        <pc:grpChg chg="del">
          <ac:chgData name="Ryan Vetter" userId="4e0f799b-9dd2-4ed1-b88a-f6f813994f91" providerId="ADAL" clId="{26441386-ED72-49CA-87F1-9CA9DFAB74A1}" dt="2021-03-16T02:53:49.067" v="9" actId="478"/>
          <ac:grpSpMkLst>
            <pc:docMk/>
            <pc:sldMk cId="859232145" sldId="2146845971"/>
            <ac:grpSpMk id="48" creationId="{8AC168EF-2B08-447E-895C-C50EFB5E76F0}"/>
          </ac:grpSpMkLst>
        </pc:grpChg>
        <pc:grpChg chg="del">
          <ac:chgData name="Ryan Vetter" userId="4e0f799b-9dd2-4ed1-b88a-f6f813994f91" providerId="ADAL" clId="{26441386-ED72-49CA-87F1-9CA9DFAB74A1}" dt="2021-03-16T02:53:49.067" v="9" actId="478"/>
          <ac:grpSpMkLst>
            <pc:docMk/>
            <pc:sldMk cId="859232145" sldId="2146845971"/>
            <ac:grpSpMk id="54" creationId="{465ED7CB-CC72-48C5-A719-065E6FB6AAA2}"/>
          </ac:grpSpMkLst>
        </pc:grpChg>
        <pc:grpChg chg="del">
          <ac:chgData name="Ryan Vetter" userId="4e0f799b-9dd2-4ed1-b88a-f6f813994f91" providerId="ADAL" clId="{26441386-ED72-49CA-87F1-9CA9DFAB74A1}" dt="2021-03-16T02:53:49.067" v="9" actId="478"/>
          <ac:grpSpMkLst>
            <pc:docMk/>
            <pc:sldMk cId="859232145" sldId="2146845971"/>
            <ac:grpSpMk id="84" creationId="{D7596998-A2C2-4FE2-B1A9-76A03BBB85FF}"/>
          </ac:grpSpMkLst>
        </pc:grpChg>
        <pc:graphicFrameChg chg="add del mod modGraphic">
          <ac:chgData name="Ryan Vetter" userId="4e0f799b-9dd2-4ed1-b88a-f6f813994f91" providerId="ADAL" clId="{26441386-ED72-49CA-87F1-9CA9DFAB74A1}" dt="2021-03-16T02:53:46.120" v="8" actId="478"/>
          <ac:graphicFrameMkLst>
            <pc:docMk/>
            <pc:sldMk cId="859232145" sldId="2146845971"/>
            <ac:graphicFrameMk id="8" creationId="{0139EBC4-F044-43EA-B03E-528A203A1E95}"/>
          </ac:graphicFrameMkLst>
        </pc:graphicFrameChg>
      </pc:sldChg>
      <pc:sldChg chg="modSp mod">
        <pc:chgData name="Ryan Vetter" userId="4e0f799b-9dd2-4ed1-b88a-f6f813994f91" providerId="ADAL" clId="{26441386-ED72-49CA-87F1-9CA9DFAB74A1}" dt="2021-04-08T13:21:16.988" v="4762" actId="20577"/>
        <pc:sldMkLst>
          <pc:docMk/>
          <pc:sldMk cId="2130153696" sldId="2146845973"/>
        </pc:sldMkLst>
        <pc:spChg chg="mod">
          <ac:chgData name="Ryan Vetter" userId="4e0f799b-9dd2-4ed1-b88a-f6f813994f91" providerId="ADAL" clId="{26441386-ED72-49CA-87F1-9CA9DFAB74A1}" dt="2021-04-08T13:21:16.988" v="4762" actId="20577"/>
          <ac:spMkLst>
            <pc:docMk/>
            <pc:sldMk cId="2130153696" sldId="2146845973"/>
            <ac:spMk id="16" creationId="{344E7F2A-759E-4996-9248-CADB73335B2B}"/>
          </ac:spMkLst>
        </pc:spChg>
      </pc:sldChg>
      <pc:sldChg chg="addSp delSp modSp mod">
        <pc:chgData name="Ryan Vetter" userId="4e0f799b-9dd2-4ed1-b88a-f6f813994f91" providerId="ADAL" clId="{26441386-ED72-49CA-87F1-9CA9DFAB74A1}" dt="2021-03-18T01:54:07.466" v="192" actId="20577"/>
        <pc:sldMkLst>
          <pc:docMk/>
          <pc:sldMk cId="3445609876" sldId="2146845976"/>
        </pc:sldMkLst>
        <pc:spChg chg="mod">
          <ac:chgData name="Ryan Vetter" userId="4e0f799b-9dd2-4ed1-b88a-f6f813994f91" providerId="ADAL" clId="{26441386-ED72-49CA-87F1-9CA9DFAB74A1}" dt="2021-03-18T01:54:07.466" v="192" actId="20577"/>
          <ac:spMkLst>
            <pc:docMk/>
            <pc:sldMk cId="3445609876" sldId="2146845976"/>
            <ac:spMk id="10" creationId="{A78988CF-C0D9-4564-A18C-624985AA8302}"/>
          </ac:spMkLst>
        </pc:spChg>
        <pc:graphicFrameChg chg="modGraphic">
          <ac:chgData name="Ryan Vetter" userId="4e0f799b-9dd2-4ed1-b88a-f6f813994f91" providerId="ADAL" clId="{26441386-ED72-49CA-87F1-9CA9DFAB74A1}" dt="2021-03-16T15:28:07.376" v="183" actId="20577"/>
          <ac:graphicFrameMkLst>
            <pc:docMk/>
            <pc:sldMk cId="3445609876" sldId="2146845976"/>
            <ac:graphicFrameMk id="7" creationId="{3050A818-959D-47B5-9938-7C1566218347}"/>
          </ac:graphicFrameMkLst>
        </pc:graphicFrameChg>
        <pc:graphicFrameChg chg="mod modGraphic">
          <ac:chgData name="Ryan Vetter" userId="4e0f799b-9dd2-4ed1-b88a-f6f813994f91" providerId="ADAL" clId="{26441386-ED72-49CA-87F1-9CA9DFAB74A1}" dt="2021-03-16T15:24:07.686" v="182"/>
          <ac:graphicFrameMkLst>
            <pc:docMk/>
            <pc:sldMk cId="3445609876" sldId="2146845976"/>
            <ac:graphicFrameMk id="8" creationId="{11C6AFA9-D17F-472D-97FC-23D5883BB9C0}"/>
          </ac:graphicFrameMkLst>
        </pc:graphicFrameChg>
        <pc:graphicFrameChg chg="add del mod modGraphic">
          <ac:chgData name="Ryan Vetter" userId="4e0f799b-9dd2-4ed1-b88a-f6f813994f91" providerId="ADAL" clId="{26441386-ED72-49CA-87F1-9CA9DFAB74A1}" dt="2021-03-16T15:24:03.421" v="181"/>
          <ac:graphicFrameMkLst>
            <pc:docMk/>
            <pc:sldMk cId="3445609876" sldId="2146845976"/>
            <ac:graphicFrameMk id="9" creationId="{C288DDB8-A596-45DD-8339-81F64AB25786}"/>
          </ac:graphicFrameMkLst>
        </pc:graphicFrameChg>
      </pc:sldChg>
      <pc:sldChg chg="modSp mod">
        <pc:chgData name="Ryan Vetter" userId="4e0f799b-9dd2-4ed1-b88a-f6f813994f91" providerId="ADAL" clId="{26441386-ED72-49CA-87F1-9CA9DFAB74A1}" dt="2021-03-20T18:48:32.030" v="214" actId="14100"/>
        <pc:sldMkLst>
          <pc:docMk/>
          <pc:sldMk cId="3118789118" sldId="2146845978"/>
        </pc:sldMkLst>
        <pc:spChg chg="mod">
          <ac:chgData name="Ryan Vetter" userId="4e0f799b-9dd2-4ed1-b88a-f6f813994f91" providerId="ADAL" clId="{26441386-ED72-49CA-87F1-9CA9DFAB74A1}" dt="2021-03-20T18:46:46.051" v="199" actId="1076"/>
          <ac:spMkLst>
            <pc:docMk/>
            <pc:sldMk cId="3118789118" sldId="2146845978"/>
            <ac:spMk id="12" creationId="{55EC26CC-4743-4B58-A4EB-383A6EA303E2}"/>
          </ac:spMkLst>
        </pc:spChg>
        <pc:spChg chg="mod">
          <ac:chgData name="Ryan Vetter" userId="4e0f799b-9dd2-4ed1-b88a-f6f813994f91" providerId="ADAL" clId="{26441386-ED72-49CA-87F1-9CA9DFAB74A1}" dt="2021-03-20T18:48:12.939" v="212" actId="14100"/>
          <ac:spMkLst>
            <pc:docMk/>
            <pc:sldMk cId="3118789118" sldId="2146845978"/>
            <ac:spMk id="13" creationId="{A976B790-752C-4992-95CD-CF5DBD7A5C08}"/>
          </ac:spMkLst>
        </pc:spChg>
        <pc:spChg chg="mod">
          <ac:chgData name="Ryan Vetter" userId="4e0f799b-9dd2-4ed1-b88a-f6f813994f91" providerId="ADAL" clId="{26441386-ED72-49CA-87F1-9CA9DFAB74A1}" dt="2021-03-20T18:48:00.243" v="211" actId="1076"/>
          <ac:spMkLst>
            <pc:docMk/>
            <pc:sldMk cId="3118789118" sldId="2146845978"/>
            <ac:spMk id="14" creationId="{6932CE2D-FF33-4026-8184-39DD3D48EBEC}"/>
          </ac:spMkLst>
        </pc:spChg>
        <pc:spChg chg="mod">
          <ac:chgData name="Ryan Vetter" userId="4e0f799b-9dd2-4ed1-b88a-f6f813994f91" providerId="ADAL" clId="{26441386-ED72-49CA-87F1-9CA9DFAB74A1}" dt="2021-03-20T18:47:44.503" v="210" actId="14100"/>
          <ac:spMkLst>
            <pc:docMk/>
            <pc:sldMk cId="3118789118" sldId="2146845978"/>
            <ac:spMk id="15" creationId="{B25528A1-338B-49D0-9349-0503426ABB9E}"/>
          </ac:spMkLst>
        </pc:spChg>
        <pc:spChg chg="mod">
          <ac:chgData name="Ryan Vetter" userId="4e0f799b-9dd2-4ed1-b88a-f6f813994f91" providerId="ADAL" clId="{26441386-ED72-49CA-87F1-9CA9DFAB74A1}" dt="2021-03-20T18:48:32.030" v="214" actId="14100"/>
          <ac:spMkLst>
            <pc:docMk/>
            <pc:sldMk cId="3118789118" sldId="2146845978"/>
            <ac:spMk id="23" creationId="{FD859B32-40EE-4F32-BA5D-A8C3C598327B}"/>
          </ac:spMkLst>
        </pc:spChg>
        <pc:spChg chg="mod">
          <ac:chgData name="Ryan Vetter" userId="4e0f799b-9dd2-4ed1-b88a-f6f813994f91" providerId="ADAL" clId="{26441386-ED72-49CA-87F1-9CA9DFAB74A1}" dt="2021-03-20T18:47:09.424" v="203" actId="14100"/>
          <ac:spMkLst>
            <pc:docMk/>
            <pc:sldMk cId="3118789118" sldId="2146845978"/>
            <ac:spMk id="26" creationId="{92211282-4B21-42CC-9FFE-A1A4AB7A8487}"/>
          </ac:spMkLst>
        </pc:spChg>
        <pc:spChg chg="mod">
          <ac:chgData name="Ryan Vetter" userId="4e0f799b-9dd2-4ed1-b88a-f6f813994f91" providerId="ADAL" clId="{26441386-ED72-49CA-87F1-9CA9DFAB74A1}" dt="2021-03-20T18:47:00.468" v="201" actId="14100"/>
          <ac:spMkLst>
            <pc:docMk/>
            <pc:sldMk cId="3118789118" sldId="2146845978"/>
            <ac:spMk id="27" creationId="{BB366935-10D4-4E2F-B87F-84BE2D8DACCF}"/>
          </ac:spMkLst>
        </pc:spChg>
        <pc:spChg chg="mod">
          <ac:chgData name="Ryan Vetter" userId="4e0f799b-9dd2-4ed1-b88a-f6f813994f91" providerId="ADAL" clId="{26441386-ED72-49CA-87F1-9CA9DFAB74A1}" dt="2021-03-20T18:46:27.520" v="198" actId="1076"/>
          <ac:spMkLst>
            <pc:docMk/>
            <pc:sldMk cId="3118789118" sldId="2146845978"/>
            <ac:spMk id="28" creationId="{441262D6-1B79-47A3-9609-6152D3A48797}"/>
          </ac:spMkLst>
        </pc:spChg>
      </pc:sldChg>
      <pc:sldChg chg="addSp delSp modSp mod">
        <pc:chgData name="Ryan Vetter" userId="4e0f799b-9dd2-4ed1-b88a-f6f813994f91" providerId="ADAL" clId="{26441386-ED72-49CA-87F1-9CA9DFAB74A1}" dt="2021-04-26T13:11:53.439" v="14396" actId="20577"/>
        <pc:sldMkLst>
          <pc:docMk/>
          <pc:sldMk cId="207730898" sldId="2146845982"/>
        </pc:sldMkLst>
        <pc:spChg chg="mod ord">
          <ac:chgData name="Ryan Vetter" userId="4e0f799b-9dd2-4ed1-b88a-f6f813994f91" providerId="ADAL" clId="{26441386-ED72-49CA-87F1-9CA9DFAB74A1}" dt="2021-03-20T19:19:21.862" v="541" actId="14100"/>
          <ac:spMkLst>
            <pc:docMk/>
            <pc:sldMk cId="207730898" sldId="2146845982"/>
            <ac:spMk id="2" creationId="{3B7F2E5F-0D14-4794-8967-57C6BDAD66D4}"/>
          </ac:spMkLst>
        </pc:spChg>
        <pc:spChg chg="add del">
          <ac:chgData name="Ryan Vetter" userId="4e0f799b-9dd2-4ed1-b88a-f6f813994f91" providerId="ADAL" clId="{26441386-ED72-49CA-87F1-9CA9DFAB74A1}" dt="2021-03-20T19:13:23.940" v="360"/>
          <ac:spMkLst>
            <pc:docMk/>
            <pc:sldMk cId="207730898" sldId="2146845982"/>
            <ac:spMk id="3" creationId="{C0424289-B1D1-4A70-90BF-C763AA4B1D27}"/>
          </ac:spMkLst>
        </pc:spChg>
        <pc:spChg chg="add mod">
          <ac:chgData name="Ryan Vetter" userId="4e0f799b-9dd2-4ed1-b88a-f6f813994f91" providerId="ADAL" clId="{26441386-ED72-49CA-87F1-9CA9DFAB74A1}" dt="2021-03-20T19:26:18.459" v="842" actId="20577"/>
          <ac:spMkLst>
            <pc:docMk/>
            <pc:sldMk cId="207730898" sldId="2146845982"/>
            <ac:spMk id="14" creationId="{69A5B073-0F43-4418-95B2-E631C69F7DDB}"/>
          </ac:spMkLst>
        </pc:spChg>
        <pc:spChg chg="add mod">
          <ac:chgData name="Ryan Vetter" userId="4e0f799b-9dd2-4ed1-b88a-f6f813994f91" providerId="ADAL" clId="{26441386-ED72-49CA-87F1-9CA9DFAB74A1}" dt="2021-03-20T19:28:13.595" v="950" actId="20577"/>
          <ac:spMkLst>
            <pc:docMk/>
            <pc:sldMk cId="207730898" sldId="2146845982"/>
            <ac:spMk id="16" creationId="{13BC8877-ACB4-43B9-A018-8E3A8B8E94A2}"/>
          </ac:spMkLst>
        </pc:spChg>
        <pc:spChg chg="mod">
          <ac:chgData name="Ryan Vetter" userId="4e0f799b-9dd2-4ed1-b88a-f6f813994f91" providerId="ADAL" clId="{26441386-ED72-49CA-87F1-9CA9DFAB74A1}" dt="2021-04-26T13:11:53.439" v="14396" actId="20577"/>
          <ac:spMkLst>
            <pc:docMk/>
            <pc:sldMk cId="207730898" sldId="2146845982"/>
            <ac:spMk id="18" creationId="{98633BF9-267D-4EA7-927C-7745F66B826F}"/>
          </ac:spMkLst>
        </pc:spChg>
        <pc:spChg chg="mod">
          <ac:chgData name="Ryan Vetter" userId="4e0f799b-9dd2-4ed1-b88a-f6f813994f91" providerId="ADAL" clId="{26441386-ED72-49CA-87F1-9CA9DFAB74A1}" dt="2021-03-20T19:18:27.086" v="526" actId="14100"/>
          <ac:spMkLst>
            <pc:docMk/>
            <pc:sldMk cId="207730898" sldId="2146845982"/>
            <ac:spMk id="20" creationId="{CE49BD6E-3453-41BA-A609-1BB2E7CA7AB1}"/>
          </ac:spMkLst>
        </pc:spChg>
        <pc:spChg chg="mod">
          <ac:chgData name="Ryan Vetter" userId="4e0f799b-9dd2-4ed1-b88a-f6f813994f91" providerId="ADAL" clId="{26441386-ED72-49CA-87F1-9CA9DFAB74A1}" dt="2021-03-20T19:19:37.431" v="545" actId="14100"/>
          <ac:spMkLst>
            <pc:docMk/>
            <pc:sldMk cId="207730898" sldId="2146845982"/>
            <ac:spMk id="21" creationId="{48FFF42E-D3FE-4EEF-9365-722E9F5819BC}"/>
          </ac:spMkLst>
        </pc:spChg>
        <pc:spChg chg="del mod">
          <ac:chgData name="Ryan Vetter" userId="4e0f799b-9dd2-4ed1-b88a-f6f813994f91" providerId="ADAL" clId="{26441386-ED72-49CA-87F1-9CA9DFAB74A1}" dt="2021-03-20T19:19:00.603" v="533" actId="478"/>
          <ac:spMkLst>
            <pc:docMk/>
            <pc:sldMk cId="207730898" sldId="2146845982"/>
            <ac:spMk id="22" creationId="{0455313F-DEF8-4285-B54B-583AD513F2D6}"/>
          </ac:spMkLst>
        </pc:spChg>
        <pc:spChg chg="add mod">
          <ac:chgData name="Ryan Vetter" userId="4e0f799b-9dd2-4ed1-b88a-f6f813994f91" providerId="ADAL" clId="{26441386-ED72-49CA-87F1-9CA9DFAB74A1}" dt="2021-03-20T19:19:15.467" v="540" actId="20577"/>
          <ac:spMkLst>
            <pc:docMk/>
            <pc:sldMk cId="207730898" sldId="2146845982"/>
            <ac:spMk id="23" creationId="{B8C17C4E-762C-4271-89B5-DDCF11EEDC0E}"/>
          </ac:spMkLst>
        </pc:spChg>
        <pc:spChg chg="mod">
          <ac:chgData name="Ryan Vetter" userId="4e0f799b-9dd2-4ed1-b88a-f6f813994f91" providerId="ADAL" clId="{26441386-ED72-49CA-87F1-9CA9DFAB74A1}" dt="2021-03-20T19:19:34.097" v="544" actId="14100"/>
          <ac:spMkLst>
            <pc:docMk/>
            <pc:sldMk cId="207730898" sldId="2146845982"/>
            <ac:spMk id="24" creationId="{47D7A770-9FCA-4433-B9D2-D4752AEFE537}"/>
          </ac:spMkLst>
        </pc:spChg>
      </pc:sldChg>
      <pc:sldChg chg="modSp mod ord">
        <pc:chgData name="Ryan Vetter" userId="4e0f799b-9dd2-4ed1-b88a-f6f813994f91" providerId="ADAL" clId="{26441386-ED72-49CA-87F1-9CA9DFAB74A1}" dt="2021-04-08T18:06:08.213" v="7349"/>
        <pc:sldMkLst>
          <pc:docMk/>
          <pc:sldMk cId="1510712340" sldId="2146845983"/>
        </pc:sldMkLst>
        <pc:spChg chg="mod">
          <ac:chgData name="Ryan Vetter" userId="4e0f799b-9dd2-4ed1-b88a-f6f813994f91" providerId="ADAL" clId="{26441386-ED72-49CA-87F1-9CA9DFAB74A1}" dt="2021-04-08T18:05:54.856" v="7347" actId="20577"/>
          <ac:spMkLst>
            <pc:docMk/>
            <pc:sldMk cId="1510712340" sldId="2146845983"/>
            <ac:spMk id="51" creationId="{FE288D11-7038-402B-848F-FB5A99378125}"/>
          </ac:spMkLst>
        </pc:spChg>
      </pc:sldChg>
      <pc:sldChg chg="addSp modSp add mod ord">
        <pc:chgData name="Ryan Vetter" userId="4e0f799b-9dd2-4ed1-b88a-f6f813994f91" providerId="ADAL" clId="{26441386-ED72-49CA-87F1-9CA9DFAB74A1}" dt="2021-04-16T15:47:24.410" v="13549" actId="20577"/>
        <pc:sldMkLst>
          <pc:docMk/>
          <pc:sldMk cId="1395122171" sldId="2146845984"/>
        </pc:sldMkLst>
        <pc:spChg chg="mod">
          <ac:chgData name="Ryan Vetter" userId="4e0f799b-9dd2-4ed1-b88a-f6f813994f91" providerId="ADAL" clId="{26441386-ED72-49CA-87F1-9CA9DFAB74A1}" dt="2021-04-08T12:48:42.784" v="3753" actId="313"/>
          <ac:spMkLst>
            <pc:docMk/>
            <pc:sldMk cId="1395122171" sldId="2146845984"/>
            <ac:spMk id="4" creationId="{24274302-E795-4AE3-9846-E176B8A41D96}"/>
          </ac:spMkLst>
        </pc:spChg>
        <pc:spChg chg="add mod">
          <ac:chgData name="Ryan Vetter" userId="4e0f799b-9dd2-4ed1-b88a-f6f813994f91" providerId="ADAL" clId="{26441386-ED72-49CA-87F1-9CA9DFAB74A1}" dt="2021-04-16T15:47:24.410" v="13549" actId="20577"/>
          <ac:spMkLst>
            <pc:docMk/>
            <pc:sldMk cId="1395122171" sldId="2146845984"/>
            <ac:spMk id="10" creationId="{26B89004-8D53-4AB7-BFFB-D93CB12B1722}"/>
          </ac:spMkLst>
        </pc:spChg>
      </pc:sldChg>
      <pc:sldChg chg="modSp mod">
        <pc:chgData name="Ryan Vetter" userId="4e0f799b-9dd2-4ed1-b88a-f6f813994f91" providerId="ADAL" clId="{26441386-ED72-49CA-87F1-9CA9DFAB74A1}" dt="2021-04-09T19:53:28.181" v="11684" actId="1076"/>
        <pc:sldMkLst>
          <pc:docMk/>
          <pc:sldMk cId="52130966" sldId="2146845985"/>
        </pc:sldMkLst>
        <pc:spChg chg="mod">
          <ac:chgData name="Ryan Vetter" userId="4e0f799b-9dd2-4ed1-b88a-f6f813994f91" providerId="ADAL" clId="{26441386-ED72-49CA-87F1-9CA9DFAB74A1}" dt="2021-03-24T13:39:21.023" v="998" actId="20577"/>
          <ac:spMkLst>
            <pc:docMk/>
            <pc:sldMk cId="52130966" sldId="2146845985"/>
            <ac:spMk id="4" creationId="{00425640-171B-44FE-AA2A-3185FFF69802}"/>
          </ac:spMkLst>
        </pc:spChg>
        <pc:spChg chg="mod">
          <ac:chgData name="Ryan Vetter" userId="4e0f799b-9dd2-4ed1-b88a-f6f813994f91" providerId="ADAL" clId="{26441386-ED72-49CA-87F1-9CA9DFAB74A1}" dt="2021-04-09T19:53:28.181" v="11684" actId="1076"/>
          <ac:spMkLst>
            <pc:docMk/>
            <pc:sldMk cId="52130966" sldId="2146845985"/>
            <ac:spMk id="8" creationId="{B7803F10-FD06-4AC0-B0C4-83AFA630665E}"/>
          </ac:spMkLst>
        </pc:spChg>
      </pc:sldChg>
      <pc:sldChg chg="addSp delSp modSp mod">
        <pc:chgData name="Ryan Vetter" userId="4e0f799b-9dd2-4ed1-b88a-f6f813994f91" providerId="ADAL" clId="{26441386-ED72-49CA-87F1-9CA9DFAB74A1}" dt="2021-03-29T21:18:01.450" v="1353" actId="1076"/>
        <pc:sldMkLst>
          <pc:docMk/>
          <pc:sldMk cId="1690488660" sldId="2146845986"/>
        </pc:sldMkLst>
        <pc:picChg chg="add mod">
          <ac:chgData name="Ryan Vetter" userId="4e0f799b-9dd2-4ed1-b88a-f6f813994f91" providerId="ADAL" clId="{26441386-ED72-49CA-87F1-9CA9DFAB74A1}" dt="2021-03-29T21:18:01.450" v="1353" actId="1076"/>
          <ac:picMkLst>
            <pc:docMk/>
            <pc:sldMk cId="1690488660" sldId="2146845986"/>
            <ac:picMk id="3" creationId="{A74E2679-91F9-4F11-8010-4FAA5169DB3A}"/>
          </ac:picMkLst>
        </pc:picChg>
        <pc:picChg chg="del">
          <ac:chgData name="Ryan Vetter" userId="4e0f799b-9dd2-4ed1-b88a-f6f813994f91" providerId="ADAL" clId="{26441386-ED72-49CA-87F1-9CA9DFAB74A1}" dt="2021-03-29T21:17:54.228" v="1349" actId="478"/>
          <ac:picMkLst>
            <pc:docMk/>
            <pc:sldMk cId="1690488660" sldId="2146845986"/>
            <ac:picMk id="4" creationId="{1FEF06A9-94CB-4ACF-A5DF-BCDA12216455}"/>
          </ac:picMkLst>
        </pc:picChg>
      </pc:sldChg>
      <pc:sldChg chg="modSp mod">
        <pc:chgData name="Ryan Vetter" userId="4e0f799b-9dd2-4ed1-b88a-f6f813994f91" providerId="ADAL" clId="{26441386-ED72-49CA-87F1-9CA9DFAB74A1}" dt="2021-04-08T18:04:55.523" v="7342" actId="20577"/>
        <pc:sldMkLst>
          <pc:docMk/>
          <pc:sldMk cId="2117334497" sldId="2146845995"/>
        </pc:sldMkLst>
        <pc:spChg chg="mod">
          <ac:chgData name="Ryan Vetter" userId="4e0f799b-9dd2-4ed1-b88a-f6f813994f91" providerId="ADAL" clId="{26441386-ED72-49CA-87F1-9CA9DFAB74A1}" dt="2021-04-08T18:04:39.338" v="7336" actId="20577"/>
          <ac:spMkLst>
            <pc:docMk/>
            <pc:sldMk cId="2117334497" sldId="2146845995"/>
            <ac:spMk id="2" creationId="{3415D7D4-3680-4192-A583-D468CFFCF507}"/>
          </ac:spMkLst>
        </pc:spChg>
        <pc:spChg chg="mod">
          <ac:chgData name="Ryan Vetter" userId="4e0f799b-9dd2-4ed1-b88a-f6f813994f91" providerId="ADAL" clId="{26441386-ED72-49CA-87F1-9CA9DFAB74A1}" dt="2021-04-08T18:04:46.344" v="7338" actId="20577"/>
          <ac:spMkLst>
            <pc:docMk/>
            <pc:sldMk cId="2117334497" sldId="2146845995"/>
            <ac:spMk id="16" creationId="{CA8E94CF-63FF-4642-814A-BBA8D41FE39A}"/>
          </ac:spMkLst>
        </pc:spChg>
        <pc:spChg chg="mod">
          <ac:chgData name="Ryan Vetter" userId="4e0f799b-9dd2-4ed1-b88a-f6f813994f91" providerId="ADAL" clId="{26441386-ED72-49CA-87F1-9CA9DFAB74A1}" dt="2021-04-08T18:04:51.002" v="7340" actId="20577"/>
          <ac:spMkLst>
            <pc:docMk/>
            <pc:sldMk cId="2117334497" sldId="2146845995"/>
            <ac:spMk id="22" creationId="{30A10D0D-747D-41FA-AF5A-A207F4D58004}"/>
          </ac:spMkLst>
        </pc:spChg>
        <pc:spChg chg="mod">
          <ac:chgData name="Ryan Vetter" userId="4e0f799b-9dd2-4ed1-b88a-f6f813994f91" providerId="ADAL" clId="{26441386-ED72-49CA-87F1-9CA9DFAB74A1}" dt="2021-04-08T18:04:55.523" v="7342" actId="20577"/>
          <ac:spMkLst>
            <pc:docMk/>
            <pc:sldMk cId="2117334497" sldId="2146845995"/>
            <ac:spMk id="34" creationId="{85351D4C-2272-4405-8E0C-0831B52A9AC1}"/>
          </ac:spMkLst>
        </pc:spChg>
      </pc:sldChg>
      <pc:sldChg chg="modSp add del mod">
        <pc:chgData name="Ryan Vetter" userId="4e0f799b-9dd2-4ed1-b88a-f6f813994f91" providerId="ADAL" clId="{26441386-ED72-49CA-87F1-9CA9DFAB74A1}" dt="2021-03-29T21:18:29.250" v="1379" actId="2696"/>
        <pc:sldMkLst>
          <pc:docMk/>
          <pc:sldMk cId="2658206950" sldId="2146845996"/>
        </pc:sldMkLst>
        <pc:spChg chg="mod">
          <ac:chgData name="Ryan Vetter" userId="4e0f799b-9dd2-4ed1-b88a-f6f813994f91" providerId="ADAL" clId="{26441386-ED72-49CA-87F1-9CA9DFAB74A1}" dt="2021-03-29T21:18:21.277" v="1378" actId="27636"/>
          <ac:spMkLst>
            <pc:docMk/>
            <pc:sldMk cId="2658206950" sldId="2146845996"/>
            <ac:spMk id="5" creationId="{34EF8608-9EDF-4FCE-BDD5-DE821B04DA66}"/>
          </ac:spMkLst>
        </pc:spChg>
      </pc:sldChg>
      <pc:sldChg chg="add del setBg">
        <pc:chgData name="Ryan Vetter" userId="4e0f799b-9dd2-4ed1-b88a-f6f813994f91" providerId="ADAL" clId="{26441386-ED72-49CA-87F1-9CA9DFAB74A1}" dt="2021-04-08T17:56:44.095" v="7322" actId="2696"/>
        <pc:sldMkLst>
          <pc:docMk/>
          <pc:sldMk cId="3829018043" sldId="2146845996"/>
        </pc:sldMkLst>
      </pc:sldChg>
      <pc:sldChg chg="modSp add mod ord">
        <pc:chgData name="Ryan Vetter" userId="4e0f799b-9dd2-4ed1-b88a-f6f813994f91" providerId="ADAL" clId="{26441386-ED72-49CA-87F1-9CA9DFAB74A1}" dt="2021-03-30T21:27:36.154" v="3389" actId="6549"/>
        <pc:sldMkLst>
          <pc:docMk/>
          <pc:sldMk cId="4257869422" sldId="2146845997"/>
        </pc:sldMkLst>
        <pc:spChg chg="mod">
          <ac:chgData name="Ryan Vetter" userId="4e0f799b-9dd2-4ed1-b88a-f6f813994f91" providerId="ADAL" clId="{26441386-ED72-49CA-87F1-9CA9DFAB74A1}" dt="2021-03-30T21:20:20.149" v="3035" actId="20577"/>
          <ac:spMkLst>
            <pc:docMk/>
            <pc:sldMk cId="4257869422" sldId="2146845997"/>
            <ac:spMk id="2" creationId="{47E8D92B-235D-436A-818C-1CCEFC88EB67}"/>
          </ac:spMkLst>
        </pc:spChg>
        <pc:spChg chg="mod">
          <ac:chgData name="Ryan Vetter" userId="4e0f799b-9dd2-4ed1-b88a-f6f813994f91" providerId="ADAL" clId="{26441386-ED72-49CA-87F1-9CA9DFAB74A1}" dt="2021-03-30T21:27:36.154" v="3389" actId="6549"/>
          <ac:spMkLst>
            <pc:docMk/>
            <pc:sldMk cId="4257869422" sldId="2146845997"/>
            <ac:spMk id="4" creationId="{24274302-E795-4AE3-9846-E176B8A41D96}"/>
          </ac:spMkLst>
        </pc:spChg>
        <pc:spChg chg="mod">
          <ac:chgData name="Ryan Vetter" userId="4e0f799b-9dd2-4ed1-b88a-f6f813994f91" providerId="ADAL" clId="{26441386-ED72-49CA-87F1-9CA9DFAB74A1}" dt="2021-03-30T20:38:25.149" v="2470" actId="20577"/>
          <ac:spMkLst>
            <pc:docMk/>
            <pc:sldMk cId="4257869422" sldId="2146845997"/>
            <ac:spMk id="6" creationId="{01E32884-623B-4264-BC46-0484375714D0}"/>
          </ac:spMkLst>
        </pc:spChg>
        <pc:spChg chg="mod">
          <ac:chgData name="Ryan Vetter" userId="4e0f799b-9dd2-4ed1-b88a-f6f813994f91" providerId="ADAL" clId="{26441386-ED72-49CA-87F1-9CA9DFAB74A1}" dt="2021-03-30T20:49:40.769" v="2841" actId="33524"/>
          <ac:spMkLst>
            <pc:docMk/>
            <pc:sldMk cId="4257869422" sldId="2146845997"/>
            <ac:spMk id="7" creationId="{36B61E10-DB36-411E-86A9-487BA83C774E}"/>
          </ac:spMkLst>
        </pc:spChg>
      </pc:sldChg>
      <pc:sldChg chg="modSp add mod">
        <pc:chgData name="Ryan Vetter" userId="4e0f799b-9dd2-4ed1-b88a-f6f813994f91" providerId="ADAL" clId="{26441386-ED72-49CA-87F1-9CA9DFAB74A1}" dt="2021-03-30T21:29:26.072" v="3593" actId="20577"/>
        <pc:sldMkLst>
          <pc:docMk/>
          <pc:sldMk cId="340949598" sldId="2146845998"/>
        </pc:sldMkLst>
        <pc:spChg chg="mod">
          <ac:chgData name="Ryan Vetter" userId="4e0f799b-9dd2-4ed1-b88a-f6f813994f91" providerId="ADAL" clId="{26441386-ED72-49CA-87F1-9CA9DFAB74A1}" dt="2021-03-30T21:20:42.645" v="3079" actId="20577"/>
          <ac:spMkLst>
            <pc:docMk/>
            <pc:sldMk cId="340949598" sldId="2146845998"/>
            <ac:spMk id="2" creationId="{47E8D92B-235D-436A-818C-1CCEFC88EB67}"/>
          </ac:spMkLst>
        </pc:spChg>
        <pc:spChg chg="mod">
          <ac:chgData name="Ryan Vetter" userId="4e0f799b-9dd2-4ed1-b88a-f6f813994f91" providerId="ADAL" clId="{26441386-ED72-49CA-87F1-9CA9DFAB74A1}" dt="2021-03-30T21:26:58.980" v="3368" actId="6549"/>
          <ac:spMkLst>
            <pc:docMk/>
            <pc:sldMk cId="340949598" sldId="2146845998"/>
            <ac:spMk id="4" creationId="{24274302-E795-4AE3-9846-E176B8A41D96}"/>
          </ac:spMkLst>
        </pc:spChg>
        <pc:spChg chg="mod">
          <ac:chgData name="Ryan Vetter" userId="4e0f799b-9dd2-4ed1-b88a-f6f813994f91" providerId="ADAL" clId="{26441386-ED72-49CA-87F1-9CA9DFAB74A1}" dt="2021-03-30T21:29:26.072" v="3593" actId="20577"/>
          <ac:spMkLst>
            <pc:docMk/>
            <pc:sldMk cId="340949598" sldId="2146845998"/>
            <ac:spMk id="6" creationId="{01E32884-623B-4264-BC46-0484375714D0}"/>
          </ac:spMkLst>
        </pc:spChg>
        <pc:spChg chg="mod">
          <ac:chgData name="Ryan Vetter" userId="4e0f799b-9dd2-4ed1-b88a-f6f813994f91" providerId="ADAL" clId="{26441386-ED72-49CA-87F1-9CA9DFAB74A1}" dt="2021-03-30T21:26:11.486" v="3355" actId="6549"/>
          <ac:spMkLst>
            <pc:docMk/>
            <pc:sldMk cId="340949598" sldId="2146845998"/>
            <ac:spMk id="7" creationId="{36B61E10-DB36-411E-86A9-487BA83C774E}"/>
          </ac:spMkLst>
        </pc:spChg>
      </pc:sldChg>
      <pc:sldChg chg="addSp delSp modSp add del mod setBg">
        <pc:chgData name="Ryan Vetter" userId="4e0f799b-9dd2-4ed1-b88a-f6f813994f91" providerId="ADAL" clId="{26441386-ED72-49CA-87F1-9CA9DFAB74A1}" dt="2021-04-08T19:50:52.038" v="9789" actId="47"/>
        <pc:sldMkLst>
          <pc:docMk/>
          <pc:sldMk cId="988926314" sldId="2146845999"/>
        </pc:sldMkLst>
        <pc:spChg chg="add mod">
          <ac:chgData name="Ryan Vetter" userId="4e0f799b-9dd2-4ed1-b88a-f6f813994f91" providerId="ADAL" clId="{26441386-ED72-49CA-87F1-9CA9DFAB74A1}" dt="2021-04-08T18:27:55.412" v="9671" actId="20577"/>
          <ac:spMkLst>
            <pc:docMk/>
            <pc:sldMk cId="988926314" sldId="2146845999"/>
            <ac:spMk id="4" creationId="{39AF3E02-E95F-4568-B781-2CA4ACE7FD52}"/>
          </ac:spMkLst>
        </pc:spChg>
        <pc:spChg chg="mod">
          <ac:chgData name="Ryan Vetter" userId="4e0f799b-9dd2-4ed1-b88a-f6f813994f91" providerId="ADAL" clId="{26441386-ED72-49CA-87F1-9CA9DFAB74A1}" dt="2021-04-08T18:22:57.411" v="9501" actId="20577"/>
          <ac:spMkLst>
            <pc:docMk/>
            <pc:sldMk cId="988926314" sldId="2146845999"/>
            <ac:spMk id="5" creationId="{34EF8608-9EDF-4FCE-BDD5-DE821B04DA66}"/>
          </ac:spMkLst>
        </pc:spChg>
        <pc:spChg chg="del">
          <ac:chgData name="Ryan Vetter" userId="4e0f799b-9dd2-4ed1-b88a-f6f813994f91" providerId="ADAL" clId="{26441386-ED72-49CA-87F1-9CA9DFAB74A1}" dt="2021-04-08T18:07:22.384" v="7351" actId="478"/>
          <ac:spMkLst>
            <pc:docMk/>
            <pc:sldMk cId="988926314" sldId="2146845999"/>
            <ac:spMk id="6" creationId="{404A2925-0765-4EEC-8670-9ADAFA78E793}"/>
          </ac:spMkLst>
        </pc:spChg>
        <pc:spChg chg="add mod">
          <ac:chgData name="Ryan Vetter" userId="4e0f799b-9dd2-4ed1-b88a-f6f813994f91" providerId="ADAL" clId="{26441386-ED72-49CA-87F1-9CA9DFAB74A1}" dt="2021-04-08T18:28:09.754" v="9672" actId="113"/>
          <ac:spMkLst>
            <pc:docMk/>
            <pc:sldMk cId="988926314" sldId="2146845999"/>
            <ac:spMk id="8" creationId="{F80F55B7-F6D5-4760-B39D-E78113A932E9}"/>
          </ac:spMkLst>
        </pc:spChg>
        <pc:spChg chg="add mod">
          <ac:chgData name="Ryan Vetter" userId="4e0f799b-9dd2-4ed1-b88a-f6f813994f91" providerId="ADAL" clId="{26441386-ED72-49CA-87F1-9CA9DFAB74A1}" dt="2021-04-08T19:41:08.165" v="9780" actId="1076"/>
          <ac:spMkLst>
            <pc:docMk/>
            <pc:sldMk cId="988926314" sldId="2146845999"/>
            <ac:spMk id="9" creationId="{190DD410-BACE-4676-B26F-481F6CBC7AC3}"/>
          </ac:spMkLst>
        </pc:spChg>
        <pc:picChg chg="del mod">
          <ac:chgData name="Ryan Vetter" userId="4e0f799b-9dd2-4ed1-b88a-f6f813994f91" providerId="ADAL" clId="{26441386-ED72-49CA-87F1-9CA9DFAB74A1}" dt="2021-04-08T18:16:14.205" v="8814" actId="478"/>
          <ac:picMkLst>
            <pc:docMk/>
            <pc:sldMk cId="988926314" sldId="2146845999"/>
            <ac:picMk id="3" creationId="{A74E2679-91F9-4F11-8010-4FAA5169DB3A}"/>
          </ac:picMkLst>
        </pc:picChg>
      </pc:sldChg>
      <pc:sldChg chg="new del">
        <pc:chgData name="Ryan Vetter" userId="4e0f799b-9dd2-4ed1-b88a-f6f813994f91" providerId="ADAL" clId="{26441386-ED72-49CA-87F1-9CA9DFAB74A1}" dt="2021-04-08T18:04:05.711" v="7334" actId="47"/>
        <pc:sldMkLst>
          <pc:docMk/>
          <pc:sldMk cId="3184797812" sldId="2146845999"/>
        </pc:sldMkLst>
      </pc:sldChg>
      <pc:sldChg chg="addSp modSp add del mod ord">
        <pc:chgData name="Ryan Vetter" userId="4e0f799b-9dd2-4ed1-b88a-f6f813994f91" providerId="ADAL" clId="{26441386-ED72-49CA-87F1-9CA9DFAB74A1}" dt="2021-04-15T15:56:35.838" v="13461" actId="20577"/>
        <pc:sldMkLst>
          <pc:docMk/>
          <pc:sldMk cId="716058420" sldId="2146846000"/>
        </pc:sldMkLst>
        <pc:spChg chg="mod">
          <ac:chgData name="Ryan Vetter" userId="4e0f799b-9dd2-4ed1-b88a-f6f813994f91" providerId="ADAL" clId="{26441386-ED72-49CA-87F1-9CA9DFAB74A1}" dt="2021-04-15T15:56:35.838" v="13461" actId="20577"/>
          <ac:spMkLst>
            <pc:docMk/>
            <pc:sldMk cId="716058420" sldId="2146846000"/>
            <ac:spMk id="3" creationId="{6F145C45-6E77-49A1-894F-6265A87234DF}"/>
          </ac:spMkLst>
        </pc:spChg>
        <pc:spChg chg="mod">
          <ac:chgData name="Ryan Vetter" userId="4e0f799b-9dd2-4ed1-b88a-f6f813994f91" providerId="ADAL" clId="{26441386-ED72-49CA-87F1-9CA9DFAB74A1}" dt="2021-04-09T20:19:55.184" v="13434" actId="554"/>
          <ac:spMkLst>
            <pc:docMk/>
            <pc:sldMk cId="716058420" sldId="2146846000"/>
            <ac:spMk id="4" creationId="{39AF3E02-E95F-4568-B781-2CA4ACE7FD52}"/>
          </ac:spMkLst>
        </pc:spChg>
        <pc:spChg chg="mod">
          <ac:chgData name="Ryan Vetter" userId="4e0f799b-9dd2-4ed1-b88a-f6f813994f91" providerId="ADAL" clId="{26441386-ED72-49CA-87F1-9CA9DFAB74A1}" dt="2021-04-09T20:19:55.184" v="13434" actId="554"/>
          <ac:spMkLst>
            <pc:docMk/>
            <pc:sldMk cId="716058420" sldId="2146846000"/>
            <ac:spMk id="8" creationId="{F80F55B7-F6D5-4760-B39D-E78113A932E9}"/>
          </ac:spMkLst>
        </pc:spChg>
        <pc:spChg chg="mod">
          <ac:chgData name="Ryan Vetter" userId="4e0f799b-9dd2-4ed1-b88a-f6f813994f91" providerId="ADAL" clId="{26441386-ED72-49CA-87F1-9CA9DFAB74A1}" dt="2021-04-09T19:42:56.852" v="10652" actId="1076"/>
          <ac:spMkLst>
            <pc:docMk/>
            <pc:sldMk cId="716058420" sldId="2146846000"/>
            <ac:spMk id="9" creationId="{190DD410-BACE-4676-B26F-481F6CBC7AC3}"/>
          </ac:spMkLst>
        </pc:spChg>
        <pc:spChg chg="mod">
          <ac:chgData name="Ryan Vetter" userId="4e0f799b-9dd2-4ed1-b88a-f6f813994f91" providerId="ADAL" clId="{26441386-ED72-49CA-87F1-9CA9DFAB74A1}" dt="2021-04-09T19:44:50.862" v="10680" actId="1076"/>
          <ac:spMkLst>
            <pc:docMk/>
            <pc:sldMk cId="716058420" sldId="2146846000"/>
            <ac:spMk id="10" creationId="{53546CA7-7FDC-4822-906E-63CC5520B1D5}"/>
          </ac:spMkLst>
        </pc:spChg>
        <pc:spChg chg="add mod">
          <ac:chgData name="Ryan Vetter" userId="4e0f799b-9dd2-4ed1-b88a-f6f813994f91" providerId="ADAL" clId="{26441386-ED72-49CA-87F1-9CA9DFAB74A1}" dt="2021-04-09T19:43:54.453" v="10667" actId="1076"/>
          <ac:spMkLst>
            <pc:docMk/>
            <pc:sldMk cId="716058420" sldId="2146846000"/>
            <ac:spMk id="30" creationId="{C1EF3DFD-1A0F-4F45-A4C7-D432079EA013}"/>
          </ac:spMkLst>
        </pc:spChg>
        <pc:picChg chg="add mod">
          <ac:chgData name="Ryan Vetter" userId="4e0f799b-9dd2-4ed1-b88a-f6f813994f91" providerId="ADAL" clId="{26441386-ED72-49CA-87F1-9CA9DFAB74A1}" dt="2021-04-09T19:43:05.288" v="10653" actId="1076"/>
          <ac:picMkLst>
            <pc:docMk/>
            <pc:sldMk cId="716058420" sldId="2146846000"/>
            <ac:picMk id="11" creationId="{39D95F86-1EAA-4C08-8795-16DC327AE987}"/>
          </ac:picMkLst>
        </pc:picChg>
        <pc:picChg chg="add mod">
          <ac:chgData name="Ryan Vetter" userId="4e0f799b-9dd2-4ed1-b88a-f6f813994f91" providerId="ADAL" clId="{26441386-ED72-49CA-87F1-9CA9DFAB74A1}" dt="2021-04-09T19:43:05.288" v="10653" actId="1076"/>
          <ac:picMkLst>
            <pc:docMk/>
            <pc:sldMk cId="716058420" sldId="2146846000"/>
            <ac:picMk id="13" creationId="{21356075-B587-43A5-A29B-26DFD8A2A0FA}"/>
          </ac:picMkLst>
        </pc:picChg>
        <pc:picChg chg="add mod">
          <ac:chgData name="Ryan Vetter" userId="4e0f799b-9dd2-4ed1-b88a-f6f813994f91" providerId="ADAL" clId="{26441386-ED72-49CA-87F1-9CA9DFAB74A1}" dt="2021-04-09T19:44:45.266" v="10679" actId="1076"/>
          <ac:picMkLst>
            <pc:docMk/>
            <pc:sldMk cId="716058420" sldId="2146846000"/>
            <ac:picMk id="15" creationId="{41AFD73A-8A6E-479F-9197-FA368D14D4C0}"/>
          </ac:picMkLst>
        </pc:picChg>
        <pc:picChg chg="add mod">
          <ac:chgData name="Ryan Vetter" userId="4e0f799b-9dd2-4ed1-b88a-f6f813994f91" providerId="ADAL" clId="{26441386-ED72-49CA-87F1-9CA9DFAB74A1}" dt="2021-04-09T19:44:45.266" v="10679" actId="1076"/>
          <ac:picMkLst>
            <pc:docMk/>
            <pc:sldMk cId="716058420" sldId="2146846000"/>
            <ac:picMk id="17" creationId="{FFBB32C5-F77B-478C-920D-94BC66A0769B}"/>
          </ac:picMkLst>
        </pc:picChg>
        <pc:picChg chg="add mod">
          <ac:chgData name="Ryan Vetter" userId="4e0f799b-9dd2-4ed1-b88a-f6f813994f91" providerId="ADAL" clId="{26441386-ED72-49CA-87F1-9CA9DFAB74A1}" dt="2021-04-09T19:44:45.266" v="10679" actId="1076"/>
          <ac:picMkLst>
            <pc:docMk/>
            <pc:sldMk cId="716058420" sldId="2146846000"/>
            <ac:picMk id="19" creationId="{24D69309-8679-4783-BA49-60C19865D4E1}"/>
          </ac:picMkLst>
        </pc:picChg>
        <pc:picChg chg="add mod">
          <ac:chgData name="Ryan Vetter" userId="4e0f799b-9dd2-4ed1-b88a-f6f813994f91" providerId="ADAL" clId="{26441386-ED72-49CA-87F1-9CA9DFAB74A1}" dt="2021-04-09T19:44:45.266" v="10679" actId="1076"/>
          <ac:picMkLst>
            <pc:docMk/>
            <pc:sldMk cId="716058420" sldId="2146846000"/>
            <ac:picMk id="21" creationId="{EE5863EB-9E43-4117-8EDC-157EB77658BF}"/>
          </ac:picMkLst>
        </pc:picChg>
        <pc:picChg chg="add mod">
          <ac:chgData name="Ryan Vetter" userId="4e0f799b-9dd2-4ed1-b88a-f6f813994f91" providerId="ADAL" clId="{26441386-ED72-49CA-87F1-9CA9DFAB74A1}" dt="2021-04-09T19:43:05.288" v="10653" actId="1076"/>
          <ac:picMkLst>
            <pc:docMk/>
            <pc:sldMk cId="716058420" sldId="2146846000"/>
            <ac:picMk id="23" creationId="{7C678B56-3984-4B8A-9DAB-EA4A289BBC8E}"/>
          </ac:picMkLst>
        </pc:picChg>
        <pc:picChg chg="add mod">
          <ac:chgData name="Ryan Vetter" userId="4e0f799b-9dd2-4ed1-b88a-f6f813994f91" providerId="ADAL" clId="{26441386-ED72-49CA-87F1-9CA9DFAB74A1}" dt="2021-04-09T19:43:05.288" v="10653" actId="1076"/>
          <ac:picMkLst>
            <pc:docMk/>
            <pc:sldMk cId="716058420" sldId="2146846000"/>
            <ac:picMk id="25" creationId="{9231D58D-939D-4FC1-836E-222F27222889}"/>
          </ac:picMkLst>
        </pc:picChg>
        <pc:picChg chg="add mod">
          <ac:chgData name="Ryan Vetter" userId="4e0f799b-9dd2-4ed1-b88a-f6f813994f91" providerId="ADAL" clId="{26441386-ED72-49CA-87F1-9CA9DFAB74A1}" dt="2021-04-09T19:44:45.266" v="10679" actId="1076"/>
          <ac:picMkLst>
            <pc:docMk/>
            <pc:sldMk cId="716058420" sldId="2146846000"/>
            <ac:picMk id="27" creationId="{2275378F-C169-4CD8-B475-6C68C229CE47}"/>
          </ac:picMkLst>
        </pc:picChg>
        <pc:cxnChg chg="add mod">
          <ac:chgData name="Ryan Vetter" userId="4e0f799b-9dd2-4ed1-b88a-f6f813994f91" providerId="ADAL" clId="{26441386-ED72-49CA-87F1-9CA9DFAB74A1}" dt="2021-04-09T20:27:50.832" v="13457" actId="12788"/>
          <ac:cxnSpMkLst>
            <pc:docMk/>
            <pc:sldMk cId="716058420" sldId="2146846000"/>
            <ac:cxnSpMk id="31" creationId="{BE958A93-8057-44EE-A529-ABD577A8BCC4}"/>
          </ac:cxnSpMkLst>
        </pc:cxnChg>
      </pc:sldChg>
      <pc:sldChg chg="addSp modSp add mod modShow">
        <pc:chgData name="Ryan Vetter" userId="4e0f799b-9dd2-4ed1-b88a-f6f813994f91" providerId="ADAL" clId="{26441386-ED72-49CA-87F1-9CA9DFAB74A1}" dt="2021-04-09T16:02:11.243" v="10547" actId="729"/>
        <pc:sldMkLst>
          <pc:docMk/>
          <pc:sldMk cId="3917540874" sldId="2146846001"/>
        </pc:sldMkLst>
        <pc:spChg chg="add mod">
          <ac:chgData name="Ryan Vetter" userId="4e0f799b-9dd2-4ed1-b88a-f6f813994f91" providerId="ADAL" clId="{26441386-ED72-49CA-87F1-9CA9DFAB74A1}" dt="2021-04-09T14:41:16.624" v="9899" actId="1076"/>
          <ac:spMkLst>
            <pc:docMk/>
            <pc:sldMk cId="3917540874" sldId="2146846001"/>
            <ac:spMk id="2" creationId="{FADC48B0-2447-451D-B6FC-AF1B25747016}"/>
          </ac:spMkLst>
        </pc:spChg>
        <pc:spChg chg="mod">
          <ac:chgData name="Ryan Vetter" userId="4e0f799b-9dd2-4ed1-b88a-f6f813994f91" providerId="ADAL" clId="{26441386-ED72-49CA-87F1-9CA9DFAB74A1}" dt="2021-04-09T16:01:53.677" v="10546" actId="20577"/>
          <ac:spMkLst>
            <pc:docMk/>
            <pc:sldMk cId="3917540874" sldId="2146846001"/>
            <ac:spMk id="4" creationId="{FA8CCE2E-4E27-421F-B61B-BA79E1C45D4E}"/>
          </ac:spMkLst>
        </pc:spChg>
      </pc:sldChg>
      <pc:sldChg chg="addSp delSp modSp add mod ord">
        <pc:chgData name="Ryan Vetter" userId="4e0f799b-9dd2-4ed1-b88a-f6f813994f91" providerId="ADAL" clId="{26441386-ED72-49CA-87F1-9CA9DFAB74A1}" dt="2021-04-09T20:23:21.782" v="13442" actId="20577"/>
        <pc:sldMkLst>
          <pc:docMk/>
          <pc:sldMk cId="1935880369" sldId="2146846002"/>
        </pc:sldMkLst>
        <pc:spChg chg="del">
          <ac:chgData name="Ryan Vetter" userId="4e0f799b-9dd2-4ed1-b88a-f6f813994f91" providerId="ADAL" clId="{26441386-ED72-49CA-87F1-9CA9DFAB74A1}" dt="2021-04-09T14:55:32.457" v="10530" actId="478"/>
          <ac:spMkLst>
            <pc:docMk/>
            <pc:sldMk cId="1935880369" sldId="2146846002"/>
            <ac:spMk id="3" creationId="{6F145C45-6E77-49A1-894F-6265A87234DF}"/>
          </ac:spMkLst>
        </pc:spChg>
        <pc:spChg chg="del">
          <ac:chgData name="Ryan Vetter" userId="4e0f799b-9dd2-4ed1-b88a-f6f813994f91" providerId="ADAL" clId="{26441386-ED72-49CA-87F1-9CA9DFAB74A1}" dt="2021-04-09T14:55:29.120" v="10527" actId="478"/>
          <ac:spMkLst>
            <pc:docMk/>
            <pc:sldMk cId="1935880369" sldId="2146846002"/>
            <ac:spMk id="4" creationId="{39AF3E02-E95F-4568-B781-2CA4ACE7FD52}"/>
          </ac:spMkLst>
        </pc:spChg>
        <pc:spChg chg="mod">
          <ac:chgData name="Ryan Vetter" userId="4e0f799b-9dd2-4ed1-b88a-f6f813994f91" providerId="ADAL" clId="{26441386-ED72-49CA-87F1-9CA9DFAB74A1}" dt="2021-04-09T19:58:25.286" v="12143" actId="20577"/>
          <ac:spMkLst>
            <pc:docMk/>
            <pc:sldMk cId="1935880369" sldId="2146846002"/>
            <ac:spMk id="5" creationId="{34EF8608-9EDF-4FCE-BDD5-DE821B04DA66}"/>
          </ac:spMkLst>
        </pc:spChg>
        <pc:spChg chg="add del">
          <ac:chgData name="Ryan Vetter" userId="4e0f799b-9dd2-4ed1-b88a-f6f813994f91" providerId="ADAL" clId="{26441386-ED72-49CA-87F1-9CA9DFAB74A1}" dt="2021-04-09T19:53:43.858" v="11689"/>
          <ac:spMkLst>
            <pc:docMk/>
            <pc:sldMk cId="1935880369" sldId="2146846002"/>
            <ac:spMk id="6" creationId="{BAD36C56-5C19-4B3F-A3F3-57E5E6AA9FC2}"/>
          </ac:spMkLst>
        </pc:spChg>
        <pc:spChg chg="del mod">
          <ac:chgData name="Ryan Vetter" userId="4e0f799b-9dd2-4ed1-b88a-f6f813994f91" providerId="ADAL" clId="{26441386-ED72-49CA-87F1-9CA9DFAB74A1}" dt="2021-04-09T14:55:30.352" v="10529" actId="478"/>
          <ac:spMkLst>
            <pc:docMk/>
            <pc:sldMk cId="1935880369" sldId="2146846002"/>
            <ac:spMk id="8" creationId="{F80F55B7-F6D5-4760-B39D-E78113A932E9}"/>
          </ac:spMkLst>
        </pc:spChg>
        <pc:spChg chg="add del mod">
          <ac:chgData name="Ryan Vetter" userId="4e0f799b-9dd2-4ed1-b88a-f6f813994f91" providerId="ADAL" clId="{26441386-ED72-49CA-87F1-9CA9DFAB74A1}" dt="2021-04-09T20:23:21.782" v="13442" actId="20577"/>
          <ac:spMkLst>
            <pc:docMk/>
            <pc:sldMk cId="1935880369" sldId="2146846002"/>
            <ac:spMk id="9" creationId="{190DD410-BACE-4676-B26F-481F6CBC7AC3}"/>
          </ac:spMkLst>
        </pc:spChg>
        <pc:spChg chg="del">
          <ac:chgData name="Ryan Vetter" userId="4e0f799b-9dd2-4ed1-b88a-f6f813994f91" providerId="ADAL" clId="{26441386-ED72-49CA-87F1-9CA9DFAB74A1}" dt="2021-04-09T14:55:33.513" v="10531" actId="478"/>
          <ac:spMkLst>
            <pc:docMk/>
            <pc:sldMk cId="1935880369" sldId="2146846002"/>
            <ac:spMk id="10" creationId="{53546CA7-7FDC-4822-906E-63CC5520B1D5}"/>
          </ac:spMkLst>
        </pc:spChg>
      </pc:sldChg>
      <pc:sldChg chg="mod modShow">
        <pc:chgData name="Ryan Vetter" userId="4e0f799b-9dd2-4ed1-b88a-f6f813994f91" providerId="ADAL" clId="{26441386-ED72-49CA-87F1-9CA9DFAB74A1}" dt="2021-04-09T16:02:14.704" v="10548" actId="729"/>
        <pc:sldMkLst>
          <pc:docMk/>
          <pc:sldMk cId="2597472437" sldId="2146846003"/>
        </pc:sldMkLst>
      </pc:sldChg>
      <pc:sldChg chg="modSp mod">
        <pc:chgData name="Ryan Vetter" userId="4e0f799b-9dd2-4ed1-b88a-f6f813994f91" providerId="ADAL" clId="{26441386-ED72-49CA-87F1-9CA9DFAB74A1}" dt="2021-04-09T20:25:52.157" v="13448" actId="1076"/>
        <pc:sldMkLst>
          <pc:docMk/>
          <pc:sldMk cId="1920503962" sldId="2146846005"/>
        </pc:sldMkLst>
        <pc:grpChg chg="mod">
          <ac:chgData name="Ryan Vetter" userId="4e0f799b-9dd2-4ed1-b88a-f6f813994f91" providerId="ADAL" clId="{26441386-ED72-49CA-87F1-9CA9DFAB74A1}" dt="2021-04-09T20:25:52.157" v="13448" actId="1076"/>
          <ac:grpSpMkLst>
            <pc:docMk/>
            <pc:sldMk cId="1920503962" sldId="2146846005"/>
            <ac:grpSpMk id="48" creationId="{C8AECF86-8E1E-48E4-8049-C33ADEDE2A40}"/>
          </ac:grpSpMkLst>
        </pc:grpChg>
        <pc:grpChg chg="mod">
          <ac:chgData name="Ryan Vetter" userId="4e0f799b-9dd2-4ed1-b88a-f6f813994f91" providerId="ADAL" clId="{26441386-ED72-49CA-87F1-9CA9DFAB74A1}" dt="2021-04-09T20:25:52.157" v="13448" actId="1076"/>
          <ac:grpSpMkLst>
            <pc:docMk/>
            <pc:sldMk cId="1920503962" sldId="2146846005"/>
            <ac:grpSpMk id="50" creationId="{682C8F23-EEC0-443F-9899-DC045F507A05}"/>
          </ac:grpSpMkLst>
        </pc:grpChg>
        <pc:grpChg chg="mod">
          <ac:chgData name="Ryan Vetter" userId="4e0f799b-9dd2-4ed1-b88a-f6f813994f91" providerId="ADAL" clId="{26441386-ED72-49CA-87F1-9CA9DFAB74A1}" dt="2021-04-09T20:25:49.773" v="13447" actId="1076"/>
          <ac:grpSpMkLst>
            <pc:docMk/>
            <pc:sldMk cId="1920503962" sldId="2146846005"/>
            <ac:grpSpMk id="85" creationId="{B44A08A4-1B45-4BCD-9D54-EA7BF805E77A}"/>
          </ac:grpSpMkLst>
        </pc:grpChg>
        <pc:grpChg chg="mod">
          <ac:chgData name="Ryan Vetter" userId="4e0f799b-9dd2-4ed1-b88a-f6f813994f91" providerId="ADAL" clId="{26441386-ED72-49CA-87F1-9CA9DFAB74A1}" dt="2021-04-09T20:25:49.773" v="13447" actId="1076"/>
          <ac:grpSpMkLst>
            <pc:docMk/>
            <pc:sldMk cId="1920503962" sldId="2146846005"/>
            <ac:grpSpMk id="87" creationId="{AF6EF135-0AB6-4BF6-A2FB-296C2FC9C749}"/>
          </ac:grpSpMkLst>
        </pc:grpChg>
        <pc:graphicFrameChg chg="mod modGraphic">
          <ac:chgData name="Ryan Vetter" userId="4e0f799b-9dd2-4ed1-b88a-f6f813994f91" providerId="ADAL" clId="{26441386-ED72-49CA-87F1-9CA9DFAB74A1}" dt="2021-04-09T20:25:46.627" v="13446" actId="14100"/>
          <ac:graphicFrameMkLst>
            <pc:docMk/>
            <pc:sldMk cId="1920503962" sldId="2146846005"/>
            <ac:graphicFrameMk id="84" creationId="{76CC712C-41A9-45C5-9167-F1F1EAA56856}"/>
          </ac:graphicFrameMkLst>
        </pc:graphicFrameChg>
      </pc:sldChg>
      <pc:sldChg chg="modSp add mod ord">
        <pc:chgData name="Ryan Vetter" userId="4e0f799b-9dd2-4ed1-b88a-f6f813994f91" providerId="ADAL" clId="{26441386-ED72-49CA-87F1-9CA9DFAB74A1}" dt="2021-04-22T18:21:07.604" v="14377" actId="27636"/>
        <pc:sldMkLst>
          <pc:docMk/>
          <pc:sldMk cId="1206519219" sldId="2146846007"/>
        </pc:sldMkLst>
        <pc:spChg chg="mod">
          <ac:chgData name="Ryan Vetter" userId="4e0f799b-9dd2-4ed1-b88a-f6f813994f91" providerId="ADAL" clId="{26441386-ED72-49CA-87F1-9CA9DFAB74A1}" dt="2021-04-21T11:50:54.920" v="14035" actId="20577"/>
          <ac:spMkLst>
            <pc:docMk/>
            <pc:sldMk cId="1206519219" sldId="2146846007"/>
            <ac:spMk id="2" creationId="{47E8D92B-235D-436A-818C-1CCEFC88EB67}"/>
          </ac:spMkLst>
        </pc:spChg>
        <pc:spChg chg="mod">
          <ac:chgData name="Ryan Vetter" userId="4e0f799b-9dd2-4ed1-b88a-f6f813994f91" providerId="ADAL" clId="{26441386-ED72-49CA-87F1-9CA9DFAB74A1}" dt="2021-04-22T18:21:07.604" v="14377" actId="27636"/>
          <ac:spMkLst>
            <pc:docMk/>
            <pc:sldMk cId="1206519219" sldId="2146846007"/>
            <ac:spMk id="4" creationId="{24274302-E795-4AE3-9846-E176B8A41D96}"/>
          </ac:spMkLst>
        </pc:spChg>
        <pc:spChg chg="mod">
          <ac:chgData name="Ryan Vetter" userId="4e0f799b-9dd2-4ed1-b88a-f6f813994f91" providerId="ADAL" clId="{26441386-ED72-49CA-87F1-9CA9DFAB74A1}" dt="2021-04-21T12:11:04.425" v="14123"/>
          <ac:spMkLst>
            <pc:docMk/>
            <pc:sldMk cId="1206519219" sldId="2146846007"/>
            <ac:spMk id="6" creationId="{01E32884-623B-4264-BC46-0484375714D0}"/>
          </ac:spMkLst>
        </pc:spChg>
      </pc:sldChg>
      <pc:sldChg chg="modSp add mod">
        <pc:chgData name="Ryan Vetter" userId="4e0f799b-9dd2-4ed1-b88a-f6f813994f91" providerId="ADAL" clId="{26441386-ED72-49CA-87F1-9CA9DFAB74A1}" dt="2021-04-21T11:51:11.536" v="14061" actId="404"/>
        <pc:sldMkLst>
          <pc:docMk/>
          <pc:sldMk cId="4259389883" sldId="2146846008"/>
        </pc:sldMkLst>
        <pc:spChg chg="mod">
          <ac:chgData name="Ryan Vetter" userId="4e0f799b-9dd2-4ed1-b88a-f6f813994f91" providerId="ADAL" clId="{26441386-ED72-49CA-87F1-9CA9DFAB74A1}" dt="2021-04-21T11:51:11.536" v="14061" actId="404"/>
          <ac:spMkLst>
            <pc:docMk/>
            <pc:sldMk cId="4259389883" sldId="2146846008"/>
            <ac:spMk id="2" creationId="{47E8D92B-235D-436A-818C-1CCEFC88EB67}"/>
          </ac:spMkLst>
        </pc:spChg>
      </pc:sldChg>
      <pc:sldChg chg="add">
        <pc:chgData name="Ryan Vetter" userId="4e0f799b-9dd2-4ed1-b88a-f6f813994f91" providerId="ADAL" clId="{26441386-ED72-49CA-87F1-9CA9DFAB74A1}" dt="2021-04-21T11:50:32.570" v="14015"/>
        <pc:sldMkLst>
          <pc:docMk/>
          <pc:sldMk cId="2197517037" sldId="2146846009"/>
        </pc:sldMkLst>
      </pc:sldChg>
      <pc:sldChg chg="modSp add mod">
        <pc:chgData name="Ryan Vetter" userId="4e0f799b-9dd2-4ed1-b88a-f6f813994f91" providerId="ADAL" clId="{26441386-ED72-49CA-87F1-9CA9DFAB74A1}" dt="2021-04-21T11:51:25.337" v="14071" actId="20577"/>
        <pc:sldMkLst>
          <pc:docMk/>
          <pc:sldMk cId="3966972729" sldId="2146846010"/>
        </pc:sldMkLst>
        <pc:spChg chg="mod">
          <ac:chgData name="Ryan Vetter" userId="4e0f799b-9dd2-4ed1-b88a-f6f813994f91" providerId="ADAL" clId="{26441386-ED72-49CA-87F1-9CA9DFAB74A1}" dt="2021-04-21T11:51:25.337" v="14071" actId="20577"/>
          <ac:spMkLst>
            <pc:docMk/>
            <pc:sldMk cId="3966972729" sldId="2146846010"/>
            <ac:spMk id="2" creationId="{47E8D92B-235D-436A-818C-1CCEFC88EB67}"/>
          </ac:spMkLst>
        </pc:spChg>
      </pc:sldChg>
      <pc:sldChg chg="modSp add mod">
        <pc:chgData name="Ryan Vetter" userId="4e0f799b-9dd2-4ed1-b88a-f6f813994f91" providerId="ADAL" clId="{26441386-ED72-49CA-87F1-9CA9DFAB74A1}" dt="2021-04-21T11:52:04.252" v="14101" actId="14100"/>
        <pc:sldMkLst>
          <pc:docMk/>
          <pc:sldMk cId="3509810418" sldId="2146846011"/>
        </pc:sldMkLst>
        <pc:spChg chg="mod">
          <ac:chgData name="Ryan Vetter" userId="4e0f799b-9dd2-4ed1-b88a-f6f813994f91" providerId="ADAL" clId="{26441386-ED72-49CA-87F1-9CA9DFAB74A1}" dt="2021-04-21T11:52:04.252" v="14101" actId="14100"/>
          <ac:spMkLst>
            <pc:docMk/>
            <pc:sldMk cId="3509810418" sldId="2146846011"/>
            <ac:spMk id="2" creationId="{47E8D92B-235D-436A-818C-1CCEFC88EB67}"/>
          </ac:spMkLst>
        </pc:spChg>
      </pc:sldChg>
    </pc:docChg>
  </pc:docChgLst>
  <pc:docChgLst>
    <pc:chgData name="Ken Popkin" userId="3c94c39e-c43b-4805-99ab-8da17777f1ac" providerId="ADAL" clId="{69153B8F-FC4A-44BA-BB5E-1EAB99078A68}"/>
    <pc:docChg chg="undo custSel addSld delSld modSld sldOrd modSection">
      <pc:chgData name="Ken Popkin" userId="3c94c39e-c43b-4805-99ab-8da17777f1ac" providerId="ADAL" clId="{69153B8F-FC4A-44BA-BB5E-1EAB99078A68}" dt="2021-06-03T01:38:06.012" v="8973" actId="47"/>
      <pc:docMkLst>
        <pc:docMk/>
      </pc:docMkLst>
      <pc:sldChg chg="modSp mod">
        <pc:chgData name="Ken Popkin" userId="3c94c39e-c43b-4805-99ab-8da17777f1ac" providerId="ADAL" clId="{69153B8F-FC4A-44BA-BB5E-1EAB99078A68}" dt="2021-06-02T15:14:37.660" v="13" actId="20577"/>
        <pc:sldMkLst>
          <pc:docMk/>
          <pc:sldMk cId="3174375058" sldId="2146845993"/>
        </pc:sldMkLst>
        <pc:spChg chg="mod">
          <ac:chgData name="Ken Popkin" userId="3c94c39e-c43b-4805-99ab-8da17777f1ac" providerId="ADAL" clId="{69153B8F-FC4A-44BA-BB5E-1EAB99078A68}" dt="2021-06-02T15:14:37.660" v="13" actId="20577"/>
          <ac:spMkLst>
            <pc:docMk/>
            <pc:sldMk cId="3174375058" sldId="2146845993"/>
            <ac:spMk id="20" creationId="{D7600C1D-FE18-409B-A5EC-8F22555E5588}"/>
          </ac:spMkLst>
        </pc:spChg>
      </pc:sldChg>
      <pc:sldChg chg="modSp mod">
        <pc:chgData name="Ken Popkin" userId="3c94c39e-c43b-4805-99ab-8da17777f1ac" providerId="ADAL" clId="{69153B8F-FC4A-44BA-BB5E-1EAB99078A68}" dt="2021-06-02T15:42:50.549" v="1280" actId="20577"/>
        <pc:sldMkLst>
          <pc:docMk/>
          <pc:sldMk cId="2181594307" sldId="2146846012"/>
        </pc:sldMkLst>
        <pc:spChg chg="mod">
          <ac:chgData name="Ken Popkin" userId="3c94c39e-c43b-4805-99ab-8da17777f1ac" providerId="ADAL" clId="{69153B8F-FC4A-44BA-BB5E-1EAB99078A68}" dt="2021-06-02T15:42:50.549" v="1280" actId="20577"/>
          <ac:spMkLst>
            <pc:docMk/>
            <pc:sldMk cId="2181594307" sldId="2146846012"/>
            <ac:spMk id="27" creationId="{4677ACB4-1CAA-4A1B-BA3B-8FBC864CD441}"/>
          </ac:spMkLst>
        </pc:spChg>
      </pc:sldChg>
      <pc:sldChg chg="del">
        <pc:chgData name="Ken Popkin" userId="3c94c39e-c43b-4805-99ab-8da17777f1ac" providerId="ADAL" clId="{69153B8F-FC4A-44BA-BB5E-1EAB99078A68}" dt="2021-06-02T15:15:47.212" v="61" actId="47"/>
        <pc:sldMkLst>
          <pc:docMk/>
          <pc:sldMk cId="1086001549" sldId="2146846024"/>
        </pc:sldMkLst>
      </pc:sldChg>
      <pc:sldChg chg="addSp delSp modSp mod">
        <pc:chgData name="Ken Popkin" userId="3c94c39e-c43b-4805-99ab-8da17777f1ac" providerId="ADAL" clId="{69153B8F-FC4A-44BA-BB5E-1EAB99078A68}" dt="2021-06-03T01:33:26.106" v="8971" actId="1038"/>
        <pc:sldMkLst>
          <pc:docMk/>
          <pc:sldMk cId="3450880574" sldId="2146846027"/>
        </pc:sldMkLst>
        <pc:spChg chg="add mod">
          <ac:chgData name="Ken Popkin" userId="3c94c39e-c43b-4805-99ab-8da17777f1ac" providerId="ADAL" clId="{69153B8F-FC4A-44BA-BB5E-1EAB99078A68}" dt="2021-06-03T01:32:34.158" v="8779"/>
          <ac:spMkLst>
            <pc:docMk/>
            <pc:sldMk cId="3450880574" sldId="2146846027"/>
            <ac:spMk id="2" creationId="{90C27B29-6AF8-4296-8164-359FA5DE06BB}"/>
          </ac:spMkLst>
        </pc:spChg>
        <pc:spChg chg="add mod">
          <ac:chgData name="Ken Popkin" userId="3c94c39e-c43b-4805-99ab-8da17777f1ac" providerId="ADAL" clId="{69153B8F-FC4A-44BA-BB5E-1EAB99078A68}" dt="2021-06-03T01:32:34.158" v="8781"/>
          <ac:spMkLst>
            <pc:docMk/>
            <pc:sldMk cId="3450880574" sldId="2146846027"/>
            <ac:spMk id="3" creationId="{75696437-384E-4CB5-8EEC-78C2CF605AFC}"/>
          </ac:spMkLst>
        </pc:spChg>
        <pc:spChg chg="mod ord">
          <ac:chgData name="Ken Popkin" userId="3c94c39e-c43b-4805-99ab-8da17777f1ac" providerId="ADAL" clId="{69153B8F-FC4A-44BA-BB5E-1EAB99078A68}" dt="2021-06-03T01:32:34.336" v="8954"/>
          <ac:spMkLst>
            <pc:docMk/>
            <pc:sldMk cId="3450880574" sldId="2146846027"/>
            <ac:spMk id="4" creationId="{C77C1DD2-67F2-472C-BB25-5ECBEEA08597}"/>
          </ac:spMkLst>
        </pc:spChg>
        <pc:spChg chg="mod ord">
          <ac:chgData name="Ken Popkin" userId="3c94c39e-c43b-4805-99ab-8da17777f1ac" providerId="ADAL" clId="{69153B8F-FC4A-44BA-BB5E-1EAB99078A68}" dt="2021-06-03T01:32:34.143" v="8660"/>
          <ac:spMkLst>
            <pc:docMk/>
            <pc:sldMk cId="3450880574" sldId="2146846027"/>
            <ac:spMk id="5" creationId="{7C082F3C-E573-49E7-823F-857D79FA662B}"/>
          </ac:spMkLst>
        </pc:spChg>
        <pc:spChg chg="mod ord">
          <ac:chgData name="Ken Popkin" userId="3c94c39e-c43b-4805-99ab-8da17777f1ac" providerId="ADAL" clId="{69153B8F-FC4A-44BA-BB5E-1EAB99078A68}" dt="2021-06-03T01:32:34.143" v="8664"/>
          <ac:spMkLst>
            <pc:docMk/>
            <pc:sldMk cId="3450880574" sldId="2146846027"/>
            <ac:spMk id="6" creationId="{1694823C-6F52-4A2F-BFDE-B89C2FDBB698}"/>
          </ac:spMkLst>
        </pc:spChg>
        <pc:spChg chg="mod">
          <ac:chgData name="Ken Popkin" userId="3c94c39e-c43b-4805-99ab-8da17777f1ac" providerId="ADAL" clId="{69153B8F-FC4A-44BA-BB5E-1EAB99078A68}" dt="2021-06-03T01:32:34.143" v="8665"/>
          <ac:spMkLst>
            <pc:docMk/>
            <pc:sldMk cId="3450880574" sldId="2146846027"/>
            <ac:spMk id="7" creationId="{E211CA19-6EB9-44E5-9BC5-0BB8B4A68093}"/>
          </ac:spMkLst>
        </pc:spChg>
        <pc:spChg chg="mod">
          <ac:chgData name="Ken Popkin" userId="3c94c39e-c43b-4805-99ab-8da17777f1ac" providerId="ADAL" clId="{69153B8F-FC4A-44BA-BB5E-1EAB99078A68}" dt="2021-06-03T01:32:34.143" v="8668"/>
          <ac:spMkLst>
            <pc:docMk/>
            <pc:sldMk cId="3450880574" sldId="2146846027"/>
            <ac:spMk id="8" creationId="{22B35963-E258-4F7A-B0AA-56440F7D888A}"/>
          </ac:spMkLst>
        </pc:spChg>
        <pc:spChg chg="mod">
          <ac:chgData name="Ken Popkin" userId="3c94c39e-c43b-4805-99ab-8da17777f1ac" providerId="ADAL" clId="{69153B8F-FC4A-44BA-BB5E-1EAB99078A68}" dt="2021-06-03T01:32:34.143" v="8671"/>
          <ac:spMkLst>
            <pc:docMk/>
            <pc:sldMk cId="3450880574" sldId="2146846027"/>
            <ac:spMk id="9" creationId="{9D1AD886-1625-4F78-BBC2-6D75D647FAC3}"/>
          </ac:spMkLst>
        </pc:spChg>
        <pc:spChg chg="mod ord">
          <ac:chgData name="Ken Popkin" userId="3c94c39e-c43b-4805-99ab-8da17777f1ac" providerId="ADAL" clId="{69153B8F-FC4A-44BA-BB5E-1EAB99078A68}" dt="2021-06-03T01:32:34.143" v="8675"/>
          <ac:spMkLst>
            <pc:docMk/>
            <pc:sldMk cId="3450880574" sldId="2146846027"/>
            <ac:spMk id="10" creationId="{A2BD8324-F8F4-4D52-835F-E114AF567834}"/>
          </ac:spMkLst>
        </pc:spChg>
        <pc:spChg chg="mod ord">
          <ac:chgData name="Ken Popkin" userId="3c94c39e-c43b-4805-99ab-8da17777f1ac" providerId="ADAL" clId="{69153B8F-FC4A-44BA-BB5E-1EAB99078A68}" dt="2021-06-03T01:32:34.143" v="8677"/>
          <ac:spMkLst>
            <pc:docMk/>
            <pc:sldMk cId="3450880574" sldId="2146846027"/>
            <ac:spMk id="11" creationId="{D31BBB32-2849-4E9B-A172-453FE5B0B2B8}"/>
          </ac:spMkLst>
        </pc:spChg>
        <pc:spChg chg="mod ord">
          <ac:chgData name="Ken Popkin" userId="3c94c39e-c43b-4805-99ab-8da17777f1ac" providerId="ADAL" clId="{69153B8F-FC4A-44BA-BB5E-1EAB99078A68}" dt="2021-06-03T01:32:34.143" v="8679"/>
          <ac:spMkLst>
            <pc:docMk/>
            <pc:sldMk cId="3450880574" sldId="2146846027"/>
            <ac:spMk id="12" creationId="{A438A4A5-E836-43B8-9F34-0F55BBC1EB34}"/>
          </ac:spMkLst>
        </pc:spChg>
        <pc:spChg chg="mod ord">
          <ac:chgData name="Ken Popkin" userId="3c94c39e-c43b-4805-99ab-8da17777f1ac" providerId="ADAL" clId="{69153B8F-FC4A-44BA-BB5E-1EAB99078A68}" dt="2021-06-03T01:32:34.143" v="8681"/>
          <ac:spMkLst>
            <pc:docMk/>
            <pc:sldMk cId="3450880574" sldId="2146846027"/>
            <ac:spMk id="13" creationId="{087214EF-D2F4-42C3-A4E4-B756388EE268}"/>
          </ac:spMkLst>
        </pc:spChg>
        <pc:spChg chg="mod ord">
          <ac:chgData name="Ken Popkin" userId="3c94c39e-c43b-4805-99ab-8da17777f1ac" providerId="ADAL" clId="{69153B8F-FC4A-44BA-BB5E-1EAB99078A68}" dt="2021-06-03T01:32:34.143" v="8683"/>
          <ac:spMkLst>
            <pc:docMk/>
            <pc:sldMk cId="3450880574" sldId="2146846027"/>
            <ac:spMk id="14" creationId="{72375FD9-51FE-444F-B193-87DE6A250AB5}"/>
          </ac:spMkLst>
        </pc:spChg>
        <pc:spChg chg="mod ord">
          <ac:chgData name="Ken Popkin" userId="3c94c39e-c43b-4805-99ab-8da17777f1ac" providerId="ADAL" clId="{69153B8F-FC4A-44BA-BB5E-1EAB99078A68}" dt="2021-06-03T01:32:34.143" v="8685"/>
          <ac:spMkLst>
            <pc:docMk/>
            <pc:sldMk cId="3450880574" sldId="2146846027"/>
            <ac:spMk id="15" creationId="{EF6F6C3E-DA34-4450-A385-2E097DA54DB1}"/>
          </ac:spMkLst>
        </pc:spChg>
        <pc:spChg chg="mod ord">
          <ac:chgData name="Ken Popkin" userId="3c94c39e-c43b-4805-99ab-8da17777f1ac" providerId="ADAL" clId="{69153B8F-FC4A-44BA-BB5E-1EAB99078A68}" dt="2021-06-03T01:32:34.143" v="8687"/>
          <ac:spMkLst>
            <pc:docMk/>
            <pc:sldMk cId="3450880574" sldId="2146846027"/>
            <ac:spMk id="16" creationId="{0587702C-339E-404B-AD1D-C99686C7EEF3}"/>
          </ac:spMkLst>
        </pc:spChg>
        <pc:spChg chg="mod ord">
          <ac:chgData name="Ken Popkin" userId="3c94c39e-c43b-4805-99ab-8da17777f1ac" providerId="ADAL" clId="{69153B8F-FC4A-44BA-BB5E-1EAB99078A68}" dt="2021-06-03T01:32:34.143" v="8689"/>
          <ac:spMkLst>
            <pc:docMk/>
            <pc:sldMk cId="3450880574" sldId="2146846027"/>
            <ac:spMk id="17" creationId="{692D2F4F-48C6-406A-B441-53147C903F8E}"/>
          </ac:spMkLst>
        </pc:spChg>
        <pc:spChg chg="mod ord">
          <ac:chgData name="Ken Popkin" userId="3c94c39e-c43b-4805-99ab-8da17777f1ac" providerId="ADAL" clId="{69153B8F-FC4A-44BA-BB5E-1EAB99078A68}" dt="2021-06-03T01:32:34.143" v="8699"/>
          <ac:spMkLst>
            <pc:docMk/>
            <pc:sldMk cId="3450880574" sldId="2146846027"/>
            <ac:spMk id="18" creationId="{5413A91A-05B9-452F-91E7-C1A5B332109A}"/>
          </ac:spMkLst>
        </pc:spChg>
        <pc:spChg chg="mod ord">
          <ac:chgData name="Ken Popkin" userId="3c94c39e-c43b-4805-99ab-8da17777f1ac" providerId="ADAL" clId="{69153B8F-FC4A-44BA-BB5E-1EAB99078A68}" dt="2021-06-03T01:32:34.143" v="8703"/>
          <ac:spMkLst>
            <pc:docMk/>
            <pc:sldMk cId="3450880574" sldId="2146846027"/>
            <ac:spMk id="19" creationId="{887485F9-8011-4C53-B954-D2CD52F83EA9}"/>
          </ac:spMkLst>
        </pc:spChg>
        <pc:spChg chg="mod">
          <ac:chgData name="Ken Popkin" userId="3c94c39e-c43b-4805-99ab-8da17777f1ac" providerId="ADAL" clId="{69153B8F-FC4A-44BA-BB5E-1EAB99078A68}" dt="2021-06-03T01:32:34.158" v="8799"/>
          <ac:spMkLst>
            <pc:docMk/>
            <pc:sldMk cId="3450880574" sldId="2146846027"/>
            <ac:spMk id="20" creationId="{D4DFFB11-0C1B-488F-8E6B-4317393DB50D}"/>
          </ac:spMkLst>
        </pc:spChg>
        <pc:spChg chg="mod">
          <ac:chgData name="Ken Popkin" userId="3c94c39e-c43b-4805-99ab-8da17777f1ac" providerId="ADAL" clId="{69153B8F-FC4A-44BA-BB5E-1EAB99078A68}" dt="2021-06-03T01:32:34.158" v="8801"/>
          <ac:spMkLst>
            <pc:docMk/>
            <pc:sldMk cId="3450880574" sldId="2146846027"/>
            <ac:spMk id="21" creationId="{61517762-05BA-4F1F-B349-F77C4BB3EE67}"/>
          </ac:spMkLst>
        </pc:spChg>
        <pc:spChg chg="mod ord">
          <ac:chgData name="Ken Popkin" userId="3c94c39e-c43b-4805-99ab-8da17777f1ac" providerId="ADAL" clId="{69153B8F-FC4A-44BA-BB5E-1EAB99078A68}" dt="2021-06-03T01:22:45.479" v="3316"/>
          <ac:spMkLst>
            <pc:docMk/>
            <pc:sldMk cId="3450880574" sldId="2146846027"/>
            <ac:spMk id="22" creationId="{6CAE134F-4AD3-4BDE-A362-2F02EDB5085B}"/>
          </ac:spMkLst>
        </pc:spChg>
        <pc:spChg chg="mod ord">
          <ac:chgData name="Ken Popkin" userId="3c94c39e-c43b-4805-99ab-8da17777f1ac" providerId="ADAL" clId="{69153B8F-FC4A-44BA-BB5E-1EAB99078A68}" dt="2021-06-03T01:22:45.479" v="3318"/>
          <ac:spMkLst>
            <pc:docMk/>
            <pc:sldMk cId="3450880574" sldId="2146846027"/>
            <ac:spMk id="23" creationId="{E27F847F-A681-4495-840F-23AB2E546467}"/>
          </ac:spMkLst>
        </pc:spChg>
        <pc:spChg chg="mod ord">
          <ac:chgData name="Ken Popkin" userId="3c94c39e-c43b-4805-99ab-8da17777f1ac" providerId="ADAL" clId="{69153B8F-FC4A-44BA-BB5E-1EAB99078A68}" dt="2021-06-03T01:32:34.143" v="8725"/>
          <ac:spMkLst>
            <pc:docMk/>
            <pc:sldMk cId="3450880574" sldId="2146846027"/>
            <ac:spMk id="24" creationId="{DBCDC936-4A66-4894-B817-148AD5BA6C78}"/>
          </ac:spMkLst>
        </pc:spChg>
        <pc:spChg chg="mod ord">
          <ac:chgData name="Ken Popkin" userId="3c94c39e-c43b-4805-99ab-8da17777f1ac" providerId="ADAL" clId="{69153B8F-FC4A-44BA-BB5E-1EAB99078A68}" dt="2021-06-03T01:32:34.158" v="8729"/>
          <ac:spMkLst>
            <pc:docMk/>
            <pc:sldMk cId="3450880574" sldId="2146846027"/>
            <ac:spMk id="25" creationId="{1750EC42-3478-450C-8A6F-54A406315131}"/>
          </ac:spMkLst>
        </pc:spChg>
        <pc:spChg chg="mod ord">
          <ac:chgData name="Ken Popkin" userId="3c94c39e-c43b-4805-99ab-8da17777f1ac" providerId="ADAL" clId="{69153B8F-FC4A-44BA-BB5E-1EAB99078A68}" dt="2021-06-03T01:22:45.480" v="3320"/>
          <ac:spMkLst>
            <pc:docMk/>
            <pc:sldMk cId="3450880574" sldId="2146846027"/>
            <ac:spMk id="26" creationId="{5917EDC5-6D82-41A3-997A-25781D985C21}"/>
          </ac:spMkLst>
        </pc:spChg>
        <pc:spChg chg="mod ord">
          <ac:chgData name="Ken Popkin" userId="3c94c39e-c43b-4805-99ab-8da17777f1ac" providerId="ADAL" clId="{69153B8F-FC4A-44BA-BB5E-1EAB99078A68}" dt="2021-06-03T01:32:34.143" v="8716"/>
          <ac:spMkLst>
            <pc:docMk/>
            <pc:sldMk cId="3450880574" sldId="2146846027"/>
            <ac:spMk id="27" creationId="{1C961A1C-7F1F-4680-B81C-CA113463F480}"/>
          </ac:spMkLst>
        </pc:spChg>
        <pc:spChg chg="mod ord">
          <ac:chgData name="Ken Popkin" userId="3c94c39e-c43b-4805-99ab-8da17777f1ac" providerId="ADAL" clId="{69153B8F-FC4A-44BA-BB5E-1EAB99078A68}" dt="2021-06-03T01:32:34.143" v="8720"/>
          <ac:spMkLst>
            <pc:docMk/>
            <pc:sldMk cId="3450880574" sldId="2146846027"/>
            <ac:spMk id="28" creationId="{6788F343-7B3D-475B-997E-A96580BCA5C7}"/>
          </ac:spMkLst>
        </pc:spChg>
        <pc:spChg chg="mod ord">
          <ac:chgData name="Ken Popkin" userId="3c94c39e-c43b-4805-99ab-8da17777f1ac" providerId="ADAL" clId="{69153B8F-FC4A-44BA-BB5E-1EAB99078A68}" dt="2021-06-03T01:22:45.480" v="3322"/>
          <ac:spMkLst>
            <pc:docMk/>
            <pc:sldMk cId="3450880574" sldId="2146846027"/>
            <ac:spMk id="29" creationId="{EB66A15C-0E62-4BC9-9130-F9F4A60AB35B}"/>
          </ac:spMkLst>
        </pc:spChg>
        <pc:spChg chg="mod ord">
          <ac:chgData name="Ken Popkin" userId="3c94c39e-c43b-4805-99ab-8da17777f1ac" providerId="ADAL" clId="{69153B8F-FC4A-44BA-BB5E-1EAB99078A68}" dt="2021-06-03T01:32:34.158" v="8734"/>
          <ac:spMkLst>
            <pc:docMk/>
            <pc:sldMk cId="3450880574" sldId="2146846027"/>
            <ac:spMk id="30" creationId="{D47A33B4-0151-48C4-99E5-15A960EAAE14}"/>
          </ac:spMkLst>
        </pc:spChg>
        <pc:spChg chg="mod ord">
          <ac:chgData name="Ken Popkin" userId="3c94c39e-c43b-4805-99ab-8da17777f1ac" providerId="ADAL" clId="{69153B8F-FC4A-44BA-BB5E-1EAB99078A68}" dt="2021-06-03T01:32:34.158" v="8738"/>
          <ac:spMkLst>
            <pc:docMk/>
            <pc:sldMk cId="3450880574" sldId="2146846027"/>
            <ac:spMk id="31" creationId="{F25FD801-3B37-47A0-9A57-1AC36B0AE9C0}"/>
          </ac:spMkLst>
        </pc:spChg>
        <pc:spChg chg="mod ord">
          <ac:chgData name="Ken Popkin" userId="3c94c39e-c43b-4805-99ab-8da17777f1ac" providerId="ADAL" clId="{69153B8F-FC4A-44BA-BB5E-1EAB99078A68}" dt="2021-06-03T01:32:34.158" v="8805"/>
          <ac:spMkLst>
            <pc:docMk/>
            <pc:sldMk cId="3450880574" sldId="2146846027"/>
            <ac:spMk id="32" creationId="{2CA22DF5-F2D7-4A9E-8456-2A3AA8EDA814}"/>
          </ac:spMkLst>
        </pc:spChg>
        <pc:spChg chg="mod ord">
          <ac:chgData name="Ken Popkin" userId="3c94c39e-c43b-4805-99ab-8da17777f1ac" providerId="ADAL" clId="{69153B8F-FC4A-44BA-BB5E-1EAB99078A68}" dt="2021-06-03T01:32:34.158" v="8743"/>
          <ac:spMkLst>
            <pc:docMk/>
            <pc:sldMk cId="3450880574" sldId="2146846027"/>
            <ac:spMk id="33" creationId="{B41819AD-40E8-4D56-A1A0-99FCC7E505B1}"/>
          </ac:spMkLst>
        </pc:spChg>
        <pc:spChg chg="mod ord">
          <ac:chgData name="Ken Popkin" userId="3c94c39e-c43b-4805-99ab-8da17777f1ac" providerId="ADAL" clId="{69153B8F-FC4A-44BA-BB5E-1EAB99078A68}" dt="2021-06-03T01:32:34.158" v="8747"/>
          <ac:spMkLst>
            <pc:docMk/>
            <pc:sldMk cId="3450880574" sldId="2146846027"/>
            <ac:spMk id="34" creationId="{977BCE81-FF6D-4B4E-AE7A-11C4F416F469}"/>
          </ac:spMkLst>
        </pc:spChg>
        <pc:spChg chg="mod ord">
          <ac:chgData name="Ken Popkin" userId="3c94c39e-c43b-4805-99ab-8da17777f1ac" providerId="ADAL" clId="{69153B8F-FC4A-44BA-BB5E-1EAB99078A68}" dt="2021-06-03T01:22:45.480" v="3326"/>
          <ac:spMkLst>
            <pc:docMk/>
            <pc:sldMk cId="3450880574" sldId="2146846027"/>
            <ac:spMk id="35" creationId="{0194B890-C496-4F45-8095-677F07EF64A7}"/>
          </ac:spMkLst>
        </pc:spChg>
        <pc:spChg chg="mod">
          <ac:chgData name="Ken Popkin" userId="3c94c39e-c43b-4805-99ab-8da17777f1ac" providerId="ADAL" clId="{69153B8F-FC4A-44BA-BB5E-1EAB99078A68}" dt="2021-06-03T01:32:34.192" v="8899"/>
          <ac:spMkLst>
            <pc:docMk/>
            <pc:sldMk cId="3450880574" sldId="2146846027"/>
            <ac:spMk id="36" creationId="{FBB0962F-05A7-45EF-A1E1-A0E2B06C40FE}"/>
          </ac:spMkLst>
        </pc:spChg>
        <pc:spChg chg="mod">
          <ac:chgData name="Ken Popkin" userId="3c94c39e-c43b-4805-99ab-8da17777f1ac" providerId="ADAL" clId="{69153B8F-FC4A-44BA-BB5E-1EAB99078A68}" dt="2021-06-03T01:32:34.192" v="8901"/>
          <ac:spMkLst>
            <pc:docMk/>
            <pc:sldMk cId="3450880574" sldId="2146846027"/>
            <ac:spMk id="37" creationId="{A8EB3A8C-9133-4E6D-BA8F-5EEDDAB27FBD}"/>
          </ac:spMkLst>
        </pc:spChg>
        <pc:spChg chg="mod ord">
          <ac:chgData name="Ken Popkin" userId="3c94c39e-c43b-4805-99ab-8da17777f1ac" providerId="ADAL" clId="{69153B8F-FC4A-44BA-BB5E-1EAB99078A68}" dt="2021-06-03T01:22:45.480" v="3328"/>
          <ac:spMkLst>
            <pc:docMk/>
            <pc:sldMk cId="3450880574" sldId="2146846027"/>
            <ac:spMk id="38" creationId="{1C3EE330-2833-44DE-99E6-56B36EF8A2FA}"/>
          </ac:spMkLst>
        </pc:spChg>
        <pc:spChg chg="mod ord">
          <ac:chgData name="Ken Popkin" userId="3c94c39e-c43b-4805-99ab-8da17777f1ac" providerId="ADAL" clId="{69153B8F-FC4A-44BA-BB5E-1EAB99078A68}" dt="2021-06-03T01:22:45.480" v="3330"/>
          <ac:spMkLst>
            <pc:docMk/>
            <pc:sldMk cId="3450880574" sldId="2146846027"/>
            <ac:spMk id="39" creationId="{DE4B292F-2779-4277-92A4-99C18DD874FB}"/>
          </ac:spMkLst>
        </pc:spChg>
        <pc:spChg chg="mod ord">
          <ac:chgData name="Ken Popkin" userId="3c94c39e-c43b-4805-99ab-8da17777f1ac" providerId="ADAL" clId="{69153B8F-FC4A-44BA-BB5E-1EAB99078A68}" dt="2021-06-03T01:22:45.481" v="3332"/>
          <ac:spMkLst>
            <pc:docMk/>
            <pc:sldMk cId="3450880574" sldId="2146846027"/>
            <ac:spMk id="40" creationId="{D1A2BE71-A8BF-4424-91AB-1CA2EFEF5647}"/>
          </ac:spMkLst>
        </pc:spChg>
        <pc:spChg chg="mod ord">
          <ac:chgData name="Ken Popkin" userId="3c94c39e-c43b-4805-99ab-8da17777f1ac" providerId="ADAL" clId="{69153B8F-FC4A-44BA-BB5E-1EAB99078A68}" dt="2021-06-03T01:22:45.481" v="3334"/>
          <ac:spMkLst>
            <pc:docMk/>
            <pc:sldMk cId="3450880574" sldId="2146846027"/>
            <ac:spMk id="41" creationId="{083C4EDC-2C8E-4372-BD2E-841B65318B31}"/>
          </ac:spMkLst>
        </pc:spChg>
        <pc:spChg chg="mod ord">
          <ac:chgData name="Ken Popkin" userId="3c94c39e-c43b-4805-99ab-8da17777f1ac" providerId="ADAL" clId="{69153B8F-FC4A-44BA-BB5E-1EAB99078A68}" dt="2021-06-03T01:32:34.192" v="8905"/>
          <ac:spMkLst>
            <pc:docMk/>
            <pc:sldMk cId="3450880574" sldId="2146846027"/>
            <ac:spMk id="42" creationId="{4CF1BF97-5356-4F29-8E96-FA64AE35F2AE}"/>
          </ac:spMkLst>
        </pc:spChg>
        <pc:spChg chg="mod ord">
          <ac:chgData name="Ken Popkin" userId="3c94c39e-c43b-4805-99ab-8da17777f1ac" providerId="ADAL" clId="{69153B8F-FC4A-44BA-BB5E-1EAB99078A68}" dt="2021-06-03T01:22:45.481" v="3338"/>
          <ac:spMkLst>
            <pc:docMk/>
            <pc:sldMk cId="3450880574" sldId="2146846027"/>
            <ac:spMk id="43" creationId="{31BAD420-C230-44A4-90D6-B9E694D88438}"/>
          </ac:spMkLst>
        </pc:spChg>
        <pc:spChg chg="mod">
          <ac:chgData name="Ken Popkin" userId="3c94c39e-c43b-4805-99ab-8da17777f1ac" providerId="ADAL" clId="{69153B8F-FC4A-44BA-BB5E-1EAB99078A68}" dt="2021-06-03T01:32:34.174" v="8832"/>
          <ac:spMkLst>
            <pc:docMk/>
            <pc:sldMk cId="3450880574" sldId="2146846027"/>
            <ac:spMk id="44" creationId="{6E44C96F-4DA5-4E0C-82DB-9DDE00F28B1C}"/>
          </ac:spMkLst>
        </pc:spChg>
        <pc:spChg chg="mod">
          <ac:chgData name="Ken Popkin" userId="3c94c39e-c43b-4805-99ab-8da17777f1ac" providerId="ADAL" clId="{69153B8F-FC4A-44BA-BB5E-1EAB99078A68}" dt="2021-06-03T01:32:34.180" v="8834"/>
          <ac:spMkLst>
            <pc:docMk/>
            <pc:sldMk cId="3450880574" sldId="2146846027"/>
            <ac:spMk id="45" creationId="{C64F0DE9-C88E-4651-9AEE-6472190D6504}"/>
          </ac:spMkLst>
        </pc:spChg>
        <pc:spChg chg="mod ord">
          <ac:chgData name="Ken Popkin" userId="3c94c39e-c43b-4805-99ab-8da17777f1ac" providerId="ADAL" clId="{69153B8F-FC4A-44BA-BB5E-1EAB99078A68}" dt="2021-06-03T01:22:45.481" v="3340"/>
          <ac:spMkLst>
            <pc:docMk/>
            <pc:sldMk cId="3450880574" sldId="2146846027"/>
            <ac:spMk id="46" creationId="{E56ACD88-1A58-4EC6-8E01-930AE15B917A}"/>
          </ac:spMkLst>
        </pc:spChg>
        <pc:spChg chg="mod ord">
          <ac:chgData name="Ken Popkin" userId="3c94c39e-c43b-4805-99ab-8da17777f1ac" providerId="ADAL" clId="{69153B8F-FC4A-44BA-BB5E-1EAB99078A68}" dt="2021-06-03T01:22:45.482" v="3342"/>
          <ac:spMkLst>
            <pc:docMk/>
            <pc:sldMk cId="3450880574" sldId="2146846027"/>
            <ac:spMk id="47" creationId="{DFC5EB5A-42B4-4C6A-BEBE-BD78DC4A0313}"/>
          </ac:spMkLst>
        </pc:spChg>
        <pc:spChg chg="mod ord">
          <ac:chgData name="Ken Popkin" userId="3c94c39e-c43b-4805-99ab-8da17777f1ac" providerId="ADAL" clId="{69153B8F-FC4A-44BA-BB5E-1EAB99078A68}" dt="2021-06-03T01:22:45.482" v="3344"/>
          <ac:spMkLst>
            <pc:docMk/>
            <pc:sldMk cId="3450880574" sldId="2146846027"/>
            <ac:spMk id="48" creationId="{436C8881-5F34-40BE-88E5-07AE09F13CD1}"/>
          </ac:spMkLst>
        </pc:spChg>
        <pc:spChg chg="mod ord">
          <ac:chgData name="Ken Popkin" userId="3c94c39e-c43b-4805-99ab-8da17777f1ac" providerId="ADAL" clId="{69153B8F-FC4A-44BA-BB5E-1EAB99078A68}" dt="2021-06-03T01:22:45.482" v="3346"/>
          <ac:spMkLst>
            <pc:docMk/>
            <pc:sldMk cId="3450880574" sldId="2146846027"/>
            <ac:spMk id="49" creationId="{09BC4946-DEF1-4C79-B416-C8EC2CDBFE3E}"/>
          </ac:spMkLst>
        </pc:spChg>
        <pc:spChg chg="mod ord">
          <ac:chgData name="Ken Popkin" userId="3c94c39e-c43b-4805-99ab-8da17777f1ac" providerId="ADAL" clId="{69153B8F-FC4A-44BA-BB5E-1EAB99078A68}" dt="2021-06-03T01:32:34.180" v="8838"/>
          <ac:spMkLst>
            <pc:docMk/>
            <pc:sldMk cId="3450880574" sldId="2146846027"/>
            <ac:spMk id="50" creationId="{F07010CC-6DAB-4C2B-BE7C-16C03830F637}"/>
          </ac:spMkLst>
        </pc:spChg>
        <pc:spChg chg="mod ord">
          <ac:chgData name="Ken Popkin" userId="3c94c39e-c43b-4805-99ab-8da17777f1ac" providerId="ADAL" clId="{69153B8F-FC4A-44BA-BB5E-1EAB99078A68}" dt="2021-06-03T01:22:45.482" v="3350"/>
          <ac:spMkLst>
            <pc:docMk/>
            <pc:sldMk cId="3450880574" sldId="2146846027"/>
            <ac:spMk id="51" creationId="{E1B7629E-43A6-4255-8C87-E3648CEB2B87}"/>
          </ac:spMkLst>
        </pc:spChg>
        <pc:spChg chg="mod">
          <ac:chgData name="Ken Popkin" userId="3c94c39e-c43b-4805-99ab-8da17777f1ac" providerId="ADAL" clId="{69153B8F-FC4A-44BA-BB5E-1EAB99078A68}" dt="2021-06-03T01:32:34.158" v="8749"/>
          <ac:spMkLst>
            <pc:docMk/>
            <pc:sldMk cId="3450880574" sldId="2146846027"/>
            <ac:spMk id="52" creationId="{154D9FE8-977D-49D7-A2AD-14D2B4AF64F0}"/>
          </ac:spMkLst>
        </pc:spChg>
        <pc:spChg chg="mod ord">
          <ac:chgData name="Ken Popkin" userId="3c94c39e-c43b-4805-99ab-8da17777f1ac" providerId="ADAL" clId="{69153B8F-FC4A-44BA-BB5E-1EAB99078A68}" dt="2021-06-03T01:32:34.158" v="8751"/>
          <ac:spMkLst>
            <pc:docMk/>
            <pc:sldMk cId="3450880574" sldId="2146846027"/>
            <ac:spMk id="53" creationId="{A59E22F7-0728-4CD5-8D73-9DCB0368BE50}"/>
          </ac:spMkLst>
        </pc:spChg>
        <pc:spChg chg="mod ord">
          <ac:chgData name="Ken Popkin" userId="3c94c39e-c43b-4805-99ab-8da17777f1ac" providerId="ADAL" clId="{69153B8F-FC4A-44BA-BB5E-1EAB99078A68}" dt="2021-06-03T01:32:34.158" v="8753"/>
          <ac:spMkLst>
            <pc:docMk/>
            <pc:sldMk cId="3450880574" sldId="2146846027"/>
            <ac:spMk id="54" creationId="{8F0DBCDE-064F-4D5E-80DC-D010D27E6D72}"/>
          </ac:spMkLst>
        </pc:spChg>
        <pc:spChg chg="mod">
          <ac:chgData name="Ken Popkin" userId="3c94c39e-c43b-4805-99ab-8da17777f1ac" providerId="ADAL" clId="{69153B8F-FC4A-44BA-BB5E-1EAB99078A68}" dt="2021-06-03T01:32:34.158" v="8755"/>
          <ac:spMkLst>
            <pc:docMk/>
            <pc:sldMk cId="3450880574" sldId="2146846027"/>
            <ac:spMk id="55" creationId="{0F6CCACC-FD4F-4FCE-813B-88B5344C345D}"/>
          </ac:spMkLst>
        </pc:spChg>
        <pc:spChg chg="mod ord">
          <ac:chgData name="Ken Popkin" userId="3c94c39e-c43b-4805-99ab-8da17777f1ac" providerId="ADAL" clId="{69153B8F-FC4A-44BA-BB5E-1EAB99078A68}" dt="2021-06-03T01:32:34.158" v="8759"/>
          <ac:spMkLst>
            <pc:docMk/>
            <pc:sldMk cId="3450880574" sldId="2146846027"/>
            <ac:spMk id="56" creationId="{B769F82E-F853-4D31-96B1-9C8809B00D39}"/>
          </ac:spMkLst>
        </pc:spChg>
        <pc:spChg chg="mod ord">
          <ac:chgData name="Ken Popkin" userId="3c94c39e-c43b-4805-99ab-8da17777f1ac" providerId="ADAL" clId="{69153B8F-FC4A-44BA-BB5E-1EAB99078A68}" dt="2021-06-03T01:32:34.158" v="8761"/>
          <ac:spMkLst>
            <pc:docMk/>
            <pc:sldMk cId="3450880574" sldId="2146846027"/>
            <ac:spMk id="57" creationId="{66771273-F9ED-4F3A-BE14-3E06F63E817A}"/>
          </ac:spMkLst>
        </pc:spChg>
        <pc:spChg chg="mod">
          <ac:chgData name="Ken Popkin" userId="3c94c39e-c43b-4805-99ab-8da17777f1ac" providerId="ADAL" clId="{69153B8F-FC4A-44BA-BB5E-1EAB99078A68}" dt="2021-06-03T01:32:34.158" v="8763"/>
          <ac:spMkLst>
            <pc:docMk/>
            <pc:sldMk cId="3450880574" sldId="2146846027"/>
            <ac:spMk id="58" creationId="{DC151761-D43B-4032-9E6B-5E51799B7611}"/>
          </ac:spMkLst>
        </pc:spChg>
        <pc:spChg chg="mod ord">
          <ac:chgData name="Ken Popkin" userId="3c94c39e-c43b-4805-99ab-8da17777f1ac" providerId="ADAL" clId="{69153B8F-FC4A-44BA-BB5E-1EAB99078A68}" dt="2021-06-03T01:32:34.158" v="8767"/>
          <ac:spMkLst>
            <pc:docMk/>
            <pc:sldMk cId="3450880574" sldId="2146846027"/>
            <ac:spMk id="59" creationId="{273B325C-0C90-4840-8980-4AAEE20497BC}"/>
          </ac:spMkLst>
        </pc:spChg>
        <pc:spChg chg="mod ord">
          <ac:chgData name="Ken Popkin" userId="3c94c39e-c43b-4805-99ab-8da17777f1ac" providerId="ADAL" clId="{69153B8F-FC4A-44BA-BB5E-1EAB99078A68}" dt="2021-06-03T01:32:34.158" v="8769"/>
          <ac:spMkLst>
            <pc:docMk/>
            <pc:sldMk cId="3450880574" sldId="2146846027"/>
            <ac:spMk id="60" creationId="{58691516-B9A6-4021-83D0-A9390D34A2C0}"/>
          </ac:spMkLst>
        </pc:spChg>
        <pc:spChg chg="mod">
          <ac:chgData name="Ken Popkin" userId="3c94c39e-c43b-4805-99ab-8da17777f1ac" providerId="ADAL" clId="{69153B8F-FC4A-44BA-BB5E-1EAB99078A68}" dt="2021-06-03T01:32:34.158" v="8771"/>
          <ac:spMkLst>
            <pc:docMk/>
            <pc:sldMk cId="3450880574" sldId="2146846027"/>
            <ac:spMk id="61" creationId="{8ACA0C8D-CF8C-4D04-BBEF-93ED132CB6A9}"/>
          </ac:spMkLst>
        </pc:spChg>
        <pc:spChg chg="mod ord">
          <ac:chgData name="Ken Popkin" userId="3c94c39e-c43b-4805-99ab-8da17777f1ac" providerId="ADAL" clId="{69153B8F-FC4A-44BA-BB5E-1EAB99078A68}" dt="2021-06-03T01:32:34.158" v="8775"/>
          <ac:spMkLst>
            <pc:docMk/>
            <pc:sldMk cId="3450880574" sldId="2146846027"/>
            <ac:spMk id="62" creationId="{FA74FEC8-70EB-4C8A-86E2-8F0B4A8137C7}"/>
          </ac:spMkLst>
        </pc:spChg>
        <pc:spChg chg="mod ord">
          <ac:chgData name="Ken Popkin" userId="3c94c39e-c43b-4805-99ab-8da17777f1ac" providerId="ADAL" clId="{69153B8F-FC4A-44BA-BB5E-1EAB99078A68}" dt="2021-06-03T01:32:34.158" v="8777"/>
          <ac:spMkLst>
            <pc:docMk/>
            <pc:sldMk cId="3450880574" sldId="2146846027"/>
            <ac:spMk id="63" creationId="{97982675-E95C-400C-8CE0-085AFB57A985}"/>
          </ac:spMkLst>
        </pc:spChg>
        <pc:spChg chg="mod">
          <ac:chgData name="Ken Popkin" userId="3c94c39e-c43b-4805-99ab-8da17777f1ac" providerId="ADAL" clId="{69153B8F-FC4A-44BA-BB5E-1EAB99078A68}" dt="2021-06-03T01:32:34.182" v="8866"/>
          <ac:spMkLst>
            <pc:docMk/>
            <pc:sldMk cId="3450880574" sldId="2146846027"/>
            <ac:spMk id="70" creationId="{70BCE0AA-B4F3-43AD-862B-EF51975F7A9A}"/>
          </ac:spMkLst>
        </pc:spChg>
        <pc:spChg chg="mod">
          <ac:chgData name="Ken Popkin" userId="3c94c39e-c43b-4805-99ab-8da17777f1ac" providerId="ADAL" clId="{69153B8F-FC4A-44BA-BB5E-1EAB99078A68}" dt="2021-06-03T01:32:34.182" v="8868"/>
          <ac:spMkLst>
            <pc:docMk/>
            <pc:sldMk cId="3450880574" sldId="2146846027"/>
            <ac:spMk id="71" creationId="{B1AD704E-0C0B-452B-B675-6CE9EEAC7FB4}"/>
          </ac:spMkLst>
        </pc:spChg>
        <pc:spChg chg="mod ord">
          <ac:chgData name="Ken Popkin" userId="3c94c39e-c43b-4805-99ab-8da17777f1ac" providerId="ADAL" clId="{69153B8F-FC4A-44BA-BB5E-1EAB99078A68}" dt="2021-06-03T01:22:45.483" v="3352"/>
          <ac:spMkLst>
            <pc:docMk/>
            <pc:sldMk cId="3450880574" sldId="2146846027"/>
            <ac:spMk id="72" creationId="{27869BF5-CE4C-4481-8570-615110339DB5}"/>
          </ac:spMkLst>
        </pc:spChg>
        <pc:spChg chg="mod ord">
          <ac:chgData name="Ken Popkin" userId="3c94c39e-c43b-4805-99ab-8da17777f1ac" providerId="ADAL" clId="{69153B8F-FC4A-44BA-BB5E-1EAB99078A68}" dt="2021-06-03T01:22:45.483" v="3354"/>
          <ac:spMkLst>
            <pc:docMk/>
            <pc:sldMk cId="3450880574" sldId="2146846027"/>
            <ac:spMk id="73" creationId="{4EF657C1-7A3B-4986-BDB2-B4A5888D177C}"/>
          </ac:spMkLst>
        </pc:spChg>
        <pc:spChg chg="mod ord">
          <ac:chgData name="Ken Popkin" userId="3c94c39e-c43b-4805-99ab-8da17777f1ac" providerId="ADAL" clId="{69153B8F-FC4A-44BA-BB5E-1EAB99078A68}" dt="2021-06-03T01:22:45.483" v="3356"/>
          <ac:spMkLst>
            <pc:docMk/>
            <pc:sldMk cId="3450880574" sldId="2146846027"/>
            <ac:spMk id="74" creationId="{671C05FE-13FD-42C7-9C99-85B7AFDA72D2}"/>
          </ac:spMkLst>
        </pc:spChg>
        <pc:spChg chg="mod ord">
          <ac:chgData name="Ken Popkin" userId="3c94c39e-c43b-4805-99ab-8da17777f1ac" providerId="ADAL" clId="{69153B8F-FC4A-44BA-BB5E-1EAB99078A68}" dt="2021-06-03T01:22:45.483" v="3358"/>
          <ac:spMkLst>
            <pc:docMk/>
            <pc:sldMk cId="3450880574" sldId="2146846027"/>
            <ac:spMk id="75" creationId="{A7D16893-DFB4-45ED-BBA8-9C6D04403F7A}"/>
          </ac:spMkLst>
        </pc:spChg>
        <pc:spChg chg="mod ord">
          <ac:chgData name="Ken Popkin" userId="3c94c39e-c43b-4805-99ab-8da17777f1ac" providerId="ADAL" clId="{69153B8F-FC4A-44BA-BB5E-1EAB99078A68}" dt="2021-06-03T01:32:34.182" v="8872"/>
          <ac:spMkLst>
            <pc:docMk/>
            <pc:sldMk cId="3450880574" sldId="2146846027"/>
            <ac:spMk id="76" creationId="{FE2705B8-8471-4CEE-AB69-E77F02145355}"/>
          </ac:spMkLst>
        </pc:spChg>
        <pc:spChg chg="mod ord">
          <ac:chgData name="Ken Popkin" userId="3c94c39e-c43b-4805-99ab-8da17777f1ac" providerId="ADAL" clId="{69153B8F-FC4A-44BA-BB5E-1EAB99078A68}" dt="2021-06-03T01:22:45.484" v="3362"/>
          <ac:spMkLst>
            <pc:docMk/>
            <pc:sldMk cId="3450880574" sldId="2146846027"/>
            <ac:spMk id="77" creationId="{DB8ACF17-6504-4253-865F-061200473E78}"/>
          </ac:spMkLst>
        </pc:spChg>
        <pc:spChg chg="mod">
          <ac:chgData name="Ken Popkin" userId="3c94c39e-c43b-4805-99ab-8da17777f1ac" providerId="ADAL" clId="{69153B8F-FC4A-44BA-BB5E-1EAB99078A68}" dt="2021-06-03T01:32:34.158" v="8785"/>
          <ac:spMkLst>
            <pc:docMk/>
            <pc:sldMk cId="3450880574" sldId="2146846027"/>
            <ac:spMk id="78" creationId="{22850A1D-4E21-473E-9917-9D787409A10C}"/>
          </ac:spMkLst>
        </pc:spChg>
        <pc:spChg chg="mod">
          <ac:chgData name="Ken Popkin" userId="3c94c39e-c43b-4805-99ab-8da17777f1ac" providerId="ADAL" clId="{69153B8F-FC4A-44BA-BB5E-1EAB99078A68}" dt="2021-06-03T01:32:34.158" v="8787"/>
          <ac:spMkLst>
            <pc:docMk/>
            <pc:sldMk cId="3450880574" sldId="2146846027"/>
            <ac:spMk id="79" creationId="{A2FDB8D6-CC56-4D03-BA19-A4F0A459DD0F}"/>
          </ac:spMkLst>
        </pc:spChg>
        <pc:spChg chg="mod ord">
          <ac:chgData name="Ken Popkin" userId="3c94c39e-c43b-4805-99ab-8da17777f1ac" providerId="ADAL" clId="{69153B8F-FC4A-44BA-BB5E-1EAB99078A68}" dt="2021-06-03T01:22:45.462" v="3146"/>
          <ac:spMkLst>
            <pc:docMk/>
            <pc:sldMk cId="3450880574" sldId="2146846027"/>
            <ac:spMk id="80" creationId="{EF9EC6FF-DCC4-42AA-B0A3-4619B4599759}"/>
          </ac:spMkLst>
        </pc:spChg>
        <pc:spChg chg="mod ord">
          <ac:chgData name="Ken Popkin" userId="3c94c39e-c43b-4805-99ab-8da17777f1ac" providerId="ADAL" clId="{69153B8F-FC4A-44BA-BB5E-1EAB99078A68}" dt="2021-06-03T01:22:45.463" v="3148"/>
          <ac:spMkLst>
            <pc:docMk/>
            <pc:sldMk cId="3450880574" sldId="2146846027"/>
            <ac:spMk id="81" creationId="{93C934D5-32E9-48C9-A01E-A702397FAAF1}"/>
          </ac:spMkLst>
        </pc:spChg>
        <pc:spChg chg="mod ord">
          <ac:chgData name="Ken Popkin" userId="3c94c39e-c43b-4805-99ab-8da17777f1ac" providerId="ADAL" clId="{69153B8F-FC4A-44BA-BB5E-1EAB99078A68}" dt="2021-06-03T01:22:45.463" v="3150"/>
          <ac:spMkLst>
            <pc:docMk/>
            <pc:sldMk cId="3450880574" sldId="2146846027"/>
            <ac:spMk id="82" creationId="{EF9FF2F0-18F6-47F6-9728-9B80A58777F4}"/>
          </ac:spMkLst>
        </pc:spChg>
        <pc:spChg chg="mod ord">
          <ac:chgData name="Ken Popkin" userId="3c94c39e-c43b-4805-99ab-8da17777f1ac" providerId="ADAL" clId="{69153B8F-FC4A-44BA-BB5E-1EAB99078A68}" dt="2021-06-03T01:22:45.463" v="3152"/>
          <ac:spMkLst>
            <pc:docMk/>
            <pc:sldMk cId="3450880574" sldId="2146846027"/>
            <ac:spMk id="83" creationId="{52E8CCC0-7C52-456F-B771-6475F1E062EF}"/>
          </ac:spMkLst>
        </pc:spChg>
        <pc:spChg chg="mod ord">
          <ac:chgData name="Ken Popkin" userId="3c94c39e-c43b-4805-99ab-8da17777f1ac" providerId="ADAL" clId="{69153B8F-FC4A-44BA-BB5E-1EAB99078A68}" dt="2021-06-03T01:22:45.463" v="3154"/>
          <ac:spMkLst>
            <pc:docMk/>
            <pc:sldMk cId="3450880574" sldId="2146846027"/>
            <ac:spMk id="84" creationId="{D9EDBC72-7ACE-4347-937F-A01F1C18DD36}"/>
          </ac:spMkLst>
        </pc:spChg>
        <pc:spChg chg="mod ord">
          <ac:chgData name="Ken Popkin" userId="3c94c39e-c43b-4805-99ab-8da17777f1ac" providerId="ADAL" clId="{69153B8F-FC4A-44BA-BB5E-1EAB99078A68}" dt="2021-06-03T01:32:34.158" v="8789"/>
          <ac:spMkLst>
            <pc:docMk/>
            <pc:sldMk cId="3450880574" sldId="2146846027"/>
            <ac:spMk id="85" creationId="{B5ACDF37-DCCA-4578-8BFE-F654F0B522EA}"/>
          </ac:spMkLst>
        </pc:spChg>
        <pc:spChg chg="mod">
          <ac:chgData name="Ken Popkin" userId="3c94c39e-c43b-4805-99ab-8da17777f1ac" providerId="ADAL" clId="{69153B8F-FC4A-44BA-BB5E-1EAB99078A68}" dt="2021-06-03T01:32:34.158" v="8791"/>
          <ac:spMkLst>
            <pc:docMk/>
            <pc:sldMk cId="3450880574" sldId="2146846027"/>
            <ac:spMk id="86" creationId="{55B7C976-FFC7-42FD-903A-01CB1A97BD57}"/>
          </ac:spMkLst>
        </pc:spChg>
        <pc:spChg chg="mod">
          <ac:chgData name="Ken Popkin" userId="3c94c39e-c43b-4805-99ab-8da17777f1ac" providerId="ADAL" clId="{69153B8F-FC4A-44BA-BB5E-1EAB99078A68}" dt="2021-06-03T01:32:34.158" v="8793"/>
          <ac:spMkLst>
            <pc:docMk/>
            <pc:sldMk cId="3450880574" sldId="2146846027"/>
            <ac:spMk id="87" creationId="{F86818D3-1B59-47CF-8DCE-E332B1C3E9C1}"/>
          </ac:spMkLst>
        </pc:spChg>
        <pc:spChg chg="mod ord">
          <ac:chgData name="Ken Popkin" userId="3c94c39e-c43b-4805-99ab-8da17777f1ac" providerId="ADAL" clId="{69153B8F-FC4A-44BA-BB5E-1EAB99078A68}" dt="2021-06-03T01:22:45.463" v="3156"/>
          <ac:spMkLst>
            <pc:docMk/>
            <pc:sldMk cId="3450880574" sldId="2146846027"/>
            <ac:spMk id="88" creationId="{E0C93D6D-149C-4407-989A-A4540E373200}"/>
          </ac:spMkLst>
        </pc:spChg>
        <pc:spChg chg="mod ord">
          <ac:chgData name="Ken Popkin" userId="3c94c39e-c43b-4805-99ab-8da17777f1ac" providerId="ADAL" clId="{69153B8F-FC4A-44BA-BB5E-1EAB99078A68}" dt="2021-06-03T01:22:45.464" v="3158"/>
          <ac:spMkLst>
            <pc:docMk/>
            <pc:sldMk cId="3450880574" sldId="2146846027"/>
            <ac:spMk id="89" creationId="{04A7651E-7BE4-4A8E-8846-E5668AF35BCB}"/>
          </ac:spMkLst>
        </pc:spChg>
        <pc:spChg chg="mod ord">
          <ac:chgData name="Ken Popkin" userId="3c94c39e-c43b-4805-99ab-8da17777f1ac" providerId="ADAL" clId="{69153B8F-FC4A-44BA-BB5E-1EAB99078A68}" dt="2021-06-03T01:22:45.464" v="3160"/>
          <ac:spMkLst>
            <pc:docMk/>
            <pc:sldMk cId="3450880574" sldId="2146846027"/>
            <ac:spMk id="90" creationId="{E5D0316A-ED6F-40FA-96DF-15FEA836E8DD}"/>
          </ac:spMkLst>
        </pc:spChg>
        <pc:spChg chg="mod ord">
          <ac:chgData name="Ken Popkin" userId="3c94c39e-c43b-4805-99ab-8da17777f1ac" providerId="ADAL" clId="{69153B8F-FC4A-44BA-BB5E-1EAB99078A68}" dt="2021-06-03T01:22:45.464" v="3162"/>
          <ac:spMkLst>
            <pc:docMk/>
            <pc:sldMk cId="3450880574" sldId="2146846027"/>
            <ac:spMk id="91" creationId="{74091911-A287-4273-9C82-A0DA4303F30B}"/>
          </ac:spMkLst>
        </pc:spChg>
        <pc:spChg chg="mod ord">
          <ac:chgData name="Ken Popkin" userId="3c94c39e-c43b-4805-99ab-8da17777f1ac" providerId="ADAL" clId="{69153B8F-FC4A-44BA-BB5E-1EAB99078A68}" dt="2021-06-03T01:22:45.464" v="3164"/>
          <ac:spMkLst>
            <pc:docMk/>
            <pc:sldMk cId="3450880574" sldId="2146846027"/>
            <ac:spMk id="92" creationId="{BE5D1876-9825-42E8-AE69-35968626A574}"/>
          </ac:spMkLst>
        </pc:spChg>
        <pc:spChg chg="mod ord">
          <ac:chgData name="Ken Popkin" userId="3c94c39e-c43b-4805-99ab-8da17777f1ac" providerId="ADAL" clId="{69153B8F-FC4A-44BA-BB5E-1EAB99078A68}" dt="2021-06-03T01:32:34.158" v="8797"/>
          <ac:spMkLst>
            <pc:docMk/>
            <pc:sldMk cId="3450880574" sldId="2146846027"/>
            <ac:spMk id="93" creationId="{B17CD555-D709-4B67-90DF-66B375BE38BE}"/>
          </ac:spMkLst>
        </pc:spChg>
        <pc:spChg chg="mod">
          <ac:chgData name="Ken Popkin" userId="3c94c39e-c43b-4805-99ab-8da17777f1ac" providerId="ADAL" clId="{69153B8F-FC4A-44BA-BB5E-1EAB99078A68}" dt="2021-06-03T01:32:34.174" v="8808"/>
          <ac:spMkLst>
            <pc:docMk/>
            <pc:sldMk cId="3450880574" sldId="2146846027"/>
            <ac:spMk id="94" creationId="{585E4A16-B9EE-45FB-B9E0-F7A737F12B08}"/>
          </ac:spMkLst>
        </pc:spChg>
        <pc:spChg chg="mod">
          <ac:chgData name="Ken Popkin" userId="3c94c39e-c43b-4805-99ab-8da17777f1ac" providerId="ADAL" clId="{69153B8F-FC4A-44BA-BB5E-1EAB99078A68}" dt="2021-06-03T01:32:34.174" v="8810"/>
          <ac:spMkLst>
            <pc:docMk/>
            <pc:sldMk cId="3450880574" sldId="2146846027"/>
            <ac:spMk id="95" creationId="{29B09DD1-2CC4-4192-98B3-D1A6EF366529}"/>
          </ac:spMkLst>
        </pc:spChg>
        <pc:spChg chg="mod ord">
          <ac:chgData name="Ken Popkin" userId="3c94c39e-c43b-4805-99ab-8da17777f1ac" providerId="ADAL" clId="{69153B8F-FC4A-44BA-BB5E-1EAB99078A68}" dt="2021-06-03T01:22:45.464" v="3166"/>
          <ac:spMkLst>
            <pc:docMk/>
            <pc:sldMk cId="3450880574" sldId="2146846027"/>
            <ac:spMk id="96" creationId="{00EA2A75-FE32-46AB-AA34-35D427EF96DA}"/>
          </ac:spMkLst>
        </pc:spChg>
        <pc:spChg chg="mod ord">
          <ac:chgData name="Ken Popkin" userId="3c94c39e-c43b-4805-99ab-8da17777f1ac" providerId="ADAL" clId="{69153B8F-FC4A-44BA-BB5E-1EAB99078A68}" dt="2021-06-03T01:22:45.465" v="3168"/>
          <ac:spMkLst>
            <pc:docMk/>
            <pc:sldMk cId="3450880574" sldId="2146846027"/>
            <ac:spMk id="97" creationId="{105174C3-7801-41AD-B322-855DB63F4C15}"/>
          </ac:spMkLst>
        </pc:spChg>
        <pc:spChg chg="mod ord">
          <ac:chgData name="Ken Popkin" userId="3c94c39e-c43b-4805-99ab-8da17777f1ac" providerId="ADAL" clId="{69153B8F-FC4A-44BA-BB5E-1EAB99078A68}" dt="2021-06-03T01:22:45.465" v="3170"/>
          <ac:spMkLst>
            <pc:docMk/>
            <pc:sldMk cId="3450880574" sldId="2146846027"/>
            <ac:spMk id="98" creationId="{2C1DED90-28E2-4754-9F17-4694D4F0A836}"/>
          </ac:spMkLst>
        </pc:spChg>
        <pc:spChg chg="mod ord">
          <ac:chgData name="Ken Popkin" userId="3c94c39e-c43b-4805-99ab-8da17777f1ac" providerId="ADAL" clId="{69153B8F-FC4A-44BA-BB5E-1EAB99078A68}" dt="2021-06-03T01:22:45.465" v="3172"/>
          <ac:spMkLst>
            <pc:docMk/>
            <pc:sldMk cId="3450880574" sldId="2146846027"/>
            <ac:spMk id="99" creationId="{0B640D9A-0F49-48CF-8F7B-A1E796BCF541}"/>
          </ac:spMkLst>
        </pc:spChg>
        <pc:spChg chg="mod ord">
          <ac:chgData name="Ken Popkin" userId="3c94c39e-c43b-4805-99ab-8da17777f1ac" providerId="ADAL" clId="{69153B8F-FC4A-44BA-BB5E-1EAB99078A68}" dt="2021-06-03T01:22:45.465" v="3174"/>
          <ac:spMkLst>
            <pc:docMk/>
            <pc:sldMk cId="3450880574" sldId="2146846027"/>
            <ac:spMk id="100" creationId="{494397E7-FC5D-43A4-A7C2-D4FBE8E3AAC4}"/>
          </ac:spMkLst>
        </pc:spChg>
        <pc:spChg chg="mod ord">
          <ac:chgData name="Ken Popkin" userId="3c94c39e-c43b-4805-99ab-8da17777f1ac" providerId="ADAL" clId="{69153B8F-FC4A-44BA-BB5E-1EAB99078A68}" dt="2021-06-03T01:32:34.174" v="8814"/>
          <ac:spMkLst>
            <pc:docMk/>
            <pc:sldMk cId="3450880574" sldId="2146846027"/>
            <ac:spMk id="101" creationId="{5E717654-2D3F-40AA-A9FC-EAD4103260C5}"/>
          </ac:spMkLst>
        </pc:spChg>
        <pc:spChg chg="add mod ord">
          <ac:chgData name="Ken Popkin" userId="3c94c39e-c43b-4805-99ab-8da17777f1ac" providerId="ADAL" clId="{69153B8F-FC4A-44BA-BB5E-1EAB99078A68}" dt="2021-06-03T01:32:34.158" v="8783"/>
          <ac:spMkLst>
            <pc:docMk/>
            <pc:sldMk cId="3450880574" sldId="2146846027"/>
            <ac:spMk id="102" creationId="{5C930CF3-9043-48C3-8DC2-5E7D67A9E635}"/>
          </ac:spMkLst>
        </pc:spChg>
        <pc:spChg chg="add del mod">
          <ac:chgData name="Ken Popkin" userId="3c94c39e-c43b-4805-99ab-8da17777f1ac" providerId="ADAL" clId="{69153B8F-FC4A-44BA-BB5E-1EAB99078A68}" dt="2021-06-03T01:32:34.201" v="8918"/>
          <ac:spMkLst>
            <pc:docMk/>
            <pc:sldMk cId="3450880574" sldId="2146846027"/>
            <ac:spMk id="103" creationId="{B0F13FF8-77B0-41C4-A0A0-1E73603B6624}"/>
          </ac:spMkLst>
        </pc:spChg>
        <pc:spChg chg="add del mod modVis">
          <ac:chgData name="Ken Popkin" userId="3c94c39e-c43b-4805-99ab-8da17777f1ac" providerId="ADAL" clId="{69153B8F-FC4A-44BA-BB5E-1EAB99078A68}" dt="2021-06-03T01:32:34.201" v="8920"/>
          <ac:spMkLst>
            <pc:docMk/>
            <pc:sldMk cId="3450880574" sldId="2146846027"/>
            <ac:spMk id="104" creationId="{7649E375-FF25-4479-996C-B96EF9BAADC9}"/>
          </ac:spMkLst>
        </pc:spChg>
        <pc:spChg chg="add del mod ord modVis">
          <ac:chgData name="Ken Popkin" userId="3c94c39e-c43b-4805-99ab-8da17777f1ac" providerId="ADAL" clId="{69153B8F-FC4A-44BA-BB5E-1EAB99078A68}" dt="2021-06-03T01:23:56.965" v="3877"/>
          <ac:spMkLst>
            <pc:docMk/>
            <pc:sldMk cId="3450880574" sldId="2146846027"/>
            <ac:spMk id="105" creationId="{EAD2B36C-B866-4414-B11F-EF051592965C}"/>
          </ac:spMkLst>
        </pc:spChg>
        <pc:spChg chg="add del mod ord modVis">
          <ac:chgData name="Ken Popkin" userId="3c94c39e-c43b-4805-99ab-8da17777f1ac" providerId="ADAL" clId="{69153B8F-FC4A-44BA-BB5E-1EAB99078A68}" dt="2021-06-03T01:23:56.965" v="3877"/>
          <ac:spMkLst>
            <pc:docMk/>
            <pc:sldMk cId="3450880574" sldId="2146846027"/>
            <ac:spMk id="106" creationId="{1D75AB2E-DA65-4288-9E06-51749E730853}"/>
          </ac:spMkLst>
        </pc:spChg>
        <pc:spChg chg="add del mod ord modVis">
          <ac:chgData name="Ken Popkin" userId="3c94c39e-c43b-4805-99ab-8da17777f1ac" providerId="ADAL" clId="{69153B8F-FC4A-44BA-BB5E-1EAB99078A68}" dt="2021-06-03T01:28:42.040" v="5364"/>
          <ac:spMkLst>
            <pc:docMk/>
            <pc:sldMk cId="3450880574" sldId="2146846027"/>
            <ac:spMk id="107" creationId="{B64EBBC5-1CAD-4163-98E0-3AD1A9330AAA}"/>
          </ac:spMkLst>
        </pc:spChg>
        <pc:spChg chg="add del mod ord modVis">
          <ac:chgData name="Ken Popkin" userId="3c94c39e-c43b-4805-99ab-8da17777f1ac" providerId="ADAL" clId="{69153B8F-FC4A-44BA-BB5E-1EAB99078A68}" dt="2021-06-03T01:28:42.040" v="5366"/>
          <ac:spMkLst>
            <pc:docMk/>
            <pc:sldMk cId="3450880574" sldId="2146846027"/>
            <ac:spMk id="108" creationId="{BC18AC2B-DF3F-41D1-8865-F4F3776756FB}"/>
          </ac:spMkLst>
        </pc:spChg>
        <pc:spChg chg="add del mod ord modVis">
          <ac:chgData name="Ken Popkin" userId="3c94c39e-c43b-4805-99ab-8da17777f1ac" providerId="ADAL" clId="{69153B8F-FC4A-44BA-BB5E-1EAB99078A68}" dt="2021-06-03T01:28:35.839" v="5060"/>
          <ac:spMkLst>
            <pc:docMk/>
            <pc:sldMk cId="3450880574" sldId="2146846027"/>
            <ac:spMk id="109" creationId="{8D11B246-8714-4EBC-BD28-8F6A8BCDDE76}"/>
          </ac:spMkLst>
        </pc:spChg>
        <pc:spChg chg="mod">
          <ac:chgData name="Ken Popkin" userId="3c94c39e-c43b-4805-99ab-8da17777f1ac" providerId="ADAL" clId="{69153B8F-FC4A-44BA-BB5E-1EAB99078A68}" dt="2021-06-03T01:32:34.174" v="8816"/>
          <ac:spMkLst>
            <pc:docMk/>
            <pc:sldMk cId="3450880574" sldId="2146846027"/>
            <ac:spMk id="110" creationId="{B4FA49B2-B40D-48E5-A606-1BB6E1173656}"/>
          </ac:spMkLst>
        </pc:spChg>
        <pc:spChg chg="mod">
          <ac:chgData name="Ken Popkin" userId="3c94c39e-c43b-4805-99ab-8da17777f1ac" providerId="ADAL" clId="{69153B8F-FC4A-44BA-BB5E-1EAB99078A68}" dt="2021-06-03T01:32:34.174" v="8818"/>
          <ac:spMkLst>
            <pc:docMk/>
            <pc:sldMk cId="3450880574" sldId="2146846027"/>
            <ac:spMk id="111" creationId="{67C12356-7522-4BA7-BB7D-D48FA0649771}"/>
          </ac:spMkLst>
        </pc:spChg>
        <pc:spChg chg="mod ord">
          <ac:chgData name="Ken Popkin" userId="3c94c39e-c43b-4805-99ab-8da17777f1ac" providerId="ADAL" clId="{69153B8F-FC4A-44BA-BB5E-1EAB99078A68}" dt="2021-06-03T01:22:45.465" v="3176"/>
          <ac:spMkLst>
            <pc:docMk/>
            <pc:sldMk cId="3450880574" sldId="2146846027"/>
            <ac:spMk id="112" creationId="{6D1B177A-BFAA-4DEB-9821-875AFA73975B}"/>
          </ac:spMkLst>
        </pc:spChg>
        <pc:spChg chg="mod ord">
          <ac:chgData name="Ken Popkin" userId="3c94c39e-c43b-4805-99ab-8da17777f1ac" providerId="ADAL" clId="{69153B8F-FC4A-44BA-BB5E-1EAB99078A68}" dt="2021-06-03T01:22:45.466" v="3178"/>
          <ac:spMkLst>
            <pc:docMk/>
            <pc:sldMk cId="3450880574" sldId="2146846027"/>
            <ac:spMk id="113" creationId="{ECFDB84B-B7B3-48E2-96FD-2D47E2E45BA9}"/>
          </ac:spMkLst>
        </pc:spChg>
        <pc:spChg chg="mod ord">
          <ac:chgData name="Ken Popkin" userId="3c94c39e-c43b-4805-99ab-8da17777f1ac" providerId="ADAL" clId="{69153B8F-FC4A-44BA-BB5E-1EAB99078A68}" dt="2021-06-03T01:22:45.466" v="3180"/>
          <ac:spMkLst>
            <pc:docMk/>
            <pc:sldMk cId="3450880574" sldId="2146846027"/>
            <ac:spMk id="114" creationId="{43DEB5BD-98C4-420D-A4F4-43A2F8DFBB13}"/>
          </ac:spMkLst>
        </pc:spChg>
        <pc:spChg chg="mod ord">
          <ac:chgData name="Ken Popkin" userId="3c94c39e-c43b-4805-99ab-8da17777f1ac" providerId="ADAL" clId="{69153B8F-FC4A-44BA-BB5E-1EAB99078A68}" dt="2021-06-03T01:22:45.466" v="3182"/>
          <ac:spMkLst>
            <pc:docMk/>
            <pc:sldMk cId="3450880574" sldId="2146846027"/>
            <ac:spMk id="115" creationId="{D517DB16-3BF5-451F-B98F-38B247399CD5}"/>
          </ac:spMkLst>
        </pc:spChg>
        <pc:spChg chg="mod ord">
          <ac:chgData name="Ken Popkin" userId="3c94c39e-c43b-4805-99ab-8da17777f1ac" providerId="ADAL" clId="{69153B8F-FC4A-44BA-BB5E-1EAB99078A68}" dt="2021-06-03T01:22:45.466" v="3184"/>
          <ac:spMkLst>
            <pc:docMk/>
            <pc:sldMk cId="3450880574" sldId="2146846027"/>
            <ac:spMk id="116" creationId="{1C090B0F-1E03-4665-9EA6-61B9C85D09EA}"/>
          </ac:spMkLst>
        </pc:spChg>
        <pc:spChg chg="mod ord">
          <ac:chgData name="Ken Popkin" userId="3c94c39e-c43b-4805-99ab-8da17777f1ac" providerId="ADAL" clId="{69153B8F-FC4A-44BA-BB5E-1EAB99078A68}" dt="2021-06-03T01:32:34.174" v="8822"/>
          <ac:spMkLst>
            <pc:docMk/>
            <pc:sldMk cId="3450880574" sldId="2146846027"/>
            <ac:spMk id="117" creationId="{9952DEB3-6597-4362-91BC-B1EE62BA8A96}"/>
          </ac:spMkLst>
        </pc:spChg>
        <pc:spChg chg="mod">
          <ac:chgData name="Ken Popkin" userId="3c94c39e-c43b-4805-99ab-8da17777f1ac" providerId="ADAL" clId="{69153B8F-FC4A-44BA-BB5E-1EAB99078A68}" dt="2021-06-03T01:32:34.174" v="8824"/>
          <ac:spMkLst>
            <pc:docMk/>
            <pc:sldMk cId="3450880574" sldId="2146846027"/>
            <ac:spMk id="118" creationId="{6207AD63-FB89-4C30-9674-C41101CAFA8A}"/>
          </ac:spMkLst>
        </pc:spChg>
        <pc:spChg chg="mod">
          <ac:chgData name="Ken Popkin" userId="3c94c39e-c43b-4805-99ab-8da17777f1ac" providerId="ADAL" clId="{69153B8F-FC4A-44BA-BB5E-1EAB99078A68}" dt="2021-06-03T01:32:34.174" v="8826"/>
          <ac:spMkLst>
            <pc:docMk/>
            <pc:sldMk cId="3450880574" sldId="2146846027"/>
            <ac:spMk id="119" creationId="{C9B86812-A10F-4243-9F92-4052F414F356}"/>
          </ac:spMkLst>
        </pc:spChg>
        <pc:spChg chg="mod ord">
          <ac:chgData name="Ken Popkin" userId="3c94c39e-c43b-4805-99ab-8da17777f1ac" providerId="ADAL" clId="{69153B8F-FC4A-44BA-BB5E-1EAB99078A68}" dt="2021-06-03T01:22:45.466" v="3186"/>
          <ac:spMkLst>
            <pc:docMk/>
            <pc:sldMk cId="3450880574" sldId="2146846027"/>
            <ac:spMk id="120" creationId="{95B561F5-B7AC-4CB4-A9FB-3CFC6749D586}"/>
          </ac:spMkLst>
        </pc:spChg>
        <pc:spChg chg="mod ord">
          <ac:chgData name="Ken Popkin" userId="3c94c39e-c43b-4805-99ab-8da17777f1ac" providerId="ADAL" clId="{69153B8F-FC4A-44BA-BB5E-1EAB99078A68}" dt="2021-06-03T01:22:45.467" v="3188"/>
          <ac:spMkLst>
            <pc:docMk/>
            <pc:sldMk cId="3450880574" sldId="2146846027"/>
            <ac:spMk id="121" creationId="{573A514A-9B2B-42B4-85E5-1C9FAACFB633}"/>
          </ac:spMkLst>
        </pc:spChg>
        <pc:spChg chg="mod ord">
          <ac:chgData name="Ken Popkin" userId="3c94c39e-c43b-4805-99ab-8da17777f1ac" providerId="ADAL" clId="{69153B8F-FC4A-44BA-BB5E-1EAB99078A68}" dt="2021-06-03T01:22:45.467" v="3190"/>
          <ac:spMkLst>
            <pc:docMk/>
            <pc:sldMk cId="3450880574" sldId="2146846027"/>
            <ac:spMk id="122" creationId="{DF099DB5-CEDB-482E-891F-293C52AF66BE}"/>
          </ac:spMkLst>
        </pc:spChg>
        <pc:spChg chg="mod ord">
          <ac:chgData name="Ken Popkin" userId="3c94c39e-c43b-4805-99ab-8da17777f1ac" providerId="ADAL" clId="{69153B8F-FC4A-44BA-BB5E-1EAB99078A68}" dt="2021-06-03T01:22:45.467" v="3192"/>
          <ac:spMkLst>
            <pc:docMk/>
            <pc:sldMk cId="3450880574" sldId="2146846027"/>
            <ac:spMk id="123" creationId="{F52A00B5-1A52-4077-ABE7-96CC5DA4BD21}"/>
          </ac:spMkLst>
        </pc:spChg>
        <pc:spChg chg="mod ord">
          <ac:chgData name="Ken Popkin" userId="3c94c39e-c43b-4805-99ab-8da17777f1ac" providerId="ADAL" clId="{69153B8F-FC4A-44BA-BB5E-1EAB99078A68}" dt="2021-06-03T01:22:45.467" v="3194"/>
          <ac:spMkLst>
            <pc:docMk/>
            <pc:sldMk cId="3450880574" sldId="2146846027"/>
            <ac:spMk id="124" creationId="{468344AA-4A57-4F6F-AFDE-1345B79CD54F}"/>
          </ac:spMkLst>
        </pc:spChg>
        <pc:spChg chg="mod ord">
          <ac:chgData name="Ken Popkin" userId="3c94c39e-c43b-4805-99ab-8da17777f1ac" providerId="ADAL" clId="{69153B8F-FC4A-44BA-BB5E-1EAB99078A68}" dt="2021-06-03T01:32:34.174" v="8830"/>
          <ac:spMkLst>
            <pc:docMk/>
            <pc:sldMk cId="3450880574" sldId="2146846027"/>
            <ac:spMk id="125" creationId="{1C719034-9AD5-4225-90B4-346AB74E4F30}"/>
          </ac:spMkLst>
        </pc:spChg>
        <pc:spChg chg="mod">
          <ac:chgData name="Ken Popkin" userId="3c94c39e-c43b-4805-99ab-8da17777f1ac" providerId="ADAL" clId="{69153B8F-FC4A-44BA-BB5E-1EAB99078A68}" dt="2021-06-03T01:32:34.180" v="8841"/>
          <ac:spMkLst>
            <pc:docMk/>
            <pc:sldMk cId="3450880574" sldId="2146846027"/>
            <ac:spMk id="126" creationId="{9388E85B-D5FD-4A5F-AB16-DCEC055FCEB7}"/>
          </ac:spMkLst>
        </pc:spChg>
        <pc:spChg chg="mod">
          <ac:chgData name="Ken Popkin" userId="3c94c39e-c43b-4805-99ab-8da17777f1ac" providerId="ADAL" clId="{69153B8F-FC4A-44BA-BB5E-1EAB99078A68}" dt="2021-06-03T01:32:34.182" v="8843"/>
          <ac:spMkLst>
            <pc:docMk/>
            <pc:sldMk cId="3450880574" sldId="2146846027"/>
            <ac:spMk id="127" creationId="{17043A0B-4831-4E97-8BC6-9BD324CE80B6}"/>
          </ac:spMkLst>
        </pc:spChg>
        <pc:spChg chg="mod ord">
          <ac:chgData name="Ken Popkin" userId="3c94c39e-c43b-4805-99ab-8da17777f1ac" providerId="ADAL" clId="{69153B8F-FC4A-44BA-BB5E-1EAB99078A68}" dt="2021-06-03T01:22:45.467" v="3196"/>
          <ac:spMkLst>
            <pc:docMk/>
            <pc:sldMk cId="3450880574" sldId="2146846027"/>
            <ac:spMk id="128" creationId="{213A1A47-EAA8-4690-BF11-7B4B60949079}"/>
          </ac:spMkLst>
        </pc:spChg>
        <pc:spChg chg="mod ord">
          <ac:chgData name="Ken Popkin" userId="3c94c39e-c43b-4805-99ab-8da17777f1ac" providerId="ADAL" clId="{69153B8F-FC4A-44BA-BB5E-1EAB99078A68}" dt="2021-06-03T01:22:45.468" v="3198"/>
          <ac:spMkLst>
            <pc:docMk/>
            <pc:sldMk cId="3450880574" sldId="2146846027"/>
            <ac:spMk id="129" creationId="{C5145007-1A1F-4E49-AF5D-3FD5D69E0B71}"/>
          </ac:spMkLst>
        </pc:spChg>
        <pc:spChg chg="mod ord">
          <ac:chgData name="Ken Popkin" userId="3c94c39e-c43b-4805-99ab-8da17777f1ac" providerId="ADAL" clId="{69153B8F-FC4A-44BA-BB5E-1EAB99078A68}" dt="2021-06-03T01:22:45.468" v="3200"/>
          <ac:spMkLst>
            <pc:docMk/>
            <pc:sldMk cId="3450880574" sldId="2146846027"/>
            <ac:spMk id="130" creationId="{D931D51C-2682-43B4-9B81-00B751BBCD94}"/>
          </ac:spMkLst>
        </pc:spChg>
        <pc:spChg chg="mod ord">
          <ac:chgData name="Ken Popkin" userId="3c94c39e-c43b-4805-99ab-8da17777f1ac" providerId="ADAL" clId="{69153B8F-FC4A-44BA-BB5E-1EAB99078A68}" dt="2021-06-03T01:22:45.468" v="3202"/>
          <ac:spMkLst>
            <pc:docMk/>
            <pc:sldMk cId="3450880574" sldId="2146846027"/>
            <ac:spMk id="131" creationId="{87371F4D-2516-4406-9D28-9929027C5772}"/>
          </ac:spMkLst>
        </pc:spChg>
        <pc:spChg chg="mod ord">
          <ac:chgData name="Ken Popkin" userId="3c94c39e-c43b-4805-99ab-8da17777f1ac" providerId="ADAL" clId="{69153B8F-FC4A-44BA-BB5E-1EAB99078A68}" dt="2021-06-03T01:22:45.468" v="3204"/>
          <ac:spMkLst>
            <pc:docMk/>
            <pc:sldMk cId="3450880574" sldId="2146846027"/>
            <ac:spMk id="132" creationId="{0067BA98-ACF8-4FFD-B4A6-4DC256FA1FFC}"/>
          </ac:spMkLst>
        </pc:spChg>
        <pc:spChg chg="mod ord">
          <ac:chgData name="Ken Popkin" userId="3c94c39e-c43b-4805-99ab-8da17777f1ac" providerId="ADAL" clId="{69153B8F-FC4A-44BA-BB5E-1EAB99078A68}" dt="2021-06-03T01:32:34.182" v="8847"/>
          <ac:spMkLst>
            <pc:docMk/>
            <pc:sldMk cId="3450880574" sldId="2146846027"/>
            <ac:spMk id="133" creationId="{3F1954EA-C8F4-4AB9-881E-775EA09E63C3}"/>
          </ac:spMkLst>
        </pc:spChg>
        <pc:spChg chg="add del mod ord">
          <ac:chgData name="Ken Popkin" userId="3c94c39e-c43b-4805-99ab-8da17777f1ac" providerId="ADAL" clId="{69153B8F-FC4A-44BA-BB5E-1EAB99078A68}" dt="2021-06-03T01:32:34.201" v="8924"/>
          <ac:spMkLst>
            <pc:docMk/>
            <pc:sldMk cId="3450880574" sldId="2146846027"/>
            <ac:spMk id="134" creationId="{336E1E90-CE94-4640-B565-1A43EF4B509C}"/>
          </ac:spMkLst>
        </pc:spChg>
        <pc:spChg chg="add mod">
          <ac:chgData name="Ken Popkin" userId="3c94c39e-c43b-4805-99ab-8da17777f1ac" providerId="ADAL" clId="{69153B8F-FC4A-44BA-BB5E-1EAB99078A68}" dt="2021-06-03T01:32:34.203" v="8927"/>
          <ac:spMkLst>
            <pc:docMk/>
            <pc:sldMk cId="3450880574" sldId="2146846027"/>
            <ac:spMk id="135" creationId="{E8C14FAA-B225-42E7-B5C7-E6EFB53937A2}"/>
          </ac:spMkLst>
        </pc:spChg>
        <pc:spChg chg="add mod modVis">
          <ac:chgData name="Ken Popkin" userId="3c94c39e-c43b-4805-99ab-8da17777f1ac" providerId="ADAL" clId="{69153B8F-FC4A-44BA-BB5E-1EAB99078A68}" dt="2021-06-03T01:32:34.203" v="8929"/>
          <ac:spMkLst>
            <pc:docMk/>
            <pc:sldMk cId="3450880574" sldId="2146846027"/>
            <ac:spMk id="136" creationId="{27EE79CC-4F29-41CC-A0B5-0CC622A37024}"/>
          </ac:spMkLst>
        </pc:spChg>
        <pc:spChg chg="add mod ord modVis">
          <ac:chgData name="Ken Popkin" userId="3c94c39e-c43b-4805-99ab-8da17777f1ac" providerId="ADAL" clId="{69153B8F-FC4A-44BA-BB5E-1EAB99078A68}" dt="2021-06-03T01:22:45.485" v="3376"/>
          <ac:spMkLst>
            <pc:docMk/>
            <pc:sldMk cId="3450880574" sldId="2146846027"/>
            <ac:spMk id="137" creationId="{50B47CF0-A5C8-4C63-B56D-0932021FE2A2}"/>
          </ac:spMkLst>
        </pc:spChg>
        <pc:spChg chg="add mod ord modVis">
          <ac:chgData name="Ken Popkin" userId="3c94c39e-c43b-4805-99ab-8da17777f1ac" providerId="ADAL" clId="{69153B8F-FC4A-44BA-BB5E-1EAB99078A68}" dt="2021-06-03T01:22:45.485" v="3378"/>
          <ac:spMkLst>
            <pc:docMk/>
            <pc:sldMk cId="3450880574" sldId="2146846027"/>
            <ac:spMk id="138" creationId="{6BF2DB97-3399-4899-A430-BD16DA768E7D}"/>
          </ac:spMkLst>
        </pc:spChg>
        <pc:spChg chg="add mod ord modVis">
          <ac:chgData name="Ken Popkin" userId="3c94c39e-c43b-4805-99ab-8da17777f1ac" providerId="ADAL" clId="{69153B8F-FC4A-44BA-BB5E-1EAB99078A68}" dt="2021-06-03T01:29:09.807" v="5681"/>
          <ac:spMkLst>
            <pc:docMk/>
            <pc:sldMk cId="3450880574" sldId="2146846027"/>
            <ac:spMk id="139" creationId="{866663C4-F230-49B7-ACC6-012D52DA4BF0}"/>
          </ac:spMkLst>
        </pc:spChg>
        <pc:spChg chg="add mod ord modVis">
          <ac:chgData name="Ken Popkin" userId="3c94c39e-c43b-4805-99ab-8da17777f1ac" providerId="ADAL" clId="{69153B8F-FC4A-44BA-BB5E-1EAB99078A68}" dt="2021-06-03T01:29:09.807" v="5683"/>
          <ac:spMkLst>
            <pc:docMk/>
            <pc:sldMk cId="3450880574" sldId="2146846027"/>
            <ac:spMk id="140" creationId="{98E5C63E-B86F-42A6-B456-5F257B212633}"/>
          </ac:spMkLst>
        </pc:spChg>
        <pc:spChg chg="add mod ord modVis">
          <ac:chgData name="Ken Popkin" userId="3c94c39e-c43b-4805-99ab-8da17777f1ac" providerId="ADAL" clId="{69153B8F-FC4A-44BA-BB5E-1EAB99078A68}" dt="2021-06-03T01:28:42.043" v="5378"/>
          <ac:spMkLst>
            <pc:docMk/>
            <pc:sldMk cId="3450880574" sldId="2146846027"/>
            <ac:spMk id="141" creationId="{1BAEFC08-2B1A-43A8-A42D-DECA01F1E1FA}"/>
          </ac:spMkLst>
        </pc:spChg>
        <pc:spChg chg="mod">
          <ac:chgData name="Ken Popkin" userId="3c94c39e-c43b-4805-99ab-8da17777f1ac" providerId="ADAL" clId="{69153B8F-FC4A-44BA-BB5E-1EAB99078A68}" dt="2021-06-03T01:32:34.182" v="8849"/>
          <ac:spMkLst>
            <pc:docMk/>
            <pc:sldMk cId="3450880574" sldId="2146846027"/>
            <ac:spMk id="142" creationId="{C19C7D2E-D89A-40C7-BBCE-B8475A734549}"/>
          </ac:spMkLst>
        </pc:spChg>
        <pc:spChg chg="mod">
          <ac:chgData name="Ken Popkin" userId="3c94c39e-c43b-4805-99ab-8da17777f1ac" providerId="ADAL" clId="{69153B8F-FC4A-44BA-BB5E-1EAB99078A68}" dt="2021-06-03T01:32:34.182" v="8851"/>
          <ac:spMkLst>
            <pc:docMk/>
            <pc:sldMk cId="3450880574" sldId="2146846027"/>
            <ac:spMk id="143" creationId="{BAC940CF-C114-4DD8-8AAC-4764C17CB5E5}"/>
          </ac:spMkLst>
        </pc:spChg>
        <pc:spChg chg="mod ord">
          <ac:chgData name="Ken Popkin" userId="3c94c39e-c43b-4805-99ab-8da17777f1ac" providerId="ADAL" clId="{69153B8F-FC4A-44BA-BB5E-1EAB99078A68}" dt="2021-06-03T01:22:45.468" v="3206"/>
          <ac:spMkLst>
            <pc:docMk/>
            <pc:sldMk cId="3450880574" sldId="2146846027"/>
            <ac:spMk id="144" creationId="{7789E20C-DF61-40CF-8AFE-5D5461284C4F}"/>
          </ac:spMkLst>
        </pc:spChg>
        <pc:spChg chg="mod ord">
          <ac:chgData name="Ken Popkin" userId="3c94c39e-c43b-4805-99ab-8da17777f1ac" providerId="ADAL" clId="{69153B8F-FC4A-44BA-BB5E-1EAB99078A68}" dt="2021-06-03T01:22:45.469" v="3208"/>
          <ac:spMkLst>
            <pc:docMk/>
            <pc:sldMk cId="3450880574" sldId="2146846027"/>
            <ac:spMk id="145" creationId="{CCC3F928-52FC-4869-B747-1EB7760F2096}"/>
          </ac:spMkLst>
        </pc:spChg>
        <pc:spChg chg="mod ord">
          <ac:chgData name="Ken Popkin" userId="3c94c39e-c43b-4805-99ab-8da17777f1ac" providerId="ADAL" clId="{69153B8F-FC4A-44BA-BB5E-1EAB99078A68}" dt="2021-06-03T01:22:45.469" v="3210"/>
          <ac:spMkLst>
            <pc:docMk/>
            <pc:sldMk cId="3450880574" sldId="2146846027"/>
            <ac:spMk id="146" creationId="{C6CC9D0A-407B-4E77-8977-B6DBF49BF438}"/>
          </ac:spMkLst>
        </pc:spChg>
        <pc:spChg chg="mod ord">
          <ac:chgData name="Ken Popkin" userId="3c94c39e-c43b-4805-99ab-8da17777f1ac" providerId="ADAL" clId="{69153B8F-FC4A-44BA-BB5E-1EAB99078A68}" dt="2021-06-03T01:22:45.469" v="3212"/>
          <ac:spMkLst>
            <pc:docMk/>
            <pc:sldMk cId="3450880574" sldId="2146846027"/>
            <ac:spMk id="147" creationId="{E5C33BF5-2FC4-4C70-A302-69A695D00E95}"/>
          </ac:spMkLst>
        </pc:spChg>
        <pc:spChg chg="mod ord">
          <ac:chgData name="Ken Popkin" userId="3c94c39e-c43b-4805-99ab-8da17777f1ac" providerId="ADAL" clId="{69153B8F-FC4A-44BA-BB5E-1EAB99078A68}" dt="2021-06-03T01:22:45.469" v="3214"/>
          <ac:spMkLst>
            <pc:docMk/>
            <pc:sldMk cId="3450880574" sldId="2146846027"/>
            <ac:spMk id="148" creationId="{A4D982D6-56B7-438D-BA91-C406006CAC42}"/>
          </ac:spMkLst>
        </pc:spChg>
        <pc:spChg chg="mod ord">
          <ac:chgData name="Ken Popkin" userId="3c94c39e-c43b-4805-99ab-8da17777f1ac" providerId="ADAL" clId="{69153B8F-FC4A-44BA-BB5E-1EAB99078A68}" dt="2021-06-03T01:32:34.182" v="8855"/>
          <ac:spMkLst>
            <pc:docMk/>
            <pc:sldMk cId="3450880574" sldId="2146846027"/>
            <ac:spMk id="149" creationId="{8032F3F7-7BC8-4EB4-AFB4-023167354140}"/>
          </ac:spMkLst>
        </pc:spChg>
        <pc:spChg chg="mod">
          <ac:chgData name="Ken Popkin" userId="3c94c39e-c43b-4805-99ab-8da17777f1ac" providerId="ADAL" clId="{69153B8F-FC4A-44BA-BB5E-1EAB99078A68}" dt="2021-06-03T01:32:34.182" v="8857"/>
          <ac:spMkLst>
            <pc:docMk/>
            <pc:sldMk cId="3450880574" sldId="2146846027"/>
            <ac:spMk id="150" creationId="{372A92A7-1DCC-490B-A9E9-0FD09F269160}"/>
          </ac:spMkLst>
        </pc:spChg>
        <pc:spChg chg="mod">
          <ac:chgData name="Ken Popkin" userId="3c94c39e-c43b-4805-99ab-8da17777f1ac" providerId="ADAL" clId="{69153B8F-FC4A-44BA-BB5E-1EAB99078A68}" dt="2021-06-03T01:32:34.182" v="8859"/>
          <ac:spMkLst>
            <pc:docMk/>
            <pc:sldMk cId="3450880574" sldId="2146846027"/>
            <ac:spMk id="151" creationId="{FFA87F17-5AA1-479F-B232-5A7F02E4FC39}"/>
          </ac:spMkLst>
        </pc:spChg>
        <pc:spChg chg="mod ord">
          <ac:chgData name="Ken Popkin" userId="3c94c39e-c43b-4805-99ab-8da17777f1ac" providerId="ADAL" clId="{69153B8F-FC4A-44BA-BB5E-1EAB99078A68}" dt="2021-06-03T01:22:45.469" v="3216"/>
          <ac:spMkLst>
            <pc:docMk/>
            <pc:sldMk cId="3450880574" sldId="2146846027"/>
            <ac:spMk id="152" creationId="{1FC93FF2-EEFD-4358-B3E7-F5F2FAD96CD0}"/>
          </ac:spMkLst>
        </pc:spChg>
        <pc:spChg chg="mod ord">
          <ac:chgData name="Ken Popkin" userId="3c94c39e-c43b-4805-99ab-8da17777f1ac" providerId="ADAL" clId="{69153B8F-FC4A-44BA-BB5E-1EAB99078A68}" dt="2021-06-03T01:22:45.470" v="3218"/>
          <ac:spMkLst>
            <pc:docMk/>
            <pc:sldMk cId="3450880574" sldId="2146846027"/>
            <ac:spMk id="153" creationId="{5CFA94F3-1F5C-4C30-8894-916C34EE8F6D}"/>
          </ac:spMkLst>
        </pc:spChg>
        <pc:spChg chg="mod ord">
          <ac:chgData name="Ken Popkin" userId="3c94c39e-c43b-4805-99ab-8da17777f1ac" providerId="ADAL" clId="{69153B8F-FC4A-44BA-BB5E-1EAB99078A68}" dt="2021-06-03T01:22:45.470" v="3220"/>
          <ac:spMkLst>
            <pc:docMk/>
            <pc:sldMk cId="3450880574" sldId="2146846027"/>
            <ac:spMk id="154" creationId="{FA4ED7DB-6786-4470-9A24-44BC05C2A6B0}"/>
          </ac:spMkLst>
        </pc:spChg>
        <pc:spChg chg="mod ord">
          <ac:chgData name="Ken Popkin" userId="3c94c39e-c43b-4805-99ab-8da17777f1ac" providerId="ADAL" clId="{69153B8F-FC4A-44BA-BB5E-1EAB99078A68}" dt="2021-06-03T01:22:45.470" v="3222"/>
          <ac:spMkLst>
            <pc:docMk/>
            <pc:sldMk cId="3450880574" sldId="2146846027"/>
            <ac:spMk id="155" creationId="{C8B367F1-6609-4B43-A99F-B4D1B8DC8A76}"/>
          </ac:spMkLst>
        </pc:spChg>
        <pc:spChg chg="mod ord">
          <ac:chgData name="Ken Popkin" userId="3c94c39e-c43b-4805-99ab-8da17777f1ac" providerId="ADAL" clId="{69153B8F-FC4A-44BA-BB5E-1EAB99078A68}" dt="2021-06-03T01:22:45.470" v="3224"/>
          <ac:spMkLst>
            <pc:docMk/>
            <pc:sldMk cId="3450880574" sldId="2146846027"/>
            <ac:spMk id="156" creationId="{399B42C1-F158-45A8-A358-BA8F7729A868}"/>
          </ac:spMkLst>
        </pc:spChg>
        <pc:spChg chg="mod ord">
          <ac:chgData name="Ken Popkin" userId="3c94c39e-c43b-4805-99ab-8da17777f1ac" providerId="ADAL" clId="{69153B8F-FC4A-44BA-BB5E-1EAB99078A68}" dt="2021-06-03T01:32:34.182" v="8863"/>
          <ac:spMkLst>
            <pc:docMk/>
            <pc:sldMk cId="3450880574" sldId="2146846027"/>
            <ac:spMk id="157" creationId="{2A104588-3140-4B5C-BC8F-A7835C0A20FB}"/>
          </ac:spMkLst>
        </pc:spChg>
        <pc:spChg chg="mod">
          <ac:chgData name="Ken Popkin" userId="3c94c39e-c43b-4805-99ab-8da17777f1ac" providerId="ADAL" clId="{69153B8F-FC4A-44BA-BB5E-1EAB99078A68}" dt="2021-06-03T01:32:34.182" v="8875"/>
          <ac:spMkLst>
            <pc:docMk/>
            <pc:sldMk cId="3450880574" sldId="2146846027"/>
            <ac:spMk id="158" creationId="{8BE93700-BEFA-4E5A-A57E-0C6398FBD9DE}"/>
          </ac:spMkLst>
        </pc:spChg>
        <pc:spChg chg="mod">
          <ac:chgData name="Ken Popkin" userId="3c94c39e-c43b-4805-99ab-8da17777f1ac" providerId="ADAL" clId="{69153B8F-FC4A-44BA-BB5E-1EAB99078A68}" dt="2021-06-03T01:32:34.190" v="8877"/>
          <ac:spMkLst>
            <pc:docMk/>
            <pc:sldMk cId="3450880574" sldId="2146846027"/>
            <ac:spMk id="159" creationId="{61E197E3-A2E6-4AA2-BEF4-82C2909576E2}"/>
          </ac:spMkLst>
        </pc:spChg>
        <pc:spChg chg="mod ord">
          <ac:chgData name="Ken Popkin" userId="3c94c39e-c43b-4805-99ab-8da17777f1ac" providerId="ADAL" clId="{69153B8F-FC4A-44BA-BB5E-1EAB99078A68}" dt="2021-06-03T01:22:45.470" v="3226"/>
          <ac:spMkLst>
            <pc:docMk/>
            <pc:sldMk cId="3450880574" sldId="2146846027"/>
            <ac:spMk id="160" creationId="{652223B5-0F58-47AB-9121-CAE16E1499CC}"/>
          </ac:spMkLst>
        </pc:spChg>
        <pc:spChg chg="mod ord">
          <ac:chgData name="Ken Popkin" userId="3c94c39e-c43b-4805-99ab-8da17777f1ac" providerId="ADAL" clId="{69153B8F-FC4A-44BA-BB5E-1EAB99078A68}" dt="2021-06-03T01:22:45.470" v="3228"/>
          <ac:spMkLst>
            <pc:docMk/>
            <pc:sldMk cId="3450880574" sldId="2146846027"/>
            <ac:spMk id="161" creationId="{C8BCE1CC-6FE2-4050-AB99-2EF36BBB1634}"/>
          </ac:spMkLst>
        </pc:spChg>
        <pc:spChg chg="mod ord">
          <ac:chgData name="Ken Popkin" userId="3c94c39e-c43b-4805-99ab-8da17777f1ac" providerId="ADAL" clId="{69153B8F-FC4A-44BA-BB5E-1EAB99078A68}" dt="2021-06-03T01:22:45.471" v="3230"/>
          <ac:spMkLst>
            <pc:docMk/>
            <pc:sldMk cId="3450880574" sldId="2146846027"/>
            <ac:spMk id="162" creationId="{DBD23902-EED2-48EB-9C7E-E2BD75B7E26D}"/>
          </ac:spMkLst>
        </pc:spChg>
        <pc:spChg chg="mod ord">
          <ac:chgData name="Ken Popkin" userId="3c94c39e-c43b-4805-99ab-8da17777f1ac" providerId="ADAL" clId="{69153B8F-FC4A-44BA-BB5E-1EAB99078A68}" dt="2021-06-03T01:22:45.471" v="3232"/>
          <ac:spMkLst>
            <pc:docMk/>
            <pc:sldMk cId="3450880574" sldId="2146846027"/>
            <ac:spMk id="163" creationId="{94607CE8-6D19-4893-A604-0F947A4D9F5C}"/>
          </ac:spMkLst>
        </pc:spChg>
        <pc:spChg chg="mod ord">
          <ac:chgData name="Ken Popkin" userId="3c94c39e-c43b-4805-99ab-8da17777f1ac" providerId="ADAL" clId="{69153B8F-FC4A-44BA-BB5E-1EAB99078A68}" dt="2021-06-03T01:22:45.471" v="3234"/>
          <ac:spMkLst>
            <pc:docMk/>
            <pc:sldMk cId="3450880574" sldId="2146846027"/>
            <ac:spMk id="164" creationId="{5F1FF3C4-E7F9-40CB-9A93-130B10F193E8}"/>
          </ac:spMkLst>
        </pc:spChg>
        <pc:spChg chg="mod ord">
          <ac:chgData name="Ken Popkin" userId="3c94c39e-c43b-4805-99ab-8da17777f1ac" providerId="ADAL" clId="{69153B8F-FC4A-44BA-BB5E-1EAB99078A68}" dt="2021-06-03T01:32:34.190" v="8881"/>
          <ac:spMkLst>
            <pc:docMk/>
            <pc:sldMk cId="3450880574" sldId="2146846027"/>
            <ac:spMk id="165" creationId="{DD201D1D-4C46-4376-BD7F-737EA5AF8462}"/>
          </ac:spMkLst>
        </pc:spChg>
        <pc:spChg chg="add mod ord">
          <ac:chgData name="Ken Popkin" userId="3c94c39e-c43b-4805-99ab-8da17777f1ac" providerId="ADAL" clId="{69153B8F-FC4A-44BA-BB5E-1EAB99078A68}" dt="2021-06-03T01:32:34.203" v="8935"/>
          <ac:spMkLst>
            <pc:docMk/>
            <pc:sldMk cId="3450880574" sldId="2146846027"/>
            <ac:spMk id="166" creationId="{D64AD3FA-AAF9-42DB-AF5A-EBD5E501CD89}"/>
          </ac:spMkLst>
        </pc:spChg>
        <pc:spChg chg="add mod">
          <ac:chgData name="Ken Popkin" userId="3c94c39e-c43b-4805-99ab-8da17777f1ac" providerId="ADAL" clId="{69153B8F-FC4A-44BA-BB5E-1EAB99078A68}" dt="2021-06-03T01:32:34.203" v="8938"/>
          <ac:spMkLst>
            <pc:docMk/>
            <pc:sldMk cId="3450880574" sldId="2146846027"/>
            <ac:spMk id="167" creationId="{F3AF72AE-447A-4F33-8351-78C0A01C3535}"/>
          </ac:spMkLst>
        </pc:spChg>
        <pc:spChg chg="add mod modVis">
          <ac:chgData name="Ken Popkin" userId="3c94c39e-c43b-4805-99ab-8da17777f1ac" providerId="ADAL" clId="{69153B8F-FC4A-44BA-BB5E-1EAB99078A68}" dt="2021-06-03T01:32:34.203" v="8940"/>
          <ac:spMkLst>
            <pc:docMk/>
            <pc:sldMk cId="3450880574" sldId="2146846027"/>
            <ac:spMk id="168" creationId="{5D372FEA-026B-49AB-97ED-C2EA8B164D96}"/>
          </ac:spMkLst>
        </pc:spChg>
        <pc:spChg chg="add mod ord modVis">
          <ac:chgData name="Ken Popkin" userId="3c94c39e-c43b-4805-99ab-8da17777f1ac" providerId="ADAL" clId="{69153B8F-FC4A-44BA-BB5E-1EAB99078A68}" dt="2021-06-03T01:22:45.486" v="3388"/>
          <ac:spMkLst>
            <pc:docMk/>
            <pc:sldMk cId="3450880574" sldId="2146846027"/>
            <ac:spMk id="169" creationId="{19DF743A-121D-4CAD-A1E8-E95F1D91598D}"/>
          </ac:spMkLst>
        </pc:spChg>
        <pc:spChg chg="add mod ord modVis">
          <ac:chgData name="Ken Popkin" userId="3c94c39e-c43b-4805-99ab-8da17777f1ac" providerId="ADAL" clId="{69153B8F-FC4A-44BA-BB5E-1EAB99078A68}" dt="2021-06-03T01:22:45.486" v="3390"/>
          <ac:spMkLst>
            <pc:docMk/>
            <pc:sldMk cId="3450880574" sldId="2146846027"/>
            <ac:spMk id="170" creationId="{B0DB4101-8977-4C1A-9C26-B8A2F15BAF3E}"/>
          </ac:spMkLst>
        </pc:spChg>
        <pc:spChg chg="add mod ord modVis">
          <ac:chgData name="Ken Popkin" userId="3c94c39e-c43b-4805-99ab-8da17777f1ac" providerId="ADAL" clId="{69153B8F-FC4A-44BA-BB5E-1EAB99078A68}" dt="2021-06-03T01:29:09.809" v="5694"/>
          <ac:spMkLst>
            <pc:docMk/>
            <pc:sldMk cId="3450880574" sldId="2146846027"/>
            <ac:spMk id="171" creationId="{D9B7DE42-4547-4CB8-8EBE-488DBA2F89C3}"/>
          </ac:spMkLst>
        </pc:spChg>
        <pc:spChg chg="add mod ord modVis">
          <ac:chgData name="Ken Popkin" userId="3c94c39e-c43b-4805-99ab-8da17777f1ac" providerId="ADAL" clId="{69153B8F-FC4A-44BA-BB5E-1EAB99078A68}" dt="2021-06-03T01:29:09.809" v="5696"/>
          <ac:spMkLst>
            <pc:docMk/>
            <pc:sldMk cId="3450880574" sldId="2146846027"/>
            <ac:spMk id="172" creationId="{1EBB84E8-F52E-404E-A0E8-A85D998B3C92}"/>
          </ac:spMkLst>
        </pc:spChg>
        <pc:spChg chg="add mod ord modVis">
          <ac:chgData name="Ken Popkin" userId="3c94c39e-c43b-4805-99ab-8da17777f1ac" providerId="ADAL" clId="{69153B8F-FC4A-44BA-BB5E-1EAB99078A68}" dt="2021-06-03T01:28:42.047" v="5392"/>
          <ac:spMkLst>
            <pc:docMk/>
            <pc:sldMk cId="3450880574" sldId="2146846027"/>
            <ac:spMk id="173" creationId="{6C4EF800-4A07-4998-81F5-E6AC658AAC28}"/>
          </ac:spMkLst>
        </pc:spChg>
        <pc:spChg chg="mod">
          <ac:chgData name="Ken Popkin" userId="3c94c39e-c43b-4805-99ab-8da17777f1ac" providerId="ADAL" clId="{69153B8F-FC4A-44BA-BB5E-1EAB99078A68}" dt="2021-06-03T01:32:34.190" v="8883"/>
          <ac:spMkLst>
            <pc:docMk/>
            <pc:sldMk cId="3450880574" sldId="2146846027"/>
            <ac:spMk id="174" creationId="{C2F8C70A-ADA9-48E3-B5E4-F1D6D5E9DF84}"/>
          </ac:spMkLst>
        </pc:spChg>
        <pc:spChg chg="mod">
          <ac:chgData name="Ken Popkin" userId="3c94c39e-c43b-4805-99ab-8da17777f1ac" providerId="ADAL" clId="{69153B8F-FC4A-44BA-BB5E-1EAB99078A68}" dt="2021-06-03T01:32:34.192" v="8885"/>
          <ac:spMkLst>
            <pc:docMk/>
            <pc:sldMk cId="3450880574" sldId="2146846027"/>
            <ac:spMk id="175" creationId="{F39C3105-9417-4648-91DE-43FE4003744A}"/>
          </ac:spMkLst>
        </pc:spChg>
        <pc:spChg chg="mod ord">
          <ac:chgData name="Ken Popkin" userId="3c94c39e-c43b-4805-99ab-8da17777f1ac" providerId="ADAL" clId="{69153B8F-FC4A-44BA-BB5E-1EAB99078A68}" dt="2021-06-03T01:22:45.471" v="3236"/>
          <ac:spMkLst>
            <pc:docMk/>
            <pc:sldMk cId="3450880574" sldId="2146846027"/>
            <ac:spMk id="176" creationId="{447457BC-E6B0-420D-B2C6-6DFFAE784394}"/>
          </ac:spMkLst>
        </pc:spChg>
        <pc:spChg chg="mod ord">
          <ac:chgData name="Ken Popkin" userId="3c94c39e-c43b-4805-99ab-8da17777f1ac" providerId="ADAL" clId="{69153B8F-FC4A-44BA-BB5E-1EAB99078A68}" dt="2021-06-03T01:22:45.471" v="3238"/>
          <ac:spMkLst>
            <pc:docMk/>
            <pc:sldMk cId="3450880574" sldId="2146846027"/>
            <ac:spMk id="177" creationId="{096DCBC2-9502-41F1-9CD2-46929A1919D5}"/>
          </ac:spMkLst>
        </pc:spChg>
        <pc:spChg chg="mod ord">
          <ac:chgData name="Ken Popkin" userId="3c94c39e-c43b-4805-99ab-8da17777f1ac" providerId="ADAL" clId="{69153B8F-FC4A-44BA-BB5E-1EAB99078A68}" dt="2021-06-03T01:22:45.472" v="3240"/>
          <ac:spMkLst>
            <pc:docMk/>
            <pc:sldMk cId="3450880574" sldId="2146846027"/>
            <ac:spMk id="178" creationId="{1EBF6B16-555C-4763-922C-48D3C52C403F}"/>
          </ac:spMkLst>
        </pc:spChg>
        <pc:spChg chg="mod ord">
          <ac:chgData name="Ken Popkin" userId="3c94c39e-c43b-4805-99ab-8da17777f1ac" providerId="ADAL" clId="{69153B8F-FC4A-44BA-BB5E-1EAB99078A68}" dt="2021-06-03T01:22:45.472" v="3242"/>
          <ac:spMkLst>
            <pc:docMk/>
            <pc:sldMk cId="3450880574" sldId="2146846027"/>
            <ac:spMk id="179" creationId="{2DBBD0B5-1F1A-4115-90AC-D0AFBE5BDB95}"/>
          </ac:spMkLst>
        </pc:spChg>
        <pc:spChg chg="mod ord">
          <ac:chgData name="Ken Popkin" userId="3c94c39e-c43b-4805-99ab-8da17777f1ac" providerId="ADAL" clId="{69153B8F-FC4A-44BA-BB5E-1EAB99078A68}" dt="2021-06-03T01:22:45.472" v="3244"/>
          <ac:spMkLst>
            <pc:docMk/>
            <pc:sldMk cId="3450880574" sldId="2146846027"/>
            <ac:spMk id="180" creationId="{1BAF5D26-1374-4E05-8AE9-7DC113CCF2E3}"/>
          </ac:spMkLst>
        </pc:spChg>
        <pc:spChg chg="mod ord">
          <ac:chgData name="Ken Popkin" userId="3c94c39e-c43b-4805-99ab-8da17777f1ac" providerId="ADAL" clId="{69153B8F-FC4A-44BA-BB5E-1EAB99078A68}" dt="2021-06-03T01:32:34.192" v="8889"/>
          <ac:spMkLst>
            <pc:docMk/>
            <pc:sldMk cId="3450880574" sldId="2146846027"/>
            <ac:spMk id="181" creationId="{CB039F2E-38B8-49F3-8411-1089164A57E4}"/>
          </ac:spMkLst>
        </pc:spChg>
        <pc:spChg chg="mod">
          <ac:chgData name="Ken Popkin" userId="3c94c39e-c43b-4805-99ab-8da17777f1ac" providerId="ADAL" clId="{69153B8F-FC4A-44BA-BB5E-1EAB99078A68}" dt="2021-06-03T01:32:34.192" v="8891"/>
          <ac:spMkLst>
            <pc:docMk/>
            <pc:sldMk cId="3450880574" sldId="2146846027"/>
            <ac:spMk id="182" creationId="{E74B5FE6-7822-4B5B-B041-8B6B1ECF1311}"/>
          </ac:spMkLst>
        </pc:spChg>
        <pc:spChg chg="mod">
          <ac:chgData name="Ken Popkin" userId="3c94c39e-c43b-4805-99ab-8da17777f1ac" providerId="ADAL" clId="{69153B8F-FC4A-44BA-BB5E-1EAB99078A68}" dt="2021-06-03T01:32:34.192" v="8893"/>
          <ac:spMkLst>
            <pc:docMk/>
            <pc:sldMk cId="3450880574" sldId="2146846027"/>
            <ac:spMk id="183" creationId="{0D7F39D6-79A6-4E3B-90F7-F6E028416C2A}"/>
          </ac:spMkLst>
        </pc:spChg>
        <pc:spChg chg="mod ord">
          <ac:chgData name="Ken Popkin" userId="3c94c39e-c43b-4805-99ab-8da17777f1ac" providerId="ADAL" clId="{69153B8F-FC4A-44BA-BB5E-1EAB99078A68}" dt="2021-06-03T01:22:45.472" v="3246"/>
          <ac:spMkLst>
            <pc:docMk/>
            <pc:sldMk cId="3450880574" sldId="2146846027"/>
            <ac:spMk id="184" creationId="{BCC1F68E-7939-47F0-9210-E44A1BF4305B}"/>
          </ac:spMkLst>
        </pc:spChg>
        <pc:spChg chg="mod ord">
          <ac:chgData name="Ken Popkin" userId="3c94c39e-c43b-4805-99ab-8da17777f1ac" providerId="ADAL" clId="{69153B8F-FC4A-44BA-BB5E-1EAB99078A68}" dt="2021-06-03T01:22:45.472" v="3248"/>
          <ac:spMkLst>
            <pc:docMk/>
            <pc:sldMk cId="3450880574" sldId="2146846027"/>
            <ac:spMk id="185" creationId="{B7C3EBAD-0CC7-4B9A-9E84-076B4A8C4154}"/>
          </ac:spMkLst>
        </pc:spChg>
        <pc:spChg chg="mod ord">
          <ac:chgData name="Ken Popkin" userId="3c94c39e-c43b-4805-99ab-8da17777f1ac" providerId="ADAL" clId="{69153B8F-FC4A-44BA-BB5E-1EAB99078A68}" dt="2021-06-03T01:22:45.473" v="3250"/>
          <ac:spMkLst>
            <pc:docMk/>
            <pc:sldMk cId="3450880574" sldId="2146846027"/>
            <ac:spMk id="186" creationId="{79589094-CAB4-4F14-8CDC-86556845CFAD}"/>
          </ac:spMkLst>
        </pc:spChg>
        <pc:spChg chg="mod ord">
          <ac:chgData name="Ken Popkin" userId="3c94c39e-c43b-4805-99ab-8da17777f1ac" providerId="ADAL" clId="{69153B8F-FC4A-44BA-BB5E-1EAB99078A68}" dt="2021-06-03T01:22:45.473" v="3252"/>
          <ac:spMkLst>
            <pc:docMk/>
            <pc:sldMk cId="3450880574" sldId="2146846027"/>
            <ac:spMk id="187" creationId="{DAD1E631-E717-4FE6-8973-881D9909A962}"/>
          </ac:spMkLst>
        </pc:spChg>
        <pc:spChg chg="mod ord">
          <ac:chgData name="Ken Popkin" userId="3c94c39e-c43b-4805-99ab-8da17777f1ac" providerId="ADAL" clId="{69153B8F-FC4A-44BA-BB5E-1EAB99078A68}" dt="2021-06-03T01:22:45.473" v="3254"/>
          <ac:spMkLst>
            <pc:docMk/>
            <pc:sldMk cId="3450880574" sldId="2146846027"/>
            <ac:spMk id="188" creationId="{F0F1B88D-7836-4A66-8B47-EF7E7AD01CF8}"/>
          </ac:spMkLst>
        </pc:spChg>
        <pc:spChg chg="mod ord">
          <ac:chgData name="Ken Popkin" userId="3c94c39e-c43b-4805-99ab-8da17777f1ac" providerId="ADAL" clId="{69153B8F-FC4A-44BA-BB5E-1EAB99078A68}" dt="2021-06-03T01:32:34.192" v="8897"/>
          <ac:spMkLst>
            <pc:docMk/>
            <pc:sldMk cId="3450880574" sldId="2146846027"/>
            <ac:spMk id="189" creationId="{C3D6E333-CF00-410E-9788-866BE94810C9}"/>
          </ac:spMkLst>
        </pc:spChg>
        <pc:spChg chg="mod">
          <ac:chgData name="Ken Popkin" userId="3c94c39e-c43b-4805-99ab-8da17777f1ac" providerId="ADAL" clId="{69153B8F-FC4A-44BA-BB5E-1EAB99078A68}" dt="2021-06-03T01:32:34.192" v="8908"/>
          <ac:spMkLst>
            <pc:docMk/>
            <pc:sldMk cId="3450880574" sldId="2146846027"/>
            <ac:spMk id="190" creationId="{D8DEBF50-6CCC-45C6-828F-FF2E3F1D09E6}"/>
          </ac:spMkLst>
        </pc:spChg>
        <pc:spChg chg="mod">
          <ac:chgData name="Ken Popkin" userId="3c94c39e-c43b-4805-99ab-8da17777f1ac" providerId="ADAL" clId="{69153B8F-FC4A-44BA-BB5E-1EAB99078A68}" dt="2021-06-03T01:32:34.192" v="8910"/>
          <ac:spMkLst>
            <pc:docMk/>
            <pc:sldMk cId="3450880574" sldId="2146846027"/>
            <ac:spMk id="191" creationId="{26A5F0DE-E9F9-4E18-AB9A-3D3ED8F36360}"/>
          </ac:spMkLst>
        </pc:spChg>
        <pc:spChg chg="mod ord">
          <ac:chgData name="Ken Popkin" userId="3c94c39e-c43b-4805-99ab-8da17777f1ac" providerId="ADAL" clId="{69153B8F-FC4A-44BA-BB5E-1EAB99078A68}" dt="2021-06-03T01:22:45.473" v="3256"/>
          <ac:spMkLst>
            <pc:docMk/>
            <pc:sldMk cId="3450880574" sldId="2146846027"/>
            <ac:spMk id="192" creationId="{76017D39-9C89-44C6-8AB1-CD4003B42555}"/>
          </ac:spMkLst>
        </pc:spChg>
        <pc:spChg chg="mod ord">
          <ac:chgData name="Ken Popkin" userId="3c94c39e-c43b-4805-99ab-8da17777f1ac" providerId="ADAL" clId="{69153B8F-FC4A-44BA-BB5E-1EAB99078A68}" dt="2021-06-03T01:22:45.473" v="3258"/>
          <ac:spMkLst>
            <pc:docMk/>
            <pc:sldMk cId="3450880574" sldId="2146846027"/>
            <ac:spMk id="193" creationId="{28B387E0-0FEA-4881-A87A-0BB0C2E80600}"/>
          </ac:spMkLst>
        </pc:spChg>
        <pc:spChg chg="mod ord">
          <ac:chgData name="Ken Popkin" userId="3c94c39e-c43b-4805-99ab-8da17777f1ac" providerId="ADAL" clId="{69153B8F-FC4A-44BA-BB5E-1EAB99078A68}" dt="2021-06-03T01:22:45.474" v="3260"/>
          <ac:spMkLst>
            <pc:docMk/>
            <pc:sldMk cId="3450880574" sldId="2146846027"/>
            <ac:spMk id="194" creationId="{75D93013-CC9A-47B9-B31C-DECC7C1D3B11}"/>
          </ac:spMkLst>
        </pc:spChg>
        <pc:spChg chg="mod ord">
          <ac:chgData name="Ken Popkin" userId="3c94c39e-c43b-4805-99ab-8da17777f1ac" providerId="ADAL" clId="{69153B8F-FC4A-44BA-BB5E-1EAB99078A68}" dt="2021-06-03T01:22:45.474" v="3262"/>
          <ac:spMkLst>
            <pc:docMk/>
            <pc:sldMk cId="3450880574" sldId="2146846027"/>
            <ac:spMk id="195" creationId="{F5F2FD5A-AFC4-4D5F-972C-174CF35EFFEB}"/>
          </ac:spMkLst>
        </pc:spChg>
        <pc:spChg chg="mod ord">
          <ac:chgData name="Ken Popkin" userId="3c94c39e-c43b-4805-99ab-8da17777f1ac" providerId="ADAL" clId="{69153B8F-FC4A-44BA-BB5E-1EAB99078A68}" dt="2021-06-03T01:22:45.474" v="3264"/>
          <ac:spMkLst>
            <pc:docMk/>
            <pc:sldMk cId="3450880574" sldId="2146846027"/>
            <ac:spMk id="196" creationId="{DF13EE35-CA8C-4528-B51F-EFDE65342EB0}"/>
          </ac:spMkLst>
        </pc:spChg>
        <pc:spChg chg="mod ord">
          <ac:chgData name="Ken Popkin" userId="3c94c39e-c43b-4805-99ab-8da17777f1ac" providerId="ADAL" clId="{69153B8F-FC4A-44BA-BB5E-1EAB99078A68}" dt="2021-06-03T01:32:34.192" v="8914"/>
          <ac:spMkLst>
            <pc:docMk/>
            <pc:sldMk cId="3450880574" sldId="2146846027"/>
            <ac:spMk id="197" creationId="{6DB33C22-1ED8-4BE5-8741-36EF7B68D2B6}"/>
          </ac:spMkLst>
        </pc:spChg>
        <pc:spChg chg="mod">
          <ac:chgData name="Ken Popkin" userId="3c94c39e-c43b-4805-99ab-8da17777f1ac" providerId="ADAL" clId="{69153B8F-FC4A-44BA-BB5E-1EAB99078A68}" dt="2021-06-03T01:32:34.158" v="8730"/>
          <ac:spMkLst>
            <pc:docMk/>
            <pc:sldMk cId="3450880574" sldId="2146846027"/>
            <ac:spMk id="198" creationId="{AB74523D-3979-4083-ADC3-83AAE2294AD8}"/>
          </ac:spMkLst>
        </pc:spChg>
        <pc:spChg chg="mod">
          <ac:chgData name="Ken Popkin" userId="3c94c39e-c43b-4805-99ab-8da17777f1ac" providerId="ADAL" clId="{69153B8F-FC4A-44BA-BB5E-1EAB99078A68}" dt="2021-06-03T01:32:34.143" v="8721"/>
          <ac:spMkLst>
            <pc:docMk/>
            <pc:sldMk cId="3450880574" sldId="2146846027"/>
            <ac:spMk id="199" creationId="{20D96C5B-DA1C-4C0E-B2A3-D9D75AB4DA3E}"/>
          </ac:spMkLst>
        </pc:spChg>
        <pc:spChg chg="mod">
          <ac:chgData name="Ken Popkin" userId="3c94c39e-c43b-4805-99ab-8da17777f1ac" providerId="ADAL" clId="{69153B8F-FC4A-44BA-BB5E-1EAB99078A68}" dt="2021-06-03T01:32:34.158" v="8739"/>
          <ac:spMkLst>
            <pc:docMk/>
            <pc:sldMk cId="3450880574" sldId="2146846027"/>
            <ac:spMk id="200" creationId="{65EA39B1-D909-412C-83B1-67E561752AC4}"/>
          </ac:spMkLst>
        </pc:spChg>
        <pc:spChg chg="mod">
          <ac:chgData name="Ken Popkin" userId="3c94c39e-c43b-4805-99ab-8da17777f1ac" providerId="ADAL" clId="{69153B8F-FC4A-44BA-BB5E-1EAB99078A68}" dt="2021-06-03T01:32:34.158" v="8748"/>
          <ac:spMkLst>
            <pc:docMk/>
            <pc:sldMk cId="3450880574" sldId="2146846027"/>
            <ac:spMk id="201" creationId="{EEC64A58-5A3E-42FA-A55D-2E4B75A848BC}"/>
          </ac:spMkLst>
        </pc:spChg>
        <pc:spChg chg="mod ord">
          <ac:chgData name="Ken Popkin" userId="3c94c39e-c43b-4805-99ab-8da17777f1ac" providerId="ADAL" clId="{69153B8F-FC4A-44BA-BB5E-1EAB99078A68}" dt="2021-06-03T01:32:34.143" v="8707"/>
          <ac:spMkLst>
            <pc:docMk/>
            <pc:sldMk cId="3450880574" sldId="2146846027"/>
            <ac:spMk id="202" creationId="{299DDF43-7FAC-4957-9F3A-61771E46A2E4}"/>
          </ac:spMkLst>
        </pc:spChg>
        <pc:spChg chg="mod ord">
          <ac:chgData name="Ken Popkin" userId="3c94c39e-c43b-4805-99ab-8da17777f1ac" providerId="ADAL" clId="{69153B8F-FC4A-44BA-BB5E-1EAB99078A68}" dt="2021-06-03T01:32:34.143" v="8711"/>
          <ac:spMkLst>
            <pc:docMk/>
            <pc:sldMk cId="3450880574" sldId="2146846027"/>
            <ac:spMk id="203" creationId="{3C1D45B4-5169-418E-AD93-550A1183399D}"/>
          </ac:spMkLst>
        </pc:spChg>
        <pc:spChg chg="mod">
          <ac:chgData name="Ken Popkin" userId="3c94c39e-c43b-4805-99ab-8da17777f1ac" providerId="ADAL" clId="{69153B8F-FC4A-44BA-BB5E-1EAB99078A68}" dt="2021-06-03T01:32:34.143" v="8712"/>
          <ac:spMkLst>
            <pc:docMk/>
            <pc:sldMk cId="3450880574" sldId="2146846027"/>
            <ac:spMk id="204" creationId="{20D038F3-9CA0-488C-B947-9CF35A8F8720}"/>
          </ac:spMkLst>
        </pc:spChg>
        <pc:spChg chg="add mod ord">
          <ac:chgData name="Ken Popkin" userId="3c94c39e-c43b-4805-99ab-8da17777f1ac" providerId="ADAL" clId="{69153B8F-FC4A-44BA-BB5E-1EAB99078A68}" dt="2021-06-03T01:32:34.203" v="8946"/>
          <ac:spMkLst>
            <pc:docMk/>
            <pc:sldMk cId="3450880574" sldId="2146846027"/>
            <ac:spMk id="205" creationId="{D057FD5B-0EAF-4E4C-AFF4-32A2FC97FF77}"/>
          </ac:spMkLst>
        </pc:spChg>
        <pc:spChg chg="mod ord">
          <ac:chgData name="Ken Popkin" userId="3c94c39e-c43b-4805-99ab-8da17777f1ac" providerId="ADAL" clId="{69153B8F-FC4A-44BA-BB5E-1EAB99078A68}" dt="2021-06-03T01:32:34.336" v="8948"/>
          <ac:spMkLst>
            <pc:docMk/>
            <pc:sldMk cId="3450880574" sldId="2146846027"/>
            <ac:spMk id="208" creationId="{14779655-B198-48F4-AF78-EFC364D62AC8}"/>
          </ac:spMkLst>
        </pc:spChg>
        <pc:spChg chg="mod ord">
          <ac:chgData name="Ken Popkin" userId="3c94c39e-c43b-4805-99ab-8da17777f1ac" providerId="ADAL" clId="{69153B8F-FC4A-44BA-BB5E-1EAB99078A68}" dt="2021-06-03T01:32:34.143" v="8691"/>
          <ac:spMkLst>
            <pc:docMk/>
            <pc:sldMk cId="3450880574" sldId="2146846027"/>
            <ac:spMk id="209" creationId="{A4D80DB1-318F-48CD-BCF9-232E6DF3A38F}"/>
          </ac:spMkLst>
        </pc:spChg>
        <pc:spChg chg="mod ord">
          <ac:chgData name="Ken Popkin" userId="3c94c39e-c43b-4805-99ab-8da17777f1ac" providerId="ADAL" clId="{69153B8F-FC4A-44BA-BB5E-1EAB99078A68}" dt="2021-06-03T01:32:34.143" v="8693"/>
          <ac:spMkLst>
            <pc:docMk/>
            <pc:sldMk cId="3450880574" sldId="2146846027"/>
            <ac:spMk id="210" creationId="{72039B64-D096-44D5-8D9F-712616328AF3}"/>
          </ac:spMkLst>
        </pc:spChg>
        <pc:spChg chg="mod ord">
          <ac:chgData name="Ken Popkin" userId="3c94c39e-c43b-4805-99ab-8da17777f1ac" providerId="ADAL" clId="{69153B8F-FC4A-44BA-BB5E-1EAB99078A68}" dt="2021-06-03T01:32:34.143" v="8695"/>
          <ac:spMkLst>
            <pc:docMk/>
            <pc:sldMk cId="3450880574" sldId="2146846027"/>
            <ac:spMk id="211" creationId="{D98A794E-A8C3-4173-B0CD-DFEF6DC23513}"/>
          </ac:spMkLst>
        </pc:spChg>
        <pc:spChg chg="mod ord">
          <ac:chgData name="Ken Popkin" userId="3c94c39e-c43b-4805-99ab-8da17777f1ac" providerId="ADAL" clId="{69153B8F-FC4A-44BA-BB5E-1EAB99078A68}" dt="2021-06-03T01:32:34.336" v="8950"/>
          <ac:spMkLst>
            <pc:docMk/>
            <pc:sldMk cId="3450880574" sldId="2146846027"/>
            <ac:spMk id="215" creationId="{AE4EDC57-2BBE-4EC4-B4AE-DAF48D9B4E2A}"/>
          </ac:spMkLst>
        </pc:spChg>
        <pc:spChg chg="mod ord">
          <ac:chgData name="Ken Popkin" userId="3c94c39e-c43b-4805-99ab-8da17777f1ac" providerId="ADAL" clId="{69153B8F-FC4A-44BA-BB5E-1EAB99078A68}" dt="2021-06-03T01:33:26.106" v="8971" actId="1038"/>
          <ac:spMkLst>
            <pc:docMk/>
            <pc:sldMk cId="3450880574" sldId="2146846027"/>
            <ac:spMk id="216" creationId="{B0AA3632-2AC4-49E7-BF18-450A716A0EDF}"/>
          </ac:spMkLst>
        </pc:spChg>
        <pc:cxnChg chg="mod ord">
          <ac:chgData name="Ken Popkin" userId="3c94c39e-c43b-4805-99ab-8da17777f1ac" providerId="ADAL" clId="{69153B8F-FC4A-44BA-BB5E-1EAB99078A68}" dt="2021-06-03T01:28:35.797" v="4906"/>
          <ac:cxnSpMkLst>
            <pc:docMk/>
            <pc:sldMk cId="3450880574" sldId="2146846027"/>
            <ac:cxnSpMk id="64" creationId="{276AC867-44BB-4193-B741-F01491EDDC8F}"/>
          </ac:cxnSpMkLst>
        </pc:cxnChg>
        <pc:cxnChg chg="mod ord">
          <ac:chgData name="Ken Popkin" userId="3c94c39e-c43b-4805-99ab-8da17777f1ac" providerId="ADAL" clId="{69153B8F-FC4A-44BA-BB5E-1EAB99078A68}" dt="2021-06-03T01:28:35.797" v="4908"/>
          <ac:cxnSpMkLst>
            <pc:docMk/>
            <pc:sldMk cId="3450880574" sldId="2146846027"/>
            <ac:cxnSpMk id="65" creationId="{1C441E1E-E63E-47D6-8CD9-8A6D8B8755A0}"/>
          </ac:cxnSpMkLst>
        </pc:cxnChg>
        <pc:cxnChg chg="mod ord">
          <ac:chgData name="Ken Popkin" userId="3c94c39e-c43b-4805-99ab-8da17777f1ac" providerId="ADAL" clId="{69153B8F-FC4A-44BA-BB5E-1EAB99078A68}" dt="2021-06-03T01:28:35.798" v="4910"/>
          <ac:cxnSpMkLst>
            <pc:docMk/>
            <pc:sldMk cId="3450880574" sldId="2146846027"/>
            <ac:cxnSpMk id="66" creationId="{84965DC8-CC3F-4453-A082-094E80AF8F3B}"/>
          </ac:cxnSpMkLst>
        </pc:cxnChg>
        <pc:cxnChg chg="mod ord">
          <ac:chgData name="Ken Popkin" userId="3c94c39e-c43b-4805-99ab-8da17777f1ac" providerId="ADAL" clId="{69153B8F-FC4A-44BA-BB5E-1EAB99078A68}" dt="2021-06-03T01:28:35.798" v="4912"/>
          <ac:cxnSpMkLst>
            <pc:docMk/>
            <pc:sldMk cId="3450880574" sldId="2146846027"/>
            <ac:cxnSpMk id="67" creationId="{214010CF-F660-4C9E-B652-4DD6C0D23E4D}"/>
          </ac:cxnSpMkLst>
        </pc:cxnChg>
        <pc:cxnChg chg="mod ord">
          <ac:chgData name="Ken Popkin" userId="3c94c39e-c43b-4805-99ab-8da17777f1ac" providerId="ADAL" clId="{69153B8F-FC4A-44BA-BB5E-1EAB99078A68}" dt="2021-06-03T01:28:35.798" v="4914"/>
          <ac:cxnSpMkLst>
            <pc:docMk/>
            <pc:sldMk cId="3450880574" sldId="2146846027"/>
            <ac:cxnSpMk id="68" creationId="{2F811EF6-63DA-427F-AA1E-B69099B569C2}"/>
          </ac:cxnSpMkLst>
        </pc:cxnChg>
        <pc:cxnChg chg="mod ord">
          <ac:chgData name="Ken Popkin" userId="3c94c39e-c43b-4805-99ab-8da17777f1ac" providerId="ADAL" clId="{69153B8F-FC4A-44BA-BB5E-1EAB99078A68}" dt="2021-06-03T01:28:35.799" v="4916"/>
          <ac:cxnSpMkLst>
            <pc:docMk/>
            <pc:sldMk cId="3450880574" sldId="2146846027"/>
            <ac:cxnSpMk id="69" creationId="{0F7022D1-E6DD-4428-A9C7-2E8621776AE9}"/>
          </ac:cxnSpMkLst>
        </pc:cxnChg>
        <pc:cxnChg chg="mod ord">
          <ac:chgData name="Ken Popkin" userId="3c94c39e-c43b-4805-99ab-8da17777f1ac" providerId="ADAL" clId="{69153B8F-FC4A-44BA-BB5E-1EAB99078A68}" dt="2021-06-03T01:28:35.799" v="4918"/>
          <ac:cxnSpMkLst>
            <pc:docMk/>
            <pc:sldMk cId="3450880574" sldId="2146846027"/>
            <ac:cxnSpMk id="212" creationId="{EA7D4CBF-510A-4ADE-9866-A67DD224FCC0}"/>
          </ac:cxnSpMkLst>
        </pc:cxnChg>
        <pc:cxnChg chg="mod ord">
          <ac:chgData name="Ken Popkin" userId="3c94c39e-c43b-4805-99ab-8da17777f1ac" providerId="ADAL" clId="{69153B8F-FC4A-44BA-BB5E-1EAB99078A68}" dt="2021-06-03T01:28:35.799" v="4920"/>
          <ac:cxnSpMkLst>
            <pc:docMk/>
            <pc:sldMk cId="3450880574" sldId="2146846027"/>
            <ac:cxnSpMk id="213" creationId="{7C91C1D8-AE72-4C17-9CD5-D511F1B5F24C}"/>
          </ac:cxnSpMkLst>
        </pc:cxnChg>
        <pc:cxnChg chg="mod ord">
          <ac:chgData name="Ken Popkin" userId="3c94c39e-c43b-4805-99ab-8da17777f1ac" providerId="ADAL" clId="{69153B8F-FC4A-44BA-BB5E-1EAB99078A68}" dt="2021-06-03T01:28:35.799" v="4922"/>
          <ac:cxnSpMkLst>
            <pc:docMk/>
            <pc:sldMk cId="3450880574" sldId="2146846027"/>
            <ac:cxnSpMk id="214" creationId="{3B99AA85-457C-4644-9D71-1591C2CFCB8C}"/>
          </ac:cxnSpMkLst>
        </pc:cxnChg>
      </pc:sldChg>
      <pc:sldChg chg="add del ord">
        <pc:chgData name="Ken Popkin" userId="3c94c39e-c43b-4805-99ab-8da17777f1ac" providerId="ADAL" clId="{69153B8F-FC4A-44BA-BB5E-1EAB99078A68}" dt="2021-06-03T01:38:06.012" v="8973" actId="47"/>
        <pc:sldMkLst>
          <pc:docMk/>
          <pc:sldMk cId="1750121902" sldId="2146846028"/>
        </pc:sldMkLst>
      </pc:sldChg>
      <pc:sldChg chg="del">
        <pc:chgData name="Ken Popkin" userId="3c94c39e-c43b-4805-99ab-8da17777f1ac" providerId="ADAL" clId="{69153B8F-FC4A-44BA-BB5E-1EAB99078A68}" dt="2021-06-02T15:16:03.350" v="64" actId="47"/>
        <pc:sldMkLst>
          <pc:docMk/>
          <pc:sldMk cId="1125456126" sldId="2146846029"/>
        </pc:sldMkLst>
      </pc:sldChg>
      <pc:sldChg chg="add ord">
        <pc:chgData name="Ken Popkin" userId="3c94c39e-c43b-4805-99ab-8da17777f1ac" providerId="ADAL" clId="{69153B8F-FC4A-44BA-BB5E-1EAB99078A68}" dt="2021-06-03T01:09:24.492" v="1303" actId="20578"/>
        <pc:sldMkLst>
          <pc:docMk/>
          <pc:sldMk cId="497179377" sldId="2146846034"/>
        </pc:sldMkLst>
      </pc:sldChg>
      <pc:sldChg chg="add">
        <pc:chgData name="Ken Popkin" userId="3c94c39e-c43b-4805-99ab-8da17777f1ac" providerId="ADAL" clId="{69153B8F-FC4A-44BA-BB5E-1EAB99078A68}" dt="2021-06-03T01:09:42.018" v="1304"/>
        <pc:sldMkLst>
          <pc:docMk/>
          <pc:sldMk cId="470055742" sldId="2146846037"/>
        </pc:sldMkLst>
      </pc:sldChg>
      <pc:sldChg chg="add ord">
        <pc:chgData name="Ken Popkin" userId="3c94c39e-c43b-4805-99ab-8da17777f1ac" providerId="ADAL" clId="{69153B8F-FC4A-44BA-BB5E-1EAB99078A68}" dt="2021-06-03T01:17:12.994" v="1310"/>
        <pc:sldMkLst>
          <pc:docMk/>
          <pc:sldMk cId="4254340890" sldId="2146846045"/>
        </pc:sldMkLst>
      </pc:sldChg>
      <pc:sldChg chg="addSp delSp modSp mod ord">
        <pc:chgData name="Ken Popkin" userId="3c94c39e-c43b-4805-99ab-8da17777f1ac" providerId="ADAL" clId="{69153B8F-FC4A-44BA-BB5E-1EAB99078A68}" dt="2021-06-02T15:25:05.093" v="341" actId="1076"/>
        <pc:sldMkLst>
          <pc:docMk/>
          <pc:sldMk cId="182815512" sldId="2146846054"/>
        </pc:sldMkLst>
        <pc:spChg chg="add del mod ord">
          <ac:chgData name="Ken Popkin" userId="3c94c39e-c43b-4805-99ab-8da17777f1ac" providerId="ADAL" clId="{69153B8F-FC4A-44BA-BB5E-1EAB99078A68}" dt="2021-06-02T15:21:04.222" v="133" actId="478"/>
          <ac:spMkLst>
            <pc:docMk/>
            <pc:sldMk cId="182815512" sldId="2146846054"/>
            <ac:spMk id="2" creationId="{C63AD39B-A9E9-48E1-BDEE-368522ABA661}"/>
          </ac:spMkLst>
        </pc:spChg>
        <pc:spChg chg="add del mod ord">
          <ac:chgData name="Ken Popkin" userId="3c94c39e-c43b-4805-99ab-8da17777f1ac" providerId="ADAL" clId="{69153B8F-FC4A-44BA-BB5E-1EAB99078A68}" dt="2021-06-02T15:18:56.216" v="119" actId="478"/>
          <ac:spMkLst>
            <pc:docMk/>
            <pc:sldMk cId="182815512" sldId="2146846054"/>
            <ac:spMk id="3" creationId="{94A7D084-6039-478E-A6F9-B40F020846DE}"/>
          </ac:spMkLst>
        </pc:spChg>
        <pc:spChg chg="add del mod">
          <ac:chgData name="Ken Popkin" userId="3c94c39e-c43b-4805-99ab-8da17777f1ac" providerId="ADAL" clId="{69153B8F-FC4A-44BA-BB5E-1EAB99078A68}" dt="2021-06-02T15:25:05.093" v="341" actId="1076"/>
          <ac:spMkLst>
            <pc:docMk/>
            <pc:sldMk cId="182815512" sldId="2146846054"/>
            <ac:spMk id="4" creationId="{52F2DCBF-FAA6-4CAB-AE5A-7632249AA6C5}"/>
          </ac:spMkLst>
        </pc:spChg>
        <pc:spChg chg="add del mod">
          <ac:chgData name="Ken Popkin" userId="3c94c39e-c43b-4805-99ab-8da17777f1ac" providerId="ADAL" clId="{69153B8F-FC4A-44BA-BB5E-1EAB99078A68}" dt="2021-06-02T15:18:05.570" v="73" actId="478"/>
          <ac:spMkLst>
            <pc:docMk/>
            <pc:sldMk cId="182815512" sldId="2146846054"/>
            <ac:spMk id="5" creationId="{07865C0C-99C3-4850-918C-FC56395543D8}"/>
          </ac:spMkLst>
        </pc:spChg>
        <pc:spChg chg="add del mod">
          <ac:chgData name="Ken Popkin" userId="3c94c39e-c43b-4805-99ab-8da17777f1ac" providerId="ADAL" clId="{69153B8F-FC4A-44BA-BB5E-1EAB99078A68}" dt="2021-06-02T15:18:05.570" v="73" actId="478"/>
          <ac:spMkLst>
            <pc:docMk/>
            <pc:sldMk cId="182815512" sldId="2146846054"/>
            <ac:spMk id="6" creationId="{2C878E47-2702-482C-915C-6BE0840FC976}"/>
          </ac:spMkLst>
        </pc:spChg>
        <pc:spChg chg="add mod ord">
          <ac:chgData name="Ken Popkin" userId="3c94c39e-c43b-4805-99ab-8da17777f1ac" providerId="ADAL" clId="{69153B8F-FC4A-44BA-BB5E-1EAB99078A68}" dt="2021-06-02T15:24:38.327" v="337" actId="14100"/>
          <ac:spMkLst>
            <pc:docMk/>
            <pc:sldMk cId="182815512" sldId="2146846054"/>
            <ac:spMk id="7" creationId="{F123CD8E-CA78-4AEB-BF99-A99579387E45}"/>
          </ac:spMkLst>
        </pc:spChg>
        <pc:spChg chg="add del">
          <ac:chgData name="Ken Popkin" userId="3c94c39e-c43b-4805-99ab-8da17777f1ac" providerId="ADAL" clId="{69153B8F-FC4A-44BA-BB5E-1EAB99078A68}" dt="2021-06-02T15:20:44.174" v="132" actId="478"/>
          <ac:spMkLst>
            <pc:docMk/>
            <pc:sldMk cId="182815512" sldId="2146846054"/>
            <ac:spMk id="9" creationId="{09588DA8-065E-4F6F-8EFD-43104AB2E0CF}"/>
          </ac:spMkLst>
        </pc:spChg>
        <pc:spChg chg="add del mod">
          <ac:chgData name="Ken Popkin" userId="3c94c39e-c43b-4805-99ab-8da17777f1ac" providerId="ADAL" clId="{69153B8F-FC4A-44BA-BB5E-1EAB99078A68}" dt="2021-06-02T15:21:07.407" v="134" actId="478"/>
          <ac:spMkLst>
            <pc:docMk/>
            <pc:sldMk cId="182815512" sldId="2146846054"/>
            <ac:spMk id="10" creationId="{19B85BF1-B7BE-4471-9E2C-08D635D52FE9}"/>
          </ac:spMkLst>
        </pc:spChg>
        <pc:spChg chg="add del">
          <ac:chgData name="Ken Popkin" userId="3c94c39e-c43b-4805-99ab-8da17777f1ac" providerId="ADAL" clId="{69153B8F-FC4A-44BA-BB5E-1EAB99078A68}" dt="2021-06-02T15:20:44.174" v="132" actId="478"/>
          <ac:spMkLst>
            <pc:docMk/>
            <pc:sldMk cId="182815512" sldId="2146846054"/>
            <ac:spMk id="11" creationId="{C4285719-470E-454C-AF62-8323075F1F5B}"/>
          </ac:spMkLst>
        </pc:spChg>
        <pc:spChg chg="add del">
          <ac:chgData name="Ken Popkin" userId="3c94c39e-c43b-4805-99ab-8da17777f1ac" providerId="ADAL" clId="{69153B8F-FC4A-44BA-BB5E-1EAB99078A68}" dt="2021-06-02T15:20:44.174" v="132" actId="478"/>
          <ac:spMkLst>
            <pc:docMk/>
            <pc:sldMk cId="182815512" sldId="2146846054"/>
            <ac:spMk id="13" creationId="{CD9FE4EF-C4D8-49A0-B2FF-81D8DB7D8A24}"/>
          </ac:spMkLst>
        </pc:spChg>
        <pc:spChg chg="add del">
          <ac:chgData name="Ken Popkin" userId="3c94c39e-c43b-4805-99ab-8da17777f1ac" providerId="ADAL" clId="{69153B8F-FC4A-44BA-BB5E-1EAB99078A68}" dt="2021-06-02T15:20:44.174" v="132" actId="478"/>
          <ac:spMkLst>
            <pc:docMk/>
            <pc:sldMk cId="182815512" sldId="2146846054"/>
            <ac:spMk id="15" creationId="{4300840D-0A0B-4512-BACA-B439D5B9C57C}"/>
          </ac:spMkLst>
        </pc:spChg>
        <pc:spChg chg="add del">
          <ac:chgData name="Ken Popkin" userId="3c94c39e-c43b-4805-99ab-8da17777f1ac" providerId="ADAL" clId="{69153B8F-FC4A-44BA-BB5E-1EAB99078A68}" dt="2021-06-02T15:20:44.174" v="132" actId="478"/>
          <ac:spMkLst>
            <pc:docMk/>
            <pc:sldMk cId="182815512" sldId="2146846054"/>
            <ac:spMk id="17" creationId="{D2B78728-A580-49A7-84F9-6EF6F583ADE0}"/>
          </ac:spMkLst>
        </pc:spChg>
        <pc:spChg chg="add mod">
          <ac:chgData name="Ken Popkin" userId="3c94c39e-c43b-4805-99ab-8da17777f1ac" providerId="ADAL" clId="{69153B8F-FC4A-44BA-BB5E-1EAB99078A68}" dt="2021-06-02T15:22:30.707" v="303" actId="20577"/>
          <ac:spMkLst>
            <pc:docMk/>
            <pc:sldMk cId="182815512" sldId="2146846054"/>
            <ac:spMk id="18" creationId="{5A330CAA-DD1E-45F9-B8D5-C5FE7833A46D}"/>
          </ac:spMkLst>
        </pc:spChg>
        <pc:spChg chg="add del">
          <ac:chgData name="Ken Popkin" userId="3c94c39e-c43b-4805-99ab-8da17777f1ac" providerId="ADAL" clId="{69153B8F-FC4A-44BA-BB5E-1EAB99078A68}" dt="2021-06-02T15:20:44.174" v="132" actId="478"/>
          <ac:spMkLst>
            <pc:docMk/>
            <pc:sldMk cId="182815512" sldId="2146846054"/>
            <ac:spMk id="19" creationId="{38FAA1A1-D861-433F-88FA-1E9D6FD31D11}"/>
          </ac:spMkLst>
        </pc:spChg>
        <pc:spChg chg="add del">
          <ac:chgData name="Ken Popkin" userId="3c94c39e-c43b-4805-99ab-8da17777f1ac" providerId="ADAL" clId="{69153B8F-FC4A-44BA-BB5E-1EAB99078A68}" dt="2021-06-02T15:20:44.174" v="132" actId="478"/>
          <ac:spMkLst>
            <pc:docMk/>
            <pc:sldMk cId="182815512" sldId="2146846054"/>
            <ac:spMk id="21" creationId="{8D71EDA1-87BF-4D5D-AB79-F346FD19278A}"/>
          </ac:spMkLst>
        </pc:spChg>
      </pc:sldChg>
      <pc:sldChg chg="delSp modSp mod">
        <pc:chgData name="Ken Popkin" userId="3c94c39e-c43b-4805-99ab-8da17777f1ac" providerId="ADAL" clId="{69153B8F-FC4A-44BA-BB5E-1EAB99078A68}" dt="2021-06-02T15:47:46.888" v="1301" actId="1036"/>
        <pc:sldMkLst>
          <pc:docMk/>
          <pc:sldMk cId="3568620224" sldId="2146846056"/>
        </pc:sldMkLst>
        <pc:spChg chg="mod">
          <ac:chgData name="Ken Popkin" userId="3c94c39e-c43b-4805-99ab-8da17777f1ac" providerId="ADAL" clId="{69153B8F-FC4A-44BA-BB5E-1EAB99078A68}" dt="2021-06-02T15:47:46.888" v="1301" actId="1036"/>
          <ac:spMkLst>
            <pc:docMk/>
            <pc:sldMk cId="3568620224" sldId="2146846056"/>
            <ac:spMk id="5" creationId="{BF445FAB-8DBF-453E-9283-A9A6EBA065FA}"/>
          </ac:spMkLst>
        </pc:spChg>
        <pc:spChg chg="mod">
          <ac:chgData name="Ken Popkin" userId="3c94c39e-c43b-4805-99ab-8da17777f1ac" providerId="ADAL" clId="{69153B8F-FC4A-44BA-BB5E-1EAB99078A68}" dt="2021-06-02T15:47:46.888" v="1301" actId="1036"/>
          <ac:spMkLst>
            <pc:docMk/>
            <pc:sldMk cId="3568620224" sldId="2146846056"/>
            <ac:spMk id="6" creationId="{ADE3302C-320C-4A18-8F51-050992413360}"/>
          </ac:spMkLst>
        </pc:spChg>
        <pc:spChg chg="mod">
          <ac:chgData name="Ken Popkin" userId="3c94c39e-c43b-4805-99ab-8da17777f1ac" providerId="ADAL" clId="{69153B8F-FC4A-44BA-BB5E-1EAB99078A68}" dt="2021-06-02T15:47:46.888" v="1301" actId="1036"/>
          <ac:spMkLst>
            <pc:docMk/>
            <pc:sldMk cId="3568620224" sldId="2146846056"/>
            <ac:spMk id="11" creationId="{2EF70A3F-A171-42C7-ACB7-9036B17FA978}"/>
          </ac:spMkLst>
        </pc:spChg>
        <pc:spChg chg="mod">
          <ac:chgData name="Ken Popkin" userId="3c94c39e-c43b-4805-99ab-8da17777f1ac" providerId="ADAL" clId="{69153B8F-FC4A-44BA-BB5E-1EAB99078A68}" dt="2021-06-02T15:47:46.888" v="1301" actId="1036"/>
          <ac:spMkLst>
            <pc:docMk/>
            <pc:sldMk cId="3568620224" sldId="2146846056"/>
            <ac:spMk id="12" creationId="{149CC1AC-CF57-4F33-82FC-A9203A243F8A}"/>
          </ac:spMkLst>
        </pc:spChg>
        <pc:spChg chg="mod">
          <ac:chgData name="Ken Popkin" userId="3c94c39e-c43b-4805-99ab-8da17777f1ac" providerId="ADAL" clId="{69153B8F-FC4A-44BA-BB5E-1EAB99078A68}" dt="2021-06-02T15:47:46.888" v="1301" actId="1036"/>
          <ac:spMkLst>
            <pc:docMk/>
            <pc:sldMk cId="3568620224" sldId="2146846056"/>
            <ac:spMk id="13" creationId="{9D9FCDAD-0908-4247-9645-6171B300FF4C}"/>
          </ac:spMkLst>
        </pc:spChg>
        <pc:spChg chg="mod">
          <ac:chgData name="Ken Popkin" userId="3c94c39e-c43b-4805-99ab-8da17777f1ac" providerId="ADAL" clId="{69153B8F-FC4A-44BA-BB5E-1EAB99078A68}" dt="2021-06-02T15:47:46.888" v="1301" actId="1036"/>
          <ac:spMkLst>
            <pc:docMk/>
            <pc:sldMk cId="3568620224" sldId="2146846056"/>
            <ac:spMk id="14" creationId="{37A5EA7F-A8D4-4752-9024-C2FAEB6FA043}"/>
          </ac:spMkLst>
        </pc:spChg>
        <pc:spChg chg="mod">
          <ac:chgData name="Ken Popkin" userId="3c94c39e-c43b-4805-99ab-8da17777f1ac" providerId="ADAL" clId="{69153B8F-FC4A-44BA-BB5E-1EAB99078A68}" dt="2021-06-02T15:47:46.888" v="1301" actId="1036"/>
          <ac:spMkLst>
            <pc:docMk/>
            <pc:sldMk cId="3568620224" sldId="2146846056"/>
            <ac:spMk id="23" creationId="{9BC36B51-D7E5-4B3F-8759-20E12BF6B07F}"/>
          </ac:spMkLst>
        </pc:spChg>
        <pc:spChg chg="mod">
          <ac:chgData name="Ken Popkin" userId="3c94c39e-c43b-4805-99ab-8da17777f1ac" providerId="ADAL" clId="{69153B8F-FC4A-44BA-BB5E-1EAB99078A68}" dt="2021-06-02T15:47:46.888" v="1301" actId="1036"/>
          <ac:spMkLst>
            <pc:docMk/>
            <pc:sldMk cId="3568620224" sldId="2146846056"/>
            <ac:spMk id="24" creationId="{F5462578-1B5E-4CF1-9DDD-8D5C258DA9F4}"/>
          </ac:spMkLst>
        </pc:spChg>
        <pc:spChg chg="mod">
          <ac:chgData name="Ken Popkin" userId="3c94c39e-c43b-4805-99ab-8da17777f1ac" providerId="ADAL" clId="{69153B8F-FC4A-44BA-BB5E-1EAB99078A68}" dt="2021-06-02T15:47:46.888" v="1301" actId="1036"/>
          <ac:spMkLst>
            <pc:docMk/>
            <pc:sldMk cId="3568620224" sldId="2146846056"/>
            <ac:spMk id="25" creationId="{34A0A9C3-5A66-44DE-BB0E-A1263BB1A129}"/>
          </ac:spMkLst>
        </pc:spChg>
        <pc:spChg chg="mod">
          <ac:chgData name="Ken Popkin" userId="3c94c39e-c43b-4805-99ab-8da17777f1ac" providerId="ADAL" clId="{69153B8F-FC4A-44BA-BB5E-1EAB99078A68}" dt="2021-06-02T15:47:46.888" v="1301" actId="1036"/>
          <ac:spMkLst>
            <pc:docMk/>
            <pc:sldMk cId="3568620224" sldId="2146846056"/>
            <ac:spMk id="26" creationId="{27DBEA28-FE23-4F89-ADDD-465BE256260C}"/>
          </ac:spMkLst>
        </pc:spChg>
        <pc:spChg chg="mod">
          <ac:chgData name="Ken Popkin" userId="3c94c39e-c43b-4805-99ab-8da17777f1ac" providerId="ADAL" clId="{69153B8F-FC4A-44BA-BB5E-1EAB99078A68}" dt="2021-06-02T15:47:46.888" v="1301" actId="1036"/>
          <ac:spMkLst>
            <pc:docMk/>
            <pc:sldMk cId="3568620224" sldId="2146846056"/>
            <ac:spMk id="27" creationId="{0175043C-92CF-4544-A36C-51352E126D15}"/>
          </ac:spMkLst>
        </pc:spChg>
        <pc:spChg chg="mod">
          <ac:chgData name="Ken Popkin" userId="3c94c39e-c43b-4805-99ab-8da17777f1ac" providerId="ADAL" clId="{69153B8F-FC4A-44BA-BB5E-1EAB99078A68}" dt="2021-06-02T15:47:46.888" v="1301" actId="1036"/>
          <ac:spMkLst>
            <pc:docMk/>
            <pc:sldMk cId="3568620224" sldId="2146846056"/>
            <ac:spMk id="28" creationId="{9EE83BA5-6874-43A3-8F2E-1A378BA74F0B}"/>
          </ac:spMkLst>
        </pc:spChg>
        <pc:spChg chg="mod">
          <ac:chgData name="Ken Popkin" userId="3c94c39e-c43b-4805-99ab-8da17777f1ac" providerId="ADAL" clId="{69153B8F-FC4A-44BA-BB5E-1EAB99078A68}" dt="2021-06-02T15:47:46.888" v="1301" actId="1036"/>
          <ac:spMkLst>
            <pc:docMk/>
            <pc:sldMk cId="3568620224" sldId="2146846056"/>
            <ac:spMk id="29" creationId="{D29E2F2C-D57B-48D4-AC41-0C5842E8306E}"/>
          </ac:spMkLst>
        </pc:spChg>
        <pc:spChg chg="mod">
          <ac:chgData name="Ken Popkin" userId="3c94c39e-c43b-4805-99ab-8da17777f1ac" providerId="ADAL" clId="{69153B8F-FC4A-44BA-BB5E-1EAB99078A68}" dt="2021-06-02T15:47:46.888" v="1301" actId="1036"/>
          <ac:spMkLst>
            <pc:docMk/>
            <pc:sldMk cId="3568620224" sldId="2146846056"/>
            <ac:spMk id="30" creationId="{BCFD905A-88F8-4311-97B1-B1C95F3AC430}"/>
          </ac:spMkLst>
        </pc:spChg>
        <pc:spChg chg="mod">
          <ac:chgData name="Ken Popkin" userId="3c94c39e-c43b-4805-99ab-8da17777f1ac" providerId="ADAL" clId="{69153B8F-FC4A-44BA-BB5E-1EAB99078A68}" dt="2021-06-02T15:47:46.888" v="1301" actId="1036"/>
          <ac:spMkLst>
            <pc:docMk/>
            <pc:sldMk cId="3568620224" sldId="2146846056"/>
            <ac:spMk id="31" creationId="{966D39A7-CE23-46F2-BF96-9ABBDC8872C3}"/>
          </ac:spMkLst>
        </pc:spChg>
        <pc:spChg chg="mod">
          <ac:chgData name="Ken Popkin" userId="3c94c39e-c43b-4805-99ab-8da17777f1ac" providerId="ADAL" clId="{69153B8F-FC4A-44BA-BB5E-1EAB99078A68}" dt="2021-06-02T15:47:46.888" v="1301" actId="1036"/>
          <ac:spMkLst>
            <pc:docMk/>
            <pc:sldMk cId="3568620224" sldId="2146846056"/>
            <ac:spMk id="32" creationId="{1A0B6AC2-BA53-47AA-810B-531E7ABA14AA}"/>
          </ac:spMkLst>
        </pc:spChg>
        <pc:spChg chg="mod">
          <ac:chgData name="Ken Popkin" userId="3c94c39e-c43b-4805-99ab-8da17777f1ac" providerId="ADAL" clId="{69153B8F-FC4A-44BA-BB5E-1EAB99078A68}" dt="2021-06-02T15:47:46.888" v="1301" actId="1036"/>
          <ac:spMkLst>
            <pc:docMk/>
            <pc:sldMk cId="3568620224" sldId="2146846056"/>
            <ac:spMk id="33" creationId="{F0CCF0C0-A11D-40E3-8419-335D28E4144D}"/>
          </ac:spMkLst>
        </pc:spChg>
        <pc:spChg chg="mod">
          <ac:chgData name="Ken Popkin" userId="3c94c39e-c43b-4805-99ab-8da17777f1ac" providerId="ADAL" clId="{69153B8F-FC4A-44BA-BB5E-1EAB99078A68}" dt="2021-06-02T15:47:46.888" v="1301" actId="1036"/>
          <ac:spMkLst>
            <pc:docMk/>
            <pc:sldMk cId="3568620224" sldId="2146846056"/>
            <ac:spMk id="34" creationId="{48B5CFDA-12E3-4F07-A6AC-0BC46BAE5472}"/>
          </ac:spMkLst>
        </pc:spChg>
        <pc:spChg chg="mod">
          <ac:chgData name="Ken Popkin" userId="3c94c39e-c43b-4805-99ab-8da17777f1ac" providerId="ADAL" clId="{69153B8F-FC4A-44BA-BB5E-1EAB99078A68}" dt="2021-06-02T15:47:46.888" v="1301" actId="1036"/>
          <ac:spMkLst>
            <pc:docMk/>
            <pc:sldMk cId="3568620224" sldId="2146846056"/>
            <ac:spMk id="35" creationId="{9B51035F-92E9-460F-8393-383883274FDE}"/>
          </ac:spMkLst>
        </pc:spChg>
        <pc:spChg chg="mod">
          <ac:chgData name="Ken Popkin" userId="3c94c39e-c43b-4805-99ab-8da17777f1ac" providerId="ADAL" clId="{69153B8F-FC4A-44BA-BB5E-1EAB99078A68}" dt="2021-06-02T15:47:46.888" v="1301" actId="1036"/>
          <ac:spMkLst>
            <pc:docMk/>
            <pc:sldMk cId="3568620224" sldId="2146846056"/>
            <ac:spMk id="36" creationId="{7B2B8C59-2E7D-4967-9BE2-63404833BB3F}"/>
          </ac:spMkLst>
        </pc:spChg>
        <pc:spChg chg="mod">
          <ac:chgData name="Ken Popkin" userId="3c94c39e-c43b-4805-99ab-8da17777f1ac" providerId="ADAL" clId="{69153B8F-FC4A-44BA-BB5E-1EAB99078A68}" dt="2021-06-02T15:47:46.888" v="1301" actId="1036"/>
          <ac:spMkLst>
            <pc:docMk/>
            <pc:sldMk cId="3568620224" sldId="2146846056"/>
            <ac:spMk id="37" creationId="{91DDBF3A-50C0-482D-A922-95624547956A}"/>
          </ac:spMkLst>
        </pc:spChg>
        <pc:spChg chg="mod">
          <ac:chgData name="Ken Popkin" userId="3c94c39e-c43b-4805-99ab-8da17777f1ac" providerId="ADAL" clId="{69153B8F-FC4A-44BA-BB5E-1EAB99078A68}" dt="2021-06-02T15:47:46.888" v="1301" actId="1036"/>
          <ac:spMkLst>
            <pc:docMk/>
            <pc:sldMk cId="3568620224" sldId="2146846056"/>
            <ac:spMk id="48" creationId="{2F479020-4D83-4F5F-ABD9-B21645DD3A1B}"/>
          </ac:spMkLst>
        </pc:spChg>
        <pc:spChg chg="mod">
          <ac:chgData name="Ken Popkin" userId="3c94c39e-c43b-4805-99ab-8da17777f1ac" providerId="ADAL" clId="{69153B8F-FC4A-44BA-BB5E-1EAB99078A68}" dt="2021-06-02T15:47:46.888" v="1301" actId="1036"/>
          <ac:spMkLst>
            <pc:docMk/>
            <pc:sldMk cId="3568620224" sldId="2146846056"/>
            <ac:spMk id="51" creationId="{DCCF5611-75DE-4E14-8989-4A2785682233}"/>
          </ac:spMkLst>
        </pc:spChg>
        <pc:spChg chg="mod">
          <ac:chgData name="Ken Popkin" userId="3c94c39e-c43b-4805-99ab-8da17777f1ac" providerId="ADAL" clId="{69153B8F-FC4A-44BA-BB5E-1EAB99078A68}" dt="2021-06-02T15:47:46.888" v="1301" actId="1036"/>
          <ac:spMkLst>
            <pc:docMk/>
            <pc:sldMk cId="3568620224" sldId="2146846056"/>
            <ac:spMk id="54" creationId="{CF85A81B-3338-4EAF-B308-C16C014D8EFC}"/>
          </ac:spMkLst>
        </pc:spChg>
        <pc:spChg chg="mod">
          <ac:chgData name="Ken Popkin" userId="3c94c39e-c43b-4805-99ab-8da17777f1ac" providerId="ADAL" clId="{69153B8F-FC4A-44BA-BB5E-1EAB99078A68}" dt="2021-06-02T15:47:46.888" v="1301" actId="1036"/>
          <ac:spMkLst>
            <pc:docMk/>
            <pc:sldMk cId="3568620224" sldId="2146846056"/>
            <ac:spMk id="57" creationId="{D362101B-439F-4B22-BF3A-A615FC7CECFF}"/>
          </ac:spMkLst>
        </pc:spChg>
        <pc:spChg chg="mod">
          <ac:chgData name="Ken Popkin" userId="3c94c39e-c43b-4805-99ab-8da17777f1ac" providerId="ADAL" clId="{69153B8F-FC4A-44BA-BB5E-1EAB99078A68}" dt="2021-06-02T15:47:46.888" v="1301" actId="1036"/>
          <ac:spMkLst>
            <pc:docMk/>
            <pc:sldMk cId="3568620224" sldId="2146846056"/>
            <ac:spMk id="60" creationId="{29AF2E92-CE4D-42B0-A01A-C4EF3BA9F5AA}"/>
          </ac:spMkLst>
        </pc:spChg>
        <pc:spChg chg="mod">
          <ac:chgData name="Ken Popkin" userId="3c94c39e-c43b-4805-99ab-8da17777f1ac" providerId="ADAL" clId="{69153B8F-FC4A-44BA-BB5E-1EAB99078A68}" dt="2021-06-02T15:47:46.888" v="1301" actId="1036"/>
          <ac:spMkLst>
            <pc:docMk/>
            <pc:sldMk cId="3568620224" sldId="2146846056"/>
            <ac:spMk id="63" creationId="{21AC4102-D7F2-4471-893D-811D9D8A9FCA}"/>
          </ac:spMkLst>
        </pc:spChg>
        <pc:spChg chg="mod">
          <ac:chgData name="Ken Popkin" userId="3c94c39e-c43b-4805-99ab-8da17777f1ac" providerId="ADAL" clId="{69153B8F-FC4A-44BA-BB5E-1EAB99078A68}" dt="2021-06-02T15:47:46.888" v="1301" actId="1036"/>
          <ac:spMkLst>
            <pc:docMk/>
            <pc:sldMk cId="3568620224" sldId="2146846056"/>
            <ac:spMk id="66" creationId="{EA1600D5-7549-4416-86DC-E5A7470D27D4}"/>
          </ac:spMkLst>
        </pc:spChg>
        <pc:spChg chg="mod">
          <ac:chgData name="Ken Popkin" userId="3c94c39e-c43b-4805-99ab-8da17777f1ac" providerId="ADAL" clId="{69153B8F-FC4A-44BA-BB5E-1EAB99078A68}" dt="2021-06-02T15:47:46.888" v="1301" actId="1036"/>
          <ac:spMkLst>
            <pc:docMk/>
            <pc:sldMk cId="3568620224" sldId="2146846056"/>
            <ac:spMk id="69" creationId="{8D8A4872-E6DC-402D-B61D-10AE96A21050}"/>
          </ac:spMkLst>
        </pc:spChg>
        <pc:spChg chg="mod">
          <ac:chgData name="Ken Popkin" userId="3c94c39e-c43b-4805-99ab-8da17777f1ac" providerId="ADAL" clId="{69153B8F-FC4A-44BA-BB5E-1EAB99078A68}" dt="2021-06-02T15:47:46.888" v="1301" actId="1036"/>
          <ac:spMkLst>
            <pc:docMk/>
            <pc:sldMk cId="3568620224" sldId="2146846056"/>
            <ac:spMk id="72" creationId="{7B892F94-A46C-4514-BF37-E2E351A45E01}"/>
          </ac:spMkLst>
        </pc:spChg>
        <pc:spChg chg="mod">
          <ac:chgData name="Ken Popkin" userId="3c94c39e-c43b-4805-99ab-8da17777f1ac" providerId="ADAL" clId="{69153B8F-FC4A-44BA-BB5E-1EAB99078A68}" dt="2021-06-02T15:47:46.888" v="1301" actId="1036"/>
          <ac:spMkLst>
            <pc:docMk/>
            <pc:sldMk cId="3568620224" sldId="2146846056"/>
            <ac:spMk id="75" creationId="{CB5430A7-B0D3-439E-81D9-AD4D667213D1}"/>
          </ac:spMkLst>
        </pc:spChg>
        <pc:spChg chg="mod">
          <ac:chgData name="Ken Popkin" userId="3c94c39e-c43b-4805-99ab-8da17777f1ac" providerId="ADAL" clId="{69153B8F-FC4A-44BA-BB5E-1EAB99078A68}" dt="2021-06-02T15:47:46.888" v="1301" actId="1036"/>
          <ac:spMkLst>
            <pc:docMk/>
            <pc:sldMk cId="3568620224" sldId="2146846056"/>
            <ac:spMk id="78" creationId="{E2D2DF86-2CBA-4074-BB94-C2C2E823EBF2}"/>
          </ac:spMkLst>
        </pc:spChg>
        <pc:spChg chg="del">
          <ac:chgData name="Ken Popkin" userId="3c94c39e-c43b-4805-99ab-8da17777f1ac" providerId="ADAL" clId="{69153B8F-FC4A-44BA-BB5E-1EAB99078A68}" dt="2021-06-02T15:47:28.539" v="1281" actId="478"/>
          <ac:spMkLst>
            <pc:docMk/>
            <pc:sldMk cId="3568620224" sldId="2146846056"/>
            <ac:spMk id="80" creationId="{AA568CBB-48D0-4117-8701-0F461990A12C}"/>
          </ac:spMkLst>
        </pc:spChg>
        <pc:spChg chg="mod">
          <ac:chgData name="Ken Popkin" userId="3c94c39e-c43b-4805-99ab-8da17777f1ac" providerId="ADAL" clId="{69153B8F-FC4A-44BA-BB5E-1EAB99078A68}" dt="2021-06-02T15:47:46.888" v="1301" actId="1036"/>
          <ac:spMkLst>
            <pc:docMk/>
            <pc:sldMk cId="3568620224" sldId="2146846056"/>
            <ac:spMk id="89" creationId="{1A97A1D5-29D9-4226-AFD6-C2BCD95DB981}"/>
          </ac:spMkLst>
        </pc:spChg>
        <pc:spChg chg="mod">
          <ac:chgData name="Ken Popkin" userId="3c94c39e-c43b-4805-99ab-8da17777f1ac" providerId="ADAL" clId="{69153B8F-FC4A-44BA-BB5E-1EAB99078A68}" dt="2021-06-02T15:47:46.888" v="1301" actId="1036"/>
          <ac:spMkLst>
            <pc:docMk/>
            <pc:sldMk cId="3568620224" sldId="2146846056"/>
            <ac:spMk id="100" creationId="{906488FD-5CDB-4483-A69C-9F18A2694A8D}"/>
          </ac:spMkLst>
        </pc:spChg>
        <pc:spChg chg="mod">
          <ac:chgData name="Ken Popkin" userId="3c94c39e-c43b-4805-99ab-8da17777f1ac" providerId="ADAL" clId="{69153B8F-FC4A-44BA-BB5E-1EAB99078A68}" dt="2021-06-02T15:47:46.888" v="1301" actId="1036"/>
          <ac:spMkLst>
            <pc:docMk/>
            <pc:sldMk cId="3568620224" sldId="2146846056"/>
            <ac:spMk id="101" creationId="{BB5DBA60-D6BB-46B5-998C-04A5F1FCF84F}"/>
          </ac:spMkLst>
        </pc:spChg>
        <pc:spChg chg="mod">
          <ac:chgData name="Ken Popkin" userId="3c94c39e-c43b-4805-99ab-8da17777f1ac" providerId="ADAL" clId="{69153B8F-FC4A-44BA-BB5E-1EAB99078A68}" dt="2021-06-02T15:47:46.888" v="1301" actId="1036"/>
          <ac:spMkLst>
            <pc:docMk/>
            <pc:sldMk cId="3568620224" sldId="2146846056"/>
            <ac:spMk id="102" creationId="{CB571D9C-B772-4622-BC96-04DF2111CED2}"/>
          </ac:spMkLst>
        </pc:spChg>
        <pc:spChg chg="mod">
          <ac:chgData name="Ken Popkin" userId="3c94c39e-c43b-4805-99ab-8da17777f1ac" providerId="ADAL" clId="{69153B8F-FC4A-44BA-BB5E-1EAB99078A68}" dt="2021-06-02T15:47:46.888" v="1301" actId="1036"/>
          <ac:spMkLst>
            <pc:docMk/>
            <pc:sldMk cId="3568620224" sldId="2146846056"/>
            <ac:spMk id="103" creationId="{5E949C25-09D8-422A-937C-83E6D4F1C484}"/>
          </ac:spMkLst>
        </pc:spChg>
        <pc:spChg chg="mod">
          <ac:chgData name="Ken Popkin" userId="3c94c39e-c43b-4805-99ab-8da17777f1ac" providerId="ADAL" clId="{69153B8F-FC4A-44BA-BB5E-1EAB99078A68}" dt="2021-06-02T15:47:46.888" v="1301" actId="1036"/>
          <ac:spMkLst>
            <pc:docMk/>
            <pc:sldMk cId="3568620224" sldId="2146846056"/>
            <ac:spMk id="104" creationId="{8A3CF1BC-9EA9-4781-ACAC-7F501C220E34}"/>
          </ac:spMkLst>
        </pc:spChg>
        <pc:spChg chg="mod">
          <ac:chgData name="Ken Popkin" userId="3c94c39e-c43b-4805-99ab-8da17777f1ac" providerId="ADAL" clId="{69153B8F-FC4A-44BA-BB5E-1EAB99078A68}" dt="2021-06-02T15:47:46.888" v="1301" actId="1036"/>
          <ac:spMkLst>
            <pc:docMk/>
            <pc:sldMk cId="3568620224" sldId="2146846056"/>
            <ac:spMk id="105" creationId="{AF5645CD-6C2F-486A-BE1F-8D2B42459C16}"/>
          </ac:spMkLst>
        </pc:spChg>
        <pc:spChg chg="mod">
          <ac:chgData name="Ken Popkin" userId="3c94c39e-c43b-4805-99ab-8da17777f1ac" providerId="ADAL" clId="{69153B8F-FC4A-44BA-BB5E-1EAB99078A68}" dt="2021-06-02T15:47:46.888" v="1301" actId="1036"/>
          <ac:spMkLst>
            <pc:docMk/>
            <pc:sldMk cId="3568620224" sldId="2146846056"/>
            <ac:spMk id="106" creationId="{27B8C1B0-6169-48B2-8F87-620858E3F737}"/>
          </ac:spMkLst>
        </pc:spChg>
        <pc:spChg chg="mod">
          <ac:chgData name="Ken Popkin" userId="3c94c39e-c43b-4805-99ab-8da17777f1ac" providerId="ADAL" clId="{69153B8F-FC4A-44BA-BB5E-1EAB99078A68}" dt="2021-06-02T15:47:46.888" v="1301" actId="1036"/>
          <ac:spMkLst>
            <pc:docMk/>
            <pc:sldMk cId="3568620224" sldId="2146846056"/>
            <ac:spMk id="107" creationId="{28FEFA97-B2A6-458E-AE74-C764D9E664D9}"/>
          </ac:spMkLst>
        </pc:spChg>
        <pc:spChg chg="mod">
          <ac:chgData name="Ken Popkin" userId="3c94c39e-c43b-4805-99ab-8da17777f1ac" providerId="ADAL" clId="{69153B8F-FC4A-44BA-BB5E-1EAB99078A68}" dt="2021-06-02T15:47:46.888" v="1301" actId="1036"/>
          <ac:spMkLst>
            <pc:docMk/>
            <pc:sldMk cId="3568620224" sldId="2146846056"/>
            <ac:spMk id="108" creationId="{70902698-959B-4EF7-BB91-5C5591723CB2}"/>
          </ac:spMkLst>
        </pc:spChg>
        <pc:spChg chg="mod">
          <ac:chgData name="Ken Popkin" userId="3c94c39e-c43b-4805-99ab-8da17777f1ac" providerId="ADAL" clId="{69153B8F-FC4A-44BA-BB5E-1EAB99078A68}" dt="2021-06-02T15:47:46.888" v="1301" actId="1036"/>
          <ac:spMkLst>
            <pc:docMk/>
            <pc:sldMk cId="3568620224" sldId="2146846056"/>
            <ac:spMk id="109" creationId="{57961189-7C21-4A0B-83FF-35FD4492534E}"/>
          </ac:spMkLst>
        </pc:spChg>
        <pc:spChg chg="mod">
          <ac:chgData name="Ken Popkin" userId="3c94c39e-c43b-4805-99ab-8da17777f1ac" providerId="ADAL" clId="{69153B8F-FC4A-44BA-BB5E-1EAB99078A68}" dt="2021-06-02T15:47:46.888" v="1301" actId="1036"/>
          <ac:spMkLst>
            <pc:docMk/>
            <pc:sldMk cId="3568620224" sldId="2146846056"/>
            <ac:spMk id="110" creationId="{F33CAB39-560D-4ECC-958E-15F143BE6382}"/>
          </ac:spMkLst>
        </pc:spChg>
        <pc:spChg chg="mod">
          <ac:chgData name="Ken Popkin" userId="3c94c39e-c43b-4805-99ab-8da17777f1ac" providerId="ADAL" clId="{69153B8F-FC4A-44BA-BB5E-1EAB99078A68}" dt="2021-06-02T15:47:46.888" v="1301" actId="1036"/>
          <ac:spMkLst>
            <pc:docMk/>
            <pc:sldMk cId="3568620224" sldId="2146846056"/>
            <ac:spMk id="138" creationId="{A429EB7E-4FB2-44FD-8D25-D6D28BF23064}"/>
          </ac:spMkLst>
        </pc:spChg>
        <pc:spChg chg="mod">
          <ac:chgData name="Ken Popkin" userId="3c94c39e-c43b-4805-99ab-8da17777f1ac" providerId="ADAL" clId="{69153B8F-FC4A-44BA-BB5E-1EAB99078A68}" dt="2021-06-02T15:47:46.888" v="1301" actId="1036"/>
          <ac:spMkLst>
            <pc:docMk/>
            <pc:sldMk cId="3568620224" sldId="2146846056"/>
            <ac:spMk id="140" creationId="{D2994A89-1FE1-4027-86FC-03E8DB0EF029}"/>
          </ac:spMkLst>
        </pc:spChg>
        <pc:spChg chg="mod">
          <ac:chgData name="Ken Popkin" userId="3c94c39e-c43b-4805-99ab-8da17777f1ac" providerId="ADAL" clId="{69153B8F-FC4A-44BA-BB5E-1EAB99078A68}" dt="2021-06-02T15:47:46.888" v="1301" actId="1036"/>
          <ac:spMkLst>
            <pc:docMk/>
            <pc:sldMk cId="3568620224" sldId="2146846056"/>
            <ac:spMk id="141" creationId="{24AB6177-4BEE-4C5C-8B73-E6B44DB446B8}"/>
          </ac:spMkLst>
        </pc:spChg>
        <pc:spChg chg="mod">
          <ac:chgData name="Ken Popkin" userId="3c94c39e-c43b-4805-99ab-8da17777f1ac" providerId="ADAL" clId="{69153B8F-FC4A-44BA-BB5E-1EAB99078A68}" dt="2021-06-02T15:47:46.888" v="1301" actId="1036"/>
          <ac:spMkLst>
            <pc:docMk/>
            <pc:sldMk cId="3568620224" sldId="2146846056"/>
            <ac:spMk id="144" creationId="{5C4309CD-F1A6-441A-8182-FE65D96D3136}"/>
          </ac:spMkLst>
        </pc:spChg>
        <pc:spChg chg="mod">
          <ac:chgData name="Ken Popkin" userId="3c94c39e-c43b-4805-99ab-8da17777f1ac" providerId="ADAL" clId="{69153B8F-FC4A-44BA-BB5E-1EAB99078A68}" dt="2021-06-02T15:47:46.888" v="1301" actId="1036"/>
          <ac:spMkLst>
            <pc:docMk/>
            <pc:sldMk cId="3568620224" sldId="2146846056"/>
            <ac:spMk id="147" creationId="{65F0530B-6050-4548-91FA-64816E911944}"/>
          </ac:spMkLst>
        </pc:spChg>
        <pc:spChg chg="mod">
          <ac:chgData name="Ken Popkin" userId="3c94c39e-c43b-4805-99ab-8da17777f1ac" providerId="ADAL" clId="{69153B8F-FC4A-44BA-BB5E-1EAB99078A68}" dt="2021-06-02T15:47:46.888" v="1301" actId="1036"/>
          <ac:spMkLst>
            <pc:docMk/>
            <pc:sldMk cId="3568620224" sldId="2146846056"/>
            <ac:spMk id="149" creationId="{065F318C-D35C-44BC-9ECE-245B51437F56}"/>
          </ac:spMkLst>
        </pc:spChg>
        <pc:spChg chg="mod">
          <ac:chgData name="Ken Popkin" userId="3c94c39e-c43b-4805-99ab-8da17777f1ac" providerId="ADAL" clId="{69153B8F-FC4A-44BA-BB5E-1EAB99078A68}" dt="2021-06-02T15:47:46.888" v="1301" actId="1036"/>
          <ac:spMkLst>
            <pc:docMk/>
            <pc:sldMk cId="3568620224" sldId="2146846056"/>
            <ac:spMk id="150" creationId="{3495B0E1-B2F7-48BC-809C-DB26435BB584}"/>
          </ac:spMkLst>
        </pc:spChg>
        <pc:spChg chg="mod">
          <ac:chgData name="Ken Popkin" userId="3c94c39e-c43b-4805-99ab-8da17777f1ac" providerId="ADAL" clId="{69153B8F-FC4A-44BA-BB5E-1EAB99078A68}" dt="2021-06-02T15:47:46.888" v="1301" actId="1036"/>
          <ac:spMkLst>
            <pc:docMk/>
            <pc:sldMk cId="3568620224" sldId="2146846056"/>
            <ac:spMk id="151" creationId="{E434F47F-0A0E-4EA9-B63F-BC137DFD3E5D}"/>
          </ac:spMkLst>
        </pc:spChg>
        <pc:cxnChg chg="mod">
          <ac:chgData name="Ken Popkin" userId="3c94c39e-c43b-4805-99ab-8da17777f1ac" providerId="ADAL" clId="{69153B8F-FC4A-44BA-BB5E-1EAB99078A68}" dt="2021-06-02T15:47:46.888" v="1301" actId="1036"/>
          <ac:cxnSpMkLst>
            <pc:docMk/>
            <pc:sldMk cId="3568620224" sldId="2146846056"/>
            <ac:cxnSpMk id="38" creationId="{6DA04CDE-739D-4DE1-8881-DFCA44DABCB7}"/>
          </ac:cxnSpMkLst>
        </pc:cxnChg>
        <pc:cxnChg chg="mod">
          <ac:chgData name="Ken Popkin" userId="3c94c39e-c43b-4805-99ab-8da17777f1ac" providerId="ADAL" clId="{69153B8F-FC4A-44BA-BB5E-1EAB99078A68}" dt="2021-06-02T15:47:46.888" v="1301" actId="1036"/>
          <ac:cxnSpMkLst>
            <pc:docMk/>
            <pc:sldMk cId="3568620224" sldId="2146846056"/>
            <ac:cxnSpMk id="39" creationId="{0A919284-8832-41DC-8D1F-34AF04D8CD9E}"/>
          </ac:cxnSpMkLst>
        </pc:cxnChg>
        <pc:cxnChg chg="mod">
          <ac:chgData name="Ken Popkin" userId="3c94c39e-c43b-4805-99ab-8da17777f1ac" providerId="ADAL" clId="{69153B8F-FC4A-44BA-BB5E-1EAB99078A68}" dt="2021-06-02T15:47:46.888" v="1301" actId="1036"/>
          <ac:cxnSpMkLst>
            <pc:docMk/>
            <pc:sldMk cId="3568620224" sldId="2146846056"/>
            <ac:cxnSpMk id="40" creationId="{72CA6C0A-4897-4E9E-A194-0CDC5E0FBA34}"/>
          </ac:cxnSpMkLst>
        </pc:cxnChg>
        <pc:cxnChg chg="mod">
          <ac:chgData name="Ken Popkin" userId="3c94c39e-c43b-4805-99ab-8da17777f1ac" providerId="ADAL" clId="{69153B8F-FC4A-44BA-BB5E-1EAB99078A68}" dt="2021-06-02T15:47:46.888" v="1301" actId="1036"/>
          <ac:cxnSpMkLst>
            <pc:docMk/>
            <pc:sldMk cId="3568620224" sldId="2146846056"/>
            <ac:cxnSpMk id="91" creationId="{CED724EB-A6F5-46F6-BAB0-BDF4B661FE86}"/>
          </ac:cxnSpMkLst>
        </pc:cxnChg>
        <pc:cxnChg chg="mod">
          <ac:chgData name="Ken Popkin" userId="3c94c39e-c43b-4805-99ab-8da17777f1ac" providerId="ADAL" clId="{69153B8F-FC4A-44BA-BB5E-1EAB99078A68}" dt="2021-06-02T15:47:46.888" v="1301" actId="1036"/>
          <ac:cxnSpMkLst>
            <pc:docMk/>
            <pc:sldMk cId="3568620224" sldId="2146846056"/>
            <ac:cxnSpMk id="92" creationId="{356DF483-19F6-4770-B12F-779CACB36CA6}"/>
          </ac:cxnSpMkLst>
        </pc:cxnChg>
        <pc:cxnChg chg="mod">
          <ac:chgData name="Ken Popkin" userId="3c94c39e-c43b-4805-99ab-8da17777f1ac" providerId="ADAL" clId="{69153B8F-FC4A-44BA-BB5E-1EAB99078A68}" dt="2021-06-02T15:47:46.888" v="1301" actId="1036"/>
          <ac:cxnSpMkLst>
            <pc:docMk/>
            <pc:sldMk cId="3568620224" sldId="2146846056"/>
            <ac:cxnSpMk id="93" creationId="{A0425DCC-752D-4A0F-935C-C366BB6D243E}"/>
          </ac:cxnSpMkLst>
        </pc:cxnChg>
      </pc:sldChg>
      <pc:sldChg chg="addSp delSp modSp add mod setBg">
        <pc:chgData name="Ken Popkin" userId="3c94c39e-c43b-4805-99ab-8da17777f1ac" providerId="ADAL" clId="{69153B8F-FC4A-44BA-BB5E-1EAB99078A68}" dt="2021-06-02T15:42:26.576" v="1262" actId="1036"/>
        <pc:sldMkLst>
          <pc:docMk/>
          <pc:sldMk cId="3271900203" sldId="2146846057"/>
        </pc:sldMkLst>
        <pc:spChg chg="add del mod">
          <ac:chgData name="Ken Popkin" userId="3c94c39e-c43b-4805-99ab-8da17777f1ac" providerId="ADAL" clId="{69153B8F-FC4A-44BA-BB5E-1EAB99078A68}" dt="2021-06-02T15:25:50.471" v="365" actId="478"/>
          <ac:spMkLst>
            <pc:docMk/>
            <pc:sldMk cId="3271900203" sldId="2146846057"/>
            <ac:spMk id="3" creationId="{9C87DA5E-1D55-45DD-87A2-A590E2B65B95}"/>
          </ac:spMkLst>
        </pc:spChg>
        <pc:spChg chg="del">
          <ac:chgData name="Ken Popkin" userId="3c94c39e-c43b-4805-99ab-8da17777f1ac" providerId="ADAL" clId="{69153B8F-FC4A-44BA-BB5E-1EAB99078A68}" dt="2021-06-02T15:25:48.367" v="364" actId="478"/>
          <ac:spMkLst>
            <pc:docMk/>
            <pc:sldMk cId="3271900203" sldId="2146846057"/>
            <ac:spMk id="4" creationId="{52F2DCBF-FAA6-4CAB-AE5A-7632249AA6C5}"/>
          </ac:spMkLst>
        </pc:spChg>
        <pc:spChg chg="del mod">
          <ac:chgData name="Ken Popkin" userId="3c94c39e-c43b-4805-99ab-8da17777f1ac" providerId="ADAL" clId="{69153B8F-FC4A-44BA-BB5E-1EAB99078A68}" dt="2021-06-02T15:26:47.940" v="370" actId="478"/>
          <ac:spMkLst>
            <pc:docMk/>
            <pc:sldMk cId="3271900203" sldId="2146846057"/>
            <ac:spMk id="7" creationId="{F123CD8E-CA78-4AEB-BF99-A99579387E45}"/>
          </ac:spMkLst>
        </pc:spChg>
        <pc:spChg chg="add mod">
          <ac:chgData name="Ken Popkin" userId="3c94c39e-c43b-4805-99ab-8da17777f1ac" providerId="ADAL" clId="{69153B8F-FC4A-44BA-BB5E-1EAB99078A68}" dt="2021-06-02T15:42:26.576" v="1262" actId="1036"/>
          <ac:spMkLst>
            <pc:docMk/>
            <pc:sldMk cId="3271900203" sldId="2146846057"/>
            <ac:spMk id="10" creationId="{7C15B69C-54DB-4527-A39A-6803DFA8E9AD}"/>
          </ac:spMkLst>
        </pc:spChg>
        <pc:spChg chg="add del mod ord">
          <ac:chgData name="Ken Popkin" userId="3c94c39e-c43b-4805-99ab-8da17777f1ac" providerId="ADAL" clId="{69153B8F-FC4A-44BA-BB5E-1EAB99078A68}" dt="2021-06-02T15:39:04.690" v="1151" actId="478"/>
          <ac:spMkLst>
            <pc:docMk/>
            <pc:sldMk cId="3271900203" sldId="2146846057"/>
            <ac:spMk id="11" creationId="{92F39DAA-4671-4366-8462-183688AA59DA}"/>
          </ac:spMkLst>
        </pc:spChg>
        <pc:spChg chg="add del mod">
          <ac:chgData name="Ken Popkin" userId="3c94c39e-c43b-4805-99ab-8da17777f1ac" providerId="ADAL" clId="{69153B8F-FC4A-44BA-BB5E-1EAB99078A68}" dt="2021-06-02T15:37:12.872" v="933" actId="478"/>
          <ac:spMkLst>
            <pc:docMk/>
            <pc:sldMk cId="3271900203" sldId="2146846057"/>
            <ac:spMk id="12" creationId="{E2B172B8-3DB0-4BC0-B961-328AF142D6C5}"/>
          </ac:spMkLst>
        </pc:spChg>
        <pc:spChg chg="add mod">
          <ac:chgData name="Ken Popkin" userId="3c94c39e-c43b-4805-99ab-8da17777f1ac" providerId="ADAL" clId="{69153B8F-FC4A-44BA-BB5E-1EAB99078A68}" dt="2021-06-02T15:42:26.576" v="1262" actId="1036"/>
          <ac:spMkLst>
            <pc:docMk/>
            <pc:sldMk cId="3271900203" sldId="2146846057"/>
            <ac:spMk id="17" creationId="{57A1D86E-2778-4CBA-9CF9-06BBD380AEC6}"/>
          </ac:spMkLst>
        </pc:spChg>
        <pc:spChg chg="mod">
          <ac:chgData name="Ken Popkin" userId="3c94c39e-c43b-4805-99ab-8da17777f1ac" providerId="ADAL" clId="{69153B8F-FC4A-44BA-BB5E-1EAB99078A68}" dt="2021-06-02T15:25:38.842" v="361" actId="20577"/>
          <ac:spMkLst>
            <pc:docMk/>
            <pc:sldMk cId="3271900203" sldId="2146846057"/>
            <ac:spMk id="18" creationId="{5A330CAA-DD1E-45F9-B8D5-C5FE7833A46D}"/>
          </ac:spMkLst>
        </pc:spChg>
        <pc:graphicFrameChg chg="add mod modGraphic">
          <ac:chgData name="Ken Popkin" userId="3c94c39e-c43b-4805-99ab-8da17777f1ac" providerId="ADAL" clId="{69153B8F-FC4A-44BA-BB5E-1EAB99078A68}" dt="2021-06-02T15:41:45.994" v="1246" actId="207"/>
          <ac:graphicFrameMkLst>
            <pc:docMk/>
            <pc:sldMk cId="3271900203" sldId="2146846057"/>
            <ac:graphicFrameMk id="14" creationId="{00138F56-DBDE-4FF5-8DF8-80A02C3CF53C}"/>
          </ac:graphicFrameMkLst>
        </pc:graphicFrameChg>
        <pc:graphicFrameChg chg="add mod modGraphic">
          <ac:chgData name="Ken Popkin" userId="3c94c39e-c43b-4805-99ab-8da17777f1ac" providerId="ADAL" clId="{69153B8F-FC4A-44BA-BB5E-1EAB99078A68}" dt="2021-06-02T15:41:51.537" v="1247" actId="207"/>
          <ac:graphicFrameMkLst>
            <pc:docMk/>
            <pc:sldMk cId="3271900203" sldId="2146846057"/>
            <ac:graphicFrameMk id="16" creationId="{7666B627-677B-43BC-8204-EA68FC6C9ECB}"/>
          </ac:graphicFrameMkLst>
        </pc:graphicFrameChg>
        <pc:picChg chg="add del mod">
          <ac:chgData name="Ken Popkin" userId="3c94c39e-c43b-4805-99ab-8da17777f1ac" providerId="ADAL" clId="{69153B8F-FC4A-44BA-BB5E-1EAB99078A68}" dt="2021-06-02T15:35:31.912" v="917" actId="478"/>
          <ac:picMkLst>
            <pc:docMk/>
            <pc:sldMk cId="3271900203" sldId="2146846057"/>
            <ac:picMk id="6" creationId="{61274861-C218-446D-B5DE-DD4ACA3F8B25}"/>
          </ac:picMkLst>
        </pc:picChg>
        <pc:picChg chg="add del mod">
          <ac:chgData name="Ken Popkin" userId="3c94c39e-c43b-4805-99ab-8da17777f1ac" providerId="ADAL" clId="{69153B8F-FC4A-44BA-BB5E-1EAB99078A68}" dt="2021-06-02T15:27:36.969" v="373" actId="478"/>
          <ac:picMkLst>
            <pc:docMk/>
            <pc:sldMk cId="3271900203" sldId="2146846057"/>
            <ac:picMk id="8" creationId="{62E2CE07-EB69-4BDD-99BC-9DBB1EC5B5DA}"/>
          </ac:picMkLst>
        </pc:picChg>
        <pc:picChg chg="add del mod">
          <ac:chgData name="Ken Popkin" userId="3c94c39e-c43b-4805-99ab-8da17777f1ac" providerId="ADAL" clId="{69153B8F-FC4A-44BA-BB5E-1EAB99078A68}" dt="2021-06-02T15:39:00.645" v="1150" actId="478"/>
          <ac:picMkLst>
            <pc:docMk/>
            <pc:sldMk cId="3271900203" sldId="2146846057"/>
            <ac:picMk id="13" creationId="{36EBCCF9-C855-4526-B087-FE00C8571B22}"/>
          </ac:picMkLst>
        </pc:picChg>
      </pc:sldChg>
      <pc:sldChg chg="add">
        <pc:chgData name="Ken Popkin" userId="3c94c39e-c43b-4805-99ab-8da17777f1ac" providerId="ADAL" clId="{69153B8F-FC4A-44BA-BB5E-1EAB99078A68}" dt="2021-06-03T01:37:58.266" v="8972"/>
        <pc:sldMkLst>
          <pc:docMk/>
          <pc:sldMk cId="2181646374" sldId="2146846058"/>
        </pc:sldMkLst>
      </pc:sldChg>
    </pc:docChg>
  </pc:docChgLst>
  <pc:docChgLst>
    <pc:chgData name="Ken Popkin" userId="3c94c39e-c43b-4805-99ab-8da17777f1ac" providerId="ADAL" clId="{690631BD-0920-4F8B-B4A7-12A398833A99}"/>
    <pc:docChg chg="undo custSel addSld delSld modSld sldOrd modSection">
      <pc:chgData name="Ken Popkin" userId="3c94c39e-c43b-4805-99ab-8da17777f1ac" providerId="ADAL" clId="{690631BD-0920-4F8B-B4A7-12A398833A99}" dt="2021-03-19T18:05:15.108" v="2305" actId="478"/>
      <pc:docMkLst>
        <pc:docMk/>
      </pc:docMkLst>
      <pc:sldChg chg="del">
        <pc:chgData name="Ken Popkin" userId="3c94c39e-c43b-4805-99ab-8da17777f1ac" providerId="ADAL" clId="{690631BD-0920-4F8B-B4A7-12A398833A99}" dt="2021-03-19T16:49:25.475" v="527" actId="47"/>
        <pc:sldMkLst>
          <pc:docMk/>
          <pc:sldMk cId="495401053" sldId="256"/>
        </pc:sldMkLst>
      </pc:sldChg>
      <pc:sldChg chg="del ord">
        <pc:chgData name="Ken Popkin" userId="3c94c39e-c43b-4805-99ab-8da17777f1ac" providerId="ADAL" clId="{690631BD-0920-4F8B-B4A7-12A398833A99}" dt="2021-03-19T16:49:25.475" v="527" actId="47"/>
        <pc:sldMkLst>
          <pc:docMk/>
          <pc:sldMk cId="934694612" sldId="379"/>
        </pc:sldMkLst>
      </pc:sldChg>
      <pc:sldChg chg="del">
        <pc:chgData name="Ken Popkin" userId="3c94c39e-c43b-4805-99ab-8da17777f1ac" providerId="ADAL" clId="{690631BD-0920-4F8B-B4A7-12A398833A99}" dt="2021-03-19T16:49:25.475" v="527" actId="47"/>
        <pc:sldMkLst>
          <pc:docMk/>
          <pc:sldMk cId="298866822" sldId="7423"/>
        </pc:sldMkLst>
      </pc:sldChg>
      <pc:sldChg chg="addSp delSp modSp mod ord">
        <pc:chgData name="Ken Popkin" userId="3c94c39e-c43b-4805-99ab-8da17777f1ac" providerId="ADAL" clId="{690631BD-0920-4F8B-B4A7-12A398833A99}" dt="2021-03-19T17:51:57.233" v="1534" actId="1035"/>
        <pc:sldMkLst>
          <pc:docMk/>
          <pc:sldMk cId="93243010" sldId="7428"/>
        </pc:sldMkLst>
        <pc:spChg chg="del mod">
          <ac:chgData name="Ken Popkin" userId="3c94c39e-c43b-4805-99ab-8da17777f1ac" providerId="ADAL" clId="{690631BD-0920-4F8B-B4A7-12A398833A99}" dt="2021-03-19T16:59:29.588" v="903" actId="478"/>
          <ac:spMkLst>
            <pc:docMk/>
            <pc:sldMk cId="93243010" sldId="7428"/>
            <ac:spMk id="2" creationId="{3B7F2E5F-0D14-4794-8967-57C6BDAD66D4}"/>
          </ac:spMkLst>
        </pc:spChg>
        <pc:spChg chg="add del mod">
          <ac:chgData name="Ken Popkin" userId="3c94c39e-c43b-4805-99ab-8da17777f1ac" providerId="ADAL" clId="{690631BD-0920-4F8B-B4A7-12A398833A99}" dt="2021-03-19T16:58:16.244" v="859" actId="478"/>
          <ac:spMkLst>
            <pc:docMk/>
            <pc:sldMk cId="93243010" sldId="7428"/>
            <ac:spMk id="3" creationId="{A2320559-CBC3-488F-999F-AF045D07A671}"/>
          </ac:spMkLst>
        </pc:spChg>
        <pc:spChg chg="add del mod">
          <ac:chgData name="Ken Popkin" userId="3c94c39e-c43b-4805-99ab-8da17777f1ac" providerId="ADAL" clId="{690631BD-0920-4F8B-B4A7-12A398833A99}" dt="2021-03-19T17:41:50.220" v="1395" actId="478"/>
          <ac:spMkLst>
            <pc:docMk/>
            <pc:sldMk cId="93243010" sldId="7428"/>
            <ac:spMk id="4" creationId="{CC7A9378-F812-4C8E-B261-6D208330CFB6}"/>
          </ac:spMkLst>
        </pc:spChg>
        <pc:spChg chg="del">
          <ac:chgData name="Ken Popkin" userId="3c94c39e-c43b-4805-99ab-8da17777f1ac" providerId="ADAL" clId="{690631BD-0920-4F8B-B4A7-12A398833A99}" dt="2021-03-19T15:35:41.700" v="144" actId="478"/>
          <ac:spMkLst>
            <pc:docMk/>
            <pc:sldMk cId="93243010" sldId="7428"/>
            <ac:spMk id="7" creationId="{8977C36B-9337-4C0C-B45C-907197C77D1C}"/>
          </ac:spMkLst>
        </pc:spChg>
        <pc:spChg chg="del">
          <ac:chgData name="Ken Popkin" userId="3c94c39e-c43b-4805-99ab-8da17777f1ac" providerId="ADAL" clId="{690631BD-0920-4F8B-B4A7-12A398833A99}" dt="2021-03-19T15:35:41.700" v="144" actId="478"/>
          <ac:spMkLst>
            <pc:docMk/>
            <pc:sldMk cId="93243010" sldId="7428"/>
            <ac:spMk id="8" creationId="{6C128E16-C932-421B-B707-4AEB3E0DFCA9}"/>
          </ac:spMkLst>
        </pc:spChg>
        <pc:spChg chg="del">
          <ac:chgData name="Ken Popkin" userId="3c94c39e-c43b-4805-99ab-8da17777f1ac" providerId="ADAL" clId="{690631BD-0920-4F8B-B4A7-12A398833A99}" dt="2021-03-19T15:35:41.700" v="144" actId="478"/>
          <ac:spMkLst>
            <pc:docMk/>
            <pc:sldMk cId="93243010" sldId="7428"/>
            <ac:spMk id="9" creationId="{36A28BDD-8026-4018-80A7-4D62D8F58EF6}"/>
          </ac:spMkLst>
        </pc:spChg>
        <pc:spChg chg="mod">
          <ac:chgData name="Ken Popkin" userId="3c94c39e-c43b-4805-99ab-8da17777f1ac" providerId="ADAL" clId="{690631BD-0920-4F8B-B4A7-12A398833A99}" dt="2021-03-19T16:56:51.535" v="687" actId="207"/>
          <ac:spMkLst>
            <pc:docMk/>
            <pc:sldMk cId="93243010" sldId="7428"/>
            <ac:spMk id="10" creationId="{A78988CF-C0D9-4564-A18C-624985AA8302}"/>
          </ac:spMkLst>
        </pc:spChg>
        <pc:spChg chg="add mod">
          <ac:chgData name="Ken Popkin" userId="3c94c39e-c43b-4805-99ab-8da17777f1ac" providerId="ADAL" clId="{690631BD-0920-4F8B-B4A7-12A398833A99}" dt="2021-03-19T17:51:52.278" v="1525" actId="1036"/>
          <ac:spMkLst>
            <pc:docMk/>
            <pc:sldMk cId="93243010" sldId="7428"/>
            <ac:spMk id="14" creationId="{447631CC-5608-4CDB-81F1-3DC95D40ABF9}"/>
          </ac:spMkLst>
        </pc:spChg>
        <pc:spChg chg="add del mod">
          <ac:chgData name="Ken Popkin" userId="3c94c39e-c43b-4805-99ab-8da17777f1ac" providerId="ADAL" clId="{690631BD-0920-4F8B-B4A7-12A398833A99}" dt="2021-03-19T16:58:18.886" v="860" actId="478"/>
          <ac:spMkLst>
            <pc:docMk/>
            <pc:sldMk cId="93243010" sldId="7428"/>
            <ac:spMk id="16" creationId="{34ADE4EF-6AD1-429B-BA52-34B6D70CAF30}"/>
          </ac:spMkLst>
        </pc:spChg>
        <pc:spChg chg="add del mod">
          <ac:chgData name="Ken Popkin" userId="3c94c39e-c43b-4805-99ab-8da17777f1ac" providerId="ADAL" clId="{690631BD-0920-4F8B-B4A7-12A398833A99}" dt="2021-03-19T16:59:33.792" v="904" actId="478"/>
          <ac:spMkLst>
            <pc:docMk/>
            <pc:sldMk cId="93243010" sldId="7428"/>
            <ac:spMk id="18" creationId="{98633BF9-267D-4EA7-927C-7745F66B826F}"/>
          </ac:spMkLst>
        </pc:spChg>
        <pc:spChg chg="del mod">
          <ac:chgData name="Ken Popkin" userId="3c94c39e-c43b-4805-99ab-8da17777f1ac" providerId="ADAL" clId="{690631BD-0920-4F8B-B4A7-12A398833A99}" dt="2021-03-19T16:56:56.973" v="688" actId="478"/>
          <ac:spMkLst>
            <pc:docMk/>
            <pc:sldMk cId="93243010" sldId="7428"/>
            <ac:spMk id="19" creationId="{546FBC52-7F06-44A1-81F2-34063F9674B3}"/>
          </ac:spMkLst>
        </pc:spChg>
        <pc:spChg chg="mod">
          <ac:chgData name="Ken Popkin" userId="3c94c39e-c43b-4805-99ab-8da17777f1ac" providerId="ADAL" clId="{690631BD-0920-4F8B-B4A7-12A398833A99}" dt="2021-03-19T17:51:52.278" v="1525" actId="1036"/>
          <ac:spMkLst>
            <pc:docMk/>
            <pc:sldMk cId="93243010" sldId="7428"/>
            <ac:spMk id="20" creationId="{CE49BD6E-3453-41BA-A609-1BB2E7CA7AB1}"/>
          </ac:spMkLst>
        </pc:spChg>
        <pc:spChg chg="mod">
          <ac:chgData name="Ken Popkin" userId="3c94c39e-c43b-4805-99ab-8da17777f1ac" providerId="ADAL" clId="{690631BD-0920-4F8B-B4A7-12A398833A99}" dt="2021-03-19T17:51:52.278" v="1525" actId="1036"/>
          <ac:spMkLst>
            <pc:docMk/>
            <pc:sldMk cId="93243010" sldId="7428"/>
            <ac:spMk id="21" creationId="{48FFF42E-D3FE-4EEF-9365-722E9F5819BC}"/>
          </ac:spMkLst>
        </pc:spChg>
        <pc:spChg chg="mod">
          <ac:chgData name="Ken Popkin" userId="3c94c39e-c43b-4805-99ab-8da17777f1ac" providerId="ADAL" clId="{690631BD-0920-4F8B-B4A7-12A398833A99}" dt="2021-03-19T17:51:52.278" v="1525" actId="1036"/>
          <ac:spMkLst>
            <pc:docMk/>
            <pc:sldMk cId="93243010" sldId="7428"/>
            <ac:spMk id="22" creationId="{0455313F-DEF8-4285-B54B-583AD513F2D6}"/>
          </ac:spMkLst>
        </pc:spChg>
        <pc:spChg chg="add mod">
          <ac:chgData name="Ken Popkin" userId="3c94c39e-c43b-4805-99ab-8da17777f1ac" providerId="ADAL" clId="{690631BD-0920-4F8B-B4A7-12A398833A99}" dt="2021-03-19T17:51:52.278" v="1525" actId="1036"/>
          <ac:spMkLst>
            <pc:docMk/>
            <pc:sldMk cId="93243010" sldId="7428"/>
            <ac:spMk id="23" creationId="{5027BCFF-EF76-45A7-BE7A-4AE634841B4B}"/>
          </ac:spMkLst>
        </pc:spChg>
        <pc:spChg chg="del">
          <ac:chgData name="Ken Popkin" userId="3c94c39e-c43b-4805-99ab-8da17777f1ac" providerId="ADAL" clId="{690631BD-0920-4F8B-B4A7-12A398833A99}" dt="2021-03-19T15:35:41.700" v="144" actId="478"/>
          <ac:spMkLst>
            <pc:docMk/>
            <pc:sldMk cId="93243010" sldId="7428"/>
            <ac:spMk id="23" creationId="{C16D4BF1-3486-48C1-A856-6F3C5EFD7FE4}"/>
          </ac:spMkLst>
        </pc:spChg>
        <pc:spChg chg="add mod">
          <ac:chgData name="Ken Popkin" userId="3c94c39e-c43b-4805-99ab-8da17777f1ac" providerId="ADAL" clId="{690631BD-0920-4F8B-B4A7-12A398833A99}" dt="2021-03-19T17:51:52.278" v="1525" actId="1036"/>
          <ac:spMkLst>
            <pc:docMk/>
            <pc:sldMk cId="93243010" sldId="7428"/>
            <ac:spMk id="24" creationId="{47D7A770-9FCA-4433-B9D2-D4752AEFE537}"/>
          </ac:spMkLst>
        </pc:spChg>
        <pc:spChg chg="add del mod">
          <ac:chgData name="Ken Popkin" userId="3c94c39e-c43b-4805-99ab-8da17777f1ac" providerId="ADAL" clId="{690631BD-0920-4F8B-B4A7-12A398833A99}" dt="2021-03-19T16:59:25.236" v="902" actId="478"/>
          <ac:spMkLst>
            <pc:docMk/>
            <pc:sldMk cId="93243010" sldId="7428"/>
            <ac:spMk id="25" creationId="{0432FB52-0EEF-4E72-9104-F054846349E7}"/>
          </ac:spMkLst>
        </pc:spChg>
        <pc:spChg chg="del">
          <ac:chgData name="Ken Popkin" userId="3c94c39e-c43b-4805-99ab-8da17777f1ac" providerId="ADAL" clId="{690631BD-0920-4F8B-B4A7-12A398833A99}" dt="2021-03-19T15:35:41.700" v="144" actId="478"/>
          <ac:spMkLst>
            <pc:docMk/>
            <pc:sldMk cId="93243010" sldId="7428"/>
            <ac:spMk id="25" creationId="{7BF7BEB0-B472-40A0-8653-7EA54D825E12}"/>
          </ac:spMkLst>
        </pc:spChg>
        <pc:spChg chg="del">
          <ac:chgData name="Ken Popkin" userId="3c94c39e-c43b-4805-99ab-8da17777f1ac" providerId="ADAL" clId="{690631BD-0920-4F8B-B4A7-12A398833A99}" dt="2021-03-19T15:35:41.700" v="144" actId="478"/>
          <ac:spMkLst>
            <pc:docMk/>
            <pc:sldMk cId="93243010" sldId="7428"/>
            <ac:spMk id="26" creationId="{433B21FE-FF6A-4D1E-993D-0A7F6DFBFC69}"/>
          </ac:spMkLst>
        </pc:spChg>
        <pc:spChg chg="add del mod ord">
          <ac:chgData name="Ken Popkin" userId="3c94c39e-c43b-4805-99ab-8da17777f1ac" providerId="ADAL" clId="{690631BD-0920-4F8B-B4A7-12A398833A99}" dt="2021-03-19T17:25:51.696" v="937" actId="478"/>
          <ac:spMkLst>
            <pc:docMk/>
            <pc:sldMk cId="93243010" sldId="7428"/>
            <ac:spMk id="26" creationId="{5DFB54E0-20FE-4D9D-B2C2-07C780BF23B4}"/>
          </ac:spMkLst>
        </pc:spChg>
        <pc:spChg chg="del">
          <ac:chgData name="Ken Popkin" userId="3c94c39e-c43b-4805-99ab-8da17777f1ac" providerId="ADAL" clId="{690631BD-0920-4F8B-B4A7-12A398833A99}" dt="2021-03-19T15:35:41.700" v="144" actId="478"/>
          <ac:spMkLst>
            <pc:docMk/>
            <pc:sldMk cId="93243010" sldId="7428"/>
            <ac:spMk id="27" creationId="{12224042-C4EA-4FC4-BA89-18AE3DA894BC}"/>
          </ac:spMkLst>
        </pc:spChg>
        <pc:spChg chg="add mod">
          <ac:chgData name="Ken Popkin" userId="3c94c39e-c43b-4805-99ab-8da17777f1ac" providerId="ADAL" clId="{690631BD-0920-4F8B-B4A7-12A398833A99}" dt="2021-03-19T17:51:52.278" v="1525" actId="1036"/>
          <ac:spMkLst>
            <pc:docMk/>
            <pc:sldMk cId="93243010" sldId="7428"/>
            <ac:spMk id="27" creationId="{A33779DB-F93E-4656-A2EF-8CF0571B7B8C}"/>
          </ac:spMkLst>
        </pc:spChg>
        <pc:spChg chg="add mod">
          <ac:chgData name="Ken Popkin" userId="3c94c39e-c43b-4805-99ab-8da17777f1ac" providerId="ADAL" clId="{690631BD-0920-4F8B-B4A7-12A398833A99}" dt="2021-03-19T17:51:52.278" v="1525" actId="1036"/>
          <ac:spMkLst>
            <pc:docMk/>
            <pc:sldMk cId="93243010" sldId="7428"/>
            <ac:spMk id="35" creationId="{84983288-E7EB-4C08-84CF-D4DE63435154}"/>
          </ac:spMkLst>
        </pc:spChg>
        <pc:spChg chg="add mod">
          <ac:chgData name="Ken Popkin" userId="3c94c39e-c43b-4805-99ab-8da17777f1ac" providerId="ADAL" clId="{690631BD-0920-4F8B-B4A7-12A398833A99}" dt="2021-03-19T17:51:57.233" v="1534" actId="1035"/>
          <ac:spMkLst>
            <pc:docMk/>
            <pc:sldMk cId="93243010" sldId="7428"/>
            <ac:spMk id="37" creationId="{3248DC65-317A-44E1-B922-A28DFBEC4C26}"/>
          </ac:spMkLst>
        </pc:spChg>
        <pc:graphicFrameChg chg="add mod modGraphic">
          <ac:chgData name="Ken Popkin" userId="3c94c39e-c43b-4805-99ab-8da17777f1ac" providerId="ADAL" clId="{690631BD-0920-4F8B-B4A7-12A398833A99}" dt="2021-03-19T17:51:52.278" v="1525" actId="1036"/>
          <ac:graphicFrameMkLst>
            <pc:docMk/>
            <pc:sldMk cId="93243010" sldId="7428"/>
            <ac:graphicFrameMk id="28" creationId="{F3C9871E-461E-4EFB-8BDB-69A6F35507CB}"/>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29" creationId="{4980A1DF-E9AB-416A-929C-32F33133EE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0" creationId="{403593DE-64CC-401B-A174-F3AC1FA6C814}"/>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1" creationId="{6E235A55-6837-44DF-8CE6-66978F7D7F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2" creationId="{A79269F3-FA72-4EF8-8F0C-6AF9851E22C3}"/>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3" creationId="{13975DFD-EE93-4884-B2C2-8DDE99E397BD}"/>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4" creationId="{70900EE3-1DE6-472D-9B54-8264EC2568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6" creationId="{C973D10D-971D-4F1A-92D2-28CE0D5968F9}"/>
          </ac:graphicFrameMkLst>
        </pc:graphicFrameChg>
      </pc:sldChg>
      <pc:sldChg chg="del">
        <pc:chgData name="Ken Popkin" userId="3c94c39e-c43b-4805-99ab-8da17777f1ac" providerId="ADAL" clId="{690631BD-0920-4F8B-B4A7-12A398833A99}" dt="2021-03-19T16:49:25.475" v="527" actId="47"/>
        <pc:sldMkLst>
          <pc:docMk/>
          <pc:sldMk cId="3362209346" sldId="2146845939"/>
        </pc:sldMkLst>
      </pc:sldChg>
      <pc:sldChg chg="delSp modSp mod">
        <pc:chgData name="Ken Popkin" userId="3c94c39e-c43b-4805-99ab-8da17777f1ac" providerId="ADAL" clId="{690631BD-0920-4F8B-B4A7-12A398833A99}" dt="2021-03-19T17:52:32.160" v="1548" actId="1036"/>
        <pc:sldMkLst>
          <pc:docMk/>
          <pc:sldMk cId="2765825036" sldId="2146845944"/>
        </pc:sldMkLst>
        <pc:spChg chg="del">
          <ac:chgData name="Ken Popkin" userId="3c94c39e-c43b-4805-99ab-8da17777f1ac" providerId="ADAL" clId="{690631BD-0920-4F8B-B4A7-12A398833A99}" dt="2021-03-19T17:52:27.293" v="1535" actId="478"/>
          <ac:spMkLst>
            <pc:docMk/>
            <pc:sldMk cId="2765825036" sldId="2146845944"/>
            <ac:spMk id="22" creationId="{AC71E712-5958-4BEE-A83B-8B9D0ED9C5DA}"/>
          </ac:spMkLst>
        </pc:spChg>
        <pc:grpChg chg="mod">
          <ac:chgData name="Ken Popkin" userId="3c94c39e-c43b-4805-99ab-8da17777f1ac" providerId="ADAL" clId="{690631BD-0920-4F8B-B4A7-12A398833A99}" dt="2021-03-19T17:52:32.160" v="1548" actId="1036"/>
          <ac:grpSpMkLst>
            <pc:docMk/>
            <pc:sldMk cId="2765825036" sldId="2146845944"/>
            <ac:grpSpMk id="3" creationId="{D4035510-1EF3-4B1F-B16A-56D7E2CC6348}"/>
          </ac:grpSpMkLst>
        </pc:grpChg>
      </pc:sldChg>
      <pc:sldChg chg="del">
        <pc:chgData name="Ken Popkin" userId="3c94c39e-c43b-4805-99ab-8da17777f1ac" providerId="ADAL" clId="{690631BD-0920-4F8B-B4A7-12A398833A99}" dt="2021-03-19T16:49:25.475" v="527" actId="47"/>
        <pc:sldMkLst>
          <pc:docMk/>
          <pc:sldMk cId="2174113185" sldId="2146845945"/>
        </pc:sldMkLst>
      </pc:sldChg>
      <pc:sldChg chg="del">
        <pc:chgData name="Ken Popkin" userId="3c94c39e-c43b-4805-99ab-8da17777f1ac" providerId="ADAL" clId="{690631BD-0920-4F8B-B4A7-12A398833A99}" dt="2021-03-19T16:49:25.475" v="527" actId="47"/>
        <pc:sldMkLst>
          <pc:docMk/>
          <pc:sldMk cId="3915282138" sldId="2146845950"/>
        </pc:sldMkLst>
      </pc:sldChg>
      <pc:sldChg chg="del">
        <pc:chgData name="Ken Popkin" userId="3c94c39e-c43b-4805-99ab-8da17777f1ac" providerId="ADAL" clId="{690631BD-0920-4F8B-B4A7-12A398833A99}" dt="2021-03-19T16:49:25.475" v="527" actId="47"/>
        <pc:sldMkLst>
          <pc:docMk/>
          <pc:sldMk cId="3995845475" sldId="2146845953"/>
        </pc:sldMkLst>
      </pc:sldChg>
      <pc:sldChg chg="del">
        <pc:chgData name="Ken Popkin" userId="3c94c39e-c43b-4805-99ab-8da17777f1ac" providerId="ADAL" clId="{690631BD-0920-4F8B-B4A7-12A398833A99}" dt="2021-03-19T16:49:25.475" v="527" actId="47"/>
        <pc:sldMkLst>
          <pc:docMk/>
          <pc:sldMk cId="3868737140" sldId="2146845957"/>
        </pc:sldMkLst>
      </pc:sldChg>
      <pc:sldChg chg="del">
        <pc:chgData name="Ken Popkin" userId="3c94c39e-c43b-4805-99ab-8da17777f1ac" providerId="ADAL" clId="{690631BD-0920-4F8B-B4A7-12A398833A99}" dt="2021-03-19T16:49:25.475" v="527" actId="47"/>
        <pc:sldMkLst>
          <pc:docMk/>
          <pc:sldMk cId="3109033921" sldId="2146845958"/>
        </pc:sldMkLst>
      </pc:sldChg>
      <pc:sldChg chg="del">
        <pc:chgData name="Ken Popkin" userId="3c94c39e-c43b-4805-99ab-8da17777f1ac" providerId="ADAL" clId="{690631BD-0920-4F8B-B4A7-12A398833A99}" dt="2021-03-19T16:49:25.475" v="527" actId="47"/>
        <pc:sldMkLst>
          <pc:docMk/>
          <pc:sldMk cId="3029326289" sldId="2146845959"/>
        </pc:sldMkLst>
      </pc:sldChg>
      <pc:sldChg chg="del">
        <pc:chgData name="Ken Popkin" userId="3c94c39e-c43b-4805-99ab-8da17777f1ac" providerId="ADAL" clId="{690631BD-0920-4F8B-B4A7-12A398833A99}" dt="2021-03-19T16:49:25.475" v="527" actId="47"/>
        <pc:sldMkLst>
          <pc:docMk/>
          <pc:sldMk cId="2385326984" sldId="2146845960"/>
        </pc:sldMkLst>
      </pc:sldChg>
      <pc:sldChg chg="del">
        <pc:chgData name="Ken Popkin" userId="3c94c39e-c43b-4805-99ab-8da17777f1ac" providerId="ADAL" clId="{690631BD-0920-4F8B-B4A7-12A398833A99}" dt="2021-03-19T16:49:25.475" v="527" actId="47"/>
        <pc:sldMkLst>
          <pc:docMk/>
          <pc:sldMk cId="2661541782" sldId="2146845961"/>
        </pc:sldMkLst>
      </pc:sldChg>
      <pc:sldChg chg="del">
        <pc:chgData name="Ken Popkin" userId="3c94c39e-c43b-4805-99ab-8da17777f1ac" providerId="ADAL" clId="{690631BD-0920-4F8B-B4A7-12A398833A99}" dt="2021-03-19T16:49:25.475" v="527" actId="47"/>
        <pc:sldMkLst>
          <pc:docMk/>
          <pc:sldMk cId="2053770510" sldId="2146845962"/>
        </pc:sldMkLst>
      </pc:sldChg>
      <pc:sldChg chg="del">
        <pc:chgData name="Ken Popkin" userId="3c94c39e-c43b-4805-99ab-8da17777f1ac" providerId="ADAL" clId="{690631BD-0920-4F8B-B4A7-12A398833A99}" dt="2021-03-19T16:49:25.475" v="527" actId="47"/>
        <pc:sldMkLst>
          <pc:docMk/>
          <pc:sldMk cId="4096410338" sldId="2146845963"/>
        </pc:sldMkLst>
      </pc:sldChg>
      <pc:sldChg chg="del">
        <pc:chgData name="Ken Popkin" userId="3c94c39e-c43b-4805-99ab-8da17777f1ac" providerId="ADAL" clId="{690631BD-0920-4F8B-B4A7-12A398833A99}" dt="2021-03-19T16:49:25.475" v="527" actId="47"/>
        <pc:sldMkLst>
          <pc:docMk/>
          <pc:sldMk cId="745352429" sldId="2146845964"/>
        </pc:sldMkLst>
      </pc:sldChg>
      <pc:sldChg chg="del">
        <pc:chgData name="Ken Popkin" userId="3c94c39e-c43b-4805-99ab-8da17777f1ac" providerId="ADAL" clId="{690631BD-0920-4F8B-B4A7-12A398833A99}" dt="2021-03-19T16:49:25.475" v="527" actId="47"/>
        <pc:sldMkLst>
          <pc:docMk/>
          <pc:sldMk cId="3157778664" sldId="2146845965"/>
        </pc:sldMkLst>
      </pc:sldChg>
      <pc:sldChg chg="del">
        <pc:chgData name="Ken Popkin" userId="3c94c39e-c43b-4805-99ab-8da17777f1ac" providerId="ADAL" clId="{690631BD-0920-4F8B-B4A7-12A398833A99}" dt="2021-03-19T16:49:25.475" v="527" actId="47"/>
        <pc:sldMkLst>
          <pc:docMk/>
          <pc:sldMk cId="1553529464" sldId="2146845966"/>
        </pc:sldMkLst>
      </pc:sldChg>
      <pc:sldChg chg="del">
        <pc:chgData name="Ken Popkin" userId="3c94c39e-c43b-4805-99ab-8da17777f1ac" providerId="ADAL" clId="{690631BD-0920-4F8B-B4A7-12A398833A99}" dt="2021-03-19T16:49:25.475" v="527" actId="47"/>
        <pc:sldMkLst>
          <pc:docMk/>
          <pc:sldMk cId="1043133902" sldId="2146845967"/>
        </pc:sldMkLst>
      </pc:sldChg>
      <pc:sldChg chg="del">
        <pc:chgData name="Ken Popkin" userId="3c94c39e-c43b-4805-99ab-8da17777f1ac" providerId="ADAL" clId="{690631BD-0920-4F8B-B4A7-12A398833A99}" dt="2021-03-19T16:49:25.475" v="527" actId="47"/>
        <pc:sldMkLst>
          <pc:docMk/>
          <pc:sldMk cId="1039501811" sldId="2146845968"/>
        </pc:sldMkLst>
      </pc:sldChg>
      <pc:sldChg chg="del">
        <pc:chgData name="Ken Popkin" userId="3c94c39e-c43b-4805-99ab-8da17777f1ac" providerId="ADAL" clId="{690631BD-0920-4F8B-B4A7-12A398833A99}" dt="2021-03-19T16:49:25.475" v="527" actId="47"/>
        <pc:sldMkLst>
          <pc:docMk/>
          <pc:sldMk cId="2434110015" sldId="2146845969"/>
        </pc:sldMkLst>
      </pc:sldChg>
      <pc:sldChg chg="del">
        <pc:chgData name="Ken Popkin" userId="3c94c39e-c43b-4805-99ab-8da17777f1ac" providerId="ADAL" clId="{690631BD-0920-4F8B-B4A7-12A398833A99}" dt="2021-03-19T16:49:25.475" v="527" actId="47"/>
        <pc:sldMkLst>
          <pc:docMk/>
          <pc:sldMk cId="2541186394" sldId="2146845972"/>
        </pc:sldMkLst>
      </pc:sldChg>
      <pc:sldChg chg="del">
        <pc:chgData name="Ken Popkin" userId="3c94c39e-c43b-4805-99ab-8da17777f1ac" providerId="ADAL" clId="{690631BD-0920-4F8B-B4A7-12A398833A99}" dt="2021-03-19T16:49:25.475" v="527" actId="47"/>
        <pc:sldMkLst>
          <pc:docMk/>
          <pc:sldMk cId="1405030134" sldId="2146845974"/>
        </pc:sldMkLst>
      </pc:sldChg>
      <pc:sldChg chg="del">
        <pc:chgData name="Ken Popkin" userId="3c94c39e-c43b-4805-99ab-8da17777f1ac" providerId="ADAL" clId="{690631BD-0920-4F8B-B4A7-12A398833A99}" dt="2021-03-19T16:49:25.475" v="527" actId="47"/>
        <pc:sldMkLst>
          <pc:docMk/>
          <pc:sldMk cId="3188655382" sldId="2146845975"/>
        </pc:sldMkLst>
      </pc:sldChg>
      <pc:sldChg chg="modSp mod">
        <pc:chgData name="Ken Popkin" userId="3c94c39e-c43b-4805-99ab-8da17777f1ac" providerId="ADAL" clId="{690631BD-0920-4F8B-B4A7-12A398833A99}" dt="2021-03-19T18:04:06.004" v="2291" actId="20577"/>
        <pc:sldMkLst>
          <pc:docMk/>
          <pc:sldMk cId="3445609876" sldId="2146845976"/>
        </pc:sldMkLst>
        <pc:spChg chg="mod">
          <ac:chgData name="Ken Popkin" userId="3c94c39e-c43b-4805-99ab-8da17777f1ac" providerId="ADAL" clId="{690631BD-0920-4F8B-B4A7-12A398833A99}" dt="2021-03-19T17:52:50.038" v="1561" actId="6549"/>
          <ac:spMkLst>
            <pc:docMk/>
            <pc:sldMk cId="3445609876" sldId="2146845976"/>
            <ac:spMk id="10" creationId="{A78988CF-C0D9-4564-A18C-624985AA8302}"/>
          </ac:spMkLst>
        </pc:spChg>
        <pc:graphicFrameChg chg="mod modGraphic">
          <ac:chgData name="Ken Popkin" userId="3c94c39e-c43b-4805-99ab-8da17777f1ac" providerId="ADAL" clId="{690631BD-0920-4F8B-B4A7-12A398833A99}" dt="2021-03-19T18:04:06.004" v="2291" actId="20577"/>
          <ac:graphicFrameMkLst>
            <pc:docMk/>
            <pc:sldMk cId="3445609876" sldId="2146845976"/>
            <ac:graphicFrameMk id="7" creationId="{3050A818-959D-47B5-9938-7C1566218347}"/>
          </ac:graphicFrameMkLst>
        </pc:graphicFrameChg>
        <pc:graphicFrameChg chg="modGraphic">
          <ac:chgData name="Ken Popkin" userId="3c94c39e-c43b-4805-99ab-8da17777f1ac" providerId="ADAL" clId="{690631BD-0920-4F8B-B4A7-12A398833A99}" dt="2021-03-19T17:19:24.261" v="911" actId="20577"/>
          <ac:graphicFrameMkLst>
            <pc:docMk/>
            <pc:sldMk cId="3445609876" sldId="2146845976"/>
            <ac:graphicFrameMk id="8" creationId="{11C6AFA9-D17F-472D-97FC-23D5883BB9C0}"/>
          </ac:graphicFrameMkLst>
        </pc:graphicFrameChg>
        <pc:graphicFrameChg chg="mod modGraphic">
          <ac:chgData name="Ken Popkin" userId="3c94c39e-c43b-4805-99ab-8da17777f1ac" providerId="ADAL" clId="{690631BD-0920-4F8B-B4A7-12A398833A99}" dt="2021-03-19T17:15:44.050" v="910" actId="20577"/>
          <ac:graphicFrameMkLst>
            <pc:docMk/>
            <pc:sldMk cId="3445609876" sldId="2146845976"/>
            <ac:graphicFrameMk id="9" creationId="{C288DDB8-A596-45DD-8339-81F64AB25786}"/>
          </ac:graphicFrameMkLst>
        </pc:graphicFrameChg>
      </pc:sldChg>
      <pc:sldChg chg="delSp modSp del mod">
        <pc:chgData name="Ken Popkin" userId="3c94c39e-c43b-4805-99ab-8da17777f1ac" providerId="ADAL" clId="{690631BD-0920-4F8B-B4A7-12A398833A99}" dt="2021-03-19T15:45:24.767" v="222" actId="47"/>
        <pc:sldMkLst>
          <pc:docMk/>
          <pc:sldMk cId="1621579523" sldId="2146845977"/>
        </pc:sldMkLst>
        <pc:spChg chg="mod">
          <ac:chgData name="Ken Popkin" userId="3c94c39e-c43b-4805-99ab-8da17777f1ac" providerId="ADAL" clId="{690631BD-0920-4F8B-B4A7-12A398833A99}" dt="2021-03-19T15:43:49.241" v="164" actId="20577"/>
          <ac:spMkLst>
            <pc:docMk/>
            <pc:sldMk cId="1621579523" sldId="2146845977"/>
            <ac:spMk id="10" creationId="{A78988CF-C0D9-4564-A18C-624985AA8302}"/>
          </ac:spMkLst>
        </pc:spChg>
        <pc:grpChg chg="del">
          <ac:chgData name="Ken Popkin" userId="3c94c39e-c43b-4805-99ab-8da17777f1ac" providerId="ADAL" clId="{690631BD-0920-4F8B-B4A7-12A398833A99}" dt="2021-03-19T15:44:23.067" v="203" actId="478"/>
          <ac:grpSpMkLst>
            <pc:docMk/>
            <pc:sldMk cId="1621579523" sldId="2146845977"/>
            <ac:grpSpMk id="54" creationId="{BF941AD9-3512-4F7B-B463-239306E7F369}"/>
          </ac:grpSpMkLst>
        </pc:grpChg>
      </pc:sldChg>
      <pc:sldChg chg="addSp modSp mod">
        <pc:chgData name="Ken Popkin" userId="3c94c39e-c43b-4805-99ab-8da17777f1ac" providerId="ADAL" clId="{690631BD-0920-4F8B-B4A7-12A398833A99}" dt="2021-03-19T18:03:19.531" v="2283" actId="113"/>
        <pc:sldMkLst>
          <pc:docMk/>
          <pc:sldMk cId="3118789118" sldId="2146845978"/>
        </pc:sldMkLst>
        <pc:spChg chg="mod">
          <ac:chgData name="Ken Popkin" userId="3c94c39e-c43b-4805-99ab-8da17777f1ac" providerId="ADAL" clId="{690631BD-0920-4F8B-B4A7-12A398833A99}" dt="2021-03-19T18:02:54.474" v="2282" actId="20577"/>
          <ac:spMkLst>
            <pc:docMk/>
            <pc:sldMk cId="3118789118" sldId="2146845978"/>
            <ac:spMk id="3" creationId="{35FEBA87-E5A5-4CAA-8842-CCF9825DDCF0}"/>
          </ac:spMkLst>
        </pc:spChg>
        <pc:spChg chg="mod">
          <ac:chgData name="Ken Popkin" userId="3c94c39e-c43b-4805-99ab-8da17777f1ac" providerId="ADAL" clId="{690631BD-0920-4F8B-B4A7-12A398833A99}" dt="2021-03-19T17:53:07.830" v="1565" actId="20577"/>
          <ac:spMkLst>
            <pc:docMk/>
            <pc:sldMk cId="3118789118" sldId="2146845978"/>
            <ac:spMk id="10" creationId="{A78988CF-C0D9-4564-A18C-624985AA8302}"/>
          </ac:spMkLst>
        </pc:spChg>
        <pc:spChg chg="add mod">
          <ac:chgData name="Ken Popkin" userId="3c94c39e-c43b-4805-99ab-8da17777f1ac" providerId="ADAL" clId="{690631BD-0920-4F8B-B4A7-12A398833A99}" dt="2021-03-19T17:59:11.130" v="2004" actId="255"/>
          <ac:spMkLst>
            <pc:docMk/>
            <pc:sldMk cId="3118789118" sldId="2146845978"/>
            <ac:spMk id="12" creationId="{55EC26CC-4743-4B58-A4EB-383A6EA303E2}"/>
          </ac:spMkLst>
        </pc:spChg>
        <pc:spChg chg="add mod">
          <ac:chgData name="Ken Popkin" userId="3c94c39e-c43b-4805-99ab-8da17777f1ac" providerId="ADAL" clId="{690631BD-0920-4F8B-B4A7-12A398833A99}" dt="2021-03-19T17:59:11.130" v="2004" actId="255"/>
          <ac:spMkLst>
            <pc:docMk/>
            <pc:sldMk cId="3118789118" sldId="2146845978"/>
            <ac:spMk id="13" creationId="{A976B790-752C-4992-95CD-CF5DBD7A5C08}"/>
          </ac:spMkLst>
        </pc:spChg>
        <pc:spChg chg="add mod">
          <ac:chgData name="Ken Popkin" userId="3c94c39e-c43b-4805-99ab-8da17777f1ac" providerId="ADAL" clId="{690631BD-0920-4F8B-B4A7-12A398833A99}" dt="2021-03-19T17:59:11.130" v="2004" actId="255"/>
          <ac:spMkLst>
            <pc:docMk/>
            <pc:sldMk cId="3118789118" sldId="2146845978"/>
            <ac:spMk id="14" creationId="{6932CE2D-FF33-4026-8184-39DD3D48EBEC}"/>
          </ac:spMkLst>
        </pc:spChg>
        <pc:spChg chg="add mod">
          <ac:chgData name="Ken Popkin" userId="3c94c39e-c43b-4805-99ab-8da17777f1ac" providerId="ADAL" clId="{690631BD-0920-4F8B-B4A7-12A398833A99}" dt="2021-03-19T17:59:11.130" v="2004" actId="255"/>
          <ac:spMkLst>
            <pc:docMk/>
            <pc:sldMk cId="3118789118" sldId="2146845978"/>
            <ac:spMk id="15" creationId="{B25528A1-338B-49D0-9349-0503426ABB9E}"/>
          </ac:spMkLst>
        </pc:spChg>
        <pc:spChg chg="mod">
          <ac:chgData name="Ken Popkin" userId="3c94c39e-c43b-4805-99ab-8da17777f1ac" providerId="ADAL" clId="{690631BD-0920-4F8B-B4A7-12A398833A99}" dt="2021-03-19T18:03:19.531" v="2283" actId="113"/>
          <ac:spMkLst>
            <pc:docMk/>
            <pc:sldMk cId="3118789118" sldId="2146845978"/>
            <ac:spMk id="22" creationId="{30A10D0D-747D-41FA-AF5A-A207F4D58004}"/>
          </ac:spMkLst>
        </pc:spChg>
        <pc:spChg chg="mod">
          <ac:chgData name="Ken Popkin" userId="3c94c39e-c43b-4805-99ab-8da17777f1ac" providerId="ADAL" clId="{690631BD-0920-4F8B-B4A7-12A398833A99}" dt="2021-03-19T17:59:11.130" v="2004" actId="255"/>
          <ac:spMkLst>
            <pc:docMk/>
            <pc:sldMk cId="3118789118" sldId="2146845978"/>
            <ac:spMk id="23" creationId="{FD859B32-40EE-4F32-BA5D-A8C3C598327B}"/>
          </ac:spMkLst>
        </pc:spChg>
        <pc:spChg chg="mod">
          <ac:chgData name="Ken Popkin" userId="3c94c39e-c43b-4805-99ab-8da17777f1ac" providerId="ADAL" clId="{690631BD-0920-4F8B-B4A7-12A398833A99}" dt="2021-03-19T17:59:11.130" v="2004" actId="255"/>
          <ac:spMkLst>
            <pc:docMk/>
            <pc:sldMk cId="3118789118" sldId="2146845978"/>
            <ac:spMk id="26" creationId="{92211282-4B21-42CC-9FFE-A1A4AB7A8487}"/>
          </ac:spMkLst>
        </pc:spChg>
        <pc:spChg chg="mod">
          <ac:chgData name="Ken Popkin" userId="3c94c39e-c43b-4805-99ab-8da17777f1ac" providerId="ADAL" clId="{690631BD-0920-4F8B-B4A7-12A398833A99}" dt="2021-03-19T17:59:11.130" v="2004" actId="255"/>
          <ac:spMkLst>
            <pc:docMk/>
            <pc:sldMk cId="3118789118" sldId="2146845978"/>
            <ac:spMk id="27" creationId="{BB366935-10D4-4E2F-B87F-84BE2D8DACCF}"/>
          </ac:spMkLst>
        </pc:spChg>
        <pc:spChg chg="mod">
          <ac:chgData name="Ken Popkin" userId="3c94c39e-c43b-4805-99ab-8da17777f1ac" providerId="ADAL" clId="{690631BD-0920-4F8B-B4A7-12A398833A99}" dt="2021-03-19T17:59:11.130" v="2004" actId="255"/>
          <ac:spMkLst>
            <pc:docMk/>
            <pc:sldMk cId="3118789118" sldId="2146845978"/>
            <ac:spMk id="28" creationId="{441262D6-1B79-47A3-9609-6152D3A48797}"/>
          </ac:spMkLst>
        </pc:spChg>
      </pc:sldChg>
      <pc:sldChg chg="del">
        <pc:chgData name="Ken Popkin" userId="3c94c39e-c43b-4805-99ab-8da17777f1ac" providerId="ADAL" clId="{690631BD-0920-4F8B-B4A7-12A398833A99}" dt="2021-03-19T16:49:25.475" v="527" actId="47"/>
        <pc:sldMkLst>
          <pc:docMk/>
          <pc:sldMk cId="2109709174" sldId="2146845979"/>
        </pc:sldMkLst>
      </pc:sldChg>
      <pc:sldChg chg="del">
        <pc:chgData name="Ken Popkin" userId="3c94c39e-c43b-4805-99ab-8da17777f1ac" providerId="ADAL" clId="{690631BD-0920-4F8B-B4A7-12A398833A99}" dt="2021-03-19T16:49:25.475" v="527" actId="47"/>
        <pc:sldMkLst>
          <pc:docMk/>
          <pc:sldMk cId="158459451" sldId="2146845980"/>
        </pc:sldMkLst>
      </pc:sldChg>
      <pc:sldChg chg="addSp delSp modSp add mod ord">
        <pc:chgData name="Ken Popkin" userId="3c94c39e-c43b-4805-99ab-8da17777f1ac" providerId="ADAL" clId="{690631BD-0920-4F8B-B4A7-12A398833A99}" dt="2021-03-19T18:05:15.108" v="2305" actId="478"/>
        <pc:sldMkLst>
          <pc:docMk/>
          <pc:sldMk cId="1161169406" sldId="2146845981"/>
        </pc:sldMkLst>
        <pc:spChg chg="mod">
          <ac:chgData name="Ken Popkin" userId="3c94c39e-c43b-4805-99ab-8da17777f1ac" providerId="ADAL" clId="{690631BD-0920-4F8B-B4A7-12A398833A99}" dt="2021-03-19T18:05:05.735" v="2304" actId="1076"/>
          <ac:spMkLst>
            <pc:docMk/>
            <pc:sldMk cId="1161169406" sldId="2146845981"/>
            <ac:spMk id="10" creationId="{A78988CF-C0D9-4564-A18C-624985AA8302}"/>
          </ac:spMkLst>
        </pc:spChg>
        <pc:spChg chg="del">
          <ac:chgData name="Ken Popkin" userId="3c94c39e-c43b-4805-99ab-8da17777f1ac" providerId="ADAL" clId="{690631BD-0920-4F8B-B4A7-12A398833A99}" dt="2021-03-19T18:05:15.108" v="2305" actId="478"/>
          <ac:spMkLst>
            <pc:docMk/>
            <pc:sldMk cId="1161169406" sldId="2146845981"/>
            <ac:spMk id="17" creationId="{0D16D375-1CF5-477C-9D0F-2E227CD161A0}"/>
          </ac:spMkLst>
        </pc:spChg>
        <pc:spChg chg="del mod topLvl">
          <ac:chgData name="Ken Popkin" userId="3c94c39e-c43b-4805-99ab-8da17777f1ac" providerId="ADAL" clId="{690631BD-0920-4F8B-B4A7-12A398833A99}" dt="2021-03-19T16:51:14.976" v="534" actId="478"/>
          <ac:spMkLst>
            <pc:docMk/>
            <pc:sldMk cId="1161169406" sldId="2146845981"/>
            <ac:spMk id="41" creationId="{0750FBB1-C718-427A-8ACD-A95952A1F513}"/>
          </ac:spMkLst>
        </pc:spChg>
        <pc:spChg chg="del mod topLvl">
          <ac:chgData name="Ken Popkin" userId="3c94c39e-c43b-4805-99ab-8da17777f1ac" providerId="ADAL" clId="{690631BD-0920-4F8B-B4A7-12A398833A99}" dt="2021-03-19T16:51:14.976" v="534" actId="478"/>
          <ac:spMkLst>
            <pc:docMk/>
            <pc:sldMk cId="1161169406" sldId="2146845981"/>
            <ac:spMk id="42" creationId="{D698F34E-5E77-4F66-8D3D-37493B526D4F}"/>
          </ac:spMkLst>
        </pc:spChg>
        <pc:spChg chg="del mod topLvl">
          <ac:chgData name="Ken Popkin" userId="3c94c39e-c43b-4805-99ab-8da17777f1ac" providerId="ADAL" clId="{690631BD-0920-4F8B-B4A7-12A398833A99}" dt="2021-03-19T16:51:14.976" v="534" actId="478"/>
          <ac:spMkLst>
            <pc:docMk/>
            <pc:sldMk cId="1161169406" sldId="2146845981"/>
            <ac:spMk id="43" creationId="{405CEDBF-EA80-4FF2-B646-34ACBBF584D8}"/>
          </ac:spMkLst>
        </pc:spChg>
        <pc:spChg chg="del mod topLvl">
          <ac:chgData name="Ken Popkin" userId="3c94c39e-c43b-4805-99ab-8da17777f1ac" providerId="ADAL" clId="{690631BD-0920-4F8B-B4A7-12A398833A99}" dt="2021-03-19T16:51:14.976" v="534" actId="478"/>
          <ac:spMkLst>
            <pc:docMk/>
            <pc:sldMk cId="1161169406" sldId="2146845981"/>
            <ac:spMk id="44" creationId="{D9752919-53EE-406D-A1FF-5942CFEA22AE}"/>
          </ac:spMkLst>
        </pc:spChg>
        <pc:spChg chg="del mod topLvl">
          <ac:chgData name="Ken Popkin" userId="3c94c39e-c43b-4805-99ab-8da17777f1ac" providerId="ADAL" clId="{690631BD-0920-4F8B-B4A7-12A398833A99}" dt="2021-03-19T18:04:54.358" v="2294" actId="478"/>
          <ac:spMkLst>
            <pc:docMk/>
            <pc:sldMk cId="1161169406" sldId="2146845981"/>
            <ac:spMk id="49" creationId="{0AEFC690-3C95-4F92-A3B3-6E6F04817297}"/>
          </ac:spMkLst>
        </pc:spChg>
        <pc:spChg chg="del mod topLvl">
          <ac:chgData name="Ken Popkin" userId="3c94c39e-c43b-4805-99ab-8da17777f1ac" providerId="ADAL" clId="{690631BD-0920-4F8B-B4A7-12A398833A99}" dt="2021-03-19T18:04:54.358" v="2294" actId="478"/>
          <ac:spMkLst>
            <pc:docMk/>
            <pc:sldMk cId="1161169406" sldId="2146845981"/>
            <ac:spMk id="50" creationId="{300021EF-427A-4D0E-B6E6-8C0706DC3060}"/>
          </ac:spMkLst>
        </pc:spChg>
        <pc:spChg chg="del mod topLvl">
          <ac:chgData name="Ken Popkin" userId="3c94c39e-c43b-4805-99ab-8da17777f1ac" providerId="ADAL" clId="{690631BD-0920-4F8B-B4A7-12A398833A99}" dt="2021-03-19T18:04:54.358" v="2294" actId="478"/>
          <ac:spMkLst>
            <pc:docMk/>
            <pc:sldMk cId="1161169406" sldId="2146845981"/>
            <ac:spMk id="51" creationId="{FE288D11-7038-402B-848F-FB5A99378125}"/>
          </ac:spMkLst>
        </pc:spChg>
        <pc:grpChg chg="add del">
          <ac:chgData name="Ken Popkin" userId="3c94c39e-c43b-4805-99ab-8da17777f1ac" providerId="ADAL" clId="{690631BD-0920-4F8B-B4A7-12A398833A99}" dt="2021-03-19T16:51:05.324" v="533" actId="165"/>
          <ac:grpSpMkLst>
            <pc:docMk/>
            <pc:sldMk cId="1161169406" sldId="2146845981"/>
            <ac:grpSpMk id="54" creationId="{BF941AD9-3512-4F7B-B463-239306E7F369}"/>
          </ac:grpSpMkLst>
        </pc:grpChg>
        <pc:picChg chg="del mod topLvl">
          <ac:chgData name="Ken Popkin" userId="3c94c39e-c43b-4805-99ab-8da17777f1ac" providerId="ADAL" clId="{690631BD-0920-4F8B-B4A7-12A398833A99}" dt="2021-03-19T16:51:14.976" v="534" actId="478"/>
          <ac:picMkLst>
            <pc:docMk/>
            <pc:sldMk cId="1161169406" sldId="2146845981"/>
            <ac:picMk id="8" creationId="{5ADC681B-3A50-420D-A2E6-67917464B902}"/>
          </ac:picMkLst>
        </pc:picChg>
        <pc:picChg chg="del mod topLvl">
          <ac:chgData name="Ken Popkin" userId="3c94c39e-c43b-4805-99ab-8da17777f1ac" providerId="ADAL" clId="{690631BD-0920-4F8B-B4A7-12A398833A99}" dt="2021-03-19T16:51:14.976" v="534" actId="478"/>
          <ac:picMkLst>
            <pc:docMk/>
            <pc:sldMk cId="1161169406" sldId="2146845981"/>
            <ac:picMk id="52" creationId="{7F668519-5CFB-4EC5-BAA8-2E8E7DA73248}"/>
          </ac:picMkLst>
        </pc:picChg>
        <pc:picChg chg="del mod topLvl">
          <ac:chgData name="Ken Popkin" userId="3c94c39e-c43b-4805-99ab-8da17777f1ac" providerId="ADAL" clId="{690631BD-0920-4F8B-B4A7-12A398833A99}" dt="2021-03-19T16:51:14.976" v="534" actId="478"/>
          <ac:picMkLst>
            <pc:docMk/>
            <pc:sldMk cId="1161169406" sldId="2146845981"/>
            <ac:picMk id="53" creationId="{AA293B1F-E6E2-49CA-8ECA-07577FE1B7CD}"/>
          </ac:picMkLst>
        </pc:picChg>
      </pc:sldChg>
      <pc:sldChg chg="del">
        <pc:chgData name="Ken Popkin" userId="3c94c39e-c43b-4805-99ab-8da17777f1ac" providerId="ADAL" clId="{690631BD-0920-4F8B-B4A7-12A398833A99}" dt="2021-03-19T15:27:30.497" v="36" actId="47"/>
        <pc:sldMkLst>
          <pc:docMk/>
          <pc:sldMk cId="3160662492" sldId="2146845981"/>
        </pc:sldMkLst>
      </pc:sldChg>
      <pc:sldChg chg="delSp add mod ord">
        <pc:chgData name="Ken Popkin" userId="3c94c39e-c43b-4805-99ab-8da17777f1ac" providerId="ADAL" clId="{690631BD-0920-4F8B-B4A7-12A398833A99}" dt="2021-03-19T16:54:20.270" v="570"/>
        <pc:sldMkLst>
          <pc:docMk/>
          <pc:sldMk cId="207730898" sldId="2146845982"/>
        </pc:sldMkLst>
        <pc:spChg chg="del">
          <ac:chgData name="Ken Popkin" userId="3c94c39e-c43b-4805-99ab-8da17777f1ac" providerId="ADAL" clId="{690631BD-0920-4F8B-B4A7-12A398833A99}" dt="2021-03-19T16:53:27.491" v="564" actId="478"/>
          <ac:spMkLst>
            <pc:docMk/>
            <pc:sldMk cId="207730898" sldId="2146845982"/>
            <ac:spMk id="3" creationId="{A2320559-CBC3-488F-999F-AF045D07A671}"/>
          </ac:spMkLst>
        </pc:spChg>
      </pc:sldChg>
      <pc:sldChg chg="del">
        <pc:chgData name="Ken Popkin" userId="3c94c39e-c43b-4805-99ab-8da17777f1ac" providerId="ADAL" clId="{690631BD-0920-4F8B-B4A7-12A398833A99}" dt="2021-03-19T15:28:03.671" v="37" actId="47"/>
        <pc:sldMkLst>
          <pc:docMk/>
          <pc:sldMk cId="3587735239" sldId="2146845982"/>
        </pc:sldMkLst>
      </pc:sldChg>
      <pc:sldChg chg="add">
        <pc:chgData name="Ken Popkin" userId="3c94c39e-c43b-4805-99ab-8da17777f1ac" providerId="ADAL" clId="{690631BD-0920-4F8B-B4A7-12A398833A99}" dt="2021-03-19T18:04:48.539" v="2293"/>
        <pc:sldMkLst>
          <pc:docMk/>
          <pc:sldMk cId="1510712340" sldId="2146845983"/>
        </pc:sldMkLst>
      </pc:sldChg>
      <pc:sldMasterChg chg="delSldLayout">
        <pc:chgData name="Ken Popkin" userId="3c94c39e-c43b-4805-99ab-8da17777f1ac" providerId="ADAL" clId="{690631BD-0920-4F8B-B4A7-12A398833A99}" dt="2021-03-19T16:49:25.475" v="527" actId="47"/>
        <pc:sldMasterMkLst>
          <pc:docMk/>
          <pc:sldMasterMk cId="4258334832" sldId="2147483661"/>
        </pc:sldMasterMkLst>
        <pc:sldLayoutChg chg="del">
          <pc:chgData name="Ken Popkin" userId="3c94c39e-c43b-4805-99ab-8da17777f1ac" providerId="ADAL" clId="{690631BD-0920-4F8B-B4A7-12A398833A99}" dt="2021-03-19T16:49:25.475" v="527" actId="47"/>
          <pc:sldLayoutMkLst>
            <pc:docMk/>
            <pc:sldMasterMk cId="4258334832" sldId="2147483661"/>
            <pc:sldLayoutMk cId="460793400" sldId="2147483660"/>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CBF622-08EE-4152-B997-1086F7A1CED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EAA9A1-4136-4F74-9F50-1583C785B3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FDE741-C56C-484E-9F6A-E1C7D1969029}" type="datetimeFigureOut">
              <a:rPr lang="en-US" smtClean="0"/>
              <a:t>6/19/2021</a:t>
            </a:fld>
            <a:endParaRPr lang="en-US"/>
          </a:p>
        </p:txBody>
      </p:sp>
      <p:sp>
        <p:nvSpPr>
          <p:cNvPr id="4" name="Footer Placeholder 3">
            <a:extLst>
              <a:ext uri="{FF2B5EF4-FFF2-40B4-BE49-F238E27FC236}">
                <a16:creationId xmlns:a16="http://schemas.microsoft.com/office/drawing/2014/main" id="{5126C565-2EDB-4A81-9A2E-4F30B52C5DD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8D9570B-F467-4E8F-BAC7-391F890B27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2FB3C59-29CE-4C1D-9232-B8FBA82B13E9}" type="slidenum">
              <a:rPr lang="en-US" smtClean="0"/>
              <a:t>‹#›</a:t>
            </a:fld>
            <a:endParaRPr lang="en-US"/>
          </a:p>
        </p:txBody>
      </p:sp>
    </p:spTree>
    <p:extLst>
      <p:ext uri="{BB962C8B-B14F-4D97-AF65-F5344CB8AC3E}">
        <p14:creationId xmlns:p14="http://schemas.microsoft.com/office/powerpoint/2010/main" val="24456086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C98CE2-079D-487A-A8E9-25291FF38A1C}" type="datetimeFigureOut">
              <a:rPr lang="en-US" smtClean="0"/>
              <a:t>6/19/2021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EA2CA-B42C-49D0-891A-0D43BFE52162}" type="slidenum">
              <a:rPr lang="en-US" smtClean="0"/>
              <a:t>‹#›</a:t>
            </a:fld>
            <a:endParaRPr lang="en-US"/>
          </a:p>
        </p:txBody>
      </p:sp>
    </p:spTree>
    <p:extLst>
      <p:ext uri="{BB962C8B-B14F-4D97-AF65-F5344CB8AC3E}">
        <p14:creationId xmlns:p14="http://schemas.microsoft.com/office/powerpoint/2010/main" val="25228661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0581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10614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42480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22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409674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12BD1-DBE9-4C7A-A155-572F79D413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ECC7AF7-D671-438E-B1CD-182E5B16D9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DF3A63-2100-49AA-9D9C-0E3D7B60B9E2}"/>
              </a:ext>
            </a:extLst>
          </p:cNvPr>
          <p:cNvSpPr>
            <a:spLocks noGrp="1"/>
          </p:cNvSpPr>
          <p:nvPr>
            <p:ph type="dt" sz="half" idx="10"/>
          </p:nvPr>
        </p:nvSpPr>
        <p:spPr/>
        <p:txBody>
          <a:bodyPr/>
          <a:lstStyle/>
          <a:p>
            <a:fld id="{103B2EBB-52A7-4B38-8120-7E7528119968}" type="datetime1">
              <a:rPr lang="en-US" smtClean="0"/>
              <a:t>6/19/2021</a:t>
            </a:fld>
            <a:endParaRPr lang="en-US"/>
          </a:p>
        </p:txBody>
      </p:sp>
      <p:sp>
        <p:nvSpPr>
          <p:cNvPr id="5" name="Footer Placeholder 4">
            <a:extLst>
              <a:ext uri="{FF2B5EF4-FFF2-40B4-BE49-F238E27FC236}">
                <a16:creationId xmlns:a16="http://schemas.microsoft.com/office/drawing/2014/main" id="{B7AE9506-0A78-4898-B1B7-55D363FFD16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58680C9F-ED0C-4CCC-BB02-EB84BB8997AF}"/>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7829308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64ADC-1964-4DDE-BFAC-478723D357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D2DC0D-2AD5-443D-BD29-3A6301275A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3BF5C7-76BE-4BA9-861B-5733B76A54B8}"/>
              </a:ext>
            </a:extLst>
          </p:cNvPr>
          <p:cNvSpPr>
            <a:spLocks noGrp="1"/>
          </p:cNvSpPr>
          <p:nvPr>
            <p:ph type="dt" sz="half" idx="10"/>
          </p:nvPr>
        </p:nvSpPr>
        <p:spPr/>
        <p:txBody>
          <a:bodyPr/>
          <a:lstStyle/>
          <a:p>
            <a:fld id="{1672BD64-F590-4509-A68C-28675F3CD962}" type="datetime1">
              <a:rPr lang="en-US" smtClean="0"/>
              <a:t>6/19/2021</a:t>
            </a:fld>
            <a:endParaRPr lang="en-US"/>
          </a:p>
        </p:txBody>
      </p:sp>
      <p:sp>
        <p:nvSpPr>
          <p:cNvPr id="5" name="Footer Placeholder 4">
            <a:extLst>
              <a:ext uri="{FF2B5EF4-FFF2-40B4-BE49-F238E27FC236}">
                <a16:creationId xmlns:a16="http://schemas.microsoft.com/office/drawing/2014/main" id="{CDD90D1D-B27F-48D2-AF56-130DD9ECC1F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7EA9D637-9B89-491F-B5F1-BC9C7839402A}"/>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972735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950446-DB1E-4393-82A8-F71A0CA9AB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DD8927E-9361-49E5-A90A-3A152D127A3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5CE751-404D-430F-A17C-D6F705C65F2F}"/>
              </a:ext>
            </a:extLst>
          </p:cNvPr>
          <p:cNvSpPr>
            <a:spLocks noGrp="1"/>
          </p:cNvSpPr>
          <p:nvPr>
            <p:ph type="dt" sz="half" idx="10"/>
          </p:nvPr>
        </p:nvSpPr>
        <p:spPr/>
        <p:txBody>
          <a:bodyPr/>
          <a:lstStyle/>
          <a:p>
            <a:fld id="{07E42BF0-882E-4F00-9E72-52F04965CA8B}" type="datetime1">
              <a:rPr lang="en-US" smtClean="0"/>
              <a:t>6/19/2021</a:t>
            </a:fld>
            <a:endParaRPr lang="en-US"/>
          </a:p>
        </p:txBody>
      </p:sp>
      <p:sp>
        <p:nvSpPr>
          <p:cNvPr id="5" name="Footer Placeholder 4">
            <a:extLst>
              <a:ext uri="{FF2B5EF4-FFF2-40B4-BE49-F238E27FC236}">
                <a16:creationId xmlns:a16="http://schemas.microsoft.com/office/drawing/2014/main" id="{9C7A9AC9-17D2-4420-B988-0294145A9AC2}"/>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FA3C1BB6-5C2D-43A6-BBB5-370F876492D8}"/>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820419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61CCE-E1B5-450E-913A-04F49E1A4F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2CE1B2-3B27-4EC2-BD64-30B7611520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B8F4816-A1C1-46E2-8A67-E173A22DCB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0F04272-3E95-4EDF-95F8-FF8B199725D4}"/>
              </a:ext>
            </a:extLst>
          </p:cNvPr>
          <p:cNvSpPr>
            <a:spLocks noGrp="1"/>
          </p:cNvSpPr>
          <p:nvPr>
            <p:ph type="dt" sz="half" idx="10"/>
          </p:nvPr>
        </p:nvSpPr>
        <p:spPr/>
        <p:txBody>
          <a:bodyPr/>
          <a:lstStyle/>
          <a:p>
            <a:fld id="{4ECAB61D-DD6B-4DBF-99C4-72F9744C0A4A}" type="datetime1">
              <a:rPr lang="en-US" smtClean="0"/>
              <a:t>6/19/2021</a:t>
            </a:fld>
            <a:endParaRPr lang="en-US"/>
          </a:p>
        </p:txBody>
      </p:sp>
      <p:sp>
        <p:nvSpPr>
          <p:cNvPr id="6" name="Footer Placeholder 5">
            <a:extLst>
              <a:ext uri="{FF2B5EF4-FFF2-40B4-BE49-F238E27FC236}">
                <a16:creationId xmlns:a16="http://schemas.microsoft.com/office/drawing/2014/main" id="{9C891E91-777F-4F9E-8D2E-00EE663A3F71}"/>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67975898-D22B-42FD-9F5B-2E2C1194386F}"/>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87935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014E3-A428-4507-94D3-53AC20E422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2B140E-9079-4AEE-8C65-48DEB3DAC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09620E-517D-4664-BAD9-AA9D1CF7F95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20A67E-F1FD-48DE-9DFB-79B76563A4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015ABF-7DB2-48E0-BE89-1D2493FE02B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33D640-D6F3-4021-8834-9277D479F2CB}"/>
              </a:ext>
            </a:extLst>
          </p:cNvPr>
          <p:cNvSpPr>
            <a:spLocks noGrp="1"/>
          </p:cNvSpPr>
          <p:nvPr>
            <p:ph type="dt" sz="half" idx="10"/>
          </p:nvPr>
        </p:nvSpPr>
        <p:spPr/>
        <p:txBody>
          <a:bodyPr/>
          <a:lstStyle/>
          <a:p>
            <a:fld id="{5E85C52C-226D-4695-B768-C68FA6DDE012}" type="datetime1">
              <a:rPr lang="en-US" smtClean="0"/>
              <a:t>6/19/2021</a:t>
            </a:fld>
            <a:endParaRPr lang="en-US"/>
          </a:p>
        </p:txBody>
      </p:sp>
      <p:sp>
        <p:nvSpPr>
          <p:cNvPr id="8" name="Footer Placeholder 7">
            <a:extLst>
              <a:ext uri="{FF2B5EF4-FFF2-40B4-BE49-F238E27FC236}">
                <a16:creationId xmlns:a16="http://schemas.microsoft.com/office/drawing/2014/main" id="{C982EF5F-42FE-4B62-9450-855FB98C09C4}"/>
              </a:ext>
            </a:extLst>
          </p:cNvPr>
          <p:cNvSpPr>
            <a:spLocks noGrp="1"/>
          </p:cNvSpPr>
          <p:nvPr>
            <p:ph type="ftr" sz="quarter" idx="11"/>
          </p:nvPr>
        </p:nvSpPr>
        <p:spPr/>
        <p:txBody>
          <a:bodyPr/>
          <a:lstStyle/>
          <a:p>
            <a:r>
              <a:rPr lang="en-US"/>
              <a:t>Global Data &amp; Analytics</a:t>
            </a:r>
          </a:p>
        </p:txBody>
      </p:sp>
      <p:sp>
        <p:nvSpPr>
          <p:cNvPr id="9" name="Slide Number Placeholder 8">
            <a:extLst>
              <a:ext uri="{FF2B5EF4-FFF2-40B4-BE49-F238E27FC236}">
                <a16:creationId xmlns:a16="http://schemas.microsoft.com/office/drawing/2014/main" id="{3F13C628-5DF7-4048-B9DF-BF16D22B75AE}"/>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2356722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DC4D1-ADFC-4AF6-A907-8E596DC789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685D9B-39B7-469B-99EA-B47D5520B381}"/>
              </a:ext>
            </a:extLst>
          </p:cNvPr>
          <p:cNvSpPr>
            <a:spLocks noGrp="1"/>
          </p:cNvSpPr>
          <p:nvPr>
            <p:ph type="dt" sz="half" idx="10"/>
          </p:nvPr>
        </p:nvSpPr>
        <p:spPr/>
        <p:txBody>
          <a:bodyPr/>
          <a:lstStyle/>
          <a:p>
            <a:fld id="{251C1E38-F3C3-47A4-B959-4E74FCE5CEE2}" type="datetime1">
              <a:rPr lang="en-US" smtClean="0"/>
              <a:t>6/19/2021</a:t>
            </a:fld>
            <a:endParaRPr lang="en-US"/>
          </a:p>
        </p:txBody>
      </p:sp>
      <p:sp>
        <p:nvSpPr>
          <p:cNvPr id="4" name="Footer Placeholder 3">
            <a:extLst>
              <a:ext uri="{FF2B5EF4-FFF2-40B4-BE49-F238E27FC236}">
                <a16:creationId xmlns:a16="http://schemas.microsoft.com/office/drawing/2014/main" id="{0418EFFF-9B53-4F19-B39F-4AE45B6537F8}"/>
              </a:ext>
            </a:extLst>
          </p:cNvPr>
          <p:cNvSpPr>
            <a:spLocks noGrp="1"/>
          </p:cNvSpPr>
          <p:nvPr>
            <p:ph type="ftr" sz="quarter" idx="11"/>
          </p:nvPr>
        </p:nvSpPr>
        <p:spPr/>
        <p:txBody>
          <a:bodyPr/>
          <a:lstStyle/>
          <a:p>
            <a:r>
              <a:rPr lang="en-US"/>
              <a:t>Global Data &amp; Analytics</a:t>
            </a:r>
          </a:p>
        </p:txBody>
      </p:sp>
      <p:sp>
        <p:nvSpPr>
          <p:cNvPr id="5" name="Slide Number Placeholder 4">
            <a:extLst>
              <a:ext uri="{FF2B5EF4-FFF2-40B4-BE49-F238E27FC236}">
                <a16:creationId xmlns:a16="http://schemas.microsoft.com/office/drawing/2014/main" id="{68946F0E-0277-4D97-A86F-0A01B870E4B5}"/>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2556314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226E0A6-A6B5-4A60-91FB-875170596B55}"/>
              </a:ext>
            </a:extLst>
          </p:cNvPr>
          <p:cNvSpPr>
            <a:spLocks noGrp="1"/>
          </p:cNvSpPr>
          <p:nvPr>
            <p:ph type="dt" sz="half" idx="10"/>
          </p:nvPr>
        </p:nvSpPr>
        <p:spPr/>
        <p:txBody>
          <a:bodyPr/>
          <a:lstStyle/>
          <a:p>
            <a:fld id="{1C48A9B4-6337-42AF-8508-3996BE1F4842}" type="datetime1">
              <a:rPr lang="en-US" smtClean="0"/>
              <a:t>6/19/2021</a:t>
            </a:fld>
            <a:endParaRPr lang="en-US"/>
          </a:p>
        </p:txBody>
      </p:sp>
      <p:sp>
        <p:nvSpPr>
          <p:cNvPr id="3" name="Footer Placeholder 2">
            <a:extLst>
              <a:ext uri="{FF2B5EF4-FFF2-40B4-BE49-F238E27FC236}">
                <a16:creationId xmlns:a16="http://schemas.microsoft.com/office/drawing/2014/main" id="{6E71D71D-959D-453F-8C8A-C9E063620368}"/>
              </a:ext>
            </a:extLst>
          </p:cNvPr>
          <p:cNvSpPr>
            <a:spLocks noGrp="1"/>
          </p:cNvSpPr>
          <p:nvPr>
            <p:ph type="ftr" sz="quarter" idx="11"/>
          </p:nvPr>
        </p:nvSpPr>
        <p:spPr/>
        <p:txBody>
          <a:bodyPr/>
          <a:lstStyle/>
          <a:p>
            <a:r>
              <a:rPr lang="en-US"/>
              <a:t>Global Data &amp; Analytics</a:t>
            </a:r>
          </a:p>
        </p:txBody>
      </p:sp>
      <p:sp>
        <p:nvSpPr>
          <p:cNvPr id="4" name="Slide Number Placeholder 3">
            <a:extLst>
              <a:ext uri="{FF2B5EF4-FFF2-40B4-BE49-F238E27FC236}">
                <a16:creationId xmlns:a16="http://schemas.microsoft.com/office/drawing/2014/main" id="{EA7D30ED-A832-468E-B35C-E1EFC3FDBCD9}"/>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1203103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B2D51-6231-43F0-91FC-E3FDD8CCEC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5267C4-ACEE-4CC9-B774-0AF3DADE4B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B68944-338F-4AD0-9720-1492207198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FFC126-4BC1-43E1-B108-BB758B6F133B}"/>
              </a:ext>
            </a:extLst>
          </p:cNvPr>
          <p:cNvSpPr>
            <a:spLocks noGrp="1"/>
          </p:cNvSpPr>
          <p:nvPr>
            <p:ph type="dt" sz="half" idx="10"/>
          </p:nvPr>
        </p:nvSpPr>
        <p:spPr/>
        <p:txBody>
          <a:bodyPr/>
          <a:lstStyle/>
          <a:p>
            <a:fld id="{18C7B0B3-2E08-4557-A8E4-413FDC53D92D}" type="datetime1">
              <a:rPr lang="en-US" smtClean="0"/>
              <a:t>6/19/2021</a:t>
            </a:fld>
            <a:endParaRPr lang="en-US"/>
          </a:p>
        </p:txBody>
      </p:sp>
      <p:sp>
        <p:nvSpPr>
          <p:cNvPr id="6" name="Footer Placeholder 5">
            <a:extLst>
              <a:ext uri="{FF2B5EF4-FFF2-40B4-BE49-F238E27FC236}">
                <a16:creationId xmlns:a16="http://schemas.microsoft.com/office/drawing/2014/main" id="{8CC3BA06-6F74-4EAA-8F79-1ADD28BBB31C}"/>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03CFFE8E-43D3-451F-947D-72A164EC5D74}"/>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8250706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99F7C-BE15-4781-876B-C59ECDF52F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9F5185C-ABF0-4A8E-B8AD-24B700E394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2777A07-F1A3-469D-A51A-5DA098835F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2D2B05-01EE-46B8-9A06-6BB1150316F3}"/>
              </a:ext>
            </a:extLst>
          </p:cNvPr>
          <p:cNvSpPr>
            <a:spLocks noGrp="1"/>
          </p:cNvSpPr>
          <p:nvPr>
            <p:ph type="dt" sz="half" idx="10"/>
          </p:nvPr>
        </p:nvSpPr>
        <p:spPr/>
        <p:txBody>
          <a:bodyPr/>
          <a:lstStyle/>
          <a:p>
            <a:fld id="{23241DAE-81D3-40A1-B863-61EE09DA0B57}" type="datetime1">
              <a:rPr lang="en-US" smtClean="0"/>
              <a:t>6/19/2021</a:t>
            </a:fld>
            <a:endParaRPr lang="en-US"/>
          </a:p>
        </p:txBody>
      </p:sp>
      <p:sp>
        <p:nvSpPr>
          <p:cNvPr id="6" name="Footer Placeholder 5">
            <a:extLst>
              <a:ext uri="{FF2B5EF4-FFF2-40B4-BE49-F238E27FC236}">
                <a16:creationId xmlns:a16="http://schemas.microsoft.com/office/drawing/2014/main" id="{A1829D0C-5896-44E7-9A32-F0CA5B283F01}"/>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9DB9520A-3A5D-4A31-B658-6970D1FD6B66}"/>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0410328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A60B5-1E0A-4E6C-939D-E3977CA0834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921FE8-2634-4A10-9F7A-7A67FF4AF4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722466-F55C-4084-9C07-A27D2188584B}"/>
              </a:ext>
            </a:extLst>
          </p:cNvPr>
          <p:cNvSpPr>
            <a:spLocks noGrp="1"/>
          </p:cNvSpPr>
          <p:nvPr>
            <p:ph type="dt" sz="half" idx="10"/>
          </p:nvPr>
        </p:nvSpPr>
        <p:spPr/>
        <p:txBody>
          <a:bodyPr/>
          <a:lstStyle/>
          <a:p>
            <a:fld id="{F5E579C9-A32F-4F0B-ABD2-ADCF85B6FA55}" type="datetime1">
              <a:rPr lang="en-US" smtClean="0"/>
              <a:t>6/19/2021</a:t>
            </a:fld>
            <a:endParaRPr lang="en-US"/>
          </a:p>
        </p:txBody>
      </p:sp>
      <p:sp>
        <p:nvSpPr>
          <p:cNvPr id="5" name="Footer Placeholder 4">
            <a:extLst>
              <a:ext uri="{FF2B5EF4-FFF2-40B4-BE49-F238E27FC236}">
                <a16:creationId xmlns:a16="http://schemas.microsoft.com/office/drawing/2014/main" id="{C3C6F6CB-75AA-4756-B304-9BF2441B3A2F}"/>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1AA86EC7-B20F-41C0-980B-4AC84DBC9564}"/>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919461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D0CD3B-D97E-4E4A-A8A7-A692730FF29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8B9C12E-0680-4665-A5EC-45D2DA12664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9860D6-E84F-4652-8A73-AAE1715C097B}"/>
              </a:ext>
            </a:extLst>
          </p:cNvPr>
          <p:cNvSpPr>
            <a:spLocks noGrp="1"/>
          </p:cNvSpPr>
          <p:nvPr>
            <p:ph type="dt" sz="half" idx="10"/>
          </p:nvPr>
        </p:nvSpPr>
        <p:spPr/>
        <p:txBody>
          <a:bodyPr/>
          <a:lstStyle/>
          <a:p>
            <a:fld id="{27AA915F-C44D-424D-943F-EEAF3B8CD8B4}" type="datetime1">
              <a:rPr lang="en-US" smtClean="0"/>
              <a:t>6/19/2021</a:t>
            </a:fld>
            <a:endParaRPr lang="en-US"/>
          </a:p>
        </p:txBody>
      </p:sp>
      <p:sp>
        <p:nvSpPr>
          <p:cNvPr id="5" name="Footer Placeholder 4">
            <a:extLst>
              <a:ext uri="{FF2B5EF4-FFF2-40B4-BE49-F238E27FC236}">
                <a16:creationId xmlns:a16="http://schemas.microsoft.com/office/drawing/2014/main" id="{7D36FD53-CEC5-4046-BE6F-0F93FC42D54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CAF99C4F-9967-4388-8446-DFE81D89BDA8}"/>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1359641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Bottom Overlay">
    <p:bg>
      <p:bgPr>
        <a:solidFill>
          <a:srgbClr val="454546"/>
        </a:solidFill>
        <a:effectLst/>
      </p:bgPr>
    </p:bg>
    <p:spTree>
      <p:nvGrpSpPr>
        <p:cNvPr id="1" name=""/>
        <p:cNvGrpSpPr/>
        <p:nvPr/>
      </p:nvGrpSpPr>
      <p:grpSpPr>
        <a:xfrm>
          <a:off x="0" y="0"/>
          <a:ext cx="0" cy="0"/>
          <a:chOff x="0" y="0"/>
          <a:chExt cx="0" cy="0"/>
        </a:xfrm>
      </p:grpSpPr>
      <p:sp>
        <p:nvSpPr>
          <p:cNvPr id="96" name="Rectangle"/>
          <p:cNvSpPr>
            <a:spLocks noGrp="1"/>
          </p:cNvSpPr>
          <p:nvPr>
            <p:ph type="body" idx="13"/>
          </p:nvPr>
        </p:nvSpPr>
        <p:spPr>
          <a:xfrm>
            <a:off x="0" y="2381250"/>
            <a:ext cx="12192001" cy="4476750"/>
          </a:xfrm>
          <a:prstGeom prst="rect">
            <a:avLst/>
          </a:prstGeom>
          <a:gradFill>
            <a:gsLst>
              <a:gs pos="0">
                <a:srgbClr val="FFFFFF"/>
              </a:gs>
              <a:gs pos="100000">
                <a:srgbClr val="929292"/>
              </a:gs>
            </a:gsLst>
            <a:lin ang="8100000"/>
          </a:gradFill>
          <a:effectLst>
            <a:outerShdw blurRad="1270000" dist="635000" dir="16200000" rotWithShape="0">
              <a:srgbClr val="000000">
                <a:alpha val="25000"/>
              </a:srgbClr>
            </a:outerShdw>
          </a:effectLst>
        </p:spPr>
        <p:txBody>
          <a:bodyPr lIns="0" tIns="0" rIns="0" bIns="0" anchor="ctr">
            <a:noAutofit/>
          </a:bodyPr>
          <a:lstStyle/>
          <a:p>
            <a:pPr algn="ctr">
              <a:lnSpc>
                <a:spcPct val="100000"/>
              </a:lnSpc>
              <a:defRPr sz="3200" cap="none" spc="0">
                <a:solidFill>
                  <a:srgbClr val="FFFFFF"/>
                </a:solidFill>
                <a:latin typeface="Helvetica Neue Medium"/>
                <a:ea typeface="Helvetica Neue Medium"/>
                <a:cs typeface="Helvetica Neue Medium"/>
                <a:sym typeface="Helvetica Neue Medium"/>
              </a:defRPr>
            </a:pPr>
            <a:endParaRPr/>
          </a:p>
        </p:txBody>
      </p:sp>
      <p:sp>
        <p:nvSpPr>
          <p:cNvPr id="97" name="Rounded Rectangle"/>
          <p:cNvSpPr>
            <a:spLocks noGrp="1"/>
          </p:cNvSpPr>
          <p:nvPr>
            <p:ph type="body" sz="quarter" idx="14"/>
          </p:nvPr>
        </p:nvSpPr>
        <p:spPr>
          <a:xfrm rot="16200000">
            <a:off x="5937250" y="1749406"/>
            <a:ext cx="317500" cy="1270001"/>
          </a:xfrm>
          <a:prstGeom prst="roundRect">
            <a:avLst>
              <a:gd name="adj" fmla="val 50000"/>
            </a:avLst>
          </a:prstGeom>
          <a:solidFill>
            <a:srgbClr val="4BA7B9"/>
          </a:solidFill>
        </p:spPr>
        <p:txBody>
          <a:bodyPr anchor="ctr">
            <a:noAutofit/>
          </a:bodyPr>
          <a:lstStyle/>
          <a:p>
            <a:pPr algn="ctr">
              <a:lnSpc>
                <a:spcPct val="100000"/>
              </a:lnSpc>
              <a:defRPr sz="3200" cap="none" spc="0">
                <a:solidFill>
                  <a:srgbClr val="FFFFFF"/>
                </a:solidFill>
                <a:latin typeface="Helvetica Neue Medium"/>
                <a:ea typeface="Helvetica Neue Medium"/>
                <a:cs typeface="Helvetica Neue Medium"/>
                <a:sym typeface="Helvetica Neue Medium"/>
              </a:defRPr>
            </a:pPr>
            <a:endParaRPr/>
          </a:p>
        </p:txBody>
      </p:sp>
      <p:sp>
        <p:nvSpPr>
          <p:cNvPr id="9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649046006"/>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5DF253-A8BB-40BC-B855-AAD5E20A5F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D00913-6FC0-427F-9473-C61D09F6EC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9DF773-DB9A-4837-B44E-F4BE90A488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1C9B08-2FC1-4EA4-B812-405B36FC06BF}" type="datetime1">
              <a:rPr lang="en-US" smtClean="0"/>
              <a:t>6/19/2021</a:t>
            </a:fld>
            <a:endParaRPr lang="en-US"/>
          </a:p>
        </p:txBody>
      </p:sp>
      <p:sp>
        <p:nvSpPr>
          <p:cNvPr id="5" name="Footer Placeholder 4">
            <a:extLst>
              <a:ext uri="{FF2B5EF4-FFF2-40B4-BE49-F238E27FC236}">
                <a16:creationId xmlns:a16="http://schemas.microsoft.com/office/drawing/2014/main" id="{B8560A87-18A4-4992-947F-88C9046D10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Global Data &amp; Analytics</a:t>
            </a:r>
          </a:p>
        </p:txBody>
      </p:sp>
      <p:sp>
        <p:nvSpPr>
          <p:cNvPr id="6" name="Slide Number Placeholder 5">
            <a:extLst>
              <a:ext uri="{FF2B5EF4-FFF2-40B4-BE49-F238E27FC236}">
                <a16:creationId xmlns:a16="http://schemas.microsoft.com/office/drawing/2014/main" id="{09BE3E6B-E688-4EEB-AB5D-9988112325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4FC6D2-A475-42D8-9478-B7141B876853}" type="slidenum">
              <a:rPr lang="en-US" smtClean="0"/>
              <a:t>‹#›</a:t>
            </a:fld>
            <a:endParaRPr lang="en-US"/>
          </a:p>
        </p:txBody>
      </p:sp>
    </p:spTree>
    <p:extLst>
      <p:ext uri="{BB962C8B-B14F-4D97-AF65-F5344CB8AC3E}">
        <p14:creationId xmlns:p14="http://schemas.microsoft.com/office/powerpoint/2010/main" val="4258334832"/>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4"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hyperlink" Target="https://en.wikipedia.org/wiki/Meijer" TargetMode="External"/><Relationship Id="rId3" Type="http://schemas.openxmlformats.org/officeDocument/2006/relationships/tags" Target="../tags/tag3.xml"/><Relationship Id="rId7" Type="http://schemas.openxmlformats.org/officeDocument/2006/relationships/slideLayout" Target="../slideLayouts/slideLayout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hyperlink" Target="https://www.meijer.com/about-meijer.html" TargetMode="External"/><Relationship Id="rId4" Type="http://schemas.openxmlformats.org/officeDocument/2006/relationships/tags" Target="../tags/tag4.xml"/><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slideLayout" Target="../slideLayouts/slideLayout7.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15.xml"/><Relationship Id="rId7" Type="http://schemas.openxmlformats.org/officeDocument/2006/relationships/slideLayout" Target="../slideLayouts/slideLayout7.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tags" Target="../tags/tag18.xml"/><Relationship Id="rId5" Type="http://schemas.openxmlformats.org/officeDocument/2006/relationships/tags" Target="../tags/tag17.xml"/><Relationship Id="rId10" Type="http://schemas.openxmlformats.org/officeDocument/2006/relationships/image" Target="../media/image6.png"/><Relationship Id="rId4" Type="http://schemas.openxmlformats.org/officeDocument/2006/relationships/tags" Target="../tags/tag16.xml"/><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tags" Target="../tags/tag21.xml"/><Relationship Id="rId7" Type="http://schemas.openxmlformats.org/officeDocument/2006/relationships/slideLayout" Target="../slideLayouts/slideLayout7.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5" Type="http://schemas.openxmlformats.org/officeDocument/2006/relationships/tags" Target="../tags/tag23.xml"/><Relationship Id="rId4" Type="http://schemas.openxmlformats.org/officeDocument/2006/relationships/tags" Target="../tags/tag22.xml"/></Relationships>
</file>

<file path=ppt/slides/_rels/slide10.xml.rels><?xml version="1.0" encoding="UTF-8" standalone="yes"?>
<Relationships xmlns="http://schemas.openxmlformats.org/package/2006/relationships"><Relationship Id="rId3" Type="http://schemas.openxmlformats.org/officeDocument/2006/relationships/tags" Target="../tags/tag27.xml"/><Relationship Id="rId7" Type="http://schemas.openxmlformats.org/officeDocument/2006/relationships/slideLayout" Target="../slideLayouts/slideLayout7.xml"/><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B5F7BF1D-097B-4D3F-A6CF-F5A7455F38D8}"/>
              </a:ext>
            </a:extLst>
          </p:cNvPr>
          <p:cNvPicPr>
            <a:picLocks noChangeAspect="1"/>
          </p:cNvPicPr>
          <p:nvPr/>
        </p:nvPicPr>
        <p:blipFill>
          <a:blip r:embed="rId3"/>
          <a:stretch>
            <a:fillRect/>
          </a:stretch>
        </p:blipFill>
        <p:spPr>
          <a:xfrm>
            <a:off x="0" y="0"/>
            <a:ext cx="12192000" cy="3737645"/>
          </a:xfrm>
          <a:prstGeom prst="rect">
            <a:avLst/>
          </a:prstGeom>
        </p:spPr>
      </p:pic>
      <p:sp>
        <p:nvSpPr>
          <p:cNvPr id="17" name="TextBox 16">
            <a:extLst>
              <a:ext uri="{FF2B5EF4-FFF2-40B4-BE49-F238E27FC236}">
                <a16:creationId xmlns:a16="http://schemas.microsoft.com/office/drawing/2014/main" id="{A30E12F0-925E-47D5-8271-731C363947DF}"/>
              </a:ext>
            </a:extLst>
          </p:cNvPr>
          <p:cNvSpPr txBox="1"/>
          <p:nvPr/>
        </p:nvSpPr>
        <p:spPr>
          <a:xfrm>
            <a:off x="3021447" y="4103836"/>
            <a:ext cx="6102675" cy="769441"/>
          </a:xfrm>
          <a:prstGeom prst="rect">
            <a:avLst/>
          </a:prstGeom>
          <a:noFill/>
        </p:spPr>
        <p:txBody>
          <a:bodyPr wrap="square">
            <a:spAutoFit/>
          </a:bodyPr>
          <a:lstStyle/>
          <a:p>
            <a:r>
              <a:rPr lang="en-US" sz="4400" dirty="0">
                <a:solidFill>
                  <a:schemeClr val="accent2">
                    <a:lumMod val="75000"/>
                  </a:schemeClr>
                </a:solidFill>
                <a:latin typeface="Gisha" panose="020B0502040204020203" pitchFamily="34" charset="-79"/>
                <a:cs typeface="Gisha" panose="020B0502040204020203" pitchFamily="34" charset="-79"/>
              </a:rPr>
              <a:t>Meijer’s Shopping Carts</a:t>
            </a:r>
            <a:endParaRPr lang="en-US" sz="4400" dirty="0"/>
          </a:p>
        </p:txBody>
      </p:sp>
      <p:sp>
        <p:nvSpPr>
          <p:cNvPr id="19" name="Title 6">
            <a:extLst>
              <a:ext uri="{FF2B5EF4-FFF2-40B4-BE49-F238E27FC236}">
                <a16:creationId xmlns:a16="http://schemas.microsoft.com/office/drawing/2014/main" id="{5D289768-C3F1-4F07-B298-D4F55ABE17F7}"/>
              </a:ext>
            </a:extLst>
          </p:cNvPr>
          <p:cNvSpPr txBox="1">
            <a:spLocks/>
          </p:cNvSpPr>
          <p:nvPr/>
        </p:nvSpPr>
        <p:spPr>
          <a:xfrm>
            <a:off x="4443399" y="5117216"/>
            <a:ext cx="3762401" cy="67802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F0"/>
                </a:solidFill>
                <a:latin typeface="Gisha" panose="020B0502040204020203" pitchFamily="34" charset="-79"/>
                <a:cs typeface="Gisha" panose="020B0502040204020203" pitchFamily="34" charset="-79"/>
              </a:rPr>
              <a:t>DATA604 Final Project</a:t>
            </a:r>
          </a:p>
          <a:p>
            <a:r>
              <a:rPr lang="en-US" sz="2400" dirty="0">
                <a:solidFill>
                  <a:srgbClr val="00B0F0"/>
                </a:solidFill>
                <a:latin typeface="Gisha" panose="020B0502040204020203" pitchFamily="34" charset="-79"/>
                <a:cs typeface="Gisha" panose="020B0502040204020203" pitchFamily="34" charset="-79"/>
              </a:rPr>
              <a:t>July 18</a:t>
            </a:r>
            <a:r>
              <a:rPr lang="en-US" sz="2400" baseline="30000" dirty="0">
                <a:solidFill>
                  <a:srgbClr val="00B0F0"/>
                </a:solidFill>
                <a:latin typeface="Gisha" panose="020B0502040204020203" pitchFamily="34" charset="-79"/>
                <a:cs typeface="Gisha" panose="020B0502040204020203" pitchFamily="34" charset="-79"/>
              </a:rPr>
              <a:t>th</a:t>
            </a:r>
            <a:r>
              <a:rPr lang="en-US" sz="2400" dirty="0">
                <a:solidFill>
                  <a:srgbClr val="00B0F0"/>
                </a:solidFill>
                <a:latin typeface="Gisha" panose="020B0502040204020203" pitchFamily="34" charset="-79"/>
                <a:cs typeface="Gisha" panose="020B0502040204020203" pitchFamily="34" charset="-79"/>
              </a:rPr>
              <a:t>, 2021</a:t>
            </a:r>
          </a:p>
        </p:txBody>
      </p:sp>
    </p:spTree>
    <p:extLst>
      <p:ext uri="{BB962C8B-B14F-4D97-AF65-F5344CB8AC3E}">
        <p14:creationId xmlns:p14="http://schemas.microsoft.com/office/powerpoint/2010/main" val="182815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123CD8E-CA78-4AEB-BF99-A99579387E45}"/>
              </a:ext>
            </a:extLst>
          </p:cNvPr>
          <p:cNvSpPr/>
          <p:nvPr/>
        </p:nvSpPr>
        <p:spPr>
          <a:xfrm>
            <a:off x="-9939" y="10138"/>
            <a:ext cx="5962851" cy="6858000"/>
          </a:xfrm>
          <a:prstGeom prst="rect">
            <a:avLst/>
          </a:prstGeom>
          <a:solidFill>
            <a:schemeClr val="tx1">
              <a:lumMod val="65000"/>
              <a:lumOff val="3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i="1" dirty="0"/>
          </a:p>
        </p:txBody>
      </p:sp>
      <p:sp>
        <p:nvSpPr>
          <p:cNvPr id="18" name="Title 3">
            <a:extLst>
              <a:ext uri="{FF2B5EF4-FFF2-40B4-BE49-F238E27FC236}">
                <a16:creationId xmlns:a16="http://schemas.microsoft.com/office/drawing/2014/main" id="{5A330CAA-DD1E-45F9-B8D5-C5FE7833A46D}"/>
              </a:ext>
            </a:extLst>
          </p:cNvPr>
          <p:cNvSpPr txBox="1">
            <a:spLocks/>
          </p:cNvSpPr>
          <p:nvPr/>
        </p:nvSpPr>
        <p:spPr>
          <a:xfrm>
            <a:off x="1532009" y="168044"/>
            <a:ext cx="2888179"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Contents</a:t>
            </a:r>
          </a:p>
        </p:txBody>
      </p:sp>
      <p:sp>
        <p:nvSpPr>
          <p:cNvPr id="10" name="TextBox 9">
            <a:extLst>
              <a:ext uri="{FF2B5EF4-FFF2-40B4-BE49-F238E27FC236}">
                <a16:creationId xmlns:a16="http://schemas.microsoft.com/office/drawing/2014/main" id="{F4121284-E11E-42EB-B665-B506A4D5D9C6}"/>
              </a:ext>
            </a:extLst>
          </p:cNvPr>
          <p:cNvSpPr txBox="1"/>
          <p:nvPr/>
        </p:nvSpPr>
        <p:spPr>
          <a:xfrm>
            <a:off x="985197" y="3039571"/>
            <a:ext cx="3981802" cy="830997"/>
          </a:xfrm>
          <a:prstGeom prst="rect">
            <a:avLst/>
          </a:prstGeom>
          <a:noFill/>
        </p:spPr>
        <p:txBody>
          <a:bodyPr wrap="square">
            <a:spAutoFit/>
          </a:bodyPr>
          <a:lstStyle/>
          <a:p>
            <a:pPr algn="l" latinLnBrk="0"/>
            <a:r>
              <a:rPr lang="en-US" sz="1600" b="0" i="1" dirty="0">
                <a:solidFill>
                  <a:schemeClr val="bg1"/>
                </a:solidFill>
                <a:effectLst/>
                <a:latin typeface="Gisha" panose="020B0502040204020203" pitchFamily="34" charset="-79"/>
                <a:cs typeface="Gisha" panose="020B0502040204020203" pitchFamily="34" charset="-79"/>
              </a:rPr>
              <a:t>Using </a:t>
            </a:r>
            <a:r>
              <a:rPr lang="en-US" sz="1600" b="0" i="1" dirty="0" err="1">
                <a:solidFill>
                  <a:schemeClr val="bg1"/>
                </a:solidFill>
                <a:effectLst/>
                <a:latin typeface="Gisha" panose="020B0502040204020203" pitchFamily="34" charset="-79"/>
                <a:cs typeface="Gisha" panose="020B0502040204020203" pitchFamily="34" charset="-79"/>
              </a:rPr>
              <a:t>SimPy</a:t>
            </a:r>
            <a:r>
              <a:rPr lang="en-US" sz="1600" b="0" i="1" dirty="0">
                <a:solidFill>
                  <a:schemeClr val="bg1"/>
                </a:solidFill>
                <a:effectLst/>
                <a:latin typeface="Gisha" panose="020B0502040204020203" pitchFamily="34" charset="-79"/>
                <a:cs typeface="Gisha" panose="020B0502040204020203" pitchFamily="34" charset="-79"/>
              </a:rPr>
              <a:t>, write a process simulation that includes waiting time.  You may use any topic of interest to you.</a:t>
            </a:r>
          </a:p>
        </p:txBody>
      </p:sp>
      <p:sp>
        <p:nvSpPr>
          <p:cNvPr id="12" name="TextBox 11">
            <a:extLst>
              <a:ext uri="{FF2B5EF4-FFF2-40B4-BE49-F238E27FC236}">
                <a16:creationId xmlns:a16="http://schemas.microsoft.com/office/drawing/2014/main" id="{52688B0F-A3A0-46A6-B17D-34E89ACDAAFE}"/>
              </a:ext>
            </a:extLst>
          </p:cNvPr>
          <p:cNvSpPr txBox="1"/>
          <p:nvPr/>
        </p:nvSpPr>
        <p:spPr>
          <a:xfrm>
            <a:off x="1828129" y="1417555"/>
            <a:ext cx="2295939" cy="830997"/>
          </a:xfrm>
          <a:prstGeom prst="rect">
            <a:avLst/>
          </a:prstGeom>
          <a:noFill/>
        </p:spPr>
        <p:txBody>
          <a:bodyPr wrap="square">
            <a:spAutoFit/>
          </a:bodyPr>
          <a:lstStyle/>
          <a:p>
            <a:pPr algn="ctr"/>
            <a:r>
              <a:rPr lang="en-US" sz="2400" dirty="0">
                <a:solidFill>
                  <a:schemeClr val="bg1"/>
                </a:solidFill>
                <a:latin typeface="Gisha" panose="020B0502040204020203" pitchFamily="34" charset="-79"/>
                <a:cs typeface="Gisha" panose="020B0502040204020203" pitchFamily="34" charset="-79"/>
              </a:rPr>
              <a:t>DATA604</a:t>
            </a:r>
          </a:p>
          <a:p>
            <a:pPr algn="ctr"/>
            <a:r>
              <a:rPr lang="en-US" sz="2400" i="1" dirty="0">
                <a:solidFill>
                  <a:schemeClr val="bg1"/>
                </a:solidFill>
                <a:latin typeface="Gisha" panose="020B0502040204020203" pitchFamily="34" charset="-79"/>
                <a:cs typeface="Gisha" panose="020B0502040204020203" pitchFamily="34" charset="-79"/>
              </a:rPr>
              <a:t>Final Project</a:t>
            </a:r>
            <a:endParaRPr lang="en-US" sz="2400" dirty="0">
              <a:solidFill>
                <a:schemeClr val="bg1"/>
              </a:solidFill>
              <a:latin typeface="Gisha" panose="020B0502040204020203" pitchFamily="34" charset="-79"/>
              <a:cs typeface="Gisha" panose="020B0502040204020203" pitchFamily="34" charset="-79"/>
            </a:endParaRPr>
          </a:p>
        </p:txBody>
      </p:sp>
      <p:graphicFrame>
        <p:nvGraphicFramePr>
          <p:cNvPr id="15" name="Table 4">
            <a:extLst>
              <a:ext uri="{FF2B5EF4-FFF2-40B4-BE49-F238E27FC236}">
                <a16:creationId xmlns:a16="http://schemas.microsoft.com/office/drawing/2014/main" id="{BB6ED463-2C1A-462C-8B5C-CE9A5D296097}"/>
              </a:ext>
            </a:extLst>
          </p:cNvPr>
          <p:cNvGraphicFramePr>
            <a:graphicFrameLocks noGrp="1"/>
          </p:cNvGraphicFramePr>
          <p:nvPr>
            <p:extLst>
              <p:ext uri="{D42A27DB-BD31-4B8C-83A1-F6EECF244321}">
                <p14:modId xmlns:p14="http://schemas.microsoft.com/office/powerpoint/2010/main" val="372442152"/>
              </p:ext>
            </p:extLst>
          </p:nvPr>
        </p:nvGraphicFramePr>
        <p:xfrm>
          <a:off x="7413964" y="1417555"/>
          <a:ext cx="3096771" cy="3794760"/>
        </p:xfrm>
        <a:graphic>
          <a:graphicData uri="http://schemas.openxmlformats.org/drawingml/2006/table">
            <a:tbl>
              <a:tblPr firstRow="1" bandRow="1">
                <a:tableStyleId>{5C22544A-7EE6-4342-B048-85BDC9FD1C3A}</a:tableStyleId>
              </a:tblPr>
              <a:tblGrid>
                <a:gridCol w="2391093">
                  <a:extLst>
                    <a:ext uri="{9D8B030D-6E8A-4147-A177-3AD203B41FA5}">
                      <a16:colId xmlns:a16="http://schemas.microsoft.com/office/drawing/2014/main" val="1214332513"/>
                    </a:ext>
                  </a:extLst>
                </a:gridCol>
                <a:gridCol w="705678">
                  <a:extLst>
                    <a:ext uri="{9D8B030D-6E8A-4147-A177-3AD203B41FA5}">
                      <a16:colId xmlns:a16="http://schemas.microsoft.com/office/drawing/2014/main" val="4208529526"/>
                    </a:ext>
                  </a:extLst>
                </a:gridCol>
              </a:tblGrid>
              <a:tr h="2565104">
                <a:tc>
                  <a:txBody>
                    <a:body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sz="1800" b="1" u="sng" dirty="0">
                          <a:solidFill>
                            <a:schemeClr val="accent2">
                              <a:lumMod val="75000"/>
                            </a:schemeClr>
                          </a:solidFill>
                          <a:latin typeface="Gisha" panose="020B0502040204020203" pitchFamily="34" charset="-79"/>
                          <a:cs typeface="Gisha" panose="020B0502040204020203" pitchFamily="34" charset="-79"/>
                        </a:rPr>
                        <a:t>Topic</a:t>
                      </a:r>
                      <a:endParaRPr lang="en-US" sz="1800" b="1"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About Meijer</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Cart Problem</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Flowchart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Validity</a:t>
                      </a:r>
                    </a:p>
                    <a:p>
                      <a:pPr marL="228600" marR="0" lvl="0" indent="0" algn="l" defTabSz="914400" rtl="0" eaLnBrk="1" fontAlgn="auto" latinLnBrk="0" hangingPunct="1">
                        <a:lnSpc>
                          <a:spcPct val="100000"/>
                        </a:lnSpc>
                        <a:spcBef>
                          <a:spcPts val="0"/>
                        </a:spcBef>
                        <a:spcAft>
                          <a:spcPts val="300"/>
                        </a:spcAft>
                        <a:buClrTx/>
                        <a:buSzTx/>
                        <a:buFontTx/>
                        <a:buNone/>
                        <a:tabLst/>
                        <a:defRPr/>
                      </a:pPr>
                      <a:r>
                        <a:rPr lang="en-US" sz="1600" b="0" dirty="0">
                          <a:solidFill>
                            <a:schemeClr val="accent2">
                              <a:lumMod val="75000"/>
                            </a:schemeClr>
                          </a:solidFill>
                          <a:latin typeface="Gisha" panose="020B0502040204020203" pitchFamily="34" charset="-79"/>
                          <a:cs typeface="Gisha" panose="020B0502040204020203" pitchFamily="34" charset="-79"/>
                        </a:rPr>
                        <a:t>Assumptions</a:t>
                      </a:r>
                    </a:p>
                    <a:p>
                      <a:pPr marL="228600" marR="0" lvl="0" indent="0" algn="l" defTabSz="914400" rtl="0" eaLnBrk="1" fontAlgn="auto" latinLnBrk="0" hangingPunct="1">
                        <a:lnSpc>
                          <a:spcPct val="100000"/>
                        </a:lnSpc>
                        <a:spcBef>
                          <a:spcPts val="0"/>
                        </a:spcBef>
                        <a:spcAft>
                          <a:spcPts val="600"/>
                        </a:spcAft>
                        <a:buClrTx/>
                        <a:buSzTx/>
                        <a:buFontTx/>
                        <a:buNone/>
                        <a:tabLst/>
                        <a:defRPr/>
                      </a:pPr>
                      <a:r>
                        <a:rPr lang="en-US" sz="1600" b="0" dirty="0">
                          <a:solidFill>
                            <a:schemeClr val="accent2">
                              <a:lumMod val="75000"/>
                            </a:schemeClr>
                          </a:solidFill>
                          <a:latin typeface="Gisha" panose="020B0502040204020203" pitchFamily="34" charset="-79"/>
                          <a:cs typeface="Gisha" panose="020B0502040204020203" pitchFamily="34" charset="-79"/>
                        </a:rPr>
                        <a:t>Parameters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Simulation/Iterations</a:t>
                      </a:r>
                      <a:endParaRPr lang="en-US" sz="2000" b="0"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Conclusions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Out of Scope</a:t>
                      </a:r>
                      <a:endParaRPr lang="en-US" sz="1600" b="0"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endParaRPr lang="en-US" sz="1800" b="0" dirty="0">
                        <a:solidFill>
                          <a:schemeClr val="accent2">
                            <a:lumMod val="75000"/>
                          </a:schemeClr>
                        </a:solidFill>
                        <a:latin typeface="Gisha" panose="020B0502040204020203" pitchFamily="34" charset="-79"/>
                        <a:cs typeface="Gisha" panose="020B0502040204020203" pitchFamily="34" charset="-79"/>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spcAft>
                          <a:spcPts val="600"/>
                        </a:spcAft>
                      </a:pPr>
                      <a:r>
                        <a:rPr lang="en-US" sz="1800" b="1" u="sng" dirty="0">
                          <a:solidFill>
                            <a:schemeClr val="accent2">
                              <a:lumMod val="75000"/>
                            </a:schemeClr>
                          </a:solidFill>
                          <a:latin typeface="Gisha" panose="020B0502040204020203" pitchFamily="34" charset="-79"/>
                          <a:cs typeface="Gisha" panose="020B0502040204020203" pitchFamily="34" charset="-79"/>
                        </a:rPr>
                        <a:t>Page</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3</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4</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5</a:t>
                      </a:r>
                    </a:p>
                    <a:p>
                      <a:pPr lvl="0" algn="r">
                        <a:lnSpc>
                          <a:spcPct val="100000"/>
                        </a:lnSpc>
                        <a:spcAft>
                          <a:spcPts val="0"/>
                        </a:spcAft>
                        <a:buNone/>
                      </a:pPr>
                      <a:r>
                        <a:rPr lang="en-US" sz="1800" b="0" dirty="0">
                          <a:solidFill>
                            <a:schemeClr val="accent2">
                              <a:lumMod val="75000"/>
                            </a:schemeClr>
                          </a:solidFill>
                          <a:latin typeface="Gisha" panose="020B0502040204020203" pitchFamily="34" charset="-79"/>
                          <a:cs typeface="Gisha" panose="020B0502040204020203" pitchFamily="34" charset="-79"/>
                        </a:rPr>
                        <a:t>6-7</a:t>
                      </a:r>
                    </a:p>
                    <a:p>
                      <a:pPr lvl="0" algn="r">
                        <a:lnSpc>
                          <a:spcPct val="100000"/>
                        </a:lnSpc>
                        <a:spcAft>
                          <a:spcPts val="0"/>
                        </a:spcAft>
                        <a:buNone/>
                      </a:pPr>
                      <a:endParaRPr lang="en-US" sz="1800" b="0" dirty="0">
                        <a:solidFill>
                          <a:schemeClr val="accent2">
                            <a:lumMod val="75000"/>
                          </a:schemeClr>
                        </a:solidFill>
                        <a:latin typeface="Gisha" panose="020B0502040204020203" pitchFamily="34" charset="-79"/>
                        <a:cs typeface="Gisha" panose="020B0502040204020203" pitchFamily="34" charset="-79"/>
                      </a:endParaRPr>
                    </a:p>
                    <a:p>
                      <a:pPr lvl="0" algn="r">
                        <a:lnSpc>
                          <a:spcPct val="100000"/>
                        </a:lnSpc>
                        <a:spcAft>
                          <a:spcPts val="600"/>
                        </a:spcAft>
                        <a:buNone/>
                      </a:pPr>
                      <a:endParaRPr lang="en-US" sz="1800" b="0" dirty="0">
                        <a:solidFill>
                          <a:schemeClr val="accent2">
                            <a:lumMod val="75000"/>
                          </a:schemeClr>
                        </a:solidFill>
                        <a:latin typeface="Gisha" panose="020B0502040204020203" pitchFamily="34" charset="-79"/>
                        <a:cs typeface="Gisha" panose="020B0502040204020203" pitchFamily="34" charset="-79"/>
                      </a:endParaRP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8</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9</a:t>
                      </a:r>
                    </a:p>
                    <a:p>
                      <a:pPr lvl="0" algn="r">
                        <a:lnSpc>
                          <a:spcPct val="100000"/>
                        </a:lnSpc>
                        <a:spcAft>
                          <a:spcPts val="1200"/>
                        </a:spcAft>
                        <a:buNone/>
                      </a:pPr>
                      <a:r>
                        <a:rPr lang="en-US" sz="1800" b="0" dirty="0">
                          <a:solidFill>
                            <a:schemeClr val="accent2">
                              <a:lumMod val="75000"/>
                            </a:schemeClr>
                          </a:solidFill>
                          <a:latin typeface="Gisha" panose="020B0502040204020203" pitchFamily="34" charset="-79"/>
                          <a:cs typeface="Gisha" panose="020B0502040204020203" pitchFamily="34" charset="-79"/>
                        </a:rPr>
                        <a:t>10</a:t>
                      </a:r>
                    </a:p>
                    <a:p>
                      <a:pPr lvl="0" algn="r">
                        <a:lnSpc>
                          <a:spcPct val="100000"/>
                        </a:lnSpc>
                        <a:spcAft>
                          <a:spcPts val="600"/>
                        </a:spcAft>
                        <a:buNone/>
                      </a:pPr>
                      <a:endParaRPr lang="en-US" dirty="0">
                        <a:solidFill>
                          <a:schemeClr val="accent2">
                            <a:lumMod val="75000"/>
                          </a:schemeClr>
                        </a:solidFill>
                        <a:latin typeface="Gisha" panose="020B0502040204020203" pitchFamily="34" charset="-79"/>
                        <a:cs typeface="Gisha" panose="020B0502040204020203" pitchFamily="34" charset="-79"/>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97246761"/>
                  </a:ext>
                </a:extLst>
              </a:tr>
            </a:tbl>
          </a:graphicData>
        </a:graphic>
      </p:graphicFrame>
    </p:spTree>
    <p:extLst>
      <p:ext uri="{BB962C8B-B14F-4D97-AF65-F5344CB8AC3E}">
        <p14:creationId xmlns:p14="http://schemas.microsoft.com/office/powerpoint/2010/main" val="3304871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15" name="Title 3">
            <a:extLst>
              <a:ext uri="{FF2B5EF4-FFF2-40B4-BE49-F238E27FC236}">
                <a16:creationId xmlns:a16="http://schemas.microsoft.com/office/drawing/2014/main" id="{AE4EDC57-2BBE-4EC4-B4AE-DAF48D9B4E2A}"/>
              </a:ext>
            </a:extLst>
          </p:cNvPr>
          <p:cNvSpPr txBox="1">
            <a:spLocks/>
          </p:cNvSpPr>
          <p:nvPr/>
        </p:nvSpPr>
        <p:spPr>
          <a:xfrm>
            <a:off x="272459" y="171118"/>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About Meijer</a:t>
            </a:r>
          </a:p>
        </p:txBody>
      </p:sp>
      <p:sp>
        <p:nvSpPr>
          <p:cNvPr id="206" name="OTLSHAPE_TB_00000000000000000000000000000000_LeftEndCaps" hidden="1">
            <a:extLst>
              <a:ext uri="{FF2B5EF4-FFF2-40B4-BE49-F238E27FC236}">
                <a16:creationId xmlns:a16="http://schemas.microsoft.com/office/drawing/2014/main" id="{498B39AF-6085-4B88-86CD-C885D9D84BF1}"/>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algn="ctr"/>
            <a:r>
              <a:rPr lang="en-US" b="1">
                <a:solidFill>
                  <a:srgbClr val="FEBA0A"/>
                </a:solidFill>
                <a:latin typeface="Calibri" panose="020F0502020204030204" pitchFamily="34" charset="0"/>
              </a:rPr>
              <a:t>2021</a:t>
            </a:r>
          </a:p>
        </p:txBody>
      </p:sp>
      <p:sp>
        <p:nvSpPr>
          <p:cNvPr id="207" name="OTLSHAPE_TB_00000000000000000000000000000000_RightEndCaps" hidden="1">
            <a:extLst>
              <a:ext uri="{FF2B5EF4-FFF2-40B4-BE49-F238E27FC236}">
                <a16:creationId xmlns:a16="http://schemas.microsoft.com/office/drawing/2014/main" id="{9CB94177-4304-4203-970F-BC30B7B03A3C}"/>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algn="ctr"/>
            <a:r>
              <a:rPr lang="en-US" b="1">
                <a:solidFill>
                  <a:srgbClr val="FEBA0A"/>
                </a:solidFill>
                <a:latin typeface="Calibri" panose="020F0502020204030204" pitchFamily="34" charset="0"/>
              </a:rPr>
              <a:t>2021</a:t>
            </a:r>
          </a:p>
        </p:txBody>
      </p:sp>
      <p:sp>
        <p:nvSpPr>
          <p:cNvPr id="218" name="OTLSHAPE_TB_00000000000000000000000000000000_ElapsedTime" hidden="1">
            <a:extLst>
              <a:ext uri="{FF2B5EF4-FFF2-40B4-BE49-F238E27FC236}">
                <a16:creationId xmlns:a16="http://schemas.microsoft.com/office/drawing/2014/main" id="{6E30FEF6-4558-4BCD-B1AF-B5941127F741}"/>
              </a:ext>
            </a:extLst>
          </p:cNvPr>
          <p:cNvSpPr/>
          <p:nvPr>
            <p:custDataLst>
              <p:tags r:id="rId4"/>
            </p:custDataLst>
          </p:nvPr>
        </p:nvSpPr>
        <p:spPr>
          <a:xfrm>
            <a:off x="0" y="0"/>
            <a:ext cx="0" cy="0"/>
          </a:xfrm>
          <a:prstGeom prst="roundRect">
            <a:avLst/>
          </a:prstGeom>
          <a:solidFill>
            <a:srgbClr val="FF0000">
              <a:alpha val="30196"/>
            </a:srgbClr>
          </a:solidFill>
          <a:ln w="12700" cap="flat" cmpd="sng" algn="ctr">
            <a:noFill/>
            <a:prstDash val="solid"/>
            <a:miter lim="800000"/>
          </a:ln>
          <a:effectLst/>
          <a:scene3d>
            <a:camera prst="orthographicFront"/>
            <a:lightRig rig="threePt" dir="t"/>
          </a:scene3d>
          <a:sp3d>
            <a:bevelT w="12700" h="139700"/>
          </a:sp3d>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OTLSHAPE_TB_00000000000000000000000000000000_TodayMarkerShape" hidden="1">
            <a:extLst>
              <a:ext uri="{FF2B5EF4-FFF2-40B4-BE49-F238E27FC236}">
                <a16:creationId xmlns:a16="http://schemas.microsoft.com/office/drawing/2014/main" id="{2618CA4C-C5B2-4589-AFBC-9E88AC04CA4E}"/>
              </a:ext>
            </a:extLst>
          </p:cNvPr>
          <p:cNvSpPr/>
          <p:nvPr>
            <p:custDataLst>
              <p:tags r:id="rId5"/>
            </p:custDataLst>
          </p:nvPr>
        </p:nvSpPr>
        <p:spPr>
          <a:xfrm>
            <a:off x="5645809" y="1828830"/>
            <a:ext cx="76200" cy="84667"/>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TLSHAPE_TB_00000000000000000000000000000000_TodayMarkerText" hidden="1">
            <a:extLst>
              <a:ext uri="{FF2B5EF4-FFF2-40B4-BE49-F238E27FC236}">
                <a16:creationId xmlns:a16="http://schemas.microsoft.com/office/drawing/2014/main" id="{9C9F6EA3-3E8E-4AD2-8AB9-045027ED80DA}"/>
              </a:ext>
            </a:extLst>
          </p:cNvPr>
          <p:cNvSpPr txBox="1"/>
          <p:nvPr>
            <p:custDataLst>
              <p:tags r:id="rId6"/>
            </p:custDataLst>
          </p:nvPr>
        </p:nvSpPr>
        <p:spPr>
          <a:xfrm>
            <a:off x="-168984" y="58866"/>
            <a:ext cx="363369" cy="0"/>
          </a:xfrm>
          <a:prstGeom prst="rect">
            <a:avLst/>
          </a:prstGeom>
          <a:noFill/>
        </p:spPr>
        <p:txBody>
          <a:bodyPr vert="horz" wrap="none" lIns="0" tIns="0" rIns="0" bIns="0" rtlCol="0" anchor="ctr" anchorCtr="0">
            <a:spAutoFit/>
          </a:bodyPr>
          <a:lstStyle/>
          <a:p>
            <a:pPr algn="ctr"/>
            <a:r>
              <a:rPr lang="en-US" sz="1200">
                <a:solidFill>
                  <a:schemeClr val="dk1"/>
                </a:solidFill>
                <a:latin typeface="Calibri" panose="020F0502020204030204" pitchFamily="34" charset="0"/>
              </a:rPr>
              <a:t>Today</a:t>
            </a:r>
          </a:p>
        </p:txBody>
      </p:sp>
      <p:sp>
        <p:nvSpPr>
          <p:cNvPr id="239" name="TextBox 238">
            <a:hlinkClick r:id="rId8"/>
            <a:extLst>
              <a:ext uri="{FF2B5EF4-FFF2-40B4-BE49-F238E27FC236}">
                <a16:creationId xmlns:a16="http://schemas.microsoft.com/office/drawing/2014/main" id="{03BA0E40-5F75-4925-B460-1ECF2A2946C7}"/>
              </a:ext>
            </a:extLst>
          </p:cNvPr>
          <p:cNvSpPr txBox="1"/>
          <p:nvPr/>
        </p:nvSpPr>
        <p:spPr>
          <a:xfrm>
            <a:off x="10065854" y="6206195"/>
            <a:ext cx="2199033" cy="307777"/>
          </a:xfrm>
          <a:prstGeom prst="rect">
            <a:avLst/>
          </a:prstGeom>
          <a:noFill/>
        </p:spPr>
        <p:txBody>
          <a:bodyPr wrap="square">
            <a:spAutoFit/>
          </a:bodyPr>
          <a:lstStyle/>
          <a:p>
            <a:r>
              <a:rPr lang="en-US" sz="1400" i="1" u="sng" dirty="0">
                <a:solidFill>
                  <a:schemeClr val="bg1"/>
                </a:solidFill>
                <a:latin typeface="Gisha" panose="020B0502040204020203" pitchFamily="34" charset="-79"/>
                <a:cs typeface="Gisha" panose="020B0502040204020203" pitchFamily="34" charset="-79"/>
              </a:rPr>
              <a:t>source: Wikipedia</a:t>
            </a:r>
          </a:p>
        </p:txBody>
      </p:sp>
      <p:pic>
        <p:nvPicPr>
          <p:cNvPr id="241" name="Picture 240">
            <a:extLst>
              <a:ext uri="{FF2B5EF4-FFF2-40B4-BE49-F238E27FC236}">
                <a16:creationId xmlns:a16="http://schemas.microsoft.com/office/drawing/2014/main" id="{B80CFA10-DF2D-4EF3-B2B2-E556236E2BE6}"/>
              </a:ext>
            </a:extLst>
          </p:cNvPr>
          <p:cNvPicPr>
            <a:picLocks noChangeAspect="1"/>
          </p:cNvPicPr>
          <p:nvPr/>
        </p:nvPicPr>
        <p:blipFill>
          <a:blip r:embed="rId9"/>
          <a:stretch>
            <a:fillRect/>
          </a:stretch>
        </p:blipFill>
        <p:spPr>
          <a:xfrm>
            <a:off x="9243132" y="344028"/>
            <a:ext cx="2676409" cy="5575852"/>
          </a:xfrm>
          <a:prstGeom prst="rect">
            <a:avLst/>
          </a:prstGeom>
        </p:spPr>
      </p:pic>
      <p:sp>
        <p:nvSpPr>
          <p:cNvPr id="244" name="TextBox 243">
            <a:extLst>
              <a:ext uri="{FF2B5EF4-FFF2-40B4-BE49-F238E27FC236}">
                <a16:creationId xmlns:a16="http://schemas.microsoft.com/office/drawing/2014/main" id="{78AF9EBA-6F10-4B25-92E8-F12D2B892594}"/>
              </a:ext>
            </a:extLst>
          </p:cNvPr>
          <p:cNvSpPr txBox="1"/>
          <p:nvPr/>
        </p:nvSpPr>
        <p:spPr>
          <a:xfrm>
            <a:off x="272459" y="1584172"/>
            <a:ext cx="8314951" cy="3400931"/>
          </a:xfrm>
          <a:prstGeom prst="rect">
            <a:avLst/>
          </a:prstGeom>
          <a:noFill/>
        </p:spPr>
        <p:txBody>
          <a:bodyPr wrap="square">
            <a:spAutoFit/>
          </a:bodyPr>
          <a:lstStyle/>
          <a:p>
            <a:pPr>
              <a:spcAft>
                <a:spcPts val="1200"/>
              </a:spcAft>
            </a:pPr>
            <a:r>
              <a:rPr lang="en-US" sz="1500" b="1" i="0" dirty="0">
                <a:solidFill>
                  <a:schemeClr val="bg1"/>
                </a:solidFill>
                <a:effectLst/>
                <a:latin typeface="Gisha" panose="020B0502040204020203" pitchFamily="34" charset="-79"/>
                <a:cs typeface="Gisha" panose="020B0502040204020203" pitchFamily="34" charset="-79"/>
              </a:rPr>
              <a:t>Meijer Inc.</a:t>
            </a:r>
            <a:r>
              <a:rPr lang="en-US" sz="1500" b="0" i="0" dirty="0">
                <a:solidFill>
                  <a:schemeClr val="bg1"/>
                </a:solidFill>
                <a:effectLst/>
                <a:latin typeface="Gisha" panose="020B0502040204020203" pitchFamily="34" charset="-79"/>
                <a:cs typeface="Gisha" panose="020B0502040204020203" pitchFamily="34" charset="-79"/>
              </a:rPr>
              <a:t> …</a:t>
            </a:r>
          </a:p>
          <a:p>
            <a:pPr marL="285750" indent="-285750">
              <a:spcAft>
                <a:spcPts val="1200"/>
              </a:spcAft>
              <a:buFont typeface="Arial" panose="020B0604020202020204" pitchFamily="34" charset="0"/>
              <a:buChar char="•"/>
            </a:pPr>
            <a:r>
              <a:rPr lang="en-US" sz="1500" b="0" i="0" dirty="0">
                <a:solidFill>
                  <a:schemeClr val="bg1"/>
                </a:solidFill>
                <a:effectLst/>
                <a:latin typeface="Gisha" panose="020B0502040204020203" pitchFamily="34" charset="-79"/>
                <a:cs typeface="Gisha" panose="020B0502040204020203" pitchFamily="34" charset="-79"/>
              </a:rPr>
              <a:t>is an American </a:t>
            </a:r>
            <a:r>
              <a:rPr lang="en-US" sz="1500" b="0" i="0" dirty="0">
                <a:solidFill>
                  <a:srgbClr val="ED7D31"/>
                </a:solidFill>
                <a:effectLst/>
                <a:latin typeface="Gisha" panose="020B0502040204020203" pitchFamily="34" charset="-79"/>
                <a:cs typeface="Gisha" panose="020B0502040204020203" pitchFamily="34" charset="-79"/>
              </a:rPr>
              <a:t>supercenter</a:t>
            </a:r>
            <a:r>
              <a:rPr lang="en-US" sz="1500" b="0" i="0" dirty="0">
                <a:solidFill>
                  <a:schemeClr val="bg1"/>
                </a:solidFill>
                <a:effectLst/>
                <a:latin typeface="Gisha" panose="020B0502040204020203" pitchFamily="34" charset="-79"/>
                <a:cs typeface="Gisha" panose="020B0502040204020203" pitchFamily="34" charset="-79"/>
              </a:rPr>
              <a:t> chain in the Midwest, headquartered in Grand Rapids, MI</a:t>
            </a:r>
          </a:p>
          <a:p>
            <a:pPr marL="285750" indent="-285750">
              <a:spcAft>
                <a:spcPts val="1200"/>
              </a:spcAft>
              <a:buFont typeface="Arial" panose="020B0604020202020204" pitchFamily="34" charset="0"/>
              <a:buChar char="•"/>
            </a:pPr>
            <a:r>
              <a:rPr lang="en-US" sz="1500" b="0" i="0" dirty="0">
                <a:solidFill>
                  <a:schemeClr val="bg1"/>
                </a:solidFill>
                <a:effectLst/>
                <a:latin typeface="Gisha" panose="020B0502040204020203" pitchFamily="34" charset="-79"/>
                <a:cs typeface="Gisha" panose="020B0502040204020203" pitchFamily="34" charset="-79"/>
              </a:rPr>
              <a:t>was founded in 1934 as a supermarket chain</a:t>
            </a:r>
            <a:r>
              <a:rPr lang="en-US" sz="1500" dirty="0">
                <a:solidFill>
                  <a:schemeClr val="bg1"/>
                </a:solidFill>
                <a:latin typeface="Gisha" panose="020B0502040204020203" pitchFamily="34" charset="-79"/>
                <a:cs typeface="Gisha" panose="020B0502040204020203" pitchFamily="34" charset="-79"/>
              </a:rPr>
              <a:t> and </a:t>
            </a:r>
            <a:r>
              <a:rPr lang="en-US" sz="1500" dirty="0">
                <a:solidFill>
                  <a:srgbClr val="ED7D31"/>
                </a:solidFill>
                <a:latin typeface="Gisha" panose="020B0502040204020203" pitchFamily="34" charset="-79"/>
                <a:cs typeface="Gisha" panose="020B0502040204020203" pitchFamily="34" charset="-79"/>
              </a:rPr>
              <a:t>is c</a:t>
            </a:r>
            <a:r>
              <a:rPr lang="en-US" sz="1500" b="0" i="0" dirty="0">
                <a:solidFill>
                  <a:srgbClr val="ED7D31"/>
                </a:solidFill>
                <a:effectLst/>
                <a:latin typeface="Gisha" panose="020B0502040204020203" pitchFamily="34" charset="-79"/>
                <a:cs typeface="Gisha" panose="020B0502040204020203" pitchFamily="34" charset="-79"/>
              </a:rPr>
              <a:t>redited with pioneering the modern supercenter concept in 1962</a:t>
            </a:r>
          </a:p>
          <a:p>
            <a:pPr marL="285750" indent="-285750">
              <a:spcAft>
                <a:spcPts val="1200"/>
              </a:spcAft>
              <a:buFont typeface="Arial" panose="020B0604020202020204" pitchFamily="34" charset="0"/>
              <a:buChar char="•"/>
            </a:pPr>
            <a:r>
              <a:rPr lang="en-US" sz="1500" dirty="0">
                <a:solidFill>
                  <a:schemeClr val="bg1"/>
                </a:solidFill>
                <a:latin typeface="Gisha" panose="020B0502040204020203" pitchFamily="34" charset="-79"/>
                <a:cs typeface="Gisha" panose="020B0502040204020203" pitchFamily="34" charset="-79"/>
              </a:rPr>
              <a:t>has a</a:t>
            </a:r>
            <a:r>
              <a:rPr lang="en-US" sz="1500" b="0" i="0" dirty="0">
                <a:solidFill>
                  <a:schemeClr val="bg1"/>
                </a:solidFill>
                <a:effectLst/>
                <a:latin typeface="Gisha" panose="020B0502040204020203" pitchFamily="34" charset="-79"/>
                <a:cs typeface="Gisha" panose="020B0502040204020203" pitchFamily="34" charset="-79"/>
              </a:rPr>
              <a:t>bout half of their 259 stores located in Michigan, with the others in Illinois, Indiana, Kentucky, Ohio, and Wisconsin </a:t>
            </a:r>
          </a:p>
          <a:p>
            <a:pPr marL="285750" indent="-285750">
              <a:spcAft>
                <a:spcPts val="600"/>
              </a:spcAft>
              <a:buFont typeface="Arial" panose="020B0604020202020204" pitchFamily="34" charset="0"/>
              <a:buChar char="•"/>
            </a:pPr>
            <a:r>
              <a:rPr lang="en-US" sz="1500" dirty="0">
                <a:solidFill>
                  <a:schemeClr val="bg1"/>
                </a:solidFill>
                <a:latin typeface="Gisha" panose="020B0502040204020203" pitchFamily="34" charset="-79"/>
                <a:cs typeface="Gisha" panose="020B0502040204020203" pitchFamily="34" charset="-79"/>
              </a:rPr>
              <a:t>r</a:t>
            </a:r>
            <a:r>
              <a:rPr lang="en-US" sz="1500" b="0" i="0" dirty="0">
                <a:solidFill>
                  <a:schemeClr val="bg1"/>
                </a:solidFill>
                <a:effectLst/>
                <a:latin typeface="Gisha" panose="020B0502040204020203" pitchFamily="34" charset="-79"/>
                <a:cs typeface="Gisha" panose="020B0502040204020203" pitchFamily="34" charset="-79"/>
              </a:rPr>
              <a:t>anked…</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19</a:t>
            </a:r>
            <a:r>
              <a:rPr lang="en-US" sz="1500" b="0" i="0" baseline="30000" dirty="0">
                <a:solidFill>
                  <a:schemeClr val="bg1"/>
                </a:solidFill>
                <a:effectLst/>
                <a:latin typeface="Gisha" panose="020B0502040204020203" pitchFamily="34" charset="-79"/>
                <a:cs typeface="Gisha" panose="020B0502040204020203" pitchFamily="34" charset="-79"/>
              </a:rPr>
              <a:t>th</a:t>
            </a:r>
            <a:r>
              <a:rPr lang="en-US" sz="1500" b="0" i="0" dirty="0">
                <a:solidFill>
                  <a:schemeClr val="bg1"/>
                </a:solidFill>
                <a:effectLst/>
                <a:latin typeface="Gisha" panose="020B0502040204020203" pitchFamily="34" charset="-79"/>
                <a:cs typeface="Gisha" panose="020B0502040204020203" pitchFamily="34" charset="-79"/>
              </a:rPr>
              <a:t>  on Forbes magazine's 2015 list of "America's Largest Private Companies”</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15</a:t>
            </a:r>
            <a:r>
              <a:rPr lang="en-US" sz="1500" b="0" i="0" baseline="30000" dirty="0">
                <a:solidFill>
                  <a:schemeClr val="bg1"/>
                </a:solidFill>
                <a:effectLst/>
                <a:latin typeface="Gisha" panose="020B0502040204020203" pitchFamily="34" charset="-79"/>
                <a:cs typeface="Gisha" panose="020B0502040204020203" pitchFamily="34" charset="-79"/>
              </a:rPr>
              <a:t>th</a:t>
            </a:r>
            <a:r>
              <a:rPr lang="en-US" sz="1500" b="0" i="0" dirty="0">
                <a:solidFill>
                  <a:schemeClr val="bg1"/>
                </a:solidFill>
                <a:effectLst/>
                <a:latin typeface="Gisha" panose="020B0502040204020203" pitchFamily="34" charset="-79"/>
                <a:cs typeface="Gisha" panose="020B0502040204020203" pitchFamily="34" charset="-79"/>
              </a:rPr>
              <a:t> on Supermarket News’ </a:t>
            </a:r>
            <a:r>
              <a:rPr lang="en-US" sz="1500" dirty="0">
                <a:solidFill>
                  <a:schemeClr val="bg1"/>
                </a:solidFill>
                <a:latin typeface="Gisha" panose="020B0502040204020203" pitchFamily="34" charset="-79"/>
                <a:cs typeface="Gisha" panose="020B0502040204020203" pitchFamily="34" charset="-79"/>
              </a:rPr>
              <a:t>l</a:t>
            </a:r>
            <a:r>
              <a:rPr lang="en-US" sz="1500" b="0" i="0" dirty="0">
                <a:solidFill>
                  <a:schemeClr val="bg1"/>
                </a:solidFill>
                <a:effectLst/>
                <a:latin typeface="Gisha" panose="020B0502040204020203" pitchFamily="34" charset="-79"/>
                <a:cs typeface="Gisha" panose="020B0502040204020203" pitchFamily="34" charset="-79"/>
              </a:rPr>
              <a:t>ist of Top 75 U.S. &amp; Canadian Food Retailers &amp; Wholesalers</a:t>
            </a:r>
            <a:r>
              <a:rPr lang="en-US" sz="1500" dirty="0">
                <a:solidFill>
                  <a:schemeClr val="bg1"/>
                </a:solidFill>
                <a:latin typeface="Gisha" panose="020B0502040204020203" pitchFamily="34" charset="-79"/>
                <a:cs typeface="Gisha" panose="020B0502040204020203" pitchFamily="34" charset="-79"/>
              </a:rPr>
              <a:t> </a:t>
            </a:r>
            <a:r>
              <a:rPr lang="en-US" sz="1500" b="0" i="0" dirty="0">
                <a:solidFill>
                  <a:schemeClr val="bg1"/>
                </a:solidFill>
                <a:effectLst/>
                <a:latin typeface="Gisha" panose="020B0502040204020203" pitchFamily="34" charset="-79"/>
                <a:cs typeface="Gisha" panose="020B0502040204020203" pitchFamily="34" charset="-79"/>
              </a:rPr>
              <a:t> </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Based on 2015 revenue, Meijer is the 26th-largest retailer in the United States</a:t>
            </a:r>
            <a:endParaRPr lang="en-US" sz="1500" dirty="0">
              <a:solidFill>
                <a:schemeClr val="bg1"/>
              </a:solidFill>
              <a:latin typeface="Gisha" panose="020B0502040204020203" pitchFamily="34" charset="-79"/>
              <a:cs typeface="Gisha" panose="020B0502040204020203" pitchFamily="34" charset="-79"/>
            </a:endParaRPr>
          </a:p>
        </p:txBody>
      </p:sp>
      <p:sp>
        <p:nvSpPr>
          <p:cNvPr id="246" name="TextBox 245">
            <a:hlinkClick r:id="rId10"/>
            <a:extLst>
              <a:ext uri="{FF2B5EF4-FFF2-40B4-BE49-F238E27FC236}">
                <a16:creationId xmlns:a16="http://schemas.microsoft.com/office/drawing/2014/main" id="{5C422668-C1E5-4DB7-9763-C12A629A2092}"/>
              </a:ext>
            </a:extLst>
          </p:cNvPr>
          <p:cNvSpPr txBox="1"/>
          <p:nvPr/>
        </p:nvSpPr>
        <p:spPr>
          <a:xfrm>
            <a:off x="417443" y="6206195"/>
            <a:ext cx="2375452" cy="307777"/>
          </a:xfrm>
          <a:prstGeom prst="rect">
            <a:avLst/>
          </a:prstGeom>
          <a:noFill/>
        </p:spPr>
        <p:txBody>
          <a:bodyPr wrap="square">
            <a:spAutoFit/>
          </a:bodyPr>
          <a:lstStyle/>
          <a:p>
            <a:r>
              <a:rPr lang="en-US" sz="1400" i="1" u="sng" dirty="0">
                <a:solidFill>
                  <a:schemeClr val="bg1"/>
                </a:solidFill>
                <a:latin typeface="Gisha" panose="020B0502040204020203" pitchFamily="34" charset="-79"/>
                <a:cs typeface="Gisha" panose="020B0502040204020203" pitchFamily="34" charset="-79"/>
              </a:rPr>
              <a:t>link to Meijer’s Website</a:t>
            </a:r>
          </a:p>
        </p:txBody>
      </p:sp>
    </p:spTree>
    <p:custDataLst>
      <p:tags r:id="rId1"/>
    </p:custDataLst>
    <p:extLst>
      <p:ext uri="{BB962C8B-B14F-4D97-AF65-F5344CB8AC3E}">
        <p14:creationId xmlns:p14="http://schemas.microsoft.com/office/powerpoint/2010/main" val="34508805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dirty="0">
                <a:solidFill>
                  <a:srgbClr val="00B0F0"/>
                </a:solidFill>
                <a:latin typeface="Gisha" panose="020B0502040204020203" pitchFamily="34" charset="-79"/>
                <a:cs typeface="Gisha" panose="020B0502040204020203" pitchFamily="34" charset="-79"/>
              </a:rPr>
              <a:t>Cart</a:t>
            </a:r>
            <a:r>
              <a:rPr kumimoji="0" lang="en-US" sz="4400" b="0" i="0" u="none" strike="noStrike" kern="1200" cap="none" spc="0" normalizeH="0" baseline="0" noProof="0" dirty="0">
                <a:ln>
                  <a:noFill/>
                </a:ln>
                <a:solidFill>
                  <a:srgbClr val="00B0F0"/>
                </a:solidFill>
                <a:effectLst/>
                <a:uLnTx/>
                <a:uFillTx/>
                <a:latin typeface="Gisha" panose="020B0502040204020203" pitchFamily="34" charset="-79"/>
                <a:ea typeface="+mj-ea"/>
                <a:cs typeface="Gisha" panose="020B0502040204020203" pitchFamily="34" charset="-79"/>
              </a:rPr>
              <a:t> Problem</a:t>
            </a:r>
          </a:p>
        </p:txBody>
      </p:sp>
      <p:sp>
        <p:nvSpPr>
          <p:cNvPr id="8" name="TextBox 7">
            <a:extLst>
              <a:ext uri="{FF2B5EF4-FFF2-40B4-BE49-F238E27FC236}">
                <a16:creationId xmlns:a16="http://schemas.microsoft.com/office/drawing/2014/main" id="{1D360C52-836F-4077-9321-E5879510915A}"/>
              </a:ext>
            </a:extLst>
          </p:cNvPr>
          <p:cNvSpPr txBox="1"/>
          <p:nvPr/>
        </p:nvSpPr>
        <p:spPr>
          <a:xfrm>
            <a:off x="580572" y="1116885"/>
            <a:ext cx="1941544"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Problem…</a:t>
            </a:r>
            <a:endParaRPr lang="en-US" sz="2400" b="1" dirty="0">
              <a:solidFill>
                <a:srgbClr val="96D642"/>
              </a:solidFill>
              <a:latin typeface="Gisha" panose="020B0502040204020203" pitchFamily="34" charset="-79"/>
              <a:cs typeface="Gisha" panose="020B0502040204020203" pitchFamily="34" charset="-79"/>
            </a:endParaRPr>
          </a:p>
        </p:txBody>
      </p:sp>
      <p:sp>
        <p:nvSpPr>
          <p:cNvPr id="9" name="TextBox 8">
            <a:extLst>
              <a:ext uri="{FF2B5EF4-FFF2-40B4-BE49-F238E27FC236}">
                <a16:creationId xmlns:a16="http://schemas.microsoft.com/office/drawing/2014/main" id="{6F728773-01CA-4B40-8340-B5CBC58F11DC}"/>
              </a:ext>
            </a:extLst>
          </p:cNvPr>
          <p:cNvSpPr txBox="1"/>
          <p:nvPr/>
        </p:nvSpPr>
        <p:spPr>
          <a:xfrm>
            <a:off x="3185309" y="1507230"/>
            <a:ext cx="6734867" cy="738664"/>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…I’ve been shopping at Meijer at least once a week for over 15 years and I’ve never entered either of their two main entrances at any location and not had at least 25 shopping carts waitin</a:t>
            </a:r>
            <a:r>
              <a:rPr lang="en-US" sz="1400" dirty="0">
                <a:solidFill>
                  <a:schemeClr val="bg1"/>
                </a:solidFill>
                <a:latin typeface="Gisha" panose="020B0502040204020203" pitchFamily="34" charset="-79"/>
                <a:cs typeface="Gisha" panose="020B0502040204020203" pitchFamily="34" charset="-79"/>
              </a:rPr>
              <a:t>g for me. </a:t>
            </a:r>
            <a:r>
              <a:rPr lang="en-US" sz="1400" i="1" dirty="0">
                <a:solidFill>
                  <a:schemeClr val="bg1"/>
                </a:solidFill>
                <a:latin typeface="Gisha" panose="020B0502040204020203" pitchFamily="34" charset="-79"/>
                <a:cs typeface="Gisha" panose="020B0502040204020203" pitchFamily="34" charset="-79"/>
              </a:rPr>
              <a:t>Great customer service, “yes”, but …</a:t>
            </a:r>
            <a:endParaRPr lang="en-US" sz="1400" dirty="0">
              <a:solidFill>
                <a:schemeClr val="bg1"/>
              </a:solidFill>
              <a:latin typeface="Gisha" panose="020B0502040204020203" pitchFamily="34" charset="-79"/>
              <a:cs typeface="Gisha" panose="020B0502040204020203" pitchFamily="34" charset="-79"/>
            </a:endParaRPr>
          </a:p>
        </p:txBody>
      </p:sp>
      <p:sp>
        <p:nvSpPr>
          <p:cNvPr id="12" name="TextBox 11">
            <a:extLst>
              <a:ext uri="{FF2B5EF4-FFF2-40B4-BE49-F238E27FC236}">
                <a16:creationId xmlns:a16="http://schemas.microsoft.com/office/drawing/2014/main" id="{E7EA87A5-C600-41DE-9C14-38A84539230F}"/>
              </a:ext>
            </a:extLst>
          </p:cNvPr>
          <p:cNvSpPr txBox="1"/>
          <p:nvPr/>
        </p:nvSpPr>
        <p:spPr>
          <a:xfrm>
            <a:off x="580572" y="4320855"/>
            <a:ext cx="2488932"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Significance…</a:t>
            </a:r>
            <a:endParaRPr lang="en-US" sz="2400" b="0" i="1" dirty="0">
              <a:solidFill>
                <a:srgbClr val="96D642"/>
              </a:solidFill>
              <a:effectLst/>
              <a:latin typeface="Gisha" panose="020B0502040204020203" pitchFamily="34" charset="-79"/>
              <a:cs typeface="Gisha" panose="020B0502040204020203" pitchFamily="34" charset="-79"/>
            </a:endParaRPr>
          </a:p>
        </p:txBody>
      </p:sp>
      <p:sp>
        <p:nvSpPr>
          <p:cNvPr id="10" name="TextBox 9">
            <a:extLst>
              <a:ext uri="{FF2B5EF4-FFF2-40B4-BE49-F238E27FC236}">
                <a16:creationId xmlns:a16="http://schemas.microsoft.com/office/drawing/2014/main" id="{E66C1837-ED98-4B73-8DD1-2D7365D72C37}"/>
              </a:ext>
            </a:extLst>
          </p:cNvPr>
          <p:cNvSpPr txBox="1"/>
          <p:nvPr/>
        </p:nvSpPr>
        <p:spPr>
          <a:xfrm>
            <a:off x="3353146" y="3263103"/>
            <a:ext cx="5895922" cy="461665"/>
          </a:xfrm>
          <a:prstGeom prst="rect">
            <a:avLst/>
          </a:prstGeom>
          <a:noFill/>
        </p:spPr>
        <p:txBody>
          <a:bodyPr wrap="square">
            <a:spAutoFit/>
          </a:bodyPr>
          <a:lstStyle/>
          <a:p>
            <a:pPr algn="ctr"/>
            <a:r>
              <a:rPr lang="en-US" sz="2400" b="1" i="1" dirty="0">
                <a:solidFill>
                  <a:srgbClr val="92D050"/>
                </a:solidFill>
                <a:latin typeface="Gisha" panose="020B0502040204020203" pitchFamily="34" charset="-79"/>
                <a:cs typeface="Gisha" panose="020B0502040204020203" pitchFamily="34" charset="-79"/>
              </a:rPr>
              <a:t>…is Meijer buying too many carts?</a:t>
            </a:r>
            <a:endParaRPr lang="en-US" sz="2400" i="1" dirty="0">
              <a:solidFill>
                <a:schemeClr val="bg1"/>
              </a:solidFill>
              <a:latin typeface="Gisha" panose="020B0502040204020203" pitchFamily="34" charset="-79"/>
              <a:cs typeface="Gisha" panose="020B0502040204020203" pitchFamily="34" charset="-79"/>
            </a:endParaRPr>
          </a:p>
        </p:txBody>
      </p:sp>
      <p:sp>
        <p:nvSpPr>
          <p:cNvPr id="13" name="TextBox 12">
            <a:extLst>
              <a:ext uri="{FF2B5EF4-FFF2-40B4-BE49-F238E27FC236}">
                <a16:creationId xmlns:a16="http://schemas.microsoft.com/office/drawing/2014/main" id="{28BDE281-5EB4-49B8-BB54-3AC22B28E751}"/>
              </a:ext>
            </a:extLst>
          </p:cNvPr>
          <p:cNvSpPr txBox="1"/>
          <p:nvPr/>
        </p:nvSpPr>
        <p:spPr>
          <a:xfrm>
            <a:off x="3185310" y="4741977"/>
            <a:ext cx="6734866" cy="954107"/>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…Shopping carts similar to Meijer’s are around $175 and my personal count at the Grandville, MI store totaled 450 carts.  </a:t>
            </a:r>
            <a:r>
              <a:rPr lang="en-US" sz="1400" dirty="0">
                <a:solidFill>
                  <a:schemeClr val="bg1"/>
                </a:solidFill>
                <a:latin typeface="Gisha" panose="020B0502040204020203" pitchFamily="34" charset="-79"/>
                <a:cs typeface="Gisha" panose="020B0502040204020203" pitchFamily="34" charset="-79"/>
              </a:rPr>
              <a:t>If Meijer truly does have too many carts, then new stores (average of 3 per year) could be supplied with carts from existing stores for an annual savings of $236,250 (450 carts * 3 new stores * $175 per cart) </a:t>
            </a:r>
          </a:p>
        </p:txBody>
      </p:sp>
      <p:sp>
        <p:nvSpPr>
          <p:cNvPr id="14" name="TextBox 13">
            <a:extLst>
              <a:ext uri="{FF2B5EF4-FFF2-40B4-BE49-F238E27FC236}">
                <a16:creationId xmlns:a16="http://schemas.microsoft.com/office/drawing/2014/main" id="{AAFFA7BE-FACE-4BCE-8C66-3918E86E1883}"/>
              </a:ext>
            </a:extLst>
          </p:cNvPr>
          <p:cNvSpPr txBox="1"/>
          <p:nvPr/>
        </p:nvSpPr>
        <p:spPr>
          <a:xfrm>
            <a:off x="7985033" y="6412957"/>
            <a:ext cx="4051020" cy="276999"/>
          </a:xfrm>
          <a:prstGeom prst="rect">
            <a:avLst/>
          </a:prstGeom>
          <a:noFill/>
        </p:spPr>
        <p:txBody>
          <a:bodyPr wrap="square">
            <a:spAutoFit/>
          </a:bodyPr>
          <a:lstStyle/>
          <a:p>
            <a:r>
              <a:rPr lang="en-US" sz="1200" b="0" i="0" u="sng" dirty="0">
                <a:solidFill>
                  <a:schemeClr val="bg1"/>
                </a:solidFill>
                <a:effectLst/>
                <a:latin typeface="Gisha" panose="020B0502040204020203" pitchFamily="34" charset="-79"/>
                <a:cs typeface="Gisha" panose="020B0502040204020203" pitchFamily="34" charset="-79"/>
              </a:rPr>
              <a:t>(see Descriptive Stats slide for details on these numbers)</a:t>
            </a:r>
          </a:p>
        </p:txBody>
      </p:sp>
    </p:spTree>
    <p:extLst>
      <p:ext uri="{BB962C8B-B14F-4D97-AF65-F5344CB8AC3E}">
        <p14:creationId xmlns:p14="http://schemas.microsoft.com/office/powerpoint/2010/main" val="32719002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Flowchart</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grpSp>
        <p:nvGrpSpPr>
          <p:cNvPr id="118" name="Group 117">
            <a:extLst>
              <a:ext uri="{FF2B5EF4-FFF2-40B4-BE49-F238E27FC236}">
                <a16:creationId xmlns:a16="http://schemas.microsoft.com/office/drawing/2014/main" id="{7B217020-7417-4B50-832E-223EBC98BE5C}"/>
              </a:ext>
            </a:extLst>
          </p:cNvPr>
          <p:cNvGrpSpPr/>
          <p:nvPr/>
        </p:nvGrpSpPr>
        <p:grpSpPr>
          <a:xfrm>
            <a:off x="1340149" y="4328277"/>
            <a:ext cx="6687033" cy="1527348"/>
            <a:chOff x="1340149" y="4328277"/>
            <a:chExt cx="6687033" cy="1527348"/>
          </a:xfrm>
        </p:grpSpPr>
        <p:sp>
          <p:nvSpPr>
            <p:cNvPr id="82" name="Rectangle 81">
              <a:extLst>
                <a:ext uri="{FF2B5EF4-FFF2-40B4-BE49-F238E27FC236}">
                  <a16:creationId xmlns:a16="http://schemas.microsoft.com/office/drawing/2014/main" id="{BFC2BD7B-9AA1-4131-946E-CC05BBA81671}"/>
                </a:ext>
              </a:extLst>
            </p:cNvPr>
            <p:cNvSpPr/>
            <p:nvPr/>
          </p:nvSpPr>
          <p:spPr>
            <a:xfrm>
              <a:off x="134014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Enters store</a:t>
              </a:r>
            </a:p>
          </p:txBody>
        </p:sp>
        <p:sp>
          <p:nvSpPr>
            <p:cNvPr id="86" name="Rectangle 85">
              <a:extLst>
                <a:ext uri="{FF2B5EF4-FFF2-40B4-BE49-F238E27FC236}">
                  <a16:creationId xmlns:a16="http://schemas.microsoft.com/office/drawing/2014/main" id="{FF216776-5C68-4381-ABA2-DBDCCE00A772}"/>
                </a:ext>
              </a:extLst>
            </p:cNvPr>
            <p:cNvSpPr/>
            <p:nvPr/>
          </p:nvSpPr>
          <p:spPr>
            <a:xfrm>
              <a:off x="311558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Grabs cart</a:t>
              </a:r>
            </a:p>
          </p:txBody>
        </p:sp>
        <p:sp>
          <p:nvSpPr>
            <p:cNvPr id="87" name="Rectangle 86">
              <a:extLst>
                <a:ext uri="{FF2B5EF4-FFF2-40B4-BE49-F238E27FC236}">
                  <a16:creationId xmlns:a16="http://schemas.microsoft.com/office/drawing/2014/main" id="{BD534D1C-9354-416A-8102-C58A4188013E}"/>
                </a:ext>
              </a:extLst>
            </p:cNvPr>
            <p:cNvSpPr/>
            <p:nvPr/>
          </p:nvSpPr>
          <p:spPr>
            <a:xfrm>
              <a:off x="489102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Shops</a:t>
              </a:r>
            </a:p>
          </p:txBody>
        </p:sp>
        <p:grpSp>
          <p:nvGrpSpPr>
            <p:cNvPr id="84" name="Group 83">
              <a:extLst>
                <a:ext uri="{FF2B5EF4-FFF2-40B4-BE49-F238E27FC236}">
                  <a16:creationId xmlns:a16="http://schemas.microsoft.com/office/drawing/2014/main" id="{58E26F9A-3347-4CC3-90C7-69BE7071CB2E}"/>
                </a:ext>
              </a:extLst>
            </p:cNvPr>
            <p:cNvGrpSpPr/>
            <p:nvPr/>
          </p:nvGrpSpPr>
          <p:grpSpPr>
            <a:xfrm>
              <a:off x="6666468" y="4328277"/>
              <a:ext cx="1360714" cy="1527348"/>
              <a:chOff x="5794405" y="5262258"/>
              <a:chExt cx="1360714" cy="1527348"/>
            </a:xfrm>
          </p:grpSpPr>
          <p:sp>
            <p:nvSpPr>
              <p:cNvPr id="88" name="Rectangle 87">
                <a:extLst>
                  <a:ext uri="{FF2B5EF4-FFF2-40B4-BE49-F238E27FC236}">
                    <a16:creationId xmlns:a16="http://schemas.microsoft.com/office/drawing/2014/main" id="{B5E200E4-950D-4E2D-9B7E-8179418F27D4}"/>
                  </a:ext>
                </a:extLst>
              </p:cNvPr>
              <p:cNvSpPr/>
              <p:nvPr/>
            </p:nvSpPr>
            <p:spPr>
              <a:xfrm>
                <a:off x="5794405" y="6300479"/>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Parking Lot</a:t>
                </a:r>
              </a:p>
            </p:txBody>
          </p:sp>
          <p:sp>
            <p:nvSpPr>
              <p:cNvPr id="89" name="Rectangle 88">
                <a:extLst>
                  <a:ext uri="{FF2B5EF4-FFF2-40B4-BE49-F238E27FC236}">
                    <a16:creationId xmlns:a16="http://schemas.microsoft.com/office/drawing/2014/main" id="{55377DB8-E120-46BA-9456-3CB8B51E71CD}"/>
                  </a:ext>
                </a:extLst>
              </p:cNvPr>
              <p:cNvSpPr/>
              <p:nvPr/>
            </p:nvSpPr>
            <p:spPr>
              <a:xfrm>
                <a:off x="5794405" y="5524370"/>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Entrance</a:t>
                </a:r>
              </a:p>
            </p:txBody>
          </p:sp>
          <p:sp>
            <p:nvSpPr>
              <p:cNvPr id="83" name="TextBox 82">
                <a:extLst>
                  <a:ext uri="{FF2B5EF4-FFF2-40B4-BE49-F238E27FC236}">
                    <a16:creationId xmlns:a16="http://schemas.microsoft.com/office/drawing/2014/main" id="{1209D8FC-2C9C-47C0-87FB-0A86B1374454}"/>
                  </a:ext>
                </a:extLst>
              </p:cNvPr>
              <p:cNvSpPr txBox="1"/>
              <p:nvPr/>
            </p:nvSpPr>
            <p:spPr>
              <a:xfrm>
                <a:off x="6311095" y="6028427"/>
                <a:ext cx="327334" cy="276999"/>
              </a:xfrm>
              <a:prstGeom prst="rect">
                <a:avLst/>
              </a:prstGeom>
              <a:noFill/>
            </p:spPr>
            <p:txBody>
              <a:bodyPr wrap="none" rtlCol="0">
                <a:spAutoFit/>
              </a:bodyPr>
              <a:lstStyle/>
              <a:p>
                <a:pPr algn="l"/>
                <a:r>
                  <a:rPr lang="en-US" sz="1200" b="0" i="0" dirty="0">
                    <a:solidFill>
                      <a:schemeClr val="bg1"/>
                    </a:solidFill>
                    <a:effectLst/>
                    <a:latin typeface="Gisha" panose="020B0502040204020203" pitchFamily="34" charset="-79"/>
                    <a:cs typeface="Gisha" panose="020B0502040204020203" pitchFamily="34" charset="-79"/>
                  </a:rPr>
                  <a:t>or</a:t>
                </a:r>
              </a:p>
            </p:txBody>
          </p:sp>
          <p:sp>
            <p:nvSpPr>
              <p:cNvPr id="91" name="TextBox 90">
                <a:extLst>
                  <a:ext uri="{FF2B5EF4-FFF2-40B4-BE49-F238E27FC236}">
                    <a16:creationId xmlns:a16="http://schemas.microsoft.com/office/drawing/2014/main" id="{0B47C5FC-233B-4E69-A7F8-735F553A3B97}"/>
                  </a:ext>
                </a:extLst>
              </p:cNvPr>
              <p:cNvSpPr txBox="1"/>
              <p:nvPr/>
            </p:nvSpPr>
            <p:spPr>
              <a:xfrm>
                <a:off x="5834106" y="5262258"/>
                <a:ext cx="1281313" cy="276999"/>
              </a:xfrm>
              <a:prstGeom prst="rect">
                <a:avLst/>
              </a:prstGeom>
              <a:noFill/>
            </p:spPr>
            <p:txBody>
              <a:bodyPr wrap="none" rtlCol="0">
                <a:spAutoFit/>
              </a:bodyPr>
              <a:lstStyle/>
              <a:p>
                <a:pPr algn="l"/>
                <a:r>
                  <a:rPr lang="en-US" sz="1200" dirty="0">
                    <a:solidFill>
                      <a:schemeClr val="bg1"/>
                    </a:solidFill>
                    <a:latin typeface="Gisha" panose="020B0502040204020203" pitchFamily="34" charset="-79"/>
                    <a:cs typeface="Gisha" panose="020B0502040204020203" pitchFamily="34" charset="-79"/>
                  </a:rPr>
                  <a:t>Returns cart to…</a:t>
                </a:r>
                <a:endParaRPr lang="en-US" sz="1200" b="0" i="0" dirty="0">
                  <a:solidFill>
                    <a:schemeClr val="bg1"/>
                  </a:solidFill>
                  <a:effectLst/>
                  <a:latin typeface="Gisha" panose="020B0502040204020203" pitchFamily="34" charset="-79"/>
                  <a:cs typeface="Gisha" panose="020B0502040204020203" pitchFamily="34" charset="-79"/>
                </a:endParaRPr>
              </a:p>
            </p:txBody>
          </p:sp>
        </p:grpSp>
        <p:cxnSp>
          <p:nvCxnSpPr>
            <p:cNvPr id="92" name="Straight Arrow Connector 91">
              <a:extLst>
                <a:ext uri="{FF2B5EF4-FFF2-40B4-BE49-F238E27FC236}">
                  <a16:creationId xmlns:a16="http://schemas.microsoft.com/office/drawing/2014/main" id="{8D44162F-7911-46B4-B368-47E6479A4F07}"/>
                </a:ext>
              </a:extLst>
            </p:cNvPr>
            <p:cNvCxnSpPr>
              <a:cxnSpLocks/>
              <a:stCxn id="82" idx="3"/>
              <a:endCxn id="86" idx="1"/>
            </p:cNvCxnSpPr>
            <p:nvPr/>
          </p:nvCxnSpPr>
          <p:spPr>
            <a:xfrm>
              <a:off x="2700863" y="518156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99CC7D95-DAFE-418D-92D5-0D113848B5FD}"/>
                </a:ext>
              </a:extLst>
            </p:cNvPr>
            <p:cNvCxnSpPr>
              <a:cxnSpLocks/>
              <a:stCxn id="86" idx="3"/>
              <a:endCxn id="87" idx="1"/>
            </p:cNvCxnSpPr>
            <p:nvPr/>
          </p:nvCxnSpPr>
          <p:spPr>
            <a:xfrm>
              <a:off x="4476303" y="518156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2FB7EC58-010D-4A80-9C25-13A075FE7396}"/>
                </a:ext>
              </a:extLst>
            </p:cNvPr>
            <p:cNvCxnSpPr>
              <a:cxnSpLocks/>
              <a:stCxn id="87" idx="3"/>
              <a:endCxn id="89" idx="1"/>
            </p:cNvCxnSpPr>
            <p:nvPr/>
          </p:nvCxnSpPr>
          <p:spPr>
            <a:xfrm flipV="1">
              <a:off x="6251743" y="4834953"/>
              <a:ext cx="414725" cy="34661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7253B8DE-7671-4909-845B-CFB52335B2E4}"/>
                </a:ext>
              </a:extLst>
            </p:cNvPr>
            <p:cNvCxnSpPr>
              <a:cxnSpLocks/>
              <a:stCxn id="87" idx="3"/>
              <a:endCxn id="88" idx="1"/>
            </p:cNvCxnSpPr>
            <p:nvPr/>
          </p:nvCxnSpPr>
          <p:spPr>
            <a:xfrm>
              <a:off x="6251743" y="5181569"/>
              <a:ext cx="414725" cy="4294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3" name="Group 112">
            <a:extLst>
              <a:ext uri="{FF2B5EF4-FFF2-40B4-BE49-F238E27FC236}">
                <a16:creationId xmlns:a16="http://schemas.microsoft.com/office/drawing/2014/main" id="{BD7831C6-4FFF-4ADC-BE11-0C432AC5C7B3}"/>
              </a:ext>
            </a:extLst>
          </p:cNvPr>
          <p:cNvGrpSpPr/>
          <p:nvPr/>
        </p:nvGrpSpPr>
        <p:grpSpPr>
          <a:xfrm>
            <a:off x="5242406" y="123390"/>
            <a:ext cx="5795459" cy="4036880"/>
            <a:chOff x="1510748" y="2732738"/>
            <a:chExt cx="5795459" cy="4036880"/>
          </a:xfrm>
        </p:grpSpPr>
        <p:sp>
          <p:nvSpPr>
            <p:cNvPr id="4" name="Rectangle 3">
              <a:extLst>
                <a:ext uri="{FF2B5EF4-FFF2-40B4-BE49-F238E27FC236}">
                  <a16:creationId xmlns:a16="http://schemas.microsoft.com/office/drawing/2014/main" id="{D64E2A26-8477-4CEE-AC8F-0F8F75B50517}"/>
                </a:ext>
              </a:extLst>
            </p:cNvPr>
            <p:cNvSpPr/>
            <p:nvPr/>
          </p:nvSpPr>
          <p:spPr>
            <a:xfrm>
              <a:off x="1510748" y="2782958"/>
              <a:ext cx="5795459" cy="160580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9EABF8-7568-4DE2-AD37-3469803639DE}"/>
                </a:ext>
              </a:extLst>
            </p:cNvPr>
            <p:cNvSpPr/>
            <p:nvPr/>
          </p:nvSpPr>
          <p:spPr>
            <a:xfrm>
              <a:off x="1510748" y="4465207"/>
              <a:ext cx="5795459" cy="23044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Box 98">
              <a:extLst>
                <a:ext uri="{FF2B5EF4-FFF2-40B4-BE49-F238E27FC236}">
                  <a16:creationId xmlns:a16="http://schemas.microsoft.com/office/drawing/2014/main" id="{D179AC73-3112-42C5-AB3D-005D800F578A}"/>
                </a:ext>
              </a:extLst>
            </p:cNvPr>
            <p:cNvSpPr txBox="1"/>
            <p:nvPr/>
          </p:nvSpPr>
          <p:spPr>
            <a:xfrm>
              <a:off x="3811598" y="4464090"/>
              <a:ext cx="1169727" cy="21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 Lot</a:t>
              </a:r>
            </a:p>
          </p:txBody>
        </p:sp>
        <p:sp>
          <p:nvSpPr>
            <p:cNvPr id="12" name="TextBox 11">
              <a:extLst>
                <a:ext uri="{FF2B5EF4-FFF2-40B4-BE49-F238E27FC236}">
                  <a16:creationId xmlns:a16="http://schemas.microsoft.com/office/drawing/2014/main" id="{596CDE14-37C1-4869-904D-732AACFB5FDB}"/>
                </a:ext>
              </a:extLst>
            </p:cNvPr>
            <p:cNvSpPr txBox="1"/>
            <p:nvPr/>
          </p:nvSpPr>
          <p:spPr>
            <a:xfrm>
              <a:off x="3811598" y="2732738"/>
              <a:ext cx="1169727" cy="21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Meijer Store</a:t>
              </a:r>
            </a:p>
          </p:txBody>
        </p:sp>
        <p:sp>
          <p:nvSpPr>
            <p:cNvPr id="5" name="Rectangle 4">
              <a:extLst>
                <a:ext uri="{FF2B5EF4-FFF2-40B4-BE49-F238E27FC236}">
                  <a16:creationId xmlns:a16="http://schemas.microsoft.com/office/drawing/2014/main" id="{18337037-6FEF-4046-9BEB-350C98096DCA}"/>
                </a:ext>
              </a:extLst>
            </p:cNvPr>
            <p:cNvSpPr/>
            <p:nvPr/>
          </p:nvSpPr>
          <p:spPr>
            <a:xfrm>
              <a:off x="2554968" y="3961195"/>
              <a:ext cx="415397" cy="4275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6CEA6CF-3ABF-466F-A8E3-253691B125CB}"/>
                </a:ext>
              </a:extLst>
            </p:cNvPr>
            <p:cNvSpPr txBox="1"/>
            <p:nvPr/>
          </p:nvSpPr>
          <p:spPr>
            <a:xfrm>
              <a:off x="2177803" y="3691901"/>
              <a:ext cx="116972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prstClr val="white"/>
                  </a:solidFill>
                  <a:latin typeface="Gisha" panose="020B0502040204020203" pitchFamily="34" charset="-79"/>
                  <a:cs typeface="Gisha" panose="020B0502040204020203" pitchFamily="34" charset="-79"/>
                </a:rPr>
                <a:t>Entrance 1</a:t>
              </a:r>
              <a:endPar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endParaRPr>
            </a:p>
          </p:txBody>
        </p:sp>
        <p:sp>
          <p:nvSpPr>
            <p:cNvPr id="14" name="Rectangle 13">
              <a:extLst>
                <a:ext uri="{FF2B5EF4-FFF2-40B4-BE49-F238E27FC236}">
                  <a16:creationId xmlns:a16="http://schemas.microsoft.com/office/drawing/2014/main" id="{22025086-30D5-44D3-88C8-B230CC174EEE}"/>
                </a:ext>
              </a:extLst>
            </p:cNvPr>
            <p:cNvSpPr/>
            <p:nvPr/>
          </p:nvSpPr>
          <p:spPr>
            <a:xfrm>
              <a:off x="5795705" y="3961195"/>
              <a:ext cx="415397" cy="4275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C24CA8B-D98A-4588-99E1-2976D549B048}"/>
                </a:ext>
              </a:extLst>
            </p:cNvPr>
            <p:cNvSpPr txBox="1"/>
            <p:nvPr/>
          </p:nvSpPr>
          <p:spPr>
            <a:xfrm>
              <a:off x="5418540" y="3691901"/>
              <a:ext cx="116972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prstClr val="white"/>
                  </a:solidFill>
                  <a:latin typeface="Gisha" panose="020B0502040204020203" pitchFamily="34" charset="-79"/>
                  <a:cs typeface="Gisha" panose="020B0502040204020203" pitchFamily="34" charset="-79"/>
                </a:rPr>
                <a:t>Entrance 2</a:t>
              </a:r>
              <a:endPar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endParaRPr>
            </a:p>
          </p:txBody>
        </p:sp>
        <p:sp>
          <p:nvSpPr>
            <p:cNvPr id="16" name="TextBox 15">
              <a:extLst>
                <a:ext uri="{FF2B5EF4-FFF2-40B4-BE49-F238E27FC236}">
                  <a16:creationId xmlns:a16="http://schemas.microsoft.com/office/drawing/2014/main" id="{64962717-A7D5-4E4B-9B01-B70AFEACA763}"/>
                </a:ext>
              </a:extLst>
            </p:cNvPr>
            <p:cNvSpPr txBox="1"/>
            <p:nvPr/>
          </p:nvSpPr>
          <p:spPr>
            <a:xfrm>
              <a:off x="2058535" y="4978900"/>
              <a:ext cx="14086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a:t>
              </a:r>
              <a:r>
                <a:rPr kumimoji="0" lang="en-US" sz="14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 Zone 1</a:t>
              </a:r>
            </a:p>
          </p:txBody>
        </p:sp>
        <p:cxnSp>
          <p:nvCxnSpPr>
            <p:cNvPr id="7" name="Straight Connector 6">
              <a:extLst>
                <a:ext uri="{FF2B5EF4-FFF2-40B4-BE49-F238E27FC236}">
                  <a16:creationId xmlns:a16="http://schemas.microsoft.com/office/drawing/2014/main" id="{14E1F93B-56B0-4E86-8705-838A81B98C55}"/>
                </a:ext>
              </a:extLst>
            </p:cNvPr>
            <p:cNvCxnSpPr>
              <a:cxnSpLocks/>
            </p:cNvCxnSpPr>
            <p:nvPr/>
          </p:nvCxnSpPr>
          <p:spPr>
            <a:xfrm>
              <a:off x="4399742" y="4708862"/>
              <a:ext cx="0" cy="1990663"/>
            </a:xfrm>
            <a:prstGeom prst="line">
              <a:avLst/>
            </a:prstGeom>
            <a:ln w="28575">
              <a:solidFill>
                <a:schemeClr val="bg1"/>
              </a:solidFill>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1329BB0-1C0E-4D98-8469-CE80C42F734E}"/>
                </a:ext>
              </a:extLst>
            </p:cNvPr>
            <p:cNvSpPr txBox="1"/>
            <p:nvPr/>
          </p:nvSpPr>
          <p:spPr>
            <a:xfrm>
              <a:off x="1529814" y="5476135"/>
              <a:ext cx="585751" cy="43088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Cart return</a:t>
              </a:r>
            </a:p>
          </p:txBody>
        </p:sp>
        <p:grpSp>
          <p:nvGrpSpPr>
            <p:cNvPr id="20" name="Group 19">
              <a:extLst>
                <a:ext uri="{FF2B5EF4-FFF2-40B4-BE49-F238E27FC236}">
                  <a16:creationId xmlns:a16="http://schemas.microsoft.com/office/drawing/2014/main" id="{EE464501-0A4B-4563-948A-07912AEAFC26}"/>
                </a:ext>
              </a:extLst>
            </p:cNvPr>
            <p:cNvGrpSpPr/>
            <p:nvPr/>
          </p:nvGrpSpPr>
          <p:grpSpPr>
            <a:xfrm>
              <a:off x="1756687" y="6456747"/>
              <a:ext cx="2360365" cy="116075"/>
              <a:chOff x="2173764" y="6096304"/>
              <a:chExt cx="3501514" cy="164592"/>
            </a:xfrm>
            <a:solidFill>
              <a:schemeClr val="accent1"/>
            </a:solidFill>
          </p:grpSpPr>
          <p:sp>
            <p:nvSpPr>
              <p:cNvPr id="24" name="Rectangle: Rounded Corners 23">
                <a:extLst>
                  <a:ext uri="{FF2B5EF4-FFF2-40B4-BE49-F238E27FC236}">
                    <a16:creationId xmlns:a16="http://schemas.microsoft.com/office/drawing/2014/main" id="{3B2B1A46-78A3-45D1-A933-1099F6B4AB95}"/>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44035163-1D6E-45B7-B04E-5504E948CDE2}"/>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3EAB29C6-CBD8-47C8-955E-7B4096C442AB}"/>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CB39AE84-ED21-45D4-8AF2-0E597FF6FC44}"/>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88C9AE5C-C4B6-437F-96FF-2C74CE2D6A6F}"/>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02E6C8A4-89AA-4ED0-B599-706EDE5D5778}"/>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13CB1557-3CAF-4FB3-BF6A-A7B385325B7F}"/>
                </a:ext>
              </a:extLst>
            </p:cNvPr>
            <p:cNvGrpSpPr/>
            <p:nvPr/>
          </p:nvGrpSpPr>
          <p:grpSpPr>
            <a:xfrm>
              <a:off x="1756687" y="5915637"/>
              <a:ext cx="2360365" cy="116075"/>
              <a:chOff x="2173764" y="6096304"/>
              <a:chExt cx="3501514" cy="164592"/>
            </a:xfrm>
            <a:solidFill>
              <a:schemeClr val="accent1"/>
            </a:solidFill>
          </p:grpSpPr>
          <p:sp>
            <p:nvSpPr>
              <p:cNvPr id="32" name="Rectangle: Rounded Corners 31">
                <a:extLst>
                  <a:ext uri="{FF2B5EF4-FFF2-40B4-BE49-F238E27FC236}">
                    <a16:creationId xmlns:a16="http://schemas.microsoft.com/office/drawing/2014/main" id="{5F951597-CF2D-448C-9FBF-BDCB33BA0803}"/>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Rounded Corners 32">
                <a:extLst>
                  <a:ext uri="{FF2B5EF4-FFF2-40B4-BE49-F238E27FC236}">
                    <a16:creationId xmlns:a16="http://schemas.microsoft.com/office/drawing/2014/main" id="{1FD99D55-BA5D-4ED9-9847-609DB79ECD98}"/>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Rounded Corners 33">
                <a:extLst>
                  <a:ext uri="{FF2B5EF4-FFF2-40B4-BE49-F238E27FC236}">
                    <a16:creationId xmlns:a16="http://schemas.microsoft.com/office/drawing/2014/main" id="{3AD7B157-C32C-4F6F-8F50-B1ECF13DE880}"/>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Rounded Corners 34">
                <a:extLst>
                  <a:ext uri="{FF2B5EF4-FFF2-40B4-BE49-F238E27FC236}">
                    <a16:creationId xmlns:a16="http://schemas.microsoft.com/office/drawing/2014/main" id="{B41992FE-E576-42FE-9960-8DE40A10BE30}"/>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A86FEE1C-3DAA-484D-886E-3B3AC3654B65}"/>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Rounded Corners 36">
                <a:extLst>
                  <a:ext uri="{FF2B5EF4-FFF2-40B4-BE49-F238E27FC236}">
                    <a16:creationId xmlns:a16="http://schemas.microsoft.com/office/drawing/2014/main" id="{E9675E5C-7E64-4FC7-BA99-44C0DF790275}"/>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7D2055ED-9F81-4F41-8E5C-457E894F5253}"/>
                </a:ext>
              </a:extLst>
            </p:cNvPr>
            <p:cNvGrpSpPr/>
            <p:nvPr/>
          </p:nvGrpSpPr>
          <p:grpSpPr>
            <a:xfrm>
              <a:off x="1756687" y="5374526"/>
              <a:ext cx="2360365" cy="116075"/>
              <a:chOff x="2173764" y="6096304"/>
              <a:chExt cx="3501514" cy="164592"/>
            </a:xfrm>
            <a:solidFill>
              <a:schemeClr val="accent1"/>
            </a:solidFill>
          </p:grpSpPr>
          <p:sp>
            <p:nvSpPr>
              <p:cNvPr id="39" name="Rectangle: Rounded Corners 38">
                <a:extLst>
                  <a:ext uri="{FF2B5EF4-FFF2-40B4-BE49-F238E27FC236}">
                    <a16:creationId xmlns:a16="http://schemas.microsoft.com/office/drawing/2014/main" id="{1A4749FC-7F7D-49BB-A862-F5BFA39D1E62}"/>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8139F4A1-2B30-43AF-B142-1ADD78776CCA}"/>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Rounded Corners 40">
                <a:extLst>
                  <a:ext uri="{FF2B5EF4-FFF2-40B4-BE49-F238E27FC236}">
                    <a16:creationId xmlns:a16="http://schemas.microsoft.com/office/drawing/2014/main" id="{037F4449-C68D-4F8B-BD33-17DC9023E775}"/>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0DD9B9C5-D832-491B-AAEA-6CF73B52CC22}"/>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Rounded Corners 42">
                <a:extLst>
                  <a:ext uri="{FF2B5EF4-FFF2-40B4-BE49-F238E27FC236}">
                    <a16:creationId xmlns:a16="http://schemas.microsoft.com/office/drawing/2014/main" id="{43323835-51F2-4F11-A47A-C2AC96F218F0}"/>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E4DF2AF2-3BBF-4163-B6A1-61D3130ECCF0}"/>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5" name="TextBox 44">
              <a:extLst>
                <a:ext uri="{FF2B5EF4-FFF2-40B4-BE49-F238E27FC236}">
                  <a16:creationId xmlns:a16="http://schemas.microsoft.com/office/drawing/2014/main" id="{F71C5C78-2D9F-4BBC-B567-77CE182ECEAB}"/>
                </a:ext>
              </a:extLst>
            </p:cNvPr>
            <p:cNvSpPr txBox="1"/>
            <p:nvPr/>
          </p:nvSpPr>
          <p:spPr>
            <a:xfrm>
              <a:off x="5249577" y="4981236"/>
              <a:ext cx="146927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 Zone 2</a:t>
              </a:r>
            </a:p>
          </p:txBody>
        </p:sp>
        <p:grpSp>
          <p:nvGrpSpPr>
            <p:cNvPr id="47" name="Group 46">
              <a:extLst>
                <a:ext uri="{FF2B5EF4-FFF2-40B4-BE49-F238E27FC236}">
                  <a16:creationId xmlns:a16="http://schemas.microsoft.com/office/drawing/2014/main" id="{795AA20A-C1FB-4020-92FC-0853890EC38F}"/>
                </a:ext>
              </a:extLst>
            </p:cNvPr>
            <p:cNvGrpSpPr/>
            <p:nvPr/>
          </p:nvGrpSpPr>
          <p:grpSpPr>
            <a:xfrm>
              <a:off x="4753793" y="6459083"/>
              <a:ext cx="2360365" cy="116075"/>
              <a:chOff x="2173764" y="6096304"/>
              <a:chExt cx="3501514" cy="164592"/>
            </a:xfrm>
            <a:solidFill>
              <a:schemeClr val="accent1"/>
            </a:solidFill>
          </p:grpSpPr>
          <p:sp>
            <p:nvSpPr>
              <p:cNvPr id="48" name="Rectangle: Rounded Corners 47">
                <a:extLst>
                  <a:ext uri="{FF2B5EF4-FFF2-40B4-BE49-F238E27FC236}">
                    <a16:creationId xmlns:a16="http://schemas.microsoft.com/office/drawing/2014/main" id="{2D431AEC-7AC9-44DA-8451-702DFAB46E39}"/>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DA5852DB-684A-42CA-A4FA-3406174DEF6B}"/>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Rounded Corners 49">
                <a:extLst>
                  <a:ext uri="{FF2B5EF4-FFF2-40B4-BE49-F238E27FC236}">
                    <a16:creationId xmlns:a16="http://schemas.microsoft.com/office/drawing/2014/main" id="{F5A84DA1-2865-472E-9BF6-0739D4769428}"/>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Rounded Corners 50">
                <a:extLst>
                  <a:ext uri="{FF2B5EF4-FFF2-40B4-BE49-F238E27FC236}">
                    <a16:creationId xmlns:a16="http://schemas.microsoft.com/office/drawing/2014/main" id="{388E49CA-EFF8-4DD5-8D8E-9415E5EF5556}"/>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Rounded Corners 51">
                <a:extLst>
                  <a:ext uri="{FF2B5EF4-FFF2-40B4-BE49-F238E27FC236}">
                    <a16:creationId xmlns:a16="http://schemas.microsoft.com/office/drawing/2014/main" id="{A48B92E5-61B9-421A-B499-496D6AC4E261}"/>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Rounded Corners 52">
                <a:extLst>
                  <a:ext uri="{FF2B5EF4-FFF2-40B4-BE49-F238E27FC236}">
                    <a16:creationId xmlns:a16="http://schemas.microsoft.com/office/drawing/2014/main" id="{F9A7B185-6B7B-4CA6-AA8B-0FE5CA594D39}"/>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3ACFE4CD-7B9E-435D-85B7-5828DED0C637}"/>
                </a:ext>
              </a:extLst>
            </p:cNvPr>
            <p:cNvGrpSpPr/>
            <p:nvPr/>
          </p:nvGrpSpPr>
          <p:grpSpPr>
            <a:xfrm>
              <a:off x="4753793" y="5917973"/>
              <a:ext cx="2360365" cy="116075"/>
              <a:chOff x="2173764" y="6096304"/>
              <a:chExt cx="3501514" cy="164592"/>
            </a:xfrm>
            <a:solidFill>
              <a:schemeClr val="accent1"/>
            </a:solidFill>
          </p:grpSpPr>
          <p:sp>
            <p:nvSpPr>
              <p:cNvPr id="55" name="Rectangle: Rounded Corners 54">
                <a:extLst>
                  <a:ext uri="{FF2B5EF4-FFF2-40B4-BE49-F238E27FC236}">
                    <a16:creationId xmlns:a16="http://schemas.microsoft.com/office/drawing/2014/main" id="{08EA4031-54D9-4876-9B9A-233BF4D0A731}"/>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Rounded Corners 55">
                <a:extLst>
                  <a:ext uri="{FF2B5EF4-FFF2-40B4-BE49-F238E27FC236}">
                    <a16:creationId xmlns:a16="http://schemas.microsoft.com/office/drawing/2014/main" id="{B599F227-7838-4920-994A-F714F5F1F028}"/>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Rounded Corners 56">
                <a:extLst>
                  <a:ext uri="{FF2B5EF4-FFF2-40B4-BE49-F238E27FC236}">
                    <a16:creationId xmlns:a16="http://schemas.microsoft.com/office/drawing/2014/main" id="{49909F99-B10C-451F-A481-21802502FC30}"/>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A1609F3-1F01-42B1-ABF9-85002E01FA29}"/>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Rounded Corners 58">
                <a:extLst>
                  <a:ext uri="{FF2B5EF4-FFF2-40B4-BE49-F238E27FC236}">
                    <a16:creationId xmlns:a16="http://schemas.microsoft.com/office/drawing/2014/main" id="{B5623C74-06C5-4C17-A37C-0123AB115116}"/>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Rounded Corners 59">
                <a:extLst>
                  <a:ext uri="{FF2B5EF4-FFF2-40B4-BE49-F238E27FC236}">
                    <a16:creationId xmlns:a16="http://schemas.microsoft.com/office/drawing/2014/main" id="{44F80A73-BC44-4F67-949E-2F021CFAC140}"/>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47885791-BC25-4CA4-903A-0CE5CF31D83A}"/>
                </a:ext>
              </a:extLst>
            </p:cNvPr>
            <p:cNvGrpSpPr/>
            <p:nvPr/>
          </p:nvGrpSpPr>
          <p:grpSpPr>
            <a:xfrm>
              <a:off x="4753793" y="5376862"/>
              <a:ext cx="2360365" cy="116075"/>
              <a:chOff x="2173764" y="6096304"/>
              <a:chExt cx="3501514" cy="164592"/>
            </a:xfrm>
            <a:solidFill>
              <a:schemeClr val="accent1"/>
            </a:solidFill>
          </p:grpSpPr>
          <p:sp>
            <p:nvSpPr>
              <p:cNvPr id="62" name="Rectangle: Rounded Corners 61">
                <a:extLst>
                  <a:ext uri="{FF2B5EF4-FFF2-40B4-BE49-F238E27FC236}">
                    <a16:creationId xmlns:a16="http://schemas.microsoft.com/office/drawing/2014/main" id="{5DED389B-C619-46D5-B542-02198F2C7411}"/>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Rounded Corners 62">
                <a:extLst>
                  <a:ext uri="{FF2B5EF4-FFF2-40B4-BE49-F238E27FC236}">
                    <a16:creationId xmlns:a16="http://schemas.microsoft.com/office/drawing/2014/main" id="{5C7202E6-8498-4241-B59F-544B94FEBE5C}"/>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Rounded Corners 63">
                <a:extLst>
                  <a:ext uri="{FF2B5EF4-FFF2-40B4-BE49-F238E27FC236}">
                    <a16:creationId xmlns:a16="http://schemas.microsoft.com/office/drawing/2014/main" id="{A46FC4DF-DE1C-4F62-950E-ED12E66D3CFD}"/>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Rounded Corners 64">
                <a:extLst>
                  <a:ext uri="{FF2B5EF4-FFF2-40B4-BE49-F238E27FC236}">
                    <a16:creationId xmlns:a16="http://schemas.microsoft.com/office/drawing/2014/main" id="{58265CD4-8A54-4A22-A179-B5CDFC9618CF}"/>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Rounded Corners 65">
                <a:extLst>
                  <a:ext uri="{FF2B5EF4-FFF2-40B4-BE49-F238E27FC236}">
                    <a16:creationId xmlns:a16="http://schemas.microsoft.com/office/drawing/2014/main" id="{2D68ADFD-54A1-4BEF-9342-02E243257D30}"/>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Rounded Corners 66">
                <a:extLst>
                  <a:ext uri="{FF2B5EF4-FFF2-40B4-BE49-F238E27FC236}">
                    <a16:creationId xmlns:a16="http://schemas.microsoft.com/office/drawing/2014/main" id="{ED17BAB6-EFA9-4F82-9EA8-B8E7B858AD6E}"/>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9" name="Straight Arrow Connector 68">
              <a:extLst>
                <a:ext uri="{FF2B5EF4-FFF2-40B4-BE49-F238E27FC236}">
                  <a16:creationId xmlns:a16="http://schemas.microsoft.com/office/drawing/2014/main" id="{C6BA5412-A32C-4871-8DE0-93C17B396F88}"/>
                </a:ext>
              </a:extLst>
            </p:cNvPr>
            <p:cNvCxnSpPr>
              <a:cxnSpLocks/>
              <a:stCxn id="5" idx="2"/>
            </p:cNvCxnSpPr>
            <p:nvPr/>
          </p:nvCxnSpPr>
          <p:spPr>
            <a:xfrm>
              <a:off x="2762666" y="4388767"/>
              <a:ext cx="0" cy="590133"/>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954CAC09-25DA-4572-8D30-38F270ED5AA7}"/>
                </a:ext>
              </a:extLst>
            </p:cNvPr>
            <p:cNvCxnSpPr>
              <a:cxnSpLocks/>
              <a:stCxn id="14" idx="2"/>
            </p:cNvCxnSpPr>
            <p:nvPr/>
          </p:nvCxnSpPr>
          <p:spPr>
            <a:xfrm>
              <a:off x="6003403" y="4388767"/>
              <a:ext cx="0" cy="536395"/>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1B40E7F-3E76-4E87-9D04-F41D2A832DE7}"/>
                </a:ext>
              </a:extLst>
            </p:cNvPr>
            <p:cNvCxnSpPr>
              <a:cxnSpLocks/>
            </p:cNvCxnSpPr>
            <p:nvPr/>
          </p:nvCxnSpPr>
          <p:spPr>
            <a:xfrm flipH="1">
              <a:off x="2762667" y="3357034"/>
              <a:ext cx="1113972" cy="311781"/>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4881E7C0-D920-4319-A517-0B6E7C92211A}"/>
                </a:ext>
              </a:extLst>
            </p:cNvPr>
            <p:cNvCxnSpPr>
              <a:cxnSpLocks/>
            </p:cNvCxnSpPr>
            <p:nvPr/>
          </p:nvCxnSpPr>
          <p:spPr>
            <a:xfrm flipH="1" flipV="1">
              <a:off x="4785910" y="3357034"/>
              <a:ext cx="1217494" cy="354745"/>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C1C5DD7A-024D-4EAE-9F6C-650D408365D2}"/>
                </a:ext>
              </a:extLst>
            </p:cNvPr>
            <p:cNvSpPr txBox="1"/>
            <p:nvPr/>
          </p:nvSpPr>
          <p:spPr>
            <a:xfrm>
              <a:off x="4052818" y="3443357"/>
              <a:ext cx="652743" cy="261610"/>
            </a:xfrm>
            <a:prstGeom prst="rect">
              <a:avLst/>
            </a:prstGeom>
            <a:noFill/>
          </p:spPr>
          <p:txBody>
            <a:bodyPr wrap="none" rtlCol="0">
              <a:spAutoFit/>
            </a:bodyPr>
            <a:lstStyle/>
            <a:p>
              <a:pPr algn="l"/>
              <a:r>
                <a:rPr lang="en-US" sz="1100" b="0" i="0" dirty="0">
                  <a:solidFill>
                    <a:schemeClr val="bg1"/>
                  </a:solidFill>
                  <a:effectLst/>
                  <a:latin typeface="Gisha" panose="020B0502040204020203" pitchFamily="34" charset="-79"/>
                  <a:cs typeface="Gisha" panose="020B0502040204020203" pitchFamily="34" charset="-79"/>
                </a:rPr>
                <a:t>in store</a:t>
              </a:r>
            </a:p>
          </p:txBody>
        </p:sp>
      </p:grpSp>
      <p:sp>
        <p:nvSpPr>
          <p:cNvPr id="116" name="TextBox 115">
            <a:extLst>
              <a:ext uri="{FF2B5EF4-FFF2-40B4-BE49-F238E27FC236}">
                <a16:creationId xmlns:a16="http://schemas.microsoft.com/office/drawing/2014/main" id="{CE1D7684-0874-48AF-9702-B37C187EE87B}"/>
              </a:ext>
            </a:extLst>
          </p:cNvPr>
          <p:cNvSpPr txBox="1"/>
          <p:nvPr/>
        </p:nvSpPr>
        <p:spPr>
          <a:xfrm>
            <a:off x="170879" y="5008261"/>
            <a:ext cx="998287" cy="307777"/>
          </a:xfrm>
          <a:prstGeom prst="rect">
            <a:avLst/>
          </a:prstGeom>
          <a:noFill/>
        </p:spPr>
        <p:txBody>
          <a:bodyPr wrap="none" rtlCol="0">
            <a:spAutoFit/>
          </a:bodyPr>
          <a:lstStyle/>
          <a:p>
            <a:pPr algn="l"/>
            <a:r>
              <a:rPr lang="en-US" sz="1400" b="1" i="1" dirty="0">
                <a:solidFill>
                  <a:srgbClr val="96D642"/>
                </a:solidFill>
                <a:effectLst/>
                <a:latin typeface="Gisha" panose="020B0502040204020203" pitchFamily="34" charset="-79"/>
                <a:cs typeface="Gisha" panose="020B0502040204020203" pitchFamily="34" charset="-79"/>
              </a:rPr>
              <a:t>Customer</a:t>
            </a:r>
          </a:p>
        </p:txBody>
      </p:sp>
      <p:grpSp>
        <p:nvGrpSpPr>
          <p:cNvPr id="119" name="Group 118">
            <a:extLst>
              <a:ext uri="{FF2B5EF4-FFF2-40B4-BE49-F238E27FC236}">
                <a16:creationId xmlns:a16="http://schemas.microsoft.com/office/drawing/2014/main" id="{E92B6A84-FB15-4AB2-AD7B-E6564F969F3D}"/>
              </a:ext>
            </a:extLst>
          </p:cNvPr>
          <p:cNvGrpSpPr/>
          <p:nvPr/>
        </p:nvGrpSpPr>
        <p:grpSpPr>
          <a:xfrm>
            <a:off x="6523004" y="6062815"/>
            <a:ext cx="5373032" cy="489127"/>
            <a:chOff x="6105564" y="6062815"/>
            <a:chExt cx="5373032" cy="489127"/>
          </a:xfrm>
        </p:grpSpPr>
        <p:sp>
          <p:nvSpPr>
            <p:cNvPr id="107" name="Rectangle 106">
              <a:extLst>
                <a:ext uri="{FF2B5EF4-FFF2-40B4-BE49-F238E27FC236}">
                  <a16:creationId xmlns:a16="http://schemas.microsoft.com/office/drawing/2014/main" id="{13C7FD70-E947-4A3F-A1B9-F53CDC4BAE42}"/>
                </a:ext>
              </a:extLst>
            </p:cNvPr>
            <p:cNvSpPr/>
            <p:nvPr/>
          </p:nvSpPr>
          <p:spPr>
            <a:xfrm>
              <a:off x="8342442" y="606281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Collects carts</a:t>
              </a:r>
            </a:p>
          </p:txBody>
        </p:sp>
        <p:sp>
          <p:nvSpPr>
            <p:cNvPr id="108" name="Rectangle 107">
              <a:extLst>
                <a:ext uri="{FF2B5EF4-FFF2-40B4-BE49-F238E27FC236}">
                  <a16:creationId xmlns:a16="http://schemas.microsoft.com/office/drawing/2014/main" id="{A8EC2DA3-6777-4B1C-B51E-A8447CD5E914}"/>
                </a:ext>
              </a:extLst>
            </p:cNvPr>
            <p:cNvSpPr/>
            <p:nvPr/>
          </p:nvSpPr>
          <p:spPr>
            <a:xfrm>
              <a:off x="10117882" y="606281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Returns to Entrance</a:t>
              </a:r>
            </a:p>
          </p:txBody>
        </p:sp>
        <p:cxnSp>
          <p:nvCxnSpPr>
            <p:cNvPr id="109" name="Straight Arrow Connector 108">
              <a:extLst>
                <a:ext uri="{FF2B5EF4-FFF2-40B4-BE49-F238E27FC236}">
                  <a16:creationId xmlns:a16="http://schemas.microsoft.com/office/drawing/2014/main" id="{75404FD8-7CFF-4A94-8EC7-2BC153A84B3F}"/>
                </a:ext>
              </a:extLst>
            </p:cNvPr>
            <p:cNvCxnSpPr>
              <a:cxnSpLocks/>
              <a:stCxn id="107" idx="3"/>
              <a:endCxn id="108" idx="1"/>
            </p:cNvCxnSpPr>
            <p:nvPr/>
          </p:nvCxnSpPr>
          <p:spPr>
            <a:xfrm>
              <a:off x="9703156" y="630737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370D1D29-1D09-40B0-846C-05F771310F6B}"/>
                </a:ext>
              </a:extLst>
            </p:cNvPr>
            <p:cNvSpPr txBox="1"/>
            <p:nvPr/>
          </p:nvSpPr>
          <p:spPr>
            <a:xfrm>
              <a:off x="6105564" y="6153489"/>
              <a:ext cx="2231508" cy="307777"/>
            </a:xfrm>
            <a:prstGeom prst="rect">
              <a:avLst/>
            </a:prstGeom>
            <a:noFill/>
          </p:spPr>
          <p:txBody>
            <a:bodyPr wrap="none" rtlCol="0">
              <a:spAutoFit/>
            </a:bodyPr>
            <a:lstStyle/>
            <a:p>
              <a:pPr algn="l"/>
              <a:r>
                <a:rPr lang="en-US" sz="1400" b="1" i="1" dirty="0">
                  <a:solidFill>
                    <a:srgbClr val="96D642"/>
                  </a:solidFill>
                  <a:latin typeface="Gisha" panose="020B0502040204020203" pitchFamily="34" charset="-79"/>
                  <a:cs typeface="Gisha" panose="020B0502040204020203" pitchFamily="34" charset="-79"/>
                </a:rPr>
                <a:t>“Cart Pusher” </a:t>
              </a:r>
              <a:r>
                <a:rPr lang="en-US" sz="1400" b="1" i="1" dirty="0">
                  <a:solidFill>
                    <a:srgbClr val="96D642"/>
                  </a:solidFill>
                  <a:effectLst/>
                  <a:latin typeface="Gisha" panose="020B0502040204020203" pitchFamily="34" charset="-79"/>
                  <a:cs typeface="Gisha" panose="020B0502040204020203" pitchFamily="34" charset="-79"/>
                </a:rPr>
                <a:t>Employee</a:t>
              </a:r>
            </a:p>
          </p:txBody>
        </p:sp>
      </p:grpSp>
    </p:spTree>
    <p:custDataLst>
      <p:tags r:id="rId1"/>
    </p:custDataLst>
    <p:extLst>
      <p:ext uri="{BB962C8B-B14F-4D97-AF65-F5344CB8AC3E}">
        <p14:creationId xmlns:p14="http://schemas.microsoft.com/office/powerpoint/2010/main" val="2724390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96D642"/>
                </a:solidFill>
                <a:effectLst/>
                <a:uLnTx/>
                <a:uFillTx/>
                <a:latin typeface="Gisha" panose="020B0502040204020203" pitchFamily="34" charset="-79"/>
                <a:ea typeface="+mj-ea"/>
                <a:cs typeface="Gisha" panose="020B0502040204020203" pitchFamily="34" charset="-79"/>
              </a:rPr>
              <a:t>Validity - Assumptions</a:t>
            </a:r>
          </a:p>
        </p:txBody>
      </p:sp>
      <p:sp>
        <p:nvSpPr>
          <p:cNvPr id="5" name="TextBox 4">
            <a:extLst>
              <a:ext uri="{FF2B5EF4-FFF2-40B4-BE49-F238E27FC236}">
                <a16:creationId xmlns:a16="http://schemas.microsoft.com/office/drawing/2014/main" id="{17587F6C-A429-4A5D-A23F-5C6BE01BD298}"/>
              </a:ext>
            </a:extLst>
          </p:cNvPr>
          <p:cNvSpPr txBox="1"/>
          <p:nvPr/>
        </p:nvSpPr>
        <p:spPr>
          <a:xfrm>
            <a:off x="1416114" y="1277724"/>
            <a:ext cx="9086851" cy="307777"/>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Since Meijer is a privately held company a number of assumptions were made due to limited access to their data.</a:t>
            </a:r>
          </a:p>
        </p:txBody>
      </p:sp>
      <p:graphicFrame>
        <p:nvGraphicFramePr>
          <p:cNvPr id="6" name="Table 4">
            <a:extLst>
              <a:ext uri="{FF2B5EF4-FFF2-40B4-BE49-F238E27FC236}">
                <a16:creationId xmlns:a16="http://schemas.microsoft.com/office/drawing/2014/main" id="{47CEC705-09C0-4419-8FBB-F330D1AEDC56}"/>
              </a:ext>
            </a:extLst>
          </p:cNvPr>
          <p:cNvGraphicFramePr>
            <a:graphicFrameLocks noGrp="1"/>
          </p:cNvGraphicFramePr>
          <p:nvPr>
            <p:extLst>
              <p:ext uri="{D42A27DB-BD31-4B8C-83A1-F6EECF244321}">
                <p14:modId xmlns:p14="http://schemas.microsoft.com/office/powerpoint/2010/main" val="2971665858"/>
              </p:ext>
            </p:extLst>
          </p:nvPr>
        </p:nvGraphicFramePr>
        <p:xfrm>
          <a:off x="710263" y="1936356"/>
          <a:ext cx="10498554" cy="3972560"/>
        </p:xfrm>
        <a:graphic>
          <a:graphicData uri="http://schemas.openxmlformats.org/drawingml/2006/table">
            <a:tbl>
              <a:tblPr firstRow="1" bandRow="1">
                <a:tableStyleId>{5C22544A-7EE6-4342-B048-85BDC9FD1C3A}</a:tableStyleId>
              </a:tblPr>
              <a:tblGrid>
                <a:gridCol w="4267769">
                  <a:extLst>
                    <a:ext uri="{9D8B030D-6E8A-4147-A177-3AD203B41FA5}">
                      <a16:colId xmlns:a16="http://schemas.microsoft.com/office/drawing/2014/main" val="3031055252"/>
                    </a:ext>
                  </a:extLst>
                </a:gridCol>
                <a:gridCol w="6230785">
                  <a:extLst>
                    <a:ext uri="{9D8B030D-6E8A-4147-A177-3AD203B41FA5}">
                      <a16:colId xmlns:a16="http://schemas.microsoft.com/office/drawing/2014/main" val="2269131911"/>
                    </a:ext>
                  </a:extLst>
                </a:gridCol>
              </a:tblGrid>
              <a:tr h="370840">
                <a:tc>
                  <a:txBody>
                    <a:bodyPr/>
                    <a:lstStyle/>
                    <a:p>
                      <a:r>
                        <a:rPr lang="en-US" sz="1400" dirty="0">
                          <a:solidFill>
                            <a:schemeClr val="tx1"/>
                          </a:solidFill>
                        </a:rPr>
                        <a:t>Assumption</a:t>
                      </a:r>
                    </a:p>
                  </a:txBody>
                  <a:tcPr>
                    <a:lnB w="12700" cap="flat" cmpd="sng" algn="ctr">
                      <a:solidFill>
                        <a:schemeClr val="tx1"/>
                      </a:solidFill>
                      <a:prstDash val="solid"/>
                      <a:round/>
                      <a:headEnd type="none" w="med" len="med"/>
                      <a:tailEnd type="none" w="med" len="med"/>
                    </a:lnB>
                    <a:solidFill>
                      <a:srgbClr val="96D642"/>
                    </a:solidFill>
                  </a:tcPr>
                </a:tc>
                <a:tc>
                  <a:txBody>
                    <a:bodyPr/>
                    <a:lstStyle/>
                    <a:p>
                      <a:r>
                        <a:rPr lang="en-US" sz="1400" dirty="0">
                          <a:solidFill>
                            <a:schemeClr val="tx1"/>
                          </a:solidFill>
                        </a:rPr>
                        <a:t>Reasoning</a:t>
                      </a:r>
                    </a:p>
                  </a:txBody>
                  <a:tcPr>
                    <a:lnB w="12700" cap="flat" cmpd="sng" algn="ctr">
                      <a:solidFill>
                        <a:schemeClr val="tx1"/>
                      </a:solidFill>
                      <a:prstDash val="solid"/>
                      <a:round/>
                      <a:headEnd type="none" w="med" len="med"/>
                      <a:tailEnd type="none" w="med" len="med"/>
                    </a:lnB>
                    <a:solidFill>
                      <a:srgbClr val="96D642"/>
                    </a:solidFill>
                  </a:tcPr>
                </a:tc>
                <a:extLst>
                  <a:ext uri="{0D108BD9-81ED-4DB2-BD59-A6C34878D82A}">
                    <a16:rowId xmlns:a16="http://schemas.microsoft.com/office/drawing/2014/main" val="3319105320"/>
                  </a:ext>
                </a:extLst>
              </a:tr>
              <a:tr h="370840">
                <a:tc>
                  <a:txBody>
                    <a:bodyPr/>
                    <a:lstStyle/>
                    <a:p>
                      <a:r>
                        <a:rPr lang="en-US" sz="1400" dirty="0">
                          <a:solidFill>
                            <a:schemeClr val="tx1"/>
                          </a:solidFill>
                        </a:rPr>
                        <a:t>60% of customers enter the store via Entrance 1 and 40% via Entrance 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Entrance 1 is where the grocery section is and in my walkthrough had a higher percentage of store traffic.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13314716"/>
                  </a:ext>
                </a:extLst>
              </a:tr>
              <a:tr h="370840">
                <a:tc>
                  <a:txBody>
                    <a:bodyPr/>
                    <a:lstStyle/>
                    <a:p>
                      <a:r>
                        <a:rPr lang="en-US" sz="1400" dirty="0">
                          <a:solidFill>
                            <a:schemeClr val="tx1"/>
                          </a:solidFill>
                        </a:rPr>
                        <a:t>Customers leave via the same entrance they entered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It would be unusual for a customer to exit an entrance not closest to their car.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79330027"/>
                  </a:ext>
                </a:extLst>
              </a:tr>
              <a:tr h="370840">
                <a:tc>
                  <a:txBody>
                    <a:bodyPr/>
                    <a:lstStyle/>
                    <a:p>
                      <a:r>
                        <a:rPr lang="en-US" sz="1400" dirty="0">
                          <a:solidFill>
                            <a:schemeClr val="tx1"/>
                          </a:solidFill>
                        </a:rPr>
                        <a:t>90% of customers take their cart to the car.  10% return the cart to the entrance they picked the cart up from.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Given the average basket size of $50, most customers have several bags, so it’s easiest to just wheel the cart out to their car.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555617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tx1"/>
                          </a:solidFill>
                        </a:rPr>
                        <a:t>Each day at hour 0 (00:01 am), the system is reset to it’s initial state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Meijer is open 24 hours, so it makes sense to reset the cart count at each entrance and the parking lot.  Also, carts left in the parking lot at night are more subject to theft.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86867916"/>
                  </a:ext>
                </a:extLst>
              </a:tr>
              <a:tr h="370840">
                <a:tc>
                  <a:txBody>
                    <a:bodyPr/>
                    <a:lstStyle/>
                    <a:p>
                      <a:r>
                        <a:rPr lang="en-US" sz="1400" dirty="0">
                          <a:solidFill>
                            <a:schemeClr val="tx1"/>
                          </a:solidFill>
                        </a:rPr>
                        <a:t>There are always at least two “cart pusher” employees, but a max of three cart pushers.  They collect &amp; return carts to an entrance at the rate of 100 carts/hour (300 per hour is total capacity)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Meijer’s parking lots are large, so it makes sense to have at least one cart pusher for each entrance.  100 carts per hour might sound like a lot, but it does sound logical when stated as, “collect &amp; return 25 carts every 15 minutes”)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73593707"/>
                  </a:ext>
                </a:extLst>
              </a:tr>
              <a:tr h="370840">
                <a:tc>
                  <a:txBody>
                    <a:bodyPr/>
                    <a:lstStyle/>
                    <a:p>
                      <a:r>
                        <a:rPr lang="en-US" sz="1400" dirty="0">
                          <a:solidFill>
                            <a:schemeClr val="tx1"/>
                          </a:solidFill>
                        </a:rPr>
                        <a:t>The cart pushers help each other out to ensure carts are available at each entrance.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It’s logical to assume that the store does not want a cart pusher to be idle, while his peer falls behind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340584"/>
                  </a:ext>
                </a:extLst>
              </a:tr>
            </a:tbl>
          </a:graphicData>
        </a:graphic>
      </p:graphicFrame>
    </p:spTree>
    <p:extLst>
      <p:ext uri="{BB962C8B-B14F-4D97-AF65-F5344CB8AC3E}">
        <p14:creationId xmlns:p14="http://schemas.microsoft.com/office/powerpoint/2010/main" val="3407562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96D642"/>
                </a:solidFill>
                <a:effectLst/>
                <a:uLnTx/>
                <a:uFillTx/>
                <a:latin typeface="Gisha" panose="020B0502040204020203" pitchFamily="34" charset="-79"/>
                <a:ea typeface="+mj-ea"/>
                <a:cs typeface="Gisha" panose="020B0502040204020203" pitchFamily="34" charset="-79"/>
              </a:rPr>
              <a:t>Validity - Parameters</a:t>
            </a:r>
          </a:p>
        </p:txBody>
      </p:sp>
      <p:sp>
        <p:nvSpPr>
          <p:cNvPr id="3" name="TextBox 2">
            <a:extLst>
              <a:ext uri="{FF2B5EF4-FFF2-40B4-BE49-F238E27FC236}">
                <a16:creationId xmlns:a16="http://schemas.microsoft.com/office/drawing/2014/main" id="{25957E08-A707-4694-9B80-746A24CCB7AB}"/>
              </a:ext>
            </a:extLst>
          </p:cNvPr>
          <p:cNvSpPr txBox="1"/>
          <p:nvPr/>
        </p:nvSpPr>
        <p:spPr>
          <a:xfrm>
            <a:off x="1096173" y="1006227"/>
            <a:ext cx="9086851" cy="523220"/>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Since Meijer is a privately held company a number of desired parameters for this model were not available due to limited access to their data.  Below are the parameters that were found online and those that were derived.</a:t>
            </a:r>
            <a:endParaRPr lang="en-US" sz="1400" dirty="0">
              <a:solidFill>
                <a:schemeClr val="bg1"/>
              </a:solidFill>
              <a:latin typeface="Gisha" panose="020B0502040204020203" pitchFamily="34" charset="-79"/>
              <a:cs typeface="Gisha" panose="020B0502040204020203" pitchFamily="34" charset="-79"/>
            </a:endParaRPr>
          </a:p>
        </p:txBody>
      </p:sp>
      <p:pic>
        <p:nvPicPr>
          <p:cNvPr id="6" name="Picture 5">
            <a:extLst>
              <a:ext uri="{FF2B5EF4-FFF2-40B4-BE49-F238E27FC236}">
                <a16:creationId xmlns:a16="http://schemas.microsoft.com/office/drawing/2014/main" id="{0098BFF1-81F4-4D3F-B35B-0DE3FFF366FA}"/>
              </a:ext>
            </a:extLst>
          </p:cNvPr>
          <p:cNvPicPr>
            <a:picLocks noChangeAspect="1"/>
          </p:cNvPicPr>
          <p:nvPr/>
        </p:nvPicPr>
        <p:blipFill>
          <a:blip r:embed="rId3"/>
          <a:stretch>
            <a:fillRect/>
          </a:stretch>
        </p:blipFill>
        <p:spPr>
          <a:xfrm>
            <a:off x="1096173" y="2047460"/>
            <a:ext cx="9762998" cy="4135599"/>
          </a:xfrm>
          <a:prstGeom prst="rect">
            <a:avLst/>
          </a:prstGeom>
        </p:spPr>
      </p:pic>
    </p:spTree>
    <p:extLst>
      <p:ext uri="{BB962C8B-B14F-4D97-AF65-F5344CB8AC3E}">
        <p14:creationId xmlns:p14="http://schemas.microsoft.com/office/powerpoint/2010/main" val="606379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7C1DD2-67F2-472C-BB25-5ECBEEA08597}"/>
              </a:ext>
            </a:extLst>
          </p:cNvPr>
          <p:cNvSpPr>
            <a:spLocks noGrp="1"/>
          </p:cNvSpPr>
          <p:nvPr>
            <p:ph type="sldNum" sz="quarter" idx="12"/>
          </p:nvPr>
        </p:nvSpPr>
        <p:spPr>
          <a:xfrm>
            <a:off x="8812627" y="6771037"/>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F4FC6D2-A475-42D8-9478-B7141B876853}"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15" name="Title 3">
            <a:extLst>
              <a:ext uri="{FF2B5EF4-FFF2-40B4-BE49-F238E27FC236}">
                <a16:creationId xmlns:a16="http://schemas.microsoft.com/office/drawing/2014/main" id="{AE4EDC57-2BBE-4EC4-B4AE-DAF48D9B4E2A}"/>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Simulation/Iterations</a:t>
            </a:r>
          </a:p>
        </p:txBody>
      </p:sp>
      <p:sp>
        <p:nvSpPr>
          <p:cNvPr id="206" name="OTLSHAPE_TB_00000000000000000000000000000000_LeftEndCaps" hidden="1">
            <a:extLst>
              <a:ext uri="{FF2B5EF4-FFF2-40B4-BE49-F238E27FC236}">
                <a16:creationId xmlns:a16="http://schemas.microsoft.com/office/drawing/2014/main" id="{498B39AF-6085-4B88-86CD-C885D9D84BF1}"/>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EBA0A"/>
                </a:solidFill>
                <a:effectLst/>
                <a:uLnTx/>
                <a:uFillTx/>
                <a:latin typeface="Calibri" panose="020F0502020204030204" pitchFamily="34" charset="0"/>
                <a:ea typeface="+mn-ea"/>
                <a:cs typeface="+mn-cs"/>
              </a:rPr>
              <a:t>2021</a:t>
            </a:r>
          </a:p>
        </p:txBody>
      </p:sp>
      <p:sp>
        <p:nvSpPr>
          <p:cNvPr id="207" name="OTLSHAPE_TB_00000000000000000000000000000000_RightEndCaps" hidden="1">
            <a:extLst>
              <a:ext uri="{FF2B5EF4-FFF2-40B4-BE49-F238E27FC236}">
                <a16:creationId xmlns:a16="http://schemas.microsoft.com/office/drawing/2014/main" id="{9CB94177-4304-4203-970F-BC30B7B03A3C}"/>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EBA0A"/>
                </a:solidFill>
                <a:effectLst/>
                <a:uLnTx/>
                <a:uFillTx/>
                <a:latin typeface="Calibri" panose="020F0502020204030204" pitchFamily="34" charset="0"/>
                <a:ea typeface="+mn-ea"/>
                <a:cs typeface="+mn-cs"/>
              </a:rPr>
              <a:t>2021</a:t>
            </a:r>
          </a:p>
        </p:txBody>
      </p:sp>
      <p:sp>
        <p:nvSpPr>
          <p:cNvPr id="218" name="OTLSHAPE_TB_00000000000000000000000000000000_ElapsedTime" hidden="1">
            <a:extLst>
              <a:ext uri="{FF2B5EF4-FFF2-40B4-BE49-F238E27FC236}">
                <a16:creationId xmlns:a16="http://schemas.microsoft.com/office/drawing/2014/main" id="{6E30FEF6-4558-4BCD-B1AF-B5941127F741}"/>
              </a:ext>
            </a:extLst>
          </p:cNvPr>
          <p:cNvSpPr/>
          <p:nvPr>
            <p:custDataLst>
              <p:tags r:id="rId4"/>
            </p:custDataLst>
          </p:nvPr>
        </p:nvSpPr>
        <p:spPr>
          <a:xfrm>
            <a:off x="0" y="0"/>
            <a:ext cx="0" cy="0"/>
          </a:xfrm>
          <a:prstGeom prst="roundRect">
            <a:avLst/>
          </a:prstGeom>
          <a:solidFill>
            <a:srgbClr val="FF0000">
              <a:alpha val="30196"/>
            </a:srgbClr>
          </a:solidFill>
          <a:ln w="12700" cap="flat" cmpd="sng" algn="ctr">
            <a:noFill/>
            <a:prstDash val="solid"/>
            <a:miter lim="800000"/>
          </a:ln>
          <a:effectLst/>
          <a:scene3d>
            <a:camera prst="orthographicFront"/>
            <a:lightRig rig="threePt" dir="t"/>
          </a:scene3d>
          <a:sp3d>
            <a:bevelT w="12700" h="139700"/>
          </a:sp3d>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OTLSHAPE_TB_00000000000000000000000000000000_TodayMarkerShape" hidden="1">
            <a:extLst>
              <a:ext uri="{FF2B5EF4-FFF2-40B4-BE49-F238E27FC236}">
                <a16:creationId xmlns:a16="http://schemas.microsoft.com/office/drawing/2014/main" id="{2618CA4C-C5B2-4589-AFBC-9E88AC04CA4E}"/>
              </a:ext>
            </a:extLst>
          </p:cNvPr>
          <p:cNvSpPr/>
          <p:nvPr>
            <p:custDataLst>
              <p:tags r:id="rId5"/>
            </p:custDataLst>
          </p:nvPr>
        </p:nvSpPr>
        <p:spPr>
          <a:xfrm>
            <a:off x="5645809" y="1828830"/>
            <a:ext cx="76200" cy="84667"/>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OTLSHAPE_TB_00000000000000000000000000000000_TodayMarkerText" hidden="1">
            <a:extLst>
              <a:ext uri="{FF2B5EF4-FFF2-40B4-BE49-F238E27FC236}">
                <a16:creationId xmlns:a16="http://schemas.microsoft.com/office/drawing/2014/main" id="{9C9F6EA3-3E8E-4AD2-8AB9-045027ED80DA}"/>
              </a:ext>
            </a:extLst>
          </p:cNvPr>
          <p:cNvSpPr txBox="1"/>
          <p:nvPr>
            <p:custDataLst>
              <p:tags r:id="rId6"/>
            </p:custDataLst>
          </p:nvPr>
        </p:nvSpPr>
        <p:spPr>
          <a:xfrm>
            <a:off x="-168984" y="58866"/>
            <a:ext cx="363369"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0" name="TextBox 9">
            <a:extLst>
              <a:ext uri="{FF2B5EF4-FFF2-40B4-BE49-F238E27FC236}">
                <a16:creationId xmlns:a16="http://schemas.microsoft.com/office/drawing/2014/main" id="{DDC1DCBE-E39C-4173-9459-FF744891A90D}"/>
              </a:ext>
            </a:extLst>
          </p:cNvPr>
          <p:cNvSpPr txBox="1"/>
          <p:nvPr/>
        </p:nvSpPr>
        <p:spPr>
          <a:xfrm>
            <a:off x="580571" y="929166"/>
            <a:ext cx="9179655" cy="523220"/>
          </a:xfrm>
          <a:prstGeom prst="rect">
            <a:avLst/>
          </a:prstGeom>
          <a:noFill/>
        </p:spPr>
        <p:txBody>
          <a:bodyPr wrap="square">
            <a:spAutoFit/>
          </a:bodyPr>
          <a:lstStyle/>
          <a:p>
            <a:r>
              <a:rPr lang="en-US" sz="1400" dirty="0">
                <a:solidFill>
                  <a:schemeClr val="bg1"/>
                </a:solidFill>
                <a:latin typeface="Gisha" panose="020B0502040204020203" pitchFamily="34" charset="-79"/>
                <a:cs typeface="Gisha" panose="020B0502040204020203" pitchFamily="34" charset="-79"/>
              </a:rPr>
              <a:t>Using the Assumptions and Parameters on slides 6 &amp; 7, this study started the model with 450 carts (Grandville, MI store’s total carts), and decreased carts by 50 per iteration down to 150 carts (450, 400, 350, 300, 250, 200, 150).</a:t>
            </a:r>
          </a:p>
        </p:txBody>
      </p:sp>
      <p:pic>
        <p:nvPicPr>
          <p:cNvPr id="3" name="Picture 2">
            <a:extLst>
              <a:ext uri="{FF2B5EF4-FFF2-40B4-BE49-F238E27FC236}">
                <a16:creationId xmlns:a16="http://schemas.microsoft.com/office/drawing/2014/main" id="{4B9CE1CE-1C32-4ED0-B5B3-F1B6C3C8F373}"/>
              </a:ext>
            </a:extLst>
          </p:cNvPr>
          <p:cNvPicPr>
            <a:picLocks noChangeAspect="1"/>
          </p:cNvPicPr>
          <p:nvPr/>
        </p:nvPicPr>
        <p:blipFill>
          <a:blip r:embed="rId8"/>
          <a:stretch>
            <a:fillRect/>
          </a:stretch>
        </p:blipFill>
        <p:spPr>
          <a:xfrm>
            <a:off x="178539" y="2932042"/>
            <a:ext cx="3807925" cy="3766930"/>
          </a:xfrm>
          <a:prstGeom prst="rect">
            <a:avLst/>
          </a:prstGeom>
        </p:spPr>
      </p:pic>
      <p:sp>
        <p:nvSpPr>
          <p:cNvPr id="5" name="TextBox 4">
            <a:extLst>
              <a:ext uri="{FF2B5EF4-FFF2-40B4-BE49-F238E27FC236}">
                <a16:creationId xmlns:a16="http://schemas.microsoft.com/office/drawing/2014/main" id="{D5B1775B-A974-4F72-8D8A-5E73F4D584DB}"/>
              </a:ext>
            </a:extLst>
          </p:cNvPr>
          <p:cNvSpPr txBox="1"/>
          <p:nvPr/>
        </p:nvSpPr>
        <p:spPr>
          <a:xfrm>
            <a:off x="8040757" y="223461"/>
            <a:ext cx="2740815" cy="338554"/>
          </a:xfrm>
          <a:prstGeom prst="rect">
            <a:avLst/>
          </a:prstGeom>
          <a:noFill/>
        </p:spPr>
        <p:txBody>
          <a:bodyPr wrap="none" rtlCol="0">
            <a:spAutoFit/>
          </a:bodyPr>
          <a:lstStyle/>
          <a:p>
            <a:pPr algn="l"/>
            <a:r>
              <a:rPr lang="en-US" sz="1600" b="1" i="0" u="sng" dirty="0">
                <a:solidFill>
                  <a:srgbClr val="96D642"/>
                </a:solidFill>
                <a:effectLst/>
                <a:latin typeface="Gisha" panose="020B0502040204020203" pitchFamily="34" charset="-79"/>
                <a:cs typeface="Gisha" panose="020B0502040204020203" pitchFamily="34" charset="-79"/>
              </a:rPr>
              <a:t>link to Model’s Notebook</a:t>
            </a:r>
          </a:p>
        </p:txBody>
      </p:sp>
      <p:sp>
        <p:nvSpPr>
          <p:cNvPr id="13" name="TextBox 12">
            <a:extLst>
              <a:ext uri="{FF2B5EF4-FFF2-40B4-BE49-F238E27FC236}">
                <a16:creationId xmlns:a16="http://schemas.microsoft.com/office/drawing/2014/main" id="{83A138DD-21F5-4703-94E1-C364AC0CEFAC}"/>
              </a:ext>
            </a:extLst>
          </p:cNvPr>
          <p:cNvSpPr txBox="1"/>
          <p:nvPr/>
        </p:nvSpPr>
        <p:spPr>
          <a:xfrm>
            <a:off x="8040757" y="1594414"/>
            <a:ext cx="3161378" cy="338554"/>
          </a:xfrm>
          <a:prstGeom prst="rect">
            <a:avLst/>
          </a:prstGeom>
          <a:noFill/>
        </p:spPr>
        <p:txBody>
          <a:bodyPr wrap="none" rtlCol="0">
            <a:spAutoFit/>
          </a:bodyPr>
          <a:lstStyle/>
          <a:p>
            <a:pPr algn="l"/>
            <a:r>
              <a:rPr lang="en-US" sz="1600" b="1" i="0" u="sng" dirty="0">
                <a:solidFill>
                  <a:srgbClr val="96D642"/>
                </a:solidFill>
                <a:effectLst/>
                <a:latin typeface="Gisha" panose="020B0502040204020203" pitchFamily="34" charset="-79"/>
                <a:cs typeface="Gisha" panose="020B0502040204020203" pitchFamily="34" charset="-79"/>
              </a:rPr>
              <a:t>link to plots for all 7 iterations</a:t>
            </a:r>
          </a:p>
        </p:txBody>
      </p:sp>
      <p:pic>
        <p:nvPicPr>
          <p:cNvPr id="7" name="Picture 6">
            <a:extLst>
              <a:ext uri="{FF2B5EF4-FFF2-40B4-BE49-F238E27FC236}">
                <a16:creationId xmlns:a16="http://schemas.microsoft.com/office/drawing/2014/main" id="{818A844A-FDA4-44E1-8117-55A13D1D58FC}"/>
              </a:ext>
            </a:extLst>
          </p:cNvPr>
          <p:cNvPicPr>
            <a:picLocks noChangeAspect="1"/>
          </p:cNvPicPr>
          <p:nvPr/>
        </p:nvPicPr>
        <p:blipFill>
          <a:blip r:embed="rId9"/>
          <a:stretch>
            <a:fillRect/>
          </a:stretch>
        </p:blipFill>
        <p:spPr>
          <a:xfrm>
            <a:off x="4200590" y="2932042"/>
            <a:ext cx="3807925" cy="3729649"/>
          </a:xfrm>
          <a:prstGeom prst="rect">
            <a:avLst/>
          </a:prstGeom>
        </p:spPr>
      </p:pic>
      <p:pic>
        <p:nvPicPr>
          <p:cNvPr id="9" name="Picture 8">
            <a:extLst>
              <a:ext uri="{FF2B5EF4-FFF2-40B4-BE49-F238E27FC236}">
                <a16:creationId xmlns:a16="http://schemas.microsoft.com/office/drawing/2014/main" id="{85B7FF29-956B-4549-AFC2-F4ABD9491C93}"/>
              </a:ext>
            </a:extLst>
          </p:cNvPr>
          <p:cNvPicPr>
            <a:picLocks/>
          </p:cNvPicPr>
          <p:nvPr/>
        </p:nvPicPr>
        <p:blipFill>
          <a:blip r:embed="rId10"/>
          <a:stretch>
            <a:fillRect/>
          </a:stretch>
        </p:blipFill>
        <p:spPr>
          <a:xfrm>
            <a:off x="8204341" y="2932042"/>
            <a:ext cx="3803904" cy="3730752"/>
          </a:xfrm>
          <a:prstGeom prst="rect">
            <a:avLst/>
          </a:prstGeom>
        </p:spPr>
      </p:pic>
      <p:sp>
        <p:nvSpPr>
          <p:cNvPr id="18" name="TextBox 17">
            <a:extLst>
              <a:ext uri="{FF2B5EF4-FFF2-40B4-BE49-F238E27FC236}">
                <a16:creationId xmlns:a16="http://schemas.microsoft.com/office/drawing/2014/main" id="{85BF7604-8D38-4589-BA99-BBE629A434A3}"/>
              </a:ext>
            </a:extLst>
          </p:cNvPr>
          <p:cNvSpPr txBox="1"/>
          <p:nvPr/>
        </p:nvSpPr>
        <p:spPr>
          <a:xfrm>
            <a:off x="1551202" y="2081431"/>
            <a:ext cx="1062599" cy="338554"/>
          </a:xfrm>
          <a:prstGeom prst="rect">
            <a:avLst/>
          </a:prstGeom>
          <a:noFill/>
        </p:spPr>
        <p:txBody>
          <a:bodyPr wrap="none" rtlCol="0">
            <a:spAutoFit/>
          </a:bodyPr>
          <a:lstStyle/>
          <a:p>
            <a:pPr algn="l"/>
            <a:r>
              <a:rPr lang="en-US" sz="1600" b="1" i="0" dirty="0">
                <a:solidFill>
                  <a:srgbClr val="02B2EE"/>
                </a:solidFill>
                <a:effectLst/>
                <a:latin typeface="Gisha" panose="020B0502040204020203" pitchFamily="34" charset="-79"/>
                <a:cs typeface="Gisha" panose="020B0502040204020203" pitchFamily="34" charset="-79"/>
              </a:rPr>
              <a:t>450 carts</a:t>
            </a:r>
          </a:p>
        </p:txBody>
      </p:sp>
      <p:sp>
        <p:nvSpPr>
          <p:cNvPr id="19" name="TextBox 18">
            <a:extLst>
              <a:ext uri="{FF2B5EF4-FFF2-40B4-BE49-F238E27FC236}">
                <a16:creationId xmlns:a16="http://schemas.microsoft.com/office/drawing/2014/main" id="{6E675305-B66C-4263-A901-39C0A7B87242}"/>
              </a:ext>
            </a:extLst>
          </p:cNvPr>
          <p:cNvSpPr txBox="1"/>
          <p:nvPr/>
        </p:nvSpPr>
        <p:spPr>
          <a:xfrm>
            <a:off x="5573253" y="2081431"/>
            <a:ext cx="1062599" cy="338554"/>
          </a:xfrm>
          <a:prstGeom prst="rect">
            <a:avLst/>
          </a:prstGeom>
          <a:noFill/>
        </p:spPr>
        <p:txBody>
          <a:bodyPr wrap="none" rtlCol="0">
            <a:spAutoFit/>
          </a:bodyPr>
          <a:lstStyle/>
          <a:p>
            <a:pPr algn="l"/>
            <a:r>
              <a:rPr lang="en-US" sz="1600" b="1" dirty="0">
                <a:solidFill>
                  <a:srgbClr val="02B2EE"/>
                </a:solidFill>
                <a:latin typeface="Gisha" panose="020B0502040204020203" pitchFamily="34" charset="-79"/>
                <a:cs typeface="Gisha" panose="020B0502040204020203" pitchFamily="34" charset="-79"/>
              </a:rPr>
              <a:t>30</a:t>
            </a:r>
            <a:r>
              <a:rPr lang="en-US" sz="1600" b="1" i="0" dirty="0">
                <a:solidFill>
                  <a:srgbClr val="02B2EE"/>
                </a:solidFill>
                <a:effectLst/>
                <a:latin typeface="Gisha" panose="020B0502040204020203" pitchFamily="34" charset="-79"/>
                <a:cs typeface="Gisha" panose="020B0502040204020203" pitchFamily="34" charset="-79"/>
              </a:rPr>
              <a:t>0 carts</a:t>
            </a:r>
          </a:p>
        </p:txBody>
      </p:sp>
      <p:sp>
        <p:nvSpPr>
          <p:cNvPr id="20" name="TextBox 19">
            <a:extLst>
              <a:ext uri="{FF2B5EF4-FFF2-40B4-BE49-F238E27FC236}">
                <a16:creationId xmlns:a16="http://schemas.microsoft.com/office/drawing/2014/main" id="{FA0BB958-BBF8-4AF8-A525-915547D0E984}"/>
              </a:ext>
            </a:extLst>
          </p:cNvPr>
          <p:cNvSpPr txBox="1"/>
          <p:nvPr/>
        </p:nvSpPr>
        <p:spPr>
          <a:xfrm>
            <a:off x="9574994" y="2081431"/>
            <a:ext cx="1062599" cy="338554"/>
          </a:xfrm>
          <a:prstGeom prst="rect">
            <a:avLst/>
          </a:prstGeom>
          <a:noFill/>
        </p:spPr>
        <p:txBody>
          <a:bodyPr wrap="none" rtlCol="0">
            <a:spAutoFit/>
          </a:bodyPr>
          <a:lstStyle/>
          <a:p>
            <a:pPr algn="l"/>
            <a:r>
              <a:rPr lang="en-US" sz="1600" b="1" dirty="0">
                <a:solidFill>
                  <a:srgbClr val="02B2EE"/>
                </a:solidFill>
                <a:latin typeface="Gisha" panose="020B0502040204020203" pitchFamily="34" charset="-79"/>
                <a:cs typeface="Gisha" panose="020B0502040204020203" pitchFamily="34" charset="-79"/>
              </a:rPr>
              <a:t>1</a:t>
            </a:r>
            <a:r>
              <a:rPr lang="en-US" sz="1600" b="1" i="0" dirty="0">
                <a:solidFill>
                  <a:srgbClr val="02B2EE"/>
                </a:solidFill>
                <a:effectLst/>
                <a:latin typeface="Gisha" panose="020B0502040204020203" pitchFamily="34" charset="-79"/>
                <a:cs typeface="Gisha" panose="020B0502040204020203" pitchFamily="34" charset="-79"/>
              </a:rPr>
              <a:t>50 carts</a:t>
            </a:r>
          </a:p>
        </p:txBody>
      </p:sp>
      <p:sp>
        <p:nvSpPr>
          <p:cNvPr id="11" name="TextBox 10">
            <a:extLst>
              <a:ext uri="{FF2B5EF4-FFF2-40B4-BE49-F238E27FC236}">
                <a16:creationId xmlns:a16="http://schemas.microsoft.com/office/drawing/2014/main" id="{E65D5C71-7889-421B-B80E-82AB0BB56091}"/>
              </a:ext>
            </a:extLst>
          </p:cNvPr>
          <p:cNvSpPr txBox="1"/>
          <p:nvPr/>
        </p:nvSpPr>
        <p:spPr>
          <a:xfrm>
            <a:off x="178539"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Plenty of carts! Customers had at least 112 carts at entrance 1 and 84 carts at entrance 2. </a:t>
            </a:r>
            <a:endParaRPr lang="en-US" sz="1200" b="0" i="0" dirty="0">
              <a:solidFill>
                <a:schemeClr val="bg1"/>
              </a:solidFill>
              <a:effectLst/>
              <a:latin typeface="Gisha" panose="020B0502040204020203" pitchFamily="34" charset="-79"/>
              <a:cs typeface="Gisha" panose="020B0502040204020203" pitchFamily="34" charset="-79"/>
            </a:endParaRPr>
          </a:p>
        </p:txBody>
      </p:sp>
      <p:sp>
        <p:nvSpPr>
          <p:cNvPr id="22" name="TextBox 21">
            <a:extLst>
              <a:ext uri="{FF2B5EF4-FFF2-40B4-BE49-F238E27FC236}">
                <a16:creationId xmlns:a16="http://schemas.microsoft.com/office/drawing/2014/main" id="{7672DD80-388B-4DD1-9EC5-5B6F94C3C84C}"/>
              </a:ext>
            </a:extLst>
          </p:cNvPr>
          <p:cNvSpPr txBox="1"/>
          <p:nvPr/>
        </p:nvSpPr>
        <p:spPr>
          <a:xfrm>
            <a:off x="4200590"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Increased risk of no carts. 17 customers had no cart at entrance 2. Entrance 1’s low was 21 carts.</a:t>
            </a:r>
            <a:endParaRPr lang="en-US" sz="1200" b="0" i="0" dirty="0">
              <a:solidFill>
                <a:schemeClr val="bg1"/>
              </a:solidFill>
              <a:effectLst/>
              <a:latin typeface="Gisha" panose="020B0502040204020203" pitchFamily="34" charset="-79"/>
              <a:cs typeface="Gisha" panose="020B0502040204020203" pitchFamily="34" charset="-79"/>
            </a:endParaRPr>
          </a:p>
        </p:txBody>
      </p:sp>
      <p:sp>
        <p:nvSpPr>
          <p:cNvPr id="23" name="TextBox 22">
            <a:extLst>
              <a:ext uri="{FF2B5EF4-FFF2-40B4-BE49-F238E27FC236}">
                <a16:creationId xmlns:a16="http://schemas.microsoft.com/office/drawing/2014/main" id="{E6FB8587-D0C7-4C4D-AEF2-7DB79D64CCAA}"/>
              </a:ext>
            </a:extLst>
          </p:cNvPr>
          <p:cNvSpPr txBox="1"/>
          <p:nvPr/>
        </p:nvSpPr>
        <p:spPr>
          <a:xfrm>
            <a:off x="8202331"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Obviously unacceptable.  794 customers at entrance 1 &amp; 531 customers at entrance 2 had no cart.</a:t>
            </a:r>
            <a:endParaRPr lang="en-US" sz="1200" b="0" i="0" dirty="0">
              <a:solidFill>
                <a:schemeClr val="bg1"/>
              </a:solidFill>
              <a:effectLst/>
              <a:latin typeface="Gisha" panose="020B0502040204020203" pitchFamily="34" charset="-79"/>
              <a:cs typeface="Gisha" panose="020B0502040204020203" pitchFamily="34" charset="-79"/>
            </a:endParaRPr>
          </a:p>
        </p:txBody>
      </p:sp>
    </p:spTree>
    <p:custDataLst>
      <p:tags r:id="rId1"/>
    </p:custDataLst>
    <p:extLst>
      <p:ext uri="{BB962C8B-B14F-4D97-AF65-F5344CB8AC3E}">
        <p14:creationId xmlns:p14="http://schemas.microsoft.com/office/powerpoint/2010/main" val="1009288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Conclusion</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4" name="TextBox 13">
            <a:extLst>
              <a:ext uri="{FF2B5EF4-FFF2-40B4-BE49-F238E27FC236}">
                <a16:creationId xmlns:a16="http://schemas.microsoft.com/office/drawing/2014/main" id="{16138A7E-CEC7-4927-9C48-058488F25CF4}"/>
              </a:ext>
            </a:extLst>
          </p:cNvPr>
          <p:cNvSpPr txBox="1"/>
          <p:nvPr/>
        </p:nvSpPr>
        <p:spPr>
          <a:xfrm>
            <a:off x="431485" y="5459869"/>
            <a:ext cx="3882098"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Additional ideas…</a:t>
            </a:r>
            <a:endParaRPr lang="en-US" sz="2400" b="1" dirty="0">
              <a:solidFill>
                <a:srgbClr val="96D642"/>
              </a:solidFill>
              <a:latin typeface="Gisha" panose="020B0502040204020203" pitchFamily="34" charset="-79"/>
              <a:cs typeface="Gisha" panose="020B0502040204020203" pitchFamily="34" charset="-79"/>
            </a:endParaRPr>
          </a:p>
        </p:txBody>
      </p:sp>
      <p:sp>
        <p:nvSpPr>
          <p:cNvPr id="16" name="TextBox 15">
            <a:extLst>
              <a:ext uri="{FF2B5EF4-FFF2-40B4-BE49-F238E27FC236}">
                <a16:creationId xmlns:a16="http://schemas.microsoft.com/office/drawing/2014/main" id="{4A05FE1F-C164-42D7-9885-43EC28124117}"/>
              </a:ext>
            </a:extLst>
          </p:cNvPr>
          <p:cNvSpPr txBox="1"/>
          <p:nvPr/>
        </p:nvSpPr>
        <p:spPr>
          <a:xfrm>
            <a:off x="431485" y="5921534"/>
            <a:ext cx="9086851" cy="815608"/>
          </a:xfrm>
          <a:prstGeom prst="rect">
            <a:avLst/>
          </a:prstGeom>
          <a:noFill/>
        </p:spPr>
        <p:txBody>
          <a:bodyPr wrap="square">
            <a:spAutoFit/>
          </a:bodyPr>
          <a:lstStyle/>
          <a:p>
            <a:pPr marL="342900" indent="-342900">
              <a:spcAft>
                <a:spcPts val="600"/>
              </a:spcAft>
              <a:buAutoNum type="arabicPeriod"/>
            </a:pPr>
            <a:r>
              <a:rPr lang="en-US" sz="1400" dirty="0">
                <a:solidFill>
                  <a:schemeClr val="bg1"/>
                </a:solidFill>
                <a:latin typeface="Gisha" panose="020B0502040204020203" pitchFamily="34" charset="-79"/>
                <a:cs typeface="Gisha" panose="020B0502040204020203" pitchFamily="34" charset="-79"/>
              </a:rPr>
              <a:t>See “Out of Scope” on the next slide for ways to improve this model</a:t>
            </a:r>
          </a:p>
          <a:p>
            <a:pPr marL="342900" indent="-342900">
              <a:buAutoNum type="arabicPeriod"/>
            </a:pPr>
            <a:r>
              <a:rPr lang="en-US" sz="1400" dirty="0">
                <a:solidFill>
                  <a:schemeClr val="bg1"/>
                </a:solidFill>
                <a:latin typeface="Gisha" panose="020B0502040204020203" pitchFamily="34" charset="-79"/>
                <a:cs typeface="Gisha" panose="020B0502040204020203" pitchFamily="34" charset="-79"/>
              </a:rPr>
              <a:t>In addition to it’s current use identifying the right cart count, this model could be used to model the number of cart pushers and the cart return rate per cart pusher.</a:t>
            </a:r>
          </a:p>
        </p:txBody>
      </p:sp>
      <p:sp>
        <p:nvSpPr>
          <p:cNvPr id="17" name="TextBox 16">
            <a:extLst>
              <a:ext uri="{FF2B5EF4-FFF2-40B4-BE49-F238E27FC236}">
                <a16:creationId xmlns:a16="http://schemas.microsoft.com/office/drawing/2014/main" id="{0BC45ED6-6D8C-4A25-9E3B-C378B9AE6742}"/>
              </a:ext>
            </a:extLst>
          </p:cNvPr>
          <p:cNvSpPr txBox="1"/>
          <p:nvPr/>
        </p:nvSpPr>
        <p:spPr>
          <a:xfrm>
            <a:off x="431485" y="2259449"/>
            <a:ext cx="4955525" cy="2339102"/>
          </a:xfrm>
          <a:prstGeom prst="rect">
            <a:avLst/>
          </a:prstGeom>
          <a:noFill/>
        </p:spPr>
        <p:txBody>
          <a:bodyPr wrap="square">
            <a:spAutoFit/>
          </a:bodyPr>
          <a:lstStyle/>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Granted at 350 carts, 9 customers had to wait for a cart, but is most likely a modeling outlier that could be handled via cart pusher training and greeter awareness. </a:t>
            </a:r>
          </a:p>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This is a 100 cart reduction from the 450 carts in my personal count at the Grandville, MI store.   </a:t>
            </a:r>
            <a:r>
              <a:rPr lang="en-US" sz="1400" dirty="0">
                <a:solidFill>
                  <a:srgbClr val="02B2EE"/>
                </a:solidFill>
                <a:latin typeface="Gisha" panose="020B0502040204020203" pitchFamily="34" charset="-79"/>
                <a:cs typeface="Gisha" panose="020B0502040204020203" pitchFamily="34" charset="-79"/>
              </a:rPr>
              <a:t>At $175 per cart * 100 carts, this is saving $17,500.</a:t>
            </a:r>
          </a:p>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If Meijer applies this reduction to new stores by transferring carts from existing stores,  </a:t>
            </a:r>
            <a:r>
              <a:rPr lang="en-US" sz="1400" dirty="0">
                <a:solidFill>
                  <a:srgbClr val="02B2EE"/>
                </a:solidFill>
                <a:latin typeface="Gisha" panose="020B0502040204020203" pitchFamily="34" charset="-79"/>
                <a:cs typeface="Gisha" panose="020B0502040204020203" pitchFamily="34" charset="-79"/>
              </a:rPr>
              <a:t>at 3 new stores per year, they’d save $52,500  </a:t>
            </a:r>
            <a:r>
              <a:rPr lang="en-US" sz="1400" dirty="0">
                <a:solidFill>
                  <a:schemeClr val="bg1"/>
                </a:solidFill>
                <a:latin typeface="Gisha" panose="020B0502040204020203" pitchFamily="34" charset="-79"/>
                <a:cs typeface="Gisha" panose="020B0502040204020203" pitchFamily="34" charset="-79"/>
              </a:rPr>
              <a:t>(3 * $17,500)</a:t>
            </a:r>
          </a:p>
        </p:txBody>
      </p:sp>
      <p:pic>
        <p:nvPicPr>
          <p:cNvPr id="5" name="Picture 4">
            <a:extLst>
              <a:ext uri="{FF2B5EF4-FFF2-40B4-BE49-F238E27FC236}">
                <a16:creationId xmlns:a16="http://schemas.microsoft.com/office/drawing/2014/main" id="{15D9263B-D1FE-4FAF-A6AF-720EAC6CDA7C}"/>
              </a:ext>
            </a:extLst>
          </p:cNvPr>
          <p:cNvPicPr>
            <a:picLocks noChangeAspect="1"/>
          </p:cNvPicPr>
          <p:nvPr/>
        </p:nvPicPr>
        <p:blipFill>
          <a:blip r:embed="rId8"/>
          <a:stretch>
            <a:fillRect/>
          </a:stretch>
        </p:blipFill>
        <p:spPr>
          <a:xfrm>
            <a:off x="6994587" y="1335369"/>
            <a:ext cx="4391555" cy="4301281"/>
          </a:xfrm>
          <a:prstGeom prst="rect">
            <a:avLst/>
          </a:prstGeom>
        </p:spPr>
      </p:pic>
      <p:sp>
        <p:nvSpPr>
          <p:cNvPr id="18" name="TextBox 17">
            <a:extLst>
              <a:ext uri="{FF2B5EF4-FFF2-40B4-BE49-F238E27FC236}">
                <a16:creationId xmlns:a16="http://schemas.microsoft.com/office/drawing/2014/main" id="{E2D74D46-74C1-4D50-A112-0BF1BB9E003A}"/>
              </a:ext>
            </a:extLst>
          </p:cNvPr>
          <p:cNvSpPr txBox="1"/>
          <p:nvPr/>
        </p:nvSpPr>
        <p:spPr>
          <a:xfrm>
            <a:off x="431485" y="1467629"/>
            <a:ext cx="3882098"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Sweet spot is 350 carts…</a:t>
            </a:r>
            <a:endParaRPr lang="en-US" sz="2400" b="1" dirty="0">
              <a:solidFill>
                <a:srgbClr val="96D642"/>
              </a:solidFill>
              <a:latin typeface="Gisha" panose="020B0502040204020203" pitchFamily="34" charset="-79"/>
              <a:cs typeface="Gisha" panose="020B0502040204020203" pitchFamily="34" charset="-79"/>
            </a:endParaRPr>
          </a:p>
        </p:txBody>
      </p:sp>
      <p:sp>
        <p:nvSpPr>
          <p:cNvPr id="19" name="TextBox 18">
            <a:extLst>
              <a:ext uri="{FF2B5EF4-FFF2-40B4-BE49-F238E27FC236}">
                <a16:creationId xmlns:a16="http://schemas.microsoft.com/office/drawing/2014/main" id="{C3C41282-0E6B-4103-A0EA-8F90BD80A475}"/>
              </a:ext>
            </a:extLst>
          </p:cNvPr>
          <p:cNvSpPr txBox="1"/>
          <p:nvPr/>
        </p:nvSpPr>
        <p:spPr>
          <a:xfrm>
            <a:off x="5609475" y="323649"/>
            <a:ext cx="6188274" cy="461665"/>
          </a:xfrm>
          <a:prstGeom prst="rect">
            <a:avLst/>
          </a:prstGeom>
          <a:noFill/>
        </p:spPr>
        <p:txBody>
          <a:bodyPr wrap="square">
            <a:spAutoFit/>
          </a:bodyPr>
          <a:lstStyle/>
          <a:p>
            <a:pPr>
              <a:spcAft>
                <a:spcPts val="1200"/>
              </a:spcAft>
            </a:pPr>
            <a:r>
              <a:rPr lang="en-US" sz="2400" b="1" i="1" dirty="0">
                <a:solidFill>
                  <a:srgbClr val="96D642"/>
                </a:solidFill>
                <a:latin typeface="Gisha" panose="020B0502040204020203" pitchFamily="34" charset="-79"/>
                <a:cs typeface="Gisha" panose="020B0502040204020203" pitchFamily="34" charset="-79"/>
              </a:rPr>
              <a:t>Total savings over 10 years of $525,000</a:t>
            </a:r>
          </a:p>
        </p:txBody>
      </p:sp>
    </p:spTree>
    <p:custDataLst>
      <p:tags r:id="rId1"/>
    </p:custDataLst>
    <p:extLst>
      <p:ext uri="{BB962C8B-B14F-4D97-AF65-F5344CB8AC3E}">
        <p14:creationId xmlns:p14="http://schemas.microsoft.com/office/powerpoint/2010/main" val="27705591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Out of Scope</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2" name="TextBox 11">
            <a:extLst>
              <a:ext uri="{FF2B5EF4-FFF2-40B4-BE49-F238E27FC236}">
                <a16:creationId xmlns:a16="http://schemas.microsoft.com/office/drawing/2014/main" id="{96C2898A-5308-436A-A535-EEE160817E5F}"/>
              </a:ext>
            </a:extLst>
          </p:cNvPr>
          <p:cNvSpPr txBox="1"/>
          <p:nvPr/>
        </p:nvSpPr>
        <p:spPr>
          <a:xfrm>
            <a:off x="1677485" y="1542588"/>
            <a:ext cx="8510210"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To contain the scope of this project, and due to limited real-world data, the model does not account for the statements below.  If this model were to be expanded upon, these would be good items to add.</a:t>
            </a:r>
          </a:p>
        </p:txBody>
      </p:sp>
      <p:graphicFrame>
        <p:nvGraphicFramePr>
          <p:cNvPr id="13" name="Table 4">
            <a:extLst>
              <a:ext uri="{FF2B5EF4-FFF2-40B4-BE49-F238E27FC236}">
                <a16:creationId xmlns:a16="http://schemas.microsoft.com/office/drawing/2014/main" id="{9CCBEAB5-BDEA-4CEB-B075-22EF0DA46333}"/>
              </a:ext>
            </a:extLst>
          </p:cNvPr>
          <p:cNvGraphicFramePr>
            <a:graphicFrameLocks noGrp="1"/>
          </p:cNvGraphicFramePr>
          <p:nvPr>
            <p:extLst>
              <p:ext uri="{D42A27DB-BD31-4B8C-83A1-F6EECF244321}">
                <p14:modId xmlns:p14="http://schemas.microsoft.com/office/powerpoint/2010/main" val="1197500478"/>
              </p:ext>
            </p:extLst>
          </p:nvPr>
        </p:nvGraphicFramePr>
        <p:xfrm>
          <a:off x="683313" y="2545851"/>
          <a:ext cx="10498554" cy="2443480"/>
        </p:xfrm>
        <a:graphic>
          <a:graphicData uri="http://schemas.openxmlformats.org/drawingml/2006/table">
            <a:tbl>
              <a:tblPr firstRow="1" bandRow="1">
                <a:tableStyleId>{5C22544A-7EE6-4342-B048-85BDC9FD1C3A}</a:tableStyleId>
              </a:tblPr>
              <a:tblGrid>
                <a:gridCol w="4783209">
                  <a:extLst>
                    <a:ext uri="{9D8B030D-6E8A-4147-A177-3AD203B41FA5}">
                      <a16:colId xmlns:a16="http://schemas.microsoft.com/office/drawing/2014/main" val="3031055252"/>
                    </a:ext>
                  </a:extLst>
                </a:gridCol>
                <a:gridCol w="5715345">
                  <a:extLst>
                    <a:ext uri="{9D8B030D-6E8A-4147-A177-3AD203B41FA5}">
                      <a16:colId xmlns:a16="http://schemas.microsoft.com/office/drawing/2014/main" val="2269131911"/>
                    </a:ext>
                  </a:extLst>
                </a:gridCol>
              </a:tblGrid>
              <a:tr h="370840">
                <a:tc>
                  <a:txBody>
                    <a:bodyPr/>
                    <a:lstStyle/>
                    <a:p>
                      <a:r>
                        <a:rPr lang="en-US" sz="1400" dirty="0"/>
                        <a:t>Statement</a:t>
                      </a:r>
                    </a:p>
                  </a:txBody>
                  <a:tcPr>
                    <a:lnB w="12700" cap="flat" cmpd="sng" algn="ctr">
                      <a:solidFill>
                        <a:schemeClr val="tx1"/>
                      </a:solidFill>
                      <a:prstDash val="solid"/>
                      <a:round/>
                      <a:headEnd type="none" w="med" len="med"/>
                      <a:tailEnd type="none" w="med" len="med"/>
                    </a:lnB>
                    <a:solidFill>
                      <a:schemeClr val="accent2"/>
                    </a:solidFill>
                  </a:tcPr>
                </a:tc>
                <a:tc>
                  <a:txBody>
                    <a:bodyPr/>
                    <a:lstStyle/>
                    <a:p>
                      <a:r>
                        <a:rPr lang="en-US" sz="1400" dirty="0"/>
                        <a:t>Reasoning</a:t>
                      </a:r>
                    </a:p>
                  </a:txBody>
                  <a:tcPr>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19105320"/>
                  </a:ext>
                </a:extLst>
              </a:tr>
              <a:tr h="370840">
                <a:tc>
                  <a:txBody>
                    <a:bodyPr/>
                    <a:lstStyle/>
                    <a:p>
                      <a:r>
                        <a:rPr lang="en-US" sz="1400" dirty="0">
                          <a:solidFill>
                            <a:schemeClr val="bg1"/>
                          </a:solidFill>
                        </a:rPr>
                        <a:t>This model assumes that all customers desire a cart (don’t choose a basket)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Factoring in the impact of customers selecting baskets instead of carts is beyond the scope of this project, particularly given the lack of data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27491509"/>
                  </a:ext>
                </a:extLst>
              </a:tr>
              <a:tr h="370840">
                <a:tc>
                  <a:txBody>
                    <a:bodyPr/>
                    <a:lstStyle/>
                    <a:p>
                      <a:r>
                        <a:rPr lang="en-US" sz="1400" dirty="0">
                          <a:solidFill>
                            <a:schemeClr val="bg1"/>
                          </a:solidFill>
                        </a:rPr>
                        <a:t>Online shoppers and in-store Shift shoppers are not accounted for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The behavior of Shift shoppers is different, i.e. they would probably keep the same cart for the duration of their shift, and would shop many orders.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3136961"/>
                  </a:ext>
                </a:extLst>
              </a:tr>
              <a:tr h="370840">
                <a:tc>
                  <a:txBody>
                    <a:bodyPr/>
                    <a:lstStyle/>
                    <a:p>
                      <a:r>
                        <a:rPr lang="en-US" sz="1400" dirty="0">
                          <a:solidFill>
                            <a:schemeClr val="bg1"/>
                          </a:solidFill>
                        </a:rPr>
                        <a:t>The number of customers in the store more than one hour is not statistically significant for this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It’s beyond the scope of this project to factor in the added complexity if there is a statistically significant percentage staying beyond one hour.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952964"/>
                  </a:ext>
                </a:extLst>
              </a:tr>
              <a:tr h="370840">
                <a:tc>
                  <a:txBody>
                    <a:bodyPr/>
                    <a:lstStyle/>
                    <a:p>
                      <a:r>
                        <a:rPr lang="en-US" sz="1400" dirty="0">
                          <a:solidFill>
                            <a:schemeClr val="bg1"/>
                          </a:solidFill>
                        </a:rPr>
                        <a:t>Number of customers per hour is consistent over the 24 hours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This is not true in real life, but decided it is beyond scope of this project to account for variation in shoppers per hour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920429"/>
                  </a:ext>
                </a:extLst>
              </a:tr>
            </a:tbl>
          </a:graphicData>
        </a:graphic>
      </p:graphicFrame>
    </p:spTree>
    <p:custDataLst>
      <p:tags r:id="rId1"/>
    </p:custDataLst>
    <p:extLst>
      <p:ext uri="{BB962C8B-B14F-4D97-AF65-F5344CB8AC3E}">
        <p14:creationId xmlns:p14="http://schemas.microsoft.com/office/powerpoint/2010/main" val="1867772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xLCJTdHlsZSI6eyIkaWQiOiIzIiwiVGltZWJhbmRTdHlsZSI6eyIkaWQiOiI0IiwiU2NhbGVNYXJraW5nIjoxLCJTaGFwZSI6MTAsIlNoYXBlU3R5bGUiOnsiJGlkIjoiNSIsIk1hcmdpbiI6eyIkaWQiOiI2IiwiVG9wIjowLCJMZWZ0IjoxMCwiUmlnaHQiOjEwLCJCb3R0b20iOjB9LCJQYWRkaW5nIjp7IiRpZCI6IjciLCJUb3AiOjMsIkxlZnQiOjAsIlJpZ2h0IjowLCJCb3R0b20iOjN9LCJCYWNrZ3JvdW5kIjp7IiRpZCI6IjgiLCJDb2xvciI6eyIkaWQiOiI5IiwiQSI6MjU1LCJSIjo2OCwiRyI6ODQsIkIiOjEwNn19LCJJc1Zpc2libGUiOnRydWUsIldpZHRoIjo4NTguMCwiSGVpZ2h0IjoyMC4wLCJCb3JkZXJTdHlsZSI6eyIkaWQiOiIxMCIsIkxpbmVDb2xvciI6eyIkaWQiOiIxMSIsIiR0eXBlIjoiTkxSRS5Db21tb24uRG9tLlNvbGlkQ29sb3JCcnVzaCwgTkxSRS5Db21tb24iLCJDb2xvciI6eyIkaWQiOiIxMiIsIkEiOjI1NSwiUiI6MjU1LCJHIjowLCJCIjowfX0sIkxpbmVXZWlnaHQiOjAuMCwiTGluZVR5cGUiOjAsIlBhcmVudFN0eWxlIjpudWxsfSwiUGFyZW50U3R5bGUiOm51bGx9LCJSaWdodEVuZENhcHNTdHlsZSI6eyIkaWQiOiIxMyIsIkZvbnRTZXR0aW5ncyI6eyIkaWQiOiIxNCIsIkZvbnRTaXplIjoxOCwiRm9udE5hbWUiOiJDYWxpYnJpIiwiSXNCb2xkIjp0cnVlLCJJc0l0YWxpYyI6ZmFsc2UsIklzVW5kZXJsaW5lZCI6ZmFsc2UsIlBhcmVudFN0eWxlIjpudWxsfSwiQXV0b1NpemUiOjAsIkZvcmVncm91bmQiOnsiJGlkIjoiMTUiLCJDb2xvciI6eyIkaWQiOiIxNiIsIkEiOjI1NSwiUiI6MjU0LCJHIjoxODYsIkIiOjEwfX0sIk1heFdpZHRoIjoiSW5maW5pdHkiLCJNYXhIZWlnaHQiOiJJbmZpbml0eSIsIlNtYXJ0Rm9yZWdyb3VuZElzQWN0aXZlIjpmYWxzZSwiSG9yaXpvbnRhbEFsaWdubWVudCI6MCwiVmVydGljYWxBbGlnbm1lbnQiOjAsIlNtYXJ0Rm9yZWdyb3VuZCI6bnVsbCwiQmFja2dyb3VuZEZpbGxUeXBlIjowLCJNYXJnaW4iOnsiJGlkIjoiMTciLCJUb3AiOjAsIkxlZnQiOjAsIlJpZ2h0IjoyMCwiQm90dG9tIjowfSwiUGFkZGluZyI6eyIkaWQiOiIxOCIsIlRvcCI6MCwiTGVmdCI6MCwiUmlnaHQiOjAsIkJvdHRvbSI6MH0sIkJhY2tncm91bmQiOnsiJGlkIjoiMTkiLCJDb2xvciI6eyIkaWQiOiIyMCIsIkEiOjg5LCJSIjowLCJHIjowLCJCIjowfX0sIklzVmlzaWJsZSI6ZmFsc2UsIldpZHRoIjowLjAsIkhlaWdodCI6MC4wLCJCb3JkZXJTdHlsZSI6bnVsbCwiUGFyZW50U3R5bGUiOm51bGx9LCJMZWZ0RW5kQ2Fwc1N0eWxlIjp7IiRpZCI6IjIxIiwiRm9udFNldHRpbmdzIjp7IiRpZCI6IjIyIiwiRm9udFNpemUiOjE4LCJGb250TmFtZSI6IkNhbGlicmkiLCJJc0JvbGQiOnRydWUsIklzSXRhbGljIjpmYWxzZSwiSXNVbmRlcmxpbmVkIjpmYWxzZSwiUGFyZW50U3R5bGUiOm51bGx9LCJBdXRvU2l6ZSI6MCwiRm9yZWdyb3VuZCI6eyIkaWQiOiIyMyIsIkNvbG9yIjp7IiRpZCI6IjI0IiwiQSI6MjU1LCJSIjoyNTQsIkciOjE4NiwiQiI6MTB9fSwiTWF4V2lkdGgiOiJJbmZpbml0eSIsIk1heEhlaWdodCI6IkluZmluaXR5IiwiU21hcnRGb3JlZ3JvdW5kSXNBY3RpdmUiOmZhbHNlLCJIb3Jpem9udGFsQWxpZ25tZW50IjowLCJWZXJ0aWNhbEFsaWdubWVudCI6MCwiU21hcnRGb3JlZ3JvdW5kIjpudWxsLCJCYWNrZ3JvdW5kRmlsbFR5cGUiOjAsIk1hcmdpbiI6eyIkaWQiOiIyNSIsIlRvcCI6MCwiTGVmdCI6Mjc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mZhbHNlLCJXaWR0aCI6MC4wLCJIZWlnaHQiOjAuMCwiQm9yZGVyU3R5bGUiOm51bGwsIlBhcmVudFN0eWxlIjpudWxsfSwiVG9kYXlNYXJrZXJTdHlsZSI6eyIkaWQiOiIzNSIsIk1hcmdpbiI6eyIkaWQiOiIzNiIsIlRvcCI6MCwiTGVmdCI6MCwiUmlnaHQiOjAsIkJvdHRvbSI6MH0sIlBhZGRpbmciOnsiJGlkIjoiMzciLCJUb3AiOjAsIkxlZnQiOjAsIlJpZ2h0IjowLCJCb3R0b20iOjB9LCJCYWNrZ3JvdW5kIjp7IiRpZCI6IjM4IiwiQ29sb3IiOnsiJGlkIjoiMzkiLCJBIjoyNTUsIlIiOjI1NSwiRyI6MCwiQiI6MH19LCJJc1Zpc2libGUiOnRydWUsIldpZHRoIjowLjAsIkhlaWdodCI6MC4wLCJCb3JkZXJTdHlsZSI6bnVsbCwiUGFyZW50U3R5bGUiOm51bGx9LCJTY2FsZVN0eWxlIjp7IiRpZCI6IjQwIiwiU2hvd1NlZ21lbnRTZXBhcmF0b3JzIjpmYWxzZSwiU2VnbWVudFNlcGFyYXRvck9wYWNpdHkiOjMwLCJGb250U2V0dGluZ3MiOnsiJGlkIjoiNDEiLCJGb250U2l6ZSI6MTIsIkZvbnROYW1lIjoiQ2FsaWJyaSIsIklzQm9sZCI6ZmFsc2UsIklzSXRhbGljIjpmYWxzZSwiSXNVbmRlcmxpbmVkIjpmYWxzZSwiUGFyZW50U3R5bGUiOm51bGx9LCJBdXRvU2l6ZSI6MCwiRm9yZWdyb3VuZCI6eyIkaWQiOiI0MiIsIkNvbG9yIjp7IiRpZCI6IjQzIiwiQSI6MjU1LCJSIjoyNTUsIkciOjI1NSwiQiI6MjU1fX0sIk1heFdpZHRoIjoyMDAuMCwiTWF4SGVpZ2h0IjoiSW5maW5pdHkiLCJTbWFydEZvcmVncm91bmRJc0FjdGl2ZSI6ZmFsc2UsIkhvcml6b250YWxBbGlnbm1lbnQiOjAsIlZlcnRpY2FsQWxpZ25tZW50IjoxLCJTbWFydEZvcmVncm91bmQiOm51bGwsIkJhY2tncm91bmRGaWxsVHlwZSI6MCwiTWFyZ2luIjp7IiRpZCI6IjQ0IiwiVG9wIjowLCJMZWZ0Ijo1LCJSaWdodCI6MCwiQm90dG9tIjowfSwiUGFkZGluZyI6eyIkaWQiOiI0NSIsIlRvcCI6MCwiTGVmdCI6MCwiUmlnaHQiOjAsIkJvdHRvbSI6MH0sIkJhY2tncm91bmQiOnsiJGlkIjoiNDYiLCJDb2xvciI6eyIkcmVmIjoiMjAifX0sIklzVmlzaWJsZSI6dHJ1ZSwiV2lkdGgiOjAuMCwiSGVpZ2h0IjowLjAsIkJvcmRlclN0eWxlIjpudWxsLCJQYXJlbnRTdHlsZSI6bnVsbH0sIkVsYXBzZWRUaW1lQmFja2dyb3VuZCI6eyIkaWQiOiI0NyIsIkNvbG9yIjp7IiRpZCI6IjQ4IiwiQSI6NzcsIlIiOjI1NSwiRyI6MCwiQiI6MH19LCJBcHBlbmRZZWFyT25ZZWFyQ2hhbmdlIjpmYWxzZSwiRWxhcHNlZFRpbWVGb3JtYXQiOjAsIlRvZGF5TWFya2VyUG9zaXRpb24iOjAsIlF1aWNrUG9zaXRpb24iOjMsIkFic29sdXRlUG9zaXRpb24iOjEyNC4wMDIzNjU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EzLCJDb25uZWN0b3JNYXJnaW4iOnsiJGlkIjoiNTQiLCJUb3AiOjAsIkxlZnQiOjIsIlJpZ2h0IjoyLCJCb3R0b20iOjB9LCJDb25uZWN0b3JTdHlsZSI6eyIkaWQiOiI1NSIsIkxpbmVDb2xvciI6eyIkaWQiOiI1NiIsIiR0eXBlIjoiTkxSRS5Db21tb24uRG9tLlNvbGlkQ29sb3JCcnVzaCwgTkxSRS5Db21tb24iLCJDb2xvciI6eyIkaWQiOiI1NyIsIkEiOjEyNywiUiI6NzksIkciOjEyOSwiQiI6MTg5fX0sIkxpbmVXZWlnaHQiOjEuMCwiTGluZVR5cGUiOjAsIlBhcmVudFN0eWxlIjpudWxsfSwiSXNCZWxvd1RpbWViYW5kIjpmYWxzZSwiUG9zaXRpb25PblRhc2siOjAsIkhpZGVEYXRlIjpmYWxzZSwiU2hhcGVTaXplIjoyLCJTcGFjaW5nIjoyLjAsIlBhZGRpbmciOnsiJGlkIjoiNTgiLCJUb3AiOjcsIkxlZnQiOjMsIlJpZ2h0IjowLCJCb3R0b20iOjJ9LCJTaGFwZVN0eWxlIjp7IiRpZCI6IjU5IiwiTWFyZ2luIjp7IiRpZCI6IjYwIiwiVG9wIjowLCJMZWZ0IjowLCJSaWdodCI6MCwiQm90dG9tIjowfSwiUGFkZGluZyI6eyIkaWQiOiI2MSIsIlRvcCI6MCwiTGVmdCI6MCwiUmlnaHQiOjAsIkJvdHRvbSI6MH0sIkJhY2tncm91bmQiOnsiJGlkIjoiNjIiLCJDb2xvciI6eyIkaWQiOiI2MyIsIkEiOjI1NSwiUiI6MjU0LCJHIjoxODYsIkIiOjEwfX0sIklzVmlzaWJsZSI6dHJ1ZSwiV2lkdGgiOjI0LjAsIkhlaWdodCI6MjYuMCwiQm9yZGVyU3R5bGUiOnsiJGlkIjoiNjQiLCJMaW5lQ29sb3IiOnsiJGlkIjoiNjUiLCIkdHlwZSI6Ik5MUkUuQ29tbW9uLkRvbS5Tb2xpZENvbG9yQnJ1c2gsIE5MUkUuQ29tbW9uIiwiQ29sb3IiOnsiJGlkIjoiNjYiLCJBIjoyNTUsIlIiOjI1NSwiRyI6MCwiQiI6MH19LCJMaW5lV2VpZ2h0IjowLjAsIkxpbmVUeXBlIjowLCJQYXJlbnRTdHlsZSI6bnVsbH0sIlBhcmVudFN0eWxlIjpudWxsfSwiVGl0bGVTdHlsZSI6eyIkaWQiOiI2NyIsIkZvbnRTZXR0aW5ncyI6eyIkaWQiOiI2OCIsIkZvbnRTaXplIjoxMSwiRm9udE5hbWUiOiJDYWxpYnJpIiwiSXNCb2xkIjp0cnVlLCJJc0l0YWxpYyI6ZmFsc2UsIklzVW5kZXJsaW5lZCI6ZmFsc2UsIlBhcmVudFN0eWxlIjpudWxsfSwiQXV0b1NpemUiOjAsIkZvcmVncm91bmQiOnsiJGlkIjoiNjkiLCJDb2xvciI6eyIkaWQiOiI3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3MSIsIlRvcCI6MCwiTGVmdCI6MCwiUmlnaHQiOjAsIkJvdHRvbSI6MH0sIlBhZGRpbmciOnsiJGlkIjoiNzIiLCJUb3AiOjAsIkxlZnQiOjAsIlJpZ2h0IjowLCJCb3R0b20iOjB9LCJCYWNrZ3JvdW5kIjp7IiRpZCI6IjczIiwiQ29sb3IiOnsiJHJlZiI6IjIwIn19LCJJc1Zpc2libGUiOnRydWUsIldpZHRoIjowLjAsIkhlaWdodCI6MC4wLCJCb3JkZXJTdHlsZSI6bnVsbCwiUGFyZW50U3R5bGUiOm51bGx9LCJEYXRlU3R5bGUiOnsiJGlkIjoiNzQiLCJGb250U2V0dGluZ3MiOnsiJGlkIjoiNzUiLCJGb250U2l6ZSI6MTAsIkZvbnROYW1lIjoiQ2FsaWJyaSIsIklzQm9sZCI6ZmFsc2UsIklzSXRhbGljIjpmYWxzZSwiSXNVbmRlcmxpbmVkIjpmYWxzZSwiUGFyZW50U3R5bGUiOm51bGx9LCJBdXRvU2l6ZSI6MCwiRm9yZWdyb3VuZCI6eyIkaWQiOiI3NiIsIkNvbG9yIjp7IiRpZCI6Ijc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dHJ1ZSwiV2lkdGgiOjAuMCwiSGVpZ2h0IjowLjAsIkJvcmRlclN0eWxlIjpudWxsLCJQYXJlbnRTdHlsZSI6bnVsbH0sIkRhdGVGb3JtYXQiOnsiJGlkIjoi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IiLCJGb3JtYXQiOjAsIklzVmlzaWJsZSI6ZmFsc2UsIkxhc3RLbm93blZpc2liaWxpdHlTdGF0ZSI6ZmFsc2V9LCJJc1Zpc2libGUiOnRydWUsIlBhcmVudFN0eWxlIjpudWxsfSwiRGVmYXVsdFRhc2tTdHlsZSI6eyIkaWQiOiI4MyIsIlNoYXBlIjoxLCJTaGFwZVRoaWNrbmVzcyI6MCwiRHVyYXRpb25Gb3JtYXQiOjAsIkluY2x1ZGVOb25Xb3JraW5nRGF5c0luRHVyYXRpb24iOmZhbHNlLCJQZXJjZW50YWdlQ29tcGxldGVTdHlsZSI6eyIkaWQiOiI4NCIsIkZvbnRTZXR0aW5ncyI6eyIkaWQiOiI4NSIsIkZvbnRTaXplIjoxMCwiRm9udE5hbWUiOiJDYWxpYnJpIiwiSXNCb2xkIjpmYWxzZSwiSXNJdGFsaWMiOmZhbHNlLCJJc1VuZGVybGluZWQiOmZhbHNlLCJQYXJlbnRTdHlsZSI6bnVsbH0sIkF1dG9TaXplIjowLCJGb3JlZ3JvdW5kIjp7IiRpZCI6Ijg2IiwiQ29sb3IiOnsiJGlkIjoiODciLCJBIjoyNTUsIlIiOjIzOCwiRyI6MjM2LCJCIjoyMjV9fSwiTWF4V2lkdGgiOjIwMC4wLCJNYXhIZWlnaHQiOiJJbmZpbml0eSIsIlNtYXJ0Rm9yZWdyb3VuZElzQWN0aXZlIjpmYWxzZSwiSG9yaXpvbnRhbEFsaWdubWVudCI6MS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wLjAsIkxpbmVUeXBlIjowLCJQYXJlbnRTdHlsZSI6bnVsbH0sIk1hcmdpbiI6bnVsbCwiU3RhcnREYXRlUG9zaXRpb24iOjMsIkVuZERhdGVQb3NpdGlvbiI6MywiRGF0ZUlzVmlzaWJsZSI6dHJ1ZSwiVGl0bGVQb3NpdGlvbiI6MiwiRHVyYXRpb25Qb3NpdGlvbiI6NiwiUGVyY2VudGFnZUNvbXBsZXRlZFBvc2l0aW9uIjoyLCJTcGFjaW5nIjo1LCJJc0JlbG93VGltZWJhbmQiOmZhbHNlLCJQZXJjZW50YWdlQ29tcGxldGVTaGFwZU9wYWNpdHkiOjM1LCJTaGFwZVN0eWxlIjp7IiRpZCI6IjEwNCIsIk1hcmdpbiI6eyIkaWQiOiIxMDUiLCJUb3AiOjAsIkxlZnQiOjQsIlJpZ2h0Ijo0LCJCb3R0b20iOjB9LCJQYWRkaW5nIjp7IiRpZCI6IjEwNiIsIlRvcCI6MCwiTGVmdCI6MCwiUmlnaHQiOjAsIkJvdHRvbSI6MH0sIkJhY2tncm91bmQiOnsiJGlkIjoiMTA3IiwiQ29sb3IiOnsiJGlkIjoiMTA4IiwiQSI6MjU1LCJSIjowLCJHIjoxMTQsIkIiOjE4OH19LCJJc1Zpc2libGUiOnRydWUsIldpZHRoIjowLjAsIkhlaWdodCI6MTAuMCwiQm9yZGVyU3R5bGUiOnsiJGlkIjoiMTA5IiwiTGluZUNvbG9yIjp7IiRpZCI6IjExMCIsIiR0eXBlIjoiTkxSRS5Db21tb24uRG9tLlNvbGlkQ29sb3JCcnVzaCwgTkxSRS5Db21tb24iLCJDb2xvciI6eyIkaWQiOiIxMTEiLCJBIjoyNTUsIlIiOjI1NSwiRyI6MCwiQiI6MH19LCJMaW5lV2VpZ2h0IjowLjAsIkxpbmVUeXBlIjowLCJQYXJlbnRTdHlsZSI6bnVsbH0sIlBhcmVudFN0eWxlIjpudWxsfSwiVGl0bGVTdHlsZSI6eyIkaWQiOiIxMTIiLCJGb250U2V0dGluZ3MiOnsiJGlkIjoiMTEzIiwiRm9udFNpemUiOjExLCJGb250TmFtZSI6IkNhbGlicmkiLCJJc0JvbGQiOmZhbHNlLCJJc0l0YWxpYyI6ZmFsc2UsIklzVW5kZXJsaW5lZCI6ZmFsc2UsIlBhcmVudFN0eWxlIjpudWxsfSwiQXV0b1NpemUiOjAsIkZvcmVncm91bmQiOnsiJGlkIjoiMTE0IiwiQ29sb3IiOnsiJGlkIjoiMTE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iIsIlRvcCI6MCwiTGVmdCI6MCwiUmlnaHQiOjAsIkJvdHRvbSI6MH0sIlBhZGRpbmciOnsiJGlkIjoiMTE3IiwiVG9wIjowLCJMZWZ0IjowLCJSaWdodCI6MCwiQm90dG9tIjowfSwiQmFja2dyb3VuZCI6eyIkaWQiOiIxMTgiLCJDb2xvciI6eyIkcmVmIjoiMjAifX0sIklzVmlzaWJsZSI6dHJ1ZSwiV2lkdGgiOjAuMCwiSGVpZ2h0IjowLjAsIkJvcmRlclN0eWxlIjpudWxsLCJQYXJlbnRTdHlsZSI6bnVsbH0sIkRhdGVTdHlsZSI6eyIkaWQiOiIxMTkiLCJGb250U2V0dGluZ3MiOnsiJGlkIjoiMTIwIiwiRm9udFNpemUiOjEwLCJGb250TmFtZSI6IkNhbGlicmkiLCJJc0JvbGQiOmZhbHNlLCJJc0l0YWxpYyI6ZmFsc2UsIklzVW5kZXJsaW5lZCI6ZmFsc2UsIlBhcmVudFN0eWxlIjpudWxsfSwiQXV0b1NpemUiOjAsIkZvcmVncm91bmQiOnsiJGlkIjoiMTIxIiwiQ29sb3IiOnsiJGlkIjoiMTI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xMjMiLCJUb3AiOjAsIkxlZnQiOjAsIlJpZ2h0IjowLCJCb3R0b20iOjB9LCJQYWRkaW5nIjp7IiRpZCI6IjEyNCIsIlRvcCI6MCwiTGVmdCI6MCwiUmlnaHQiOjAsIkJvdHRvbSI6MH0sIkJhY2tncm91bmQiOnsiJGlkIjoiMTI1IiwiQ29sb3IiOnsiJHJlZiI6IjIwIn19LCJJc1Zpc2libGUiOnRydWUsIldpZHRoIjowLjAsIkhlaWdodCI6MC4wLCJCb3JkZXJTdHlsZSI6bnVsbCwiUGFyZW50U3R5bGUiOm51bGx9LCJEYXRlRm9ybWF0Ijp7IiRpZCI6IjEy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jciLCJGb3JtYXQiOjAsIklzVmlzaWJsZSI6ZmFsc2UsIkxhc3RLbm93blZpc2liaWxpdHlTdGF0ZSI6ZmFsc2V9LCJJc1Zpc2libGUiOnRydWUsIlBhcmVudFN0eWxlIjpudWxsLCJfZXhwbGljaXRseVNldCI6eyIkaWQiOiIxMjgiLCJTaGFwZVN0eWxlIjpmYWxzZSwiVGl0bGVTdHlsZSI6ZmFsc2UsIkRhdG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NwYWNpbmciOmZhbHNlLCJJc0JlbG93VGltZWJhbmQiOmZhbHNlLCJEYXRlRm9ybWF0IjpmYWxzZSwiV2Vla051bWJlcmluZyI6ZmFsc2UsIklzVmlzaWJsZSI6ZmFsc2V9fSwiR3JpZGxpbmVQYW5lbFN0eWxlIjp7IiRpZCI6IjEyOSIsIkdyaWRsaW5lU3R5bGUiOnsiJGlkIjoiMTMwIiwiTGluZUNvbG9yIjp7IiRpZCI6IjEzMSIsIiR0eXBlIjoiTkxSRS5Db21tb24uRG9tLlNvbGlkQ29sb3JCcnVzaCwgTkxSRS5Db21tb24iLCJDb2xvciI6eyIkaWQiOiIxMzIiLCJBIjozOCwiUiI6OTEsIkciOjE1NSwiQiI6MjEz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yMDIyLTEwLTI4VDE3OjAwOjAwIiwiRm9ybWF0IjoiTU1NIiwiVHlwZSI6MiwiQXV0b0RhdGVSYW5nZSI6dHJ1ZSwiV29ya2luZ0RheXMiOjMxLCJGaXNjYWxZZWFyIjp7IiRpZCI6IjE2NSIsIlN0YXJ0TW9udGgiOjEsIlVzZVN0YXJ0aW5nWWVhckZvck51bWJlcmluZyI6dHJ1ZSwiU2hvd0Zpc2NhbFllYXJMYWJlbCI6dHJ1ZX0sIlRvZGF5TWFya2VyVGV4dCI6IlRvZGF5IiwiQXV0b1NjYWxlVHlwZSI6dHJ1ZX0sIk1pbGVzdG9uZXMiOlt7IiRpZCI6IjE2NiIsIkRhdGUiOiIyMDIxLTAzLTMxVDE3OjAwOjAwIiwiU3R5bGUiOnsiJGlkIjoiMTY3IiwiU2hhcGUiOjEzLCJDb25uZWN0b3JNYXJnaW4iOnsiJHJlZiI6IjU0In0sIkNvbm5lY3RvclN0eWxlIjp7IiRpZCI6IjE2OCIsIkxpbmVDb2xvciI6eyIkcmVmIjoiNTYifSwiTGluZVdlaWdodCI6MS4wLCJMaW5lVHlwZSI6MCwiUGFyZW50U3R5bGUiOm51bGx9LCJJc0JlbG93VGltZWJhbmQiOmZhbHNlLCJQb3NpdGlvbk9uVGFzayI6MCwiSGlkZURhdGUiOmZhbHNlLCJTaGFwZVNpemUiOjIsIlNwYWNpbmciOjIuMCwiUGFkZGluZyI6eyIkcmVmIjoiNTgifSwiU2hhcGVTdHlsZSI6eyIkaWQiOiIxNjkiLCJNYXJnaW4iOnsiJHJlZiI6IjYwIn0sIlBhZGRpbmciOnsiJHJlZiI6IjYxIn0sIkJhY2tncm91bmQiOnsiJGlkIjoiMTcwIiwiQ29sb3IiOnsiJGlkIjoiMTcxIiwiQSI6MjU1LCJSIjowLCJHIjowLCJCIjowfX0sIklzVmlzaWJsZSI6dHJ1ZSwiV2lkdGgiOjI0LjAsIkhlaWdodCI6MjYuMCwiQm9yZGVyU3R5bGUiOnsiJGlkIjoiMTcyIiwiTGluZUNvbG9yIjp7IiRyZWYiOiI2NSJ9LCJMaW5lV2VpZ2h0IjowLjAsIkxpbmVUeXBlIjowLCJQYXJlbnRTdHlsZSI6bnVsbH0sIlBhcmVudFN0eWxlIjpudWxsfSwiVGl0bGVTdHlsZSI6eyIkaWQiOiIxNzMiLCJGb250U2V0dGluZ3MiOnsiJGlkIjoiMTc0IiwiRm9udFNpemUiOjExLCJGb250TmFtZSI6IkNhbGlicmkiLCJJc0JvbGQiOnRydWUsIklzSXRhbGljIjpmYWxzZSwiSXNVbmRlcmxpbmVkIjpmYWxzZSwiUGFyZW50U3R5bGUiOm51bGx9LCJBdXRvU2l6ZSI6MCwiRm9yZWdyb3VuZCI6eyIkaWQiOiIxNzUiLCJDb2xvciI6eyIkaWQiOiIxNz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HJlZiI6IjcxIn0sIlBhZGRpbmciOnsiJHJlZiI6IjcyIn0sIkJhY2tncm91bmQiOnsiJGlkIjoiMTc3IiwiQ29sb3IiOnsiJGlkIjoiMTc4IiwiQSI6MCwiUiI6MjU1LCJHIjoyNTUsIkIiOjI1NX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cmVmIjoiNzgifSwiUGFkZGluZyI6eyIkcmVmIjoiNzkifSwiQmFja2dyb3VuZCI6eyIkaWQiOiIxODQiLCJDb2xvciI6eyIkaWQiOiIxODUiLCJBIjowLCJSIjoyNTUsIkciOjI1NSwiQiI6MjU1fX0sIklzVmlzaWJsZSI6dHJ1ZSwiV2lkdGgiOjAuMCwiSGVpZ2h0IjowLjAsIkJvcmRlclN0eWxlIjp7IiRpZCI6IjE4NiIsIkxpbmVDb2xvciI6bnVsbCwiTGluZVdlaWdodCI6MC4wLCJMaW5lVHlwZSI6MCwiUGFyZW50U3R5bGUiOm51bGx9LCJQYXJlbnRTdHlsZSI6bnVsbH0sIkRhdGVGb3JtYXQiOnsiJGlkIjoiMTg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OCIsIkZvcm1hdCI6MCwiSXNWaXNpYmxlIjpmYWxzZSwiTGFzdEtub3duVmlzaWJpbGl0eVN0YXRlIjpmYWxzZX0sIklzVmlzaWJsZSI6ZmFsc2UsIlBhcmVudFN0eWxlIjpudWxsfSwiSW5kZXgiOjAsIlBlcmNlbnRhZ2VDb21wbGV0ZSI6MTAwLjAsIlBvc2l0aW9uIjp7IlJhdGlvIjowLjAsIklzQ3VzdG9tIjpmYWxzZX0sIkRhdGVGb3JtYXQiOnsiJHJlZiI6IjE4NyJ9LCJXZWVrTnVtYmVyaW5nIjp7IiRpZCI6IjE4OSIsIkZvcm1hdCI6MCwiSXNWaXNpYmxlIjpmYWxzZSwiTGFzdEtub3duVmlzaWJpbGl0eVN0YXRlIjpmYWxzZX0sIlJlbGF0ZWRUYXNrSWQiOiIwMDAwMDAwMC0wMDAwLTAwMDAtMDAwMC0wMDAwMDAwMDAwMDAiLCJJZCI6IjY2MTU5YmViLWU5MDctNGIxOS04MGU2LThjMTc5ZDBhNmQxYiIsIkltcG9ydElkIjpudWxsLCJUaXRsZSI6IktpY2tvZmYiLCJOb3RlIjpudWxsLCJIeXBlcmxpbmsiOnsiJGlkIjoiMTkwIiwiQWRkcmVzcyI6bnVsbCwiU3ViQWRkcmVzcyI6bnVsbH0sIklzQ2hhbmdlZCI6ZmFsc2UsIklzTmV3IjpmYWxzZX0seyIkaWQiOiIxOTEiLCJEYXRlIjoiMjAyMi0wMi0yNVQxNzowMDowMCIsIlN0eWxlIjp7IiRpZCI6IjE5MiIsIlNoYXBlIjoxMywiQ29ubmVjdG9yTWFyZ2luIjp7IiRpZCI6IjE5MyIsIlRvcCI6MCwiTGVmdCI6MiwiUmlnaHQiOjIsIkJvdHRvbSI6MH0sIkNvbm5lY3RvclN0eWxlIjp7IiRpZCI6IjE5NCIsIkxpbmVDb2xvciI6eyIkaWQiOiIxOTUiLCIkdHlwZSI6Ik5MUkUuQ29tbW9uLkRvbS5Tb2xpZENvbG9yQnJ1c2gsIE5MUkUuQ29tbW9uIiwiQ29sb3IiOnsiJGlkIjoiMTk2IiwiQSI6MTI3LCJSIjo3OSwiRyI6MTI5LCJCIjoxODl9fSwiTGluZVdlaWdodCI6MS4wLCJMaW5lVHlwZSI6MCwiUGFyZW50U3R5bGUiOm51bGx9LCJJc0JlbG93VGltZWJhbmQiOmZhbHNlLCJQb3NpdGlvbk9uVGFzayI6MCwiSGlkZURhdGUiOmZhbHNlLCJTaGFwZVNpemUiOjIsIlNwYWNpbmciOjIuMCwiUGFkZGluZyI6eyIkaWQiOiIxOTciLCJUb3AiOjcsIkxlZnQiOjMsIlJpZ2h0IjowLCJCb3R0b20iOjJ9LCJTaGFwZVN0eWxlIjp7IiRpZCI6IjE5OCIsIk1hcmdpbiI6eyIkaWQiOiIxOTkiLCJUb3AiOjAsIkxlZnQiOjAsIlJpZ2h0IjowLCJCb3R0b20iOjB9LCJQYWRkaW5nIjp7IiRpZCI6IjIwMCIsIlRvcCI6MCwiTGVmdCI6MCwiUmlnaHQiOjAsIkJvdHRvbSI6MH0sIkJhY2tncm91bmQiOnsiJGlkIjoiMjAxIiwiQ29sb3IiOnsiJGlkIjoiMjAyIiwiQSI6MjU1LCJSIjoyNTQsIkciOjE4NiwiQiI6MTB9fSwiSXNWaXNpYmxlIjp0cnVlLCJXaWR0aCI6MjQuMCwiSGVpZ2h0IjoyNi4wLCJCb3JkZXJTdHlsZSI6eyIkaWQiOiIyMDMiLCJMaW5lQ29sb3IiOnsiJGlkIjoiMjA0IiwiJHR5cGUiOiJOTFJFLkNvbW1vbi5Eb20uU29saWRDb2xvckJydXNoLCBOTFJFLkNvbW1vbiIsIkNvbG9yIjp7IiRpZCI6IjIwNSIsIkEiOjI1NSwiUiI6MjU1LCJHIjowLCJCIjowfX0sIkxpbmVXZWlnaHQiOjAuMCwiTGluZVR5cGUiOjAsIlBhcmVudFN0eWxlIjpudWxsfSwiUGFyZW50U3R5bGUiOm51bGx9LCJUaXRsZVN0eWxlIjp7IiRpZCI6IjIwNiIsIkZvbnRTZXR0aW5ncyI6eyIkaWQiOiIyMDciLCJGb250U2l6ZSI6MTEsIkZvbnROYW1lIjoiQ2FsaWJyaSIsIklzQm9sZCI6dHJ1ZSwiSXNJdGFsaWMiOmZhbHNlLCJJc1VuZGVybGluZWQiOmZhbHNlLCJQYXJlbnRTdHlsZSI6bnVsbH0sIkF1dG9TaXplIjowLCJGb3JlZ3JvdW5kIjp7IiRpZCI6IjIwOCIsIkNvbG9yIjp7IiRpZCI6IjIwOS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AiLCJUb3AiOjAsIkxlZnQiOjAsIlJpZ2h0IjowLCJCb3R0b20iOjB9LCJQYWRkaW5nIjp7IiRpZCI6IjIxMSIsIlRvcCI6MCwiTGVmdCI6MCwiUmlnaHQiOjAsIkJvdHRvbSI6MH0sIkJhY2tncm91bmQiOnsiJGlkIjoiMjEyIiwiQ29sb3IiOnsiJGlkIjoiMjEzIiwiQSI6MCwiUiI6MjU1LCJHIjoyNTUsIkIiOjI1NX19LCJJc1Zpc2libGUiOnRydWUsIldpZHRoIjowLjAsIkhlaWdodCI6MC4wLCJCb3JkZXJTdHlsZSI6eyIkaWQiOiIyMTQiLCJMaW5lQ29sb3IiOm51bGwsIkxpbmVXZWlnaHQiOjAuMCwiTGluZVR5cGUiOjAsIlBhcmVudFN0eWxlIjpudWxsfSwiUGFyZW50U3R5bGUiOm51bGx9LCJEYXRlU3R5bGUiOnsiJGlkIjoiMjE1IiwiRm9udFNldHRpbmdzIjp7IiRpZCI6IjIxNiIsIkZvbnRTaXplIjoxMCwiRm9udE5hbWUiOiJDYWxpYnJpIiwiSXNCb2xkIjpmYWxzZSwiSXNJdGFsaWMiOmZhbHNlLCJJc1VuZGVybGluZWQiOmZhbHNlLCJQYXJlbnRTdHlsZSI6bnVsbH0sIkF1dG9TaXplIjowLCJGb3JlZ3JvdW5kIjp7IiRpZCI6IjIxNyIsIkNvbG9yIjp7IiRpZCI6IjIxOC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kiLCJUb3AiOjAsIkxlZnQiOjAsIlJpZ2h0IjowLCJCb3R0b20iOjB9LCJQYWRkaW5nIjp7IiRpZCI6IjIyMCIsIlRvcCI6MCwiTGVmdCI6MCwiUmlnaHQiOjAsIkJvdHRvbSI6MH0sIkJhY2tncm91bmQiOnsiJGlkIjoiMjIxIiwiQ29sb3IiOnsiJGlkIjoiMjIyIiwiQSI6MCwiUiI6MjU1LCJHIjoyNTUsIkIiOjI1NX19LCJJc1Zpc2libGUiOnRydWUsIldpZHRoIjowLjAsIkhlaWdodCI6MC4wLCJCb3JkZXJTdHlsZSI6eyIkaWQiOiIyMjMiLCJMaW5lQ29sb3IiOm51bGwsIkxpbmVXZWlnaHQiOjAuMCwiTGluZVR5cGUiOjAsIlBhcmVudFN0eWxlIjpudWxsfSwiUGFyZW50U3R5bGUiOm51bGx9LCJEYXRlRm9ybWF0Ijp7IiRpZCI6IjIy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MjUiLCJGb3JtYXQiOjAsIklzVmlzaWJsZSI6ZmFsc2UsIkxhc3RLbm93blZpc2liaWxpdHlTdGF0ZSI6ZmFsc2V9LCJJc1Zpc2libGUiOmZhbHNlLCJQYXJlbnRTdHlsZSI6bnVsbH0sIkluZGV4IjoxLCJQZXJjZW50YWdlQ29tcGxldGUiOm51bGwsIlBvc2l0aW9uIjp7IlJhdGlvIjowLjAsIklzQ3VzdG9tIjpmYWxzZX0sIkRhdGVGb3JtYXQiOnsiJHJlZiI6IjIyNCJ9LCJXZWVrTnVtYmVyaW5nIjp7IiRpZCI6IjIyNiIsIkZvcm1hdCI6MCwiSXNWaXNpYmxlIjpmYWxzZSwiTGFzdEtub3duVmlzaWJpbGl0eVN0YXRlIjpmYWxzZX0sIlJlbGF0ZWRUYXNrSWQiOiIwMDAwMDAwMC0wMDAwLTAwMDAtMDAwMC0wMDAwMDAwMDAwMDAiLCJJZCI6IjAxZGZkOTM5LTk0ZTUtNDFiMy1iNGFlLWI5ZTc2NzI0NmQ0NyIsIkltcG9ydElkIjoiNTciLCJUaXRsZSI6IkluZGlhIiwiTm90ZSI6bnVsbCwiSHlwZXJsaW5rIjp7IiRpZCI6IjIyNyIsIkFkZHJlc3MiOm51bGwsIlN1YkFkZHJlc3MiOm51bGx9LCJJc0NoYW5nZWQiOmZhbHNlLCJJc05ldyI6ZmFsc2V9LHsiJGlkIjoiMjI4IiwiRGF0ZSI6IjIwMjEtMTItMzFUMTc6MDA6MDAiLCJTdHlsZSI6eyIkaWQiOiIyMjkiLCJTaGFwZSI6MTMsIkNvbm5lY3Rvck1hcmdpbiI6eyIkaWQiOiIyMzAiLCJUb3AiOjAsIkxlZnQiOjIsIlJpZ2h0IjoyLCJCb3R0b20iOjB9LCJDb25uZWN0b3JTdHlsZSI6eyIkaWQiOiIyMzEiLCJMaW5lQ29sb3IiOnsiJGlkIjoiMjMyIiwiJHR5cGUiOiJOTFJFLkNvbW1vbi5Eb20uU29saWRDb2xvckJydXNoLCBOTFJFLkNvbW1vbiIsIkNvbG9yIjp7IiRpZCI6IjIzMyIsIkEiOjEyNywiUiI6NzksIkciOjEyOSwiQiI6MTg5fX0sIkxpbmVXZWlnaHQiOjEuMCwiTGluZVR5cGUiOjAsIlBhcmVudFN0eWxlIjpudWxsfSwiSXNCZWxvd1RpbWViYW5kIjpmYWxzZSwiUG9zaXRpb25PblRhc2siOjAsIkhpZGVEYXRlIjpmYWxzZSwiU2hhcGVTaXplIjoyLCJTcGFjaW5nIjoyLjAsIlBhZGRpbmciOnsiJGlkIjoiMjM0IiwiVG9wIjo3LCJMZWZ0IjozLCJSaWdodCI6MCwiQm90dG9tIjoyfSwiU2hhcGVTdHlsZSI6eyIkaWQiOiIyMzUiLCJNYXJnaW4iOnsiJGlkIjoiMjM2IiwiVG9wIjowLCJMZWZ0IjowLCJSaWdodCI6MCwiQm90dG9tIjowfSwiUGFkZGluZyI6eyIkaWQiOiIyMzciLCJUb3AiOjAsIkxlZnQiOjAsIlJpZ2h0IjowLCJCb3R0b20iOjB9LCJCYWNrZ3JvdW5kIjp7IiRpZCI6IjIzOCIsIkNvbG9yIjp7IiRpZCI6IjIzOSIsIkEiOjI1NSwiUiI6MjU0LCJHIjoxODYsIkIiOjEwfX0sIklzVmlzaWJsZSI6dHJ1ZSwiV2lkdGgiOjI0LjAsIkhlaWdodCI6MjYuMCwiQm9yZGVyU3R5bGUiOnsiJGlkIjoiMjQwIiwiTGluZUNvbG9yIjp7IiRpZCI6IjI0MSIsIiR0eXBlIjoiTkxSRS5Db21tb24uRG9tLlNvbGlkQ29sb3JCcnVzaCwgTkxSRS5Db21tb24iLCJDb2xvciI6eyIkaWQiOiIyNDIiLCJBIjoyNTUsIlIiOjI1NSwiRyI6MCwiQiI6MH19LCJMaW5lV2VpZ2h0IjowLjAsIkxpbmVUeXBlIjowLCJQYXJlbnRTdHlsZSI6bnVsbH0sIlBhcmVudFN0eWxlIjpudWxsfSwiVGl0bGVTdHlsZSI6eyIkaWQiOiIyNDMiLCJGb250U2V0dGluZ3MiOnsiJGlkIjoiMjQ0IiwiRm9udFNpemUiOjExLCJGb250TmFtZSI6IkNhbGlicmkiLCJJc0JvbGQiOnRydWUsIklzSXRhbGljIjpmYWxzZSwiSXNVbmRlcmxpbmVkIjpmYWxzZSwiUGFyZW50U3R5bGUiOm51bGx9LCJBdXRvU2l6ZSI6MCwiRm9yZWdyb3VuZCI6eyIkaWQiOiIyNDUiLCJDb2xvciI6eyIkaWQiOiIyND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Q3IiwiVG9wIjowLCJMZWZ0IjowLCJSaWdodCI6MCwiQm90dG9tIjowfSwiUGFkZGluZyI6eyIkaWQiOiIyNDgiLCJUb3AiOjAsIkxlZnQiOjAsIlJpZ2h0IjowLCJCb3R0b20iOjB9LCJCYWNrZ3JvdW5kIjp7IiRpZCI6IjI0OSIsIkNvbG9yIjp7IiRpZCI6IjI1MCIsIkEiOjAsIlIiOjI1NSwiRyI6MjU1LCJCIjoyNTV9fSwiSXNWaXNpYmxlIjp0cnVlLCJXaWR0aCI6MC4wLCJIZWlnaHQiOjAuMCwiQm9yZGVyU3R5bGUiOnsiJGlkIjoiMjUxIiwiTGluZUNvbG9yIjpudWxsLCJMaW5lV2VpZ2h0IjowLjAsIkxpbmVUeXBlIjowLCJQYXJlbnRTdHlsZSI6bnVsbH0sIlBhcmVudFN0eWxlIjpudWxsfSwiRGF0ZVN0eWxlIjp7IiRpZCI6IjI1MiIsIkZvbnRTZXR0aW5ncyI6eyIkaWQiOiIyNTMiLCJGb250U2l6ZSI6MTAsIkZvbnROYW1lIjoiQ2FsaWJyaSIsIklzQm9sZCI6ZmFsc2UsIklzSXRhbGljIjpmYWxzZSwiSXNVbmRlcmxpbmVkIjpmYWxzZSwiUGFyZW50U3R5bGUiOm51bGx9LCJBdXRvU2l6ZSI6MCwiRm9yZWdyb3VuZCI6eyIkaWQiOiIyNTQiLCJDb2xvciI6eyIkaWQiOiIyNTU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U2IiwiVG9wIjowLCJMZWZ0IjowLCJSaWdodCI6MCwiQm90dG9tIjowfSwiUGFkZGluZyI6eyIkaWQiOiIyNTciLCJUb3AiOjAsIkxlZnQiOjAsIlJpZ2h0IjowLCJCb3R0b20iOjB9LCJCYWNrZ3JvdW5kIjp7IiRpZCI6IjI1OCIsIkNvbG9yIjp7IiRpZCI6IjI1OSIsIkEiOjAsIlIiOjI1NSwiRyI6MjU1LCJCIjoyNTV9fSwiSXNWaXNpYmxlIjp0cnVlLCJXaWR0aCI6MC4wLCJIZWlnaHQiOjAuMCwiQm9yZGVyU3R5bGUiOnsiJGlkIjoiMjYwIiwiTGluZUNvbG9yIjpudWxsLCJMaW5lV2VpZ2h0IjowLjAsIkxpbmVUeXBlIjowLCJQYXJlbnRTdHlsZSI6bnVsbH0sIlBhcmVudFN0eWxlIjpudWxsfSwiRGF0ZUZvcm1hdCI6eyIkaWQiOiIyNj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YyIiwiRm9ybWF0IjowLCJJc1Zpc2libGUiOmZhbHNlLCJMYXN0S25vd25WaXNpYmlsaXR5U3RhdGUiOmZhbHNlfSwiSXNWaXNpYmxlIjpmYWxzZSwiUGFyZW50U3R5bGUiOm51bGx9LCJJbmRleCI6MiwiUGVyY2VudGFnZUNvbXBsZXRlIjpudWxsLCJQb3NpdGlvbiI6eyJSYXRpbyI6MC4wLCJJc0N1c3RvbSI6ZmFsc2V9LCJEYXRlRm9ybWF0Ijp7IiRyZWYiOiIyNjEifSwiV2Vla051bWJlcmluZyI6eyIkaWQiOiIyNjMiLCJGb3JtYXQiOjAsIklzVmlzaWJsZSI6ZmFsc2UsIkxhc3RLbm93blZpc2liaWxpdHlTdGF0ZSI6ZmFsc2V9LCJSZWxhdGVkVGFza0lkIjoiMDAwMDAwMDAtMDAwMC0wMDAwLTAwMDAtMDAwMDAwMDAwMDAwIiwiSWQiOiI5MjE2MTI3Yi0yZWZjLTQ5MGYtYTFmMy1lMzA3MDMxOTVlMTYiLCJJbXBvcnRJZCI6IjU4IiwiVGl0bGUiOiJUYWl3YW4iLCJOb3RlIjpudWxsLCJIeXBlcmxpbmsiOnsiJGlkIjoiMjY0IiwiQWRkcmVzcyI6bnVsbCwiU3ViQWRkcmVzcyI6bnVsbH0sIklzQ2hhbmdlZCI6ZmFsc2UsIklzTmV3IjpmYWxzZX0seyIkaWQiOiIyNjUiLCJEYXRlIjoiMjAyMi0wNC0yOVQxNzowMDowMCIsIlN0eWxlIjp7IiRpZCI6IjI2NiIsIlNoYXBlIjoxMywiQ29ubmVjdG9yTWFyZ2luIjp7IiRpZCI6IjI2NyIsIlRvcCI6MCwiTGVmdCI6MiwiUmlnaHQiOjIsIkJvdHRvbSI6MH0sIkNvbm5lY3RvclN0eWxlIjp7IiRpZCI6IjI2OCIsIkxpbmVDb2xvciI6eyIkaWQiOiIyNjkiLCIkdHlwZSI6Ik5MUkUuQ29tbW9uLkRvbS5Tb2xpZENvbG9yQnJ1c2gsIE5MUkUuQ29tbW9uIiwiQ29sb3IiOnsiJGlkIjoiMjcwIiwiQSI6MTI3LCJSIjo3OSwiRyI6MTI5LCJCIjoxODl9fSwiTGluZVdlaWdodCI6MS4wLCJMaW5lVHlwZSI6MCwiUGFyZW50U3R5bGUiOm51bGx9LCJJc0JlbG93VGltZWJhbmQiOmZhbHNlLCJQb3NpdGlvbk9uVGFzayI6MCwiSGlkZURhdGUiOmZhbHNlLCJTaGFwZVNpemUiOjIsIlNwYWNpbmciOjIuMCwiUGFkZGluZyI6eyIkaWQiOiIyNzEiLCJUb3AiOjcsIkxlZnQiOjMsIlJpZ2h0IjowLCJCb3R0b20iOjJ9LCJTaGFwZVN0eWxlIjp7IiRpZCI6IjI3MiIsIk1hcmdpbiI6eyIkaWQiOiIyNzMiLCJUb3AiOjAsIkxlZnQiOjAsIlJpZ2h0IjowLCJCb3R0b20iOjB9LCJQYWRkaW5nIjp7IiRpZCI6IjI3NCIsIlRvcCI6MCwiTGVmdCI6MCwiUmlnaHQiOjAsIkJvdHRvbSI6MH0sIkJhY2tncm91bmQiOnsiJGlkIjoiMjc1IiwiQ29sb3IiOnsiJGlkIjoiMjc2IiwiQSI6MjU1LCJSIjoyNTQsIkciOjE4NiwiQiI6MTB9fSwiSXNWaXNpYmxlIjp0cnVlLCJXaWR0aCI6MjQuMCwiSGVpZ2h0IjoyNi4wLCJCb3JkZXJTdHlsZSI6eyIkaWQiOiIyNzciLCJMaW5lQ29sb3IiOnsiJGlkIjoiMjc4IiwiJHR5cGUiOiJOTFJFLkNvbW1vbi5Eb20uU29saWRDb2xvckJydXNoLCBOTFJFLkNvbW1vbiIsIkNvbG9yIjp7IiRpZCI6IjI3OSIsIkEiOjI1NSwiUiI6MjU1LCJHIjowLCJCIjowfX0sIkxpbmVXZWlnaHQiOjAuMCwiTGluZVR5cGUiOjAsIlBhcmVudFN0eWxlIjpudWxsfSwiUGFyZW50U3R5bGUiOm51bGx9LCJUaXRsZVN0eWxlIjp7IiRpZCI6IjI4MCIsIkZvbnRTZXR0aW5ncyI6eyIkaWQiOiIyODEiLCJGb250U2l6ZSI6MTEsIkZvbnROYW1lIjoiQ2FsaWJyaSIsIklzQm9sZCI6dHJ1ZSwiSXNJdGFsaWMiOmZhbHNlLCJJc1VuZGVybGluZWQiOmZhbHNlLCJQYXJlbnRTdHlsZSI6bnVsbH0sIkF1dG9TaXplIjowLCJGb3JlZ3JvdW5kIjp7IiRpZCI6IjI4MiIsIkNvbG9yIjp7IiRpZCI6IjI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DQiLCJUb3AiOjAsIkxlZnQiOjAsIlJpZ2h0IjowLCJCb3R0b20iOjB9LCJQYWRkaW5nIjp7IiRpZCI6IjI4NSIsIlRvcCI6MCwiTGVmdCI6MCwiUmlnaHQiOjAsIkJvdHRvbSI6MH0sIkJhY2tncm91bmQiOnsiJGlkIjoiMjg2IiwiQ29sb3IiOnsiJGlkIjoiMjg3IiwiQSI6MCwiUiI6MjU1LCJHIjoyNTUsIkIiOjI1NX19LCJJc1Zpc2libGUiOnRydWUsIldpZHRoIjowLjAsIkhlaWdodCI6MC4wLCJCb3JkZXJTdHlsZSI6eyIkaWQiOiIyODgiLCJMaW5lQ29sb3IiOm51bGwsIkxpbmVXZWlnaHQiOjAuMCwiTGluZVR5cGUiOjAsIlBhcmVudFN0eWxlIjpudWxsfSwiUGFyZW50U3R5bGUiOm51bGx9LCJEYXRlU3R5bGUiOnsiJGlkIjoiMjg5IiwiRm9udFNldHRpbmdzIjp7IiRpZCI6IjI5MCIsIkZvbnRTaXplIjoxMCwiRm9udE5hbWUiOiJDYWxpYnJpIiwiSXNCb2xkIjpmYWxzZSwiSXNJdGFsaWMiOmZhbHNlLCJJc1VuZGVybGluZWQiOmZhbHNlLCJQYXJlbnRTdHlsZSI6bnVsbH0sIkF1dG9TaXplIjowLCJGb3JlZ3JvdW5kIjp7IiRpZCI6IjI5MSIsIkNvbG9yIjp7IiRpZCI6IjI5Mi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TMiLCJUb3AiOjAsIkxlZnQiOjAsIlJpZ2h0IjowLCJCb3R0b20iOjB9LCJQYWRkaW5nIjp7IiRpZCI6IjI5NCIsIlRvcCI6MCwiTGVmdCI6MCwiUmlnaHQiOjAsIkJvdHRvbSI6MH0sIkJhY2tncm91bmQiOnsiJGlkIjoiMjk1IiwiQ29sb3IiOnsiJGlkIjoiMjk2IiwiQSI6MCwiUiI6MjU1LCJHIjoyNTUsIkIiOjI1NX19LCJJc1Zpc2libGUiOnRydWUsIldpZHRoIjowLjAsIkhlaWdodCI6MC4wLCJCb3JkZXJTdHlsZSI6eyIkaWQiOiIyOTciLCJMaW5lQ29sb3IiOm51bGwsIkxpbmVXZWlnaHQiOjAuMCwiTGluZVR5cGUiOjAsIlBhcmVudFN0eWxlIjpudWxsfSwiUGFyZW50U3R5bGUiOm51bGx9LCJEYXRlRm9ybWF0Ijp7IiRpZCI6IjI5O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OTkiLCJGb3JtYXQiOjAsIklzVmlzaWJsZSI6ZmFsc2UsIkxhc3RLbm93blZpc2liaWxpdHlTdGF0ZSI6ZmFsc2V9LCJJc1Zpc2libGUiOmZhbHNlLCJQYXJlbnRTdHlsZSI6bnVsbH0sIkluZGV4IjozLCJQZXJjZW50YWdlQ29tcGxldGUiOm51bGwsIlBvc2l0aW9uIjp7IlJhdGlvIjowLjAsIklzQ3VzdG9tIjpmYWxzZX0sIkRhdGVGb3JtYXQiOnsiJHJlZiI6IjI5OCJ9LCJXZWVrTnVtYmVyaW5nIjp7IiRpZCI6IjMwMCIsIkZvcm1hdCI6MCwiSXNWaXNpYmxlIjpmYWxzZSwiTGFzdEtub3duVmlzaWJpbGl0eVN0YXRlIjpmYWxzZX0sIlJlbGF0ZWRUYXNrSWQiOiIwMDAwMDAwMC0wMDAwLTAwMDAtMDAwMC0wMDAwMDAwMDAwMDAiLCJJZCI6IjU3ZDAyN2E4LTFiMDQtNDUxNy1hNDJjLWYzNTU4YzZkM2IzMCIsIkltcG9ydElkIjoiNTkiLCJUaXRsZSI6IkphcGFuIiwiTm90ZSI6bnVsbCwiSHlwZXJsaW5rIjp7IiRpZCI6IjMwMSIsIkFkZHJlc3MiOm51bGwsIlN1YkFkZHJlc3MiOm51bGx9LCJJc0NoYW5nZWQiOmZhbHNlLCJJc05ldyI6ZmFsc2V9LHsiJGlkIjoiMzAyIiwiRGF0ZSI6IjIwMjItMTAtMjhUMTc6MDA6MDAiLCJTdHlsZSI6eyIkaWQiOiIzMDMiLCJTaGFwZSI6MTMsIkNvbm5lY3Rvck1hcmdpbiI6eyIkaWQiOiIzMDQiLCJUb3AiOjAsIkxlZnQiOjIsIlJpZ2h0IjoyLCJCb3R0b20iOjB9LCJDb25uZWN0b3JTdHlsZSI6eyIkaWQiOiIzMDUiLCJMaW5lQ29sb3IiOnsiJGlkIjoiMzA2IiwiJHR5cGUiOiJOTFJFLkNvbW1vbi5Eb20uU29saWRDb2xvckJydXNoLCBOTFJFLkNvbW1vbiIsIkNvbG9yIjp7IiRpZCI6IjMwNyIsIkEiOjEyNywiUiI6NzksIkciOjEyOSwiQiI6MTg5fX0sIkxpbmVXZWlnaHQiOjEuMCwiTGluZVR5cGUiOjAsIlBhcmVudFN0eWxlIjpudWxsfSwiSXNCZWxvd1RpbWViYW5kIjpmYWxzZSwiUG9zaXRpb25PblRhc2siOjAsIkhpZGVEYXRlIjpmYWxzZSwiU2hhcGVTaXplIjoyLCJTcGFjaW5nIjoyLjAsIlBhZGRpbmciOnsiJGlkIjoiMzA4IiwiVG9wIjo3LCJMZWZ0IjozLCJSaWdodCI6MCwiQm90dG9tIjoyfSwiU2hhcGVTdHlsZSI6eyIkaWQiOiIzMDkiLCJNYXJnaW4iOnsiJGlkIjoiMzEwIiwiVG9wIjowLCJMZWZ0IjowLCJSaWdodCI6MCwiQm90dG9tIjowfSwiUGFkZGluZyI6eyIkaWQiOiIzMTEiLCJUb3AiOjAsIkxlZnQiOjAsIlJpZ2h0IjowLCJCb3R0b20iOjB9LCJCYWNrZ3JvdW5kIjp7IiRpZCI6IjMxMiIsIkNvbG9yIjp7IiRpZCI6IjMxMyIsIkEiOjI1NSwiUiI6MjU0LCJHIjoxODYsIkIiOjEwfX0sIklzVmlzaWJsZSI6dHJ1ZSwiV2lkdGgiOjI0LjAsIkhlaWdodCI6MjYuMCwiQm9yZGVyU3R5bGUiOnsiJGlkIjoiMzE0IiwiTGluZUNvbG9yIjp7IiRpZCI6IjMxNSIsIiR0eXBlIjoiTkxSRS5Db21tb24uRG9tLlNvbGlkQ29sb3JCcnVzaCwgTkxSRS5Db21tb24iLCJDb2xvciI6eyIkaWQiOiIzMTYiLCJBIjoyNTUsIlIiOjI1NSwiRyI6MCwiQiI6MH19LCJMaW5lV2VpZ2h0IjowLjAsIkxpbmVUeXBlIjowLCJQYXJlbnRTdHlsZSI6bnVsbH0sIlBhcmVudFN0eWxlIjpudWxsfSwiVGl0bGVTdHlsZSI6eyIkaWQiOiIzMTciLCJGb250U2V0dGluZ3MiOnsiJGlkIjoiMzE4IiwiRm9udFNpemUiOjExLCJGb250TmFtZSI6IkNhbGlicmkiLCJJc0JvbGQiOnRydWUsIklzSXRhbGljIjpmYWxzZSwiSXNVbmRlcmxpbmVkIjpmYWxzZSwiUGFyZW50U3R5bGUiOm51bGx9LCJBdXRvU2l6ZSI6MCwiRm9yZWdyb3VuZCI6eyIkaWQiOiIzMTkiLCJDb2xvciI6eyIkaWQiOiIzMjA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IxIiwiVG9wIjowLCJMZWZ0IjowLCJSaWdodCI6MCwiQm90dG9tIjowfSwiUGFkZGluZyI6eyIkaWQiOiIzMjIiLCJUb3AiOjAsIkxlZnQiOjAsIlJpZ2h0IjowLCJCb3R0b20iOjB9LCJCYWNrZ3JvdW5kIjp7IiRpZCI6IjMyMyIsIkNvbG9yIjp7IiRpZCI6IjMyNCIsIkEiOjAsIlIiOjI1NSwiRyI6MjU1LCJCIjoyNTV9fSwiSXNWaXNpYmxlIjp0cnVlLCJXaWR0aCI6MC4wLCJIZWlnaHQiOjAuMCwiQm9yZGVyU3R5bGUiOnsiJGlkIjoiMzI1IiwiTGluZUNvbG9yIjpudWxsLCJMaW5lV2VpZ2h0IjowLjAsIkxpbmVUeXBlIjowLCJQYXJlbnRTdHlsZSI6bnVsbH0sIlBhcmVudFN0eWxlIjpudWxsfSwiRGF0ZVN0eWxlIjp7IiRpZCI6IjMyNiIsIkZvbnRTZXR0aW5ncyI6eyIkaWQiOiIzMjciLCJGb250U2l6ZSI6MTAsIkZvbnROYW1lIjoiQ2FsaWJyaSIsIklzQm9sZCI6ZmFsc2UsIklzSXRhbGljIjpmYWxzZSwiSXNVbmRlcmxpbmVkIjpmYWxzZSwiUGFyZW50U3R5bGUiOm51bGx9LCJBdXRvU2l6ZSI6MCwiRm9yZWdyb3VuZCI6eyIkaWQiOiIzMjgiLCJDb2xvciI6eyIkaWQiOiIzMjk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MwIiwiVG9wIjowLCJMZWZ0IjowLCJSaWdodCI6MCwiQm90dG9tIjowfSwiUGFkZGluZyI6eyIkaWQiOiIzMzEiLCJUb3AiOjAsIkxlZnQiOjAsIlJpZ2h0IjowLCJCb3R0b20iOjB9LCJCYWNrZ3JvdW5kIjp7IiRpZCI6IjMzMiIsIkNvbG9yIjp7IiRpZCI6IjMzMyIsIkEiOjAsIlIiOjI1NSwiRyI6MjU1LCJCIjoyNTV9fSwiSXNWaXNpYmxlIjp0cnVlLCJXaWR0aCI6MC4wLCJIZWlnaHQiOjAuMCwiQm9yZGVyU3R5bGUiOnsiJGlkIjoiMzM0IiwiTGluZUNvbG9yIjpudWxsLCJMaW5lV2VpZ2h0IjowLjAsIkxpbmVUeXBlIjowLCJQYXJlbnRTdHlsZSI6bnVsbH0sIlBhcmVudFN0eWxlIjpudWxsfSwiRGF0ZUZvcm1hdCI6eyIkaWQiOiIzMz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M2IiwiRm9ybWF0IjowLCJJc1Zpc2libGUiOmZhbHNlLCJMYXN0S25vd25WaXNpYmlsaXR5U3RhdGUiOmZhbHNlfSwiSXNWaXNpYmxlIjpmYWxzZSwiUGFyZW50U3R5bGUiOm51bGx9LCJJbmRleCI6NCwiUGVyY2VudGFnZUNvbXBsZXRlIjpudWxsLCJQb3NpdGlvbiI6eyJSYXRpbyI6MC4wLCJJc0N1c3RvbSI6ZmFsc2V9LCJEYXRlRm9ybWF0Ijp7IiRyZWYiOiIzMzUifSwiV2Vla051bWJlcmluZyI6eyIkaWQiOiIzMzciLCJGb3JtYXQiOjAsIklzVmlzaWJsZSI6ZmFsc2UsIkxhc3RLbm93blZpc2liaWxpdHlTdGF0ZSI6ZmFsc2V9LCJSZWxhdGVkVGFza0lkIjoiMDAwMDAwMDAtMDAwMC0wMDAwLTAwMDAtMDAwMDAwMDAwMDAwIiwiSWQiOiI0ZmU0NjEwMS0xYzE1LTRlYmEtOWQ5Ny1kYjVlZTJlY2Q5NWIiLCJJbXBvcnRJZCI6IjYwIiwiVGl0bGUiOiJUaGFpbGFuZCIsIk5vdGUiOm51bGwsIkh5cGVybGluayI6eyIkaWQiOiIzMzgiLCJBZGRyZXNzIjpudWxsLCJTdWJBZGRyZXNzIjpudWxsfSwiSXNDaGFuZ2VkIjpmYWxzZSwiSXNOZXciOmZhbHNlfV0sIlRhc2tzIjpbeyIkaWQiOiIzMzkiLCJHcm91cE5hbWUiOm51bGwsIlN0YXJ0RGF0ZSI6IjIwMjEtMDItMDFUMDg6MDA6MDAiLCJFbmREYXRlIjoiMjAyMS0wMy0zMVQxNzowMDowMCIsIlBlcmNlbnRhZ2VDb21wbGV0ZSI6MTAwLjAsIlN0eWxlIjp7IiRpZCI6IjM0MCIsIlNoYXBlIjoxLCJTaGFwZVRoaWNrbmVzcyI6MCwiRHVyYXRpb25Gb3JtYXQiOjAsIkluY2x1ZGVOb25Xb3JraW5nRGF5c0luRHVyYXRpb24iOmZhbHNlLCJQZXJjZW50YWdlQ29tcGxldGVTdHlsZSI6eyIkaWQiOiIzNDEiLCJGb250U2V0dGluZ3MiOnsiJGlkIjoiMzQyIiwiRm9udFNpemUiOjEwLCJGb250TmFtZSI6IkNhbGlicmkiLCJJc0JvbGQiOmZhbHNlLCJJc0l0YWxpYyI6ZmFsc2UsIklzVW5kZXJsaW5lZCI6ZmFsc2UsIlBhcmVudFN0eWxlIjpudWxsfSwiQXV0b1NpemUiOjAsIkZvcmVncm91bmQiOnsiJGlkIjoiMzQzIiwiQ29sb3IiOnsiJGlkIjoiMzQ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zQ1IiwiVG9wIjowLCJMZWZ0IjowLCJSaWdodCI6MCwiQm90dG9tIjowfSwiUGFkZGluZyI6eyIkaWQiOiIzNDYiLCJUb3AiOjAsIkxlZnQiOjAsIlJpZ2h0IjowLCJCb3R0b20iOjB9LCJCYWNrZ3JvdW5kIjp7IiRpZCI6IjM0NyIsIkNvbG9yIjp7IiRpZCI6IjM0OCIsIkEiOjg5LCJSIjowLCJHIjowLCJCIjowfX0sIklzVmlzaWJsZSI6dHJ1ZSwiV2lkdGgiOjAuMCwiSGVpZ2h0IjowLjAsIkJvcmRlclN0eWxlIjp7IiRpZCI6IjM0OSIsIkxpbmVDb2xvciI6bnVsbCwiTGluZVdlaWdodCI6MC4wLCJMaW5lVHlwZSI6MCwiUGFyZW50U3R5bGUiOm51bGx9LCJQYXJlbnRTdHlsZSI6bnVsbH0sIkR1cmF0aW9uU3R5bGUiOnsiJGlkIjoiMzUwIiwiRm9udFNldHRpbmdzIjp7IiRpZCI6IjM1MSIsIkZvbnRTaXplIjoxMCwiRm9udE5hbWUiOiJDYWxpYnJpIiwiSXNCb2xkIjpmYWxzZSwiSXNJdGFsaWMiOmZhbHNlLCJJc1VuZGVybGluZWQiOmZhbHNlLCJQYXJlbnRTdHlsZSI6bnVsbH0sIkF1dG9TaXplIjowLCJGb3JlZ3JvdW5kIjp7IiRpZCI6IjM1MiIsIkNvbG9yIjp7IiRpZCI6IjM1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M1NCIsIlRvcCI6MCwiTGVmdCI6MCwiUmlnaHQiOjAsIkJvdHRvbSI6MH0sIlBhZGRpbmciOnsiJGlkIjoiMzU1IiwiVG9wIjowLCJMZWZ0IjowLCJSaWdodCI6MCwiQm90dG9tIjowfSwiQmFja2dyb3VuZCI6eyIkaWQiOiIzNTYiLCJDb2xvciI6eyIkcmVmIjoiMzQ4In19LCJJc1Zpc2libGUiOnRydWUsIldpZHRoIjowLjAsIkhlaWdodCI6MC4wLCJCb3JkZXJTdHlsZSI6eyIkaWQiOiIzNTciLCJMaW5lQ29sb3IiOm51bGwsIkxpbmVXZWlnaHQiOjAuMCwiTGluZVR5cGUiOjAsIlBhcmVudFN0eWxlIjpudWxsfSwiUGFyZW50U3R5bGUiOm51bGx9LCJIb3Jpem9udGFsQ29ubmVjdG9yU3R5bGUiOnsiJGlkIjoiMzU4IiwiTGluZUNvbG9yIjp7IiRpZCI6IjM1OSIsIiR0eXBlIjoiTkxSRS5Db21tb24uRG9tLlNvbGlkQ29sb3JCcnVzaCwgTkxSRS5Db21tb24iLCJDb2xvciI6eyIkaWQiOiIzNjAiLCJBIjoyNTUsIlIiOjIwNCwiRyI6MjA0LCJCIjoyMDR9fSwiTGluZVdlaWdodCI6MS4wLCJMaW5lVHlwZSI6MCwiUGFyZW50U3R5bGUiOm51bGx9LCJWZXJ0aWNhbENvbm5lY3RvclN0eWxlIjp7IiRpZCI6IjM2MSIsIkxpbmVDb2xvciI6eyIkaWQiOiIzNjIiLCIkdHlwZSI6Ik5MUkUuQ29tbW9uLkRvbS5Tb2xpZENvbG9yQnJ1c2gsIE5MUkUuQ29tbW9uIiwiQ29sb3IiOnsiJGlkIjoiMzY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zY0IiwiTWFyZ2luIjp7IiRpZCI6IjM2NSIsIlRvcCI6MCwiTGVmdCI6NCwiUmlnaHQiOjQsIkJvdHRvbSI6MH0sIlBhZGRpbmciOnsiJGlkIjoiMzY2IiwiVG9wIjowLCJMZWZ0IjowLCJSaWdodCI6MCwiQm90dG9tIjowfSwiQmFja2dyb3VuZCI6eyIkaWQiOiIzNjciLCJDb2xvciI6eyIkaWQiOiIzNjgiLCJBIjoyNTUsIlIiOjAsIkciOjAsIkIiOjB9fSwiSXNWaXNpYmxlIjp0cnVlLCJXaWR0aCI6MC4wLCJIZWlnaHQiOjEwLjAsIkJvcmRlclN0eWxlIjp7IiRpZCI6IjM2OSIsIkxpbmVDb2xvciI6eyIkaWQiOiIzNzAiLCIkdHlwZSI6Ik5MUkUuQ29tbW9uLkRvbS5Tb2xpZENvbG9yQnJ1c2gsIE5MUkUuQ29tbW9uIiwiQ29sb3IiOnsiJGlkIjoiMzcxIiwiQSI6MjU1LCJSIjoyNTUsIkciOjAsIkIiOjB9fSwiTGluZVdlaWdodCI6MC4wLCJMaW5lVHlwZSI6MCwiUGFyZW50U3R5bGUiOm51bGx9LCJQYXJlbnRTdHlsZSI6bnVsbH0sIlRpdGxlU3R5bGUiOnsiJGlkIjoiMzcyIiwiRm9udFNldHRpbmdzIjp7IiRpZCI6IjM3My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Mzc0IiwiVG9wIjowLCJMZWZ0IjowLCJSaWdodCI6MCwiQm90dG9tIjowfSwiUGFkZGluZyI6eyIkaWQiOiIzNzUiLCJUb3AiOjAsIkxlZnQiOjAsIlJpZ2h0IjowLCJCb3R0b20iOjB9LCJCYWNrZ3JvdW5kIjp7IiRpZCI6IjM3NiIsIkNvbG9yIjp7IiRyZWYiOiIzNDgifX0sIklzVmlzaWJsZSI6dHJ1ZSwiV2lkdGgiOjAuMCwiSGVpZ2h0IjowLjAsIkJvcmRlclN0eWxlIjp7IiRpZCI6IjM3NyIsIkxpbmVDb2xvciI6bnVsbCwiTGluZVdlaWdodCI6MC4wLCJMaW5lVHlwZSI6MCwiUGFyZW50U3R5bGUiOm51bGx9LCJQYXJlbnRTdHlsZSI6bnVsbH0sIkRhdGVTdHlsZSI6eyIkaWQiOiIzNzgiLCJGb250U2V0dGluZ3MiOnsiJGlkIjoiMzc5IiwiRm9udFNpemUiOjEwLCJGb250TmFtZSI6IkNhbGlicmkiLCJJc0JvbGQiOmZhbHNlLCJJc0l0YWxpYyI6ZmFsc2UsIklzVW5kZXJsaW5lZCI6ZmFsc2UsIlBhcmVudFN0eWxlIjpudWxsfSwiQXV0b1NpemUiOjAsIkZvcmVncm91bmQiOnsiJGlkIjoiMzgwIiwiQ29sb3IiOnsiJGlkIjoiMzgx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zODIiLCJUb3AiOjAsIkxlZnQiOjAsIlJpZ2h0IjowLCJCb3R0b20iOjB9LCJQYWRkaW5nIjp7IiRpZCI6IjM4MyIsIlRvcCI6MCwiTGVmdCI6MCwiUmlnaHQiOjAsIkJvdHRvbSI6MH0sIkJhY2tncm91bmQiOnsiJGlkIjoiMzg0IiwiQ29sb3IiOnsiJHJlZiI6IjM0OCJ9fSwiSXNWaXNpYmxlIjp0cnVlLCJXaWR0aCI6MC4wLCJIZWlnaHQiOjAuMCwiQm9yZGVyU3R5bGUiOnsiJGlkIjoiMzg1IiwiTGluZUNvbG9yIjpudWxsLCJMaW5lV2VpZ2h0IjowLjAsIkxpbmVUeXBlIjowLCJQYXJlbnRTdHlsZSI6bnVsbH0sIlBhcmVudFN0eWxlIjpudWxsfSwiRGF0ZUZvcm1hdCI6eyIkaWQiOiIzOD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g3IiwiRm9ybWF0IjowLCJJc1Zpc2libGUiOmZhbHNlLCJMYXN0S25vd25WaXNpYmlsaXR5U3RhdGUiOmZhbHNlfSwiSXNWaXNpYmxlIjpmYWxzZSwiUGFyZW50U3R5bGUiOm51bGx9LCJJbmRleCI6NCwiU21hcnREdXJhdGlvbkFjdGl2YXRlZCI6ZmFsc2UsIkRhdGVGb3JtYXQiOnsiJHJlZiI6IjM4NiJ9LCJXZWVrTnVtYmVyaW5nIjp7IiRpZCI6IjM4OCIsIkZvcm1hdCI6MCwiSXNWaXNpYmxlIjpmYWxzZSwiTGFzdEtub3duVmlzaWJpbGl0eVN0YXRlIjpmYWxzZX0sIklkIjoiMzViNjlmOGYtZDIxZi00NjBjLWE5MGEtZDBkNWYzNTg5YjkxIiwiSW1wb3J0SWQiOiI0NiIsIlRpdGxlIjoiUGxhbiBhbmQgT3JpZW50IiwiTm90ZSI6bnVsbCwiSHlwZXJsaW5rIjp7IiRpZCI6IjM4OSIsIkFkZHJlc3MiOm51bGwsIlN1YkFkZHJlc3MiOm51bGx9LCJJc0NoYW5nZWQiOmZhbHNlLCJJc05ldyI6ZmFsc2V9XSwiU3dpbWxhbmVzIjpbeyIkaWQiOiIzOTAiLCJJZCI6IjJmODlhZWM0LWMwODYtNGM0NC04OGYwLTBlYjdlZGJmMjlmMiIsIkluZGV4IjowLCJIZWFkZXJUZXh0IjoiSW5kaWEiLCJTdHlsZSI6eyIkaWQiOiIzOTEiLCJIZWFkZXJTdHlsZSI6eyIkaWQiOiIzOTIiLCJUZXh0U3R5bGUiOnsiJGlkIjoiMzkzIiwiRm9udFNldHRpbmdzIjp7IiRpZCI6IjM5NCIsIkZvbnRTaXplIjoxMiwiRm9udE5hbWUiOiJDYWxpYnJpIiwiSXNCb2xkIjpmYWxzZSwiSXNJdGFsaWMiOmZhbHNlLCJJc1VuZGVybGluZWQiOmZhbHNlLCJQYXJlbnRTdHlsZSI6bnVsbH0sIkF1dG9TaXplIjowLCJGb3JlZ3JvdW5kIjp7IiRpZCI6IjM5NSIsIkNvbG9yIjp7IiRpZCI6IjM5NiIsIkEiOjI1NSwiUiI6MjU1LCJHIjoyNTUsIkIiOjI1NX19LCJNYXhXaWR0aCI6MC4wLCJNYXhIZWlnaHQiOjAuMCwiU21hcnRGb3JlZ3JvdW5kSXNBY3RpdmUiOmZhbHNlLCJIb3Jpem9udGFsQWxpZ25tZW50IjowLCJWZXJ0aWNhbEFsaWdubWVudCI6MCwiU21hcnRGb3JlZ3JvdW5kIjpudWxsLCJCYWNrZ3JvdW5kRmlsbFR5cGUiOjAsIk1hcmdpbiI6eyIkaWQiOiIzOTciLCJUb3AiOjAsIkxlZnQiOjAsIlJpZ2h0IjowLCJCb3R0b20iOjB9LCJQYWRkaW5nIjp7IiRpZCI6IjM5OCIsIlRvcCI6MCwiTGVmdCI6MCwiUmlnaHQiOjAsIkJvdHRvbSI6MH0sIkJhY2tncm91bmQiOm51bGwsIklzVmlzaWJsZSI6ZmFsc2UsIldpZHRoIjowLjAsIkhlaWdodCI6MC4wLCJCb3JkZXJTdHlsZSI6bnVsbCwiUGFyZW50U3R5bGUiOm51bGx9LCJSZWN0YW5nbGVTdHlsZSI6eyIkaWQiOiIzOTkiLCJNYXJnaW4iOnsiJGlkIjoiNDAwIiwiVG9wIjowLCJMZWZ0IjowLCJSaWdodCI6MCwiQm90dG9tIjowfSwiUGFkZGluZyI6eyIkaWQiOiI0MDEiLCJUb3AiOjAsIkxlZnQiOjAsIlJpZ2h0IjowLCJCb3R0b20iOjB9LCJCYWNrZ3JvdW5kIjp7IiRpZCI6IjQwMiIsIkNvbG9yIjp7IiRpZCI6IjQwMyIsIkEiOjI1NSwiUiI6MjM3LCJHIjoxMjUsIkIiOjQ5fX0sIklzVmlzaWJsZSI6ZmFsc2UsIldpZHRoIjowLjAsIkhlaWdodCI6MC4wLCJCb3JkZXJTdHlsZSI6eyIkaWQiOiI0MDQiLCJMaW5lQ29sb3IiOnsiJGlkIjoiNDA1IiwiJHR5cGUiOiJOTFJFLkNvbW1vbi5Eb20uU29saWRDb2xvckJydXNoLCBOTFJFLkNvbW1vbiIsIkNvbG9yIjp7IiRpZCI6IjQwNiIsIkEiOjI1NSwiUiI6MjU1LCJHIjoyNTUsIkIiOjI1NX19LCJMaW5lV2VpZ2h0IjowLjAsIkxpbmVUeXBlIjowLCJQYXJlbnRTdHlsZSI6bnVsbH0sIlBhcmVudFN0eWxlIjpudWxsfSwiTWFyZ2luIjp7IiRpZCI6IjQwNyIsIlRvcCI6MCwiTGVmdCI6MCwiUmlnaHQiOjAsIkJvdHRvbSI6MH0sIlBhZGRpbmciOnsiJGlkIjoiNDA4IiwiVG9wIjowLCJMZWZ0IjowLCJSaWdodCI6MCwiQm90dG9tIjowfSwiQmFja2dyb3VuZCI6bnVsbCwiSXNWaXNpYmxlIjp0cnVlLCJXaWR0aCI6MC4wLCJIZWlnaHQiOjAuMCwiQm9yZGVyU3R5bGUiOm51bGwsIlBhcmVudFN0eWxlIjpudWxsfSwiQmFja2dyb3VuZFN0eWxlIjp7IiRpZCI6IjQwOSIsIk1hcmdpbiI6eyIkaWQiOiI0MTAiLCJUb3AiOjAsIkxlZnQiOjAsIlJpZ2h0IjowLCJCb3R0b20iOjB9LCJQYWRkaW5nIjp7IiRpZCI6IjQxMSIsIlRvcCI6MCwiTGVmdCI6MCwiUmlnaHQiOjAsIkJvdHRvbSI6MH0sIkJhY2tncm91bmQiOnsiJGlkIjoiNDEyIiwiQ29sb3IiOnsiJGlkIjoiNDEzIiwiQSI6MzgsIlIiOjIzNywiRyI6MTI1LCJCIjo0OX19LCJJc1Zpc2libGUiOnRydWUsIldpZHRoIjowLjAsIkhlaWdodCI6MC4wLCJCb3JkZXJTdHlsZSI6eyIkaWQiOiI0MTQiLCJMaW5lQ29sb3IiOnsiJGlkIjoiNDE1IiwiJHR5cGUiOiJOTFJFLkNvbW1vbi5Eb20uU29saWRDb2xvckJydXNoLCBOTFJFLkNvbW1vbiIsIkNvbG9yIjp7IiRpZCI6IjQxNiIsIkEiOjI1NSwiUiI6MjIsIkciOjI4LCJCIjozNX19LCJMaW5lV2VpZ2h0IjowLjAsIkxpbmVUeXBlIjowLCJQYXJlbnRTdHlsZSI6bnVsbH0sIlBhcmVudFN0eWxlIjpudWxsfSwiSXNBYm92ZVRpbWViYW5kIjpmYWxzZSwiTWFyZ2luIjp7IiRpZCI6IjQxNyIsIlRvcCI6MCwiTGVmdCI6MCwiUmlnaHQiOjAsIkJvdHRvbSI6MH0sIlBhZGRpbmciOnsiJGlkIjoiNDE4IiwiVG9wIjowLCJMZWZ0IjowLCJSaWdodCI6MCwiQm90dG9tIjowfSwiSXNWaXNpYmxlIjp0cnVlLCJXaWR0aCI6MC4wLCJIZWlnaHQiOjAuMCwiQm9yZGVyU3R5bGUiOm51bGwsIlBhcmVudFN0eWxlIjpudWxsfSwiVGFza3MiOlt7IiRpZCI6IjQxOSIsIl9hdHRhY2hlZE1pbGVzdG9uZXMiOltdLCJUYXNrRGVmaW5pdGlvbiI6eyIkaWQiOiI0MjAiLCJHcm91cE5hbWUiOm51bGwsIlN0YXJ0RGF0ZSI6IjIwMjEtMDQtMTJUMDg6MDA6MDAiLCJFbmREYXRlIjoiMjAyMS0wNS0wN1QxNzowMDowMCIsIlBlcmNlbnRhZ2VDb21wbGV0ZSI6MTAwLjAsIlN0eWxlIjp7IiRpZCI6IjQyMSIsIlNoYXBlIjoxLCJTaGFwZVRoaWNrbmVzcyI6MCwiRHVyYXRpb25Gb3JtYXQiOjAsIkluY2x1ZGVOb25Xb3JraW5nRGF5c0luRHVyYXRpb24iOmZhbHNlLCJQZXJjZW50YWdlQ29tcGxldGVTdHlsZSI6eyIkaWQiOiI0MjIiLCJGb250U2V0dGluZ3MiOnsiJGlkIjoiNDIzIiwiRm9udFNpemUiOjEwLCJGb250TmFtZSI6IkNhbGlicmkiLCJJc0JvbGQiOmZhbHNlLCJJc0l0YWxpYyI6ZmFsc2UsIklzVW5kZXJsaW5lZCI6ZmFsc2UsIlBhcmVudFN0eWxlIjpudWxsfSwiQXV0b1NpemUiOjAsIkZvcmVncm91bmQiOnsiJGlkIjoiNDI0IiwiQ29sb3IiOnsiJGlkIjoiNDI1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0MjYiLCJUb3AiOjAsIkxlZnQiOjAsIlJpZ2h0IjowLCJCb3R0b20iOjB9LCJQYWRkaW5nIjp7IiRpZCI6IjQyNyIsIlRvcCI6MCwiTGVmdCI6MCwiUmlnaHQiOjAsIkJvdHRvbSI6MH0sIkJhY2tncm91bmQiOnsiJGlkIjoiNDI4IiwiQ29sb3IiOnsiJGlkIjoiNDI5IiwiQSI6ODksIlIiOjAsIkciOjAsIkIiOjB9fSwiSXNWaXNpYmxlIjp0cnVlLCJXaWR0aCI6MC4wLCJIZWlnaHQiOjAuMCwiQm9yZGVyU3R5bGUiOnsiJGlkIjoiNDMwIiwiTGluZUNvbG9yIjpudWxsLCJMaW5lV2VpZ2h0IjowLjAsIkxpbmVUeXBlIjowLCJQYXJlbnRTdHlsZSI6bnVsbH0sIlBhcmVudFN0eWxlIjpudWxsfSwiRHVyYXRpb25TdHlsZSI6eyIkaWQiOiI0MzEiLCJGb250U2V0dGluZ3MiOnsiJGlkIjoiNDMyIiwiRm9udFNpemUiOjEwLCJGb250TmFtZSI6IkNhbGlicmkiLCJJc0JvbGQiOmZhbHNlLCJJc0l0YWxpYyI6ZmFsc2UsIklzVW5kZXJsaW5lZCI6ZmFsc2UsIlBhcmVudFN0eWxlIjpudWxsfSwiQXV0b1NpemUiOjAsIkZvcmVncm91bmQiOnsiJGlkIjoiNDMzIiwiQ29sb3IiOnsiJGlkIjoiNDM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DM1IiwiVG9wIjowLCJMZWZ0IjowLCJSaWdodCI6MCwiQm90dG9tIjowfSwiUGFkZGluZyI6eyIkaWQiOiI0MzYiLCJUb3AiOjAsIkxlZnQiOjAsIlJpZ2h0IjowLCJCb3R0b20iOjB9LCJCYWNrZ3JvdW5kIjp7IiRpZCI6IjQzNyIsIkNvbG9yIjp7IiRyZWYiOiI0MjkifX0sIklzVmlzaWJsZSI6dHJ1ZSwiV2lkdGgiOjAuMCwiSGVpZ2h0IjowLjAsIkJvcmRlclN0eWxlIjp7IiRpZCI6IjQzOCIsIkxpbmVDb2xvciI6bnVsbCwiTGluZVdlaWdodCI6MC4wLCJMaW5lVHlwZSI6MCwiUGFyZW50U3R5bGUiOm51bGx9LCJQYXJlbnRTdHlsZSI6bnVsbH0sIkhvcml6b250YWxDb25uZWN0b3JTdHlsZSI6eyIkaWQiOiI0MzkiLCJMaW5lQ29sb3IiOnsiJGlkIjoiNDQwIiwiJHR5cGUiOiJOTFJFLkNvbW1vbi5Eb20uU29saWRDb2xvckJydXNoLCBOTFJFLkNvbW1vbiIsIkNvbG9yIjp7IiRpZCI6IjQ0MSIsIkEiOjI1NSwiUiI6MjA0LCJHIjoyMDQsIkIiOjIwNH19LCJMaW5lV2VpZ2h0IjoxLjAsIkxpbmVUeXBlIjowLCJQYXJlbnRTdHlsZSI6bnVsbH0sIlZlcnRpY2FsQ29ubmVjdG9yU3R5bGUiOnsiJGlkIjoiNDQyIiwiTGluZUNvbG9yIjp7IiRpZCI6IjQ0MyIsIiR0eXBlIjoiTkxSRS5Db21tb24uRG9tLlNvbGlkQ29sb3JCcnVzaCwgTkxSRS5Db21tb24iLCJDb2xvciI6eyIkaWQiOiI0NDQ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0NDUiLCJNYXJnaW4iOnsiJGlkIjoiNDQ2IiwiVG9wIjowLCJMZWZ0Ijo0LCJSaWdodCI6NCwiQm90dG9tIjowfSwiUGFkZGluZyI6eyIkaWQiOiI0NDciLCJUb3AiOjAsIkxlZnQiOjAsIlJpZ2h0IjowLCJCb3R0b20iOjB9LCJCYWNrZ3JvdW5kIjp7IiRpZCI6IjQ0OCIsIkNvbG9yIjp7IiRpZCI6IjQ0OSIsIkEiOjI1NSwiUiI6MjM3LCJHIjoxMjUsIkIiOjQ5fX0sIklzVmlzaWJsZSI6dHJ1ZSwiV2lkdGgiOjAuMCwiSGVpZ2h0IjoxMC4wLCJCb3JkZXJTdHlsZSI6eyIkaWQiOiI0NTAiLCJMaW5lQ29sb3IiOnsiJGlkIjoiNDUxIiwiJHR5cGUiOiJOTFJFLkNvbW1vbi5Eb20uU29saWRDb2xvckJydXNoLCBOTFJFLkNvbW1vbiIsIkNvbG9yIjp7IiRpZCI6IjQ1MiIsIkEiOjI1NSwiUiI6MjU1LCJHIjowLCJCIjowfX0sIkxpbmVXZWlnaHQiOjAuMCwiTGluZVR5cGUiOjAsIlBhcmVudFN0eWxlIjpudWxsfSwiUGFyZW50U3R5bGUiOm51bGx9LCJUaXRsZVN0eWxlIjp7IiRpZCI6IjQ1MyIsIkZvbnRTZXR0aW5ncyI6eyIkaWQiOiI0NTQiLCJGb250U2l6ZSI6MTEsIkZvbnROYW1lIjoiQ2FsaWJyaSIsIklzQm9sZCI6ZmFsc2UsIklzSXRhbGljIjpmYWxzZSwiSXNVbmRlcmxpbmVkIjpmYWxzZSwiUGFyZW50U3R5bGUiOm51bGx9LCJBdXRvU2l6ZSI6MCwiRm9yZWdyb3VuZCI6eyIkaWQiOiI0NTUiLCJDb2xvciI6eyIkaWQiOiI0N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DU3IiwiVG9wIjowLCJMZWZ0IjowLCJSaWdodCI6MCwiQm90dG9tIjowfSwiUGFkZGluZyI6eyIkaWQiOiI0NTgiLCJUb3AiOjAsIkxlZnQiOjAsIlJpZ2h0IjowLCJCb3R0b20iOjB9LCJCYWNrZ3JvdW5kIjp7IiRpZCI6IjQ1OSIsIkNvbG9yIjp7IiRpZCI6IjQ2MCIsIkEiOjAsIlIiOjI1NSwiRyI6MjU1LCJCIjoyNTV9fSwiSXNWaXNpYmxlIjp0cnVlLCJXaWR0aCI6MC4wLCJIZWlnaHQiOjAuMCwiQm9yZGVyU3R5bGUiOnsiJGlkIjoiNDYxIiwiTGluZUNvbG9yIjpudWxsLCJMaW5lV2VpZ2h0IjowLjAsIkxpbmVUeXBlIjowLCJQYXJlbnRTdHlsZSI6bnVsbH0sIlBhcmVudFN0eWxlIjpudWxsfSwiRGF0ZVN0eWxlIjp7IiRpZCI6IjQ2MiIsIkZvbnRTZXR0aW5ncyI6eyIkaWQiOiI0NjMiLCJGb250U2l6ZSI6MTAsIkZvbnROYW1lIjoiQ2FsaWJyaSIsIklzQm9sZCI6ZmFsc2UsIklzSXRhbGljIjpmYWxzZSwiSXNVbmRlcmxpbmVkIjpmYWxzZSwiUGFyZW50U3R5bGUiOm51bGx9LCJBdXRvU2l6ZSI6MCwiRm9yZWdyb3VuZCI6eyIkaWQiOiI0NjQiLCJDb2xvciI6eyIkaWQiOiI0Nj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Q2NiIsIlRvcCI6MCwiTGVmdCI6MCwiUmlnaHQiOjAsIkJvdHRvbSI6MH0sIlBhZGRpbmciOnsiJGlkIjoiNDY3IiwiVG9wIjowLCJMZWZ0IjowLCJSaWdodCI6MCwiQm90dG9tIjowfSwiQmFja2dyb3VuZCI6eyIkaWQiOiI0NjgiLCJDb2xvciI6eyIkcmVmIjoiNDI5In19LCJJc1Zpc2libGUiOnRydWUsIldpZHRoIjowLjAsIkhlaWdodCI6MC4wLCJCb3JkZXJTdHlsZSI6eyIkaWQiOiI0NjkiLCJMaW5lQ29sb3IiOm51bGwsIkxpbmVXZWlnaHQiOjAuMCwiTGluZVR5cGUiOjAsIlBhcmVudFN0eWxlIjpudWxsfSwiUGFyZW50U3R5bGUiOm51bGx9LCJEYXRlRm9ybWF0Ijp7IiRpZCI6IjQ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EiLCJGb3JtYXQiOjAsIklzVmlzaWJsZSI6ZmFsc2UsIkxhc3RLbm93blZpc2liaWxpdHlTdGF0ZSI6ZmFsc2V9LCJJc1Zpc2libGUiOmZhbHNlLCJQYXJlbnRTdHlsZSI6bnVsbH0sIkluZGV4IjowLCJTbWFydER1cmF0aW9uQWN0aXZhdGVkIjpmYWxzZSwiRGF0ZUZvcm1hdCI6eyIkcmVmIjoiNDcwIn0sIldlZWtOdW1iZXJpbmciOnsiJGlkIjoiNDcyIiwiRm9ybWF0IjowLCJJc1Zpc2libGUiOmZhbHNlLCJMYXN0S25vd25WaXNpYmlsaXR5U3RhdGUiOmZhbHNlfSwiSWQiOiIwNTBkZjRkMC0xNDcwLTRkMzAtOTY1Zi1jZDUyMmJhZTFmYjUiLCJJbXBvcnRJZCI6IjQ0IiwiVGl0bGUiOiJXb3Jrc2hvcHMgUHJlcGFyZSAmIFJ1biIsIk5vdGUiOm51bGwsIkh5cGVybGluayI6eyIkaWQiOiI0NzMiLCJBZGRyZXNzIjpudWxsLCJTdWJBZGRyZXNzIjpudWxsfSwiSXNDaGFuZ2VkIjpmYWxzZSwiSXNOZXciOmZhbHNlfX0seyIkaWQiOiI0NzQiLCJfYXR0YWNoZWRNaWxlc3RvbmVzIjpbXSwiVGFza0RlZmluaXRpb24iOnsiJGlkIjoiNDc1IiwiR3JvdXBOYW1lIjpudWxsLCJTdGFydERhdGUiOiIyMDIxLTA1LTEwVDA4OjAwOjAwIiwiRW5kRGF0ZSI6IjIwMjEtMDYtMDRUMTc6MDA6MDAiLCJQZXJjZW50YWdlQ29tcGxldGUiOjEwMC4wLCJTdHlsZSI6eyIkaWQiOiI0NzYiLCJTaGFwZSI6MSwiU2hhcGVUaGlja25lc3MiOjAsIkR1cmF0aW9uRm9ybWF0IjowLCJJbmNsdWRlTm9uV29ya2luZ0RheXNJbkR1cmF0aW9uIjpmYWxzZSwiUGVyY2VudGFnZUNvbXBsZXRlU3R5bGUiOnsiJGlkIjoiNDc3IiwiRm9udFNldHRpbmdzIjp7IiRpZCI6IjQ3OCIsIkZvbnRTaXplIjoxMCwiRm9udE5hbWUiOiJDYWxpYnJpIiwiSXNCb2xkIjpmYWxzZSwiSXNJdGFsaWMiOmZhbHNlLCJJc1VuZGVybGluZWQiOmZhbHNlLCJQYXJlbnRTdHlsZSI6bnVsbH0sIkF1dG9TaXplIjowLCJGb3JlZ3JvdW5kIjp7IiRpZCI6IjQ3OSIsIkNvbG9yIjp7IiRpZCI6IjQ4M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DgxIiwiVG9wIjowLCJMZWZ0IjowLCJSaWdodCI6MCwiQm90dG9tIjowfSwiUGFkZGluZyI6eyIkaWQiOiI0ODIiLCJUb3AiOjAsIkxlZnQiOjAsIlJpZ2h0IjowLCJCb3R0b20iOjB9LCJCYWNrZ3JvdW5kIjp7IiRpZCI6IjQ4MyIsIkNvbG9yIjp7IiRpZCI6IjQ4NCIsIkEiOjg5LCJSIjowLCJHIjowLCJCIjowfX0sIklzVmlzaWJsZSI6dHJ1ZSwiV2lkdGgiOjAuMCwiSGVpZ2h0IjowLjAsIkJvcmRlclN0eWxlIjp7IiRpZCI6IjQ4NSIsIkxpbmVDb2xvciI6bnVsbCwiTGluZVdlaWdodCI6MC4wLCJMaW5lVHlwZSI6MCwiUGFyZW50U3R5bGUiOm51bGx9LCJQYXJlbnRTdHlsZSI6bnVsbH0sIkR1cmF0aW9uU3R5bGUiOnsiJGlkIjoiNDg2IiwiRm9udFNldHRpbmdzIjp7IiRpZCI6IjQ4NyIsIkZvbnRTaXplIjoxMCwiRm9udE5hbWUiOiJDYWxpYnJpIiwiSXNCb2xkIjpmYWxzZSwiSXNJdGFsaWMiOmZhbHNlLCJJc1VuZGVybGluZWQiOmZhbHNlLCJQYXJlbnRTdHlsZSI6bnVsbH0sIkF1dG9TaXplIjowLCJGb3JlZ3JvdW5kIjp7IiRpZCI6IjQ4OCIsIkNvbG9yIjp7IiRpZCI6IjQ4OS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Q5MCIsIlRvcCI6MCwiTGVmdCI6MCwiUmlnaHQiOjAsIkJvdHRvbSI6MH0sIlBhZGRpbmciOnsiJGlkIjoiNDkxIiwiVG9wIjowLCJMZWZ0IjowLCJSaWdodCI6MCwiQm90dG9tIjowfSwiQmFja2dyb3VuZCI6eyIkaWQiOiI0OTIiLCJDb2xvciI6eyIkcmVmIjoiNDg0In19LCJJc1Zpc2libGUiOnRydWUsIldpZHRoIjowLjAsIkhlaWdodCI6MC4wLCJCb3JkZXJTdHlsZSI6eyIkaWQiOiI0OTMiLCJMaW5lQ29sb3IiOm51bGwsIkxpbmVXZWlnaHQiOjAuMCwiTGluZVR5cGUiOjAsIlBhcmVudFN0eWxlIjpudWxsfSwiUGFyZW50U3R5bGUiOm51bGx9LCJIb3Jpem9udGFsQ29ubmVjdG9yU3R5bGUiOnsiJGlkIjoiNDk0IiwiTGluZUNvbG9yIjp7IiRpZCI6IjQ5NSIsIiR0eXBlIjoiTkxSRS5Db21tb24uRG9tLlNvbGlkQ29sb3JCcnVzaCwgTkxSRS5Db21tb24iLCJDb2xvciI6eyIkaWQiOiI0OTYiLCJBIjoyNTUsIlIiOjIwNCwiRyI6MjA0LCJCIjoyMDR9fSwiTGluZVdlaWdodCI6MS4wLCJMaW5lVHlwZSI6MCwiUGFyZW50U3R5bGUiOm51bGx9LCJWZXJ0aWNhbENvbm5lY3RvclN0eWxlIjp7IiRpZCI6IjQ5NyIsIkxpbmVDb2xvciI6eyIkaWQiOiI0OTgiLCIkdHlwZSI6Ik5MUkUuQ29tbW9uLkRvbS5Tb2xpZENvbG9yQnJ1c2gsIE5MUkUuQ29tbW9uIiwiQ29sb3IiOnsiJGlkIjoiNDk5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TAwIiwiTWFyZ2luIjp7IiRpZCI6IjUwMSIsIlRvcCI6MCwiTGVmdCI6NCwiUmlnaHQiOjQsIkJvdHRvbSI6MH0sIlBhZGRpbmciOnsiJGlkIjoiNTAyIiwiVG9wIjowLCJMZWZ0IjowLCJSaWdodCI6MCwiQm90dG9tIjowfSwiQmFja2dyb3VuZCI6eyIkaWQiOiI1MDMiLCJDb2xvciI6eyIkaWQiOiI1MDQiLCJBIjoyNTUsIlIiOjIzNywiRyI6MTI1LCJCIjo0OX19LCJJc1Zpc2libGUiOnRydWUsIldpZHRoIjowLjAsIkhlaWdodCI6MTAuMCwiQm9yZGVyU3R5bGUiOnsiJGlkIjoiNTA1IiwiTGluZUNvbG9yIjp7IiRpZCI6IjUwNiIsIiR0eXBlIjoiTkxSRS5Db21tb24uRG9tLlNvbGlkQ29sb3JCcnVzaCwgTkxSRS5Db21tb24iLCJDb2xvciI6eyIkaWQiOiI1MDciLCJBIjoyNTUsIlIiOjI1NSwiRyI6MCwiQiI6MH19LCJMaW5lV2VpZ2h0IjowLjAsIkxpbmVUeXBlIjowLCJQYXJlbnRTdHlsZSI6bnVsbH0sIlBhcmVudFN0eWxlIjpudWxsfSwiVGl0bGVTdHlsZSI6eyIkaWQiOiI1MDgiLCJGb250U2V0dGluZ3MiOnsiJGlkIjoiNTA5IiwiRm9udFNpemUiOjExLCJGb250TmFtZSI6IkNhbGlicmkiLCJJc0JvbGQiOmZhbHNlLCJJc0l0YWxpYyI6ZmFsc2UsIklzVW5kZXJsaW5lZCI6ZmFsc2UsIlBhcmVudFN0eWxlIjpudWxsfSwiQXV0b1NpemUiOjAsIkZvcmVncm91bmQiOnsiJGlkIjoiNTEwIiwiQ29sb3IiOnsiJGlkIjoiNTExIiwiQSI6MjU1LCJSIjoyNTUsIkciOjI1NSwiQiI6MjU1fX0sIk1heFdpZHRoIjo3MjAuMCwiTWF4SGVpZ2h0IjoiSW5maW5pdHkiLCJTbWFydEZvcmVncm91bmRJc0FjdGl2ZSI6ZmFsc2UsIkhvcml6b250YWxBbGlnbm1lbnQiOjAsIlZlcnRpY2FsQWxpZ25tZW50IjowLCJTbWFydEZvcmVncm91bmQiOm51bGwsIkJhY2tncm91bmRGaWxsVHlwZSI6MCwiTWFyZ2luIjp7IiRpZCI6IjUxMiIsIlRvcCI6MCwiTGVmdCI6MCwiUmlnaHQiOjAsIkJvdHRvbSI6MH0sIlBhZGRpbmciOnsiJGlkIjoiNTEzIiwiVG9wIjowLCJMZWZ0IjowLCJSaWdodCI6MCwiQm90dG9tIjowfSwiQmFja2dyb3VuZCI6eyIkaWQiOiI1MTQiLCJDb2xvciI6eyIkaWQiOiI1MTUiLCJBIjowLCJSIjoyNTUsIkciOjI1NSwiQiI6MjU1fX0sIklzVmlzaWJsZSI6dHJ1ZSwiV2lkdGgiOjAuMCwiSGVpZ2h0IjowLjAsIkJvcmRlclN0eWxlIjp7IiRpZCI6IjUxNiIsIkxpbmVDb2xvciI6bnVsbCwiTGluZVdlaWdodCI6MC4wLCJMaW5lVHlwZSI6MCwiUGFyZW50U3R5bGUiOm51bGx9LCJQYXJlbnRTdHlsZSI6bnVsbH0sIkRhdGVTdHlsZSI6eyIkaWQiOiI1MTciLCJGb250U2V0dGluZ3MiOnsiJGlkIjoiNTE4IiwiRm9udFNpemUiOjEwLCJGb250TmFtZSI6IkNhbGlicmkiLCJJc0JvbGQiOmZhbHNlLCJJc0l0YWxpYyI6ZmFsc2UsIklzVW5kZXJsaW5lZCI6ZmFsc2UsIlBhcmVudFN0eWxlIjpudWxsfSwiQXV0b1NpemUiOjAsIkZvcmVncm91bmQiOnsiJGlkIjoiNTE5IiwiQ29sb3IiOnsiJGlkIjoiNTI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1MjEiLCJUb3AiOjAsIkxlZnQiOjAsIlJpZ2h0IjowLCJCb3R0b20iOjB9LCJQYWRkaW5nIjp7IiRpZCI6IjUyMiIsIlRvcCI6MCwiTGVmdCI6MCwiUmlnaHQiOjAsIkJvdHRvbSI6MH0sIkJhY2tncm91bmQiOnsiJGlkIjoiNTIzIiwiQ29sb3IiOnsiJHJlZiI6IjQ4NCJ9fSwiSXNWaXNpYmxlIjp0cnVlLCJXaWR0aCI6MC4wLCJIZWlnaHQiOjAuMCwiQm9yZGVyU3R5bGUiOnsiJGlkIjoiNTI0IiwiTGluZUNvbG9yIjpudWxsLCJMaW5lV2VpZ2h0IjowLjAsIkxpbmVUeXBlIjowLCJQYXJlbnRTdHlsZSI6bnVsbH0sIlBhcmVudFN0eWxlIjpudWxsfSwiRGF0ZUZvcm1hdCI6eyIkaWQiOiI1Mj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2IiwiRm9ybWF0IjowLCJJc1Zpc2libGUiOmZhbHNlLCJMYXN0S25vd25WaXNpYmlsaXR5U3RhdGUiOmZhbHNlfSwiSXNWaXNpYmxlIjpmYWxzZSwiUGFyZW50U3R5bGUiOm51bGx9LCJJbmRleCI6MSwiU21hcnREdXJhdGlvbkFjdGl2YXRlZCI6ZmFsc2UsIkRhdGVGb3JtYXQiOnsiJHJlZiI6IjUyNSJ9LCJXZWVrTnVtYmVyaW5nIjp7IiRpZCI6IjUyNyIsIkZvcm1hdCI6MCwiSXNWaXNpYmxlIjpmYWxzZSwiTGFzdEtub3duVmlzaWJpbGl0eVN0YXRlIjpmYWxzZX0sIklkIjoiMWExYzk5ODQtOTNkZS00YjlmLWJlZjUtMTg1YjI4MTI3ZmM5IiwiSW1wb3J0SWQiOiI4IiwiVGl0bGUiOiJBbGlnbiAmIFByaW9yaXRpemUgdXNlIGNhc2VzIiwiTm90ZSI6bnVsbCwiSHlwZXJsaW5rIjp7IiRpZCI6IjUyOCIsIkFkZHJlc3MiOm51bGwsIlN1YkFkZHJlc3MiOm51bGx9LCJJc0NoYW5nZWQiOmZhbHNlLCJJc05ldyI6ZmFsc2V9fSx7IiRpZCI6IjUyOSIsIl9hdHRhY2hlZE1pbGVzdG9uZXMiOltdLCJUYXNrRGVmaW5pdGlvbiI6eyIkaWQiOiI1MzAiLCJHcm91cE5hbWUiOm51bGwsIlN0YXJ0RGF0ZSI6IjIwMjEtMDYtMDdUMDg6MDA6MDAiLCJFbmREYXRlIjoiMjAyMS0xMC0yMlQxNzowMDowMCIsIlBlcmNlbnRhZ2VDb21wbGV0ZSI6MC4wLCJTdHlsZSI6eyIkaWQiOiI1MzEiLCJTaGFwZSI6MSwiU2hhcGVUaGlja25lc3MiOjAsIkR1cmF0aW9uRm9ybWF0IjowLCJJbmNsdWRlTm9uV29ya2luZ0RheXNJbkR1cmF0aW9uIjpmYWxzZSwiUGVyY2VudGFnZUNvbXBsZXRlU3R5bGUiOnsiJGlkIjoiNTMyIiwiRm9udFNldHRpbmdzIjp7IiRpZCI6IjUzMyIsIkZvbnRTaXplIjoxMCwiRm9udE5hbWUiOiJDYWxpYnJpIiwiSXNCb2xkIjpmYWxzZSwiSXNJdGFsaWMiOmZhbHNlLCJJc1VuZGVybGluZWQiOmZhbHNlLCJQYXJlbnRTdHlsZSI6bnVsbH0sIkF1dG9TaXplIjowLCJGb3JlZ3JvdW5kIjp7IiRpZCI6IjUzNCIsIkNvbG9yIjp7IiRpZCI6IjUzNS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1MzYiLCJDb2xvciI6eyIkaWQiOiI1MzciLCJBIjo4OSwiUiI6MCwiRyI6MCwiQiI6MH19LCJJc1Zpc2libGUiOnRydWUsIldpZHRoIjowLjAsIkhlaWdodCI6MC4wLCJCb3JkZXJTdHlsZSI6eyIkaWQiOiI1MzgiLCJMaW5lQ29sb3IiOm51bGwsIkxpbmVXZWlnaHQiOjAuMCwiTGluZVR5cGUiOjAsIlBhcmVudFN0eWxlIjpudWxsfSwiUGFyZW50U3R5bGUiOm51bGx9LCJEdXJhdGlvblN0eWxlIjp7IiRpZCI6IjUzOSIsIkZvbnRTZXR0aW5ncyI6eyIkaWQiOiI1NDA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U0MSIsIkxpbmVDb2xvciI6bnVsbCwiTGluZVdlaWdodCI6MC4wLCJMaW5lVHlwZSI6MCwiUGFyZW50U3R5bGUiOm51bGx9LCJQYXJlbnRTdHlsZSI6bnVsbH0sIkhvcml6b250YWxDb25uZWN0b3JTdHlsZSI6eyIkaWQiOiI1NDIiLCJMaW5lQ29sb3IiOnsiJHJlZiI6Ijk5In0sIkxpbmVXZWlnaHQiOjEuMCwiTGluZVR5cGUiOjAsIlBhcmVudFN0eWxlIjpudWxsfSwiVmVydGljYWxDb25uZWN0b3JTdHlsZSI6eyIkaWQiOiI1NDM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U0NCIsIk1hcmdpbiI6eyIkcmVmIjoiMTA1In0sIlBhZGRpbmciOnsiJHJlZiI6IjEwNiJ9LCJCYWNrZ3JvdW5kIjp7IiRpZCI6IjU0NSIsIkNvbG9yIjp7IiRpZCI6IjU0NiIsIkEiOjI1NSwiUiI6MjM3LCJHIjoxMjUsIkIiOjQ5fX0sIklzVmlzaWJsZSI6dHJ1ZSwiV2lkdGgiOjAuMCwiSGVpZ2h0IjoxMC4wLCJCb3JkZXJTdHlsZSI6eyIkaWQiOiI1NDciLCJMaW5lQ29sb3IiOnsiJGlkIjoiNTQ4IiwiJHR5cGUiOiJOTFJFLkNvbW1vbi5Eb20uU29saWRDb2xvckJydXNoLCBOTFJFLkNvbW1vbiIsIkNvbG9yIjp7IiRpZCI6IjU0OSIsIkEiOjI1NSwiUiI6MjU1LCJHIjowLCJCIjowfX0sIkxpbmVXZWlnaHQiOjAuMCwiTGluZVR5cGUiOjAsIlBhcmVudFN0eWxlIjpudWxsfSwiUGFyZW50U3R5bGUiOm51bGx9LCJUaXRsZVN0eWxlIjp7IiRpZCI6IjU1MCIsIkZvbnRTZXR0aW5ncyI6eyIkaWQiOiI1NTEiLCJGb250U2l6ZSI6MTEsIkZvbnROYW1lIjoiQ2FsaWJyaSIsIklzQm9sZCI6ZmFsc2UsIklzSXRhbGljIjpmYWxzZSwiSXNVbmRlcmxpbmVkIjpmYWxzZSwiUGFyZW50U3R5bGUiOm51bGx9LCJBdXRvU2l6ZSI6MCwiRm9yZWdyb3VuZCI6eyIkaWQiOiI1NTIiLCJDb2xvciI6eyIkaWQiOiI1NTM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1NTQiLCJDb2xvciI6eyIkaWQiOiI1NTUiLCJBIjowLCJSIjoyNTUsIkciOjI1NSwiQiI6MjU1fX0sIklzVmlzaWJsZSI6dHJ1ZSwiV2lkdGgiOjAuMCwiSGVpZ2h0IjowLjAsIkJvcmRlclN0eWxlIjp7IiRpZCI6IjU1NiIsIkxpbmVDb2xvciI6bnVsbCwiTGluZVdlaWdodCI6MC4wLCJMaW5lVHlwZSI6MCwiUGFyZW50U3R5bGUiOm51bGx9LCJQYXJlbnRTdHlsZSI6bnVsbH0sIkRhdGVTdHlsZSI6eyIkaWQiOiI1NTciLCJGb250U2V0dGluZ3MiOnsiJGlkIjoiNTU4IiwiRm9udFNpemUiOjEwLCJGb250TmFtZSI6IkNhbGlicmkiLCJJc0JvbGQiOmZhbHNlLCJJc0l0YWxpYyI6ZmFsc2UsIklzVW5kZXJsaW5lZCI6ZmFsc2UsIlBhcmVudFN0eWxlIjpudWxsfSwiQXV0b1NpemUiOjAsIkZvcmVncm91bmQiOnsiJGlkIjoiNTU5IiwiQ29sb3IiOnsiJGlkIjoiNTY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U2MSIsIkNvbG9yIjp7IiRpZCI6IjU2MiIsIkEiOjAsIlIiOjI1NSwiRyI6MjU1LCJCIjoyNTV9fSwiSXNWaXNpYmxlIjp0cnVlLCJXaWR0aCI6MC4wLCJIZWlnaHQiOjAuMCwiQm9yZGVyU3R5bGUiOnsiJGlkIjoiNTYzIiwiTGluZUNvbG9yIjpudWxsLCJMaW5lV2VpZ2h0IjowLjAsIkxpbmVUeXBlIjowLCJQYXJlbnRTdHlsZSI6bnVsbH0sIlBhcmVudFN0eWxlIjpudWxsfSwiRGF0ZUZvcm1hdCI6eyIkaWQiOiI1Nj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Y1IiwiRm9ybWF0IjowLCJJc1Zpc2libGUiOmZhbHNlLCJMYXN0S25vd25WaXNpYmlsaXR5U3RhdGUiOmZhbHNlfSwiSXNWaXNpYmxlIjpmYWxzZSwiUGFyZW50U3R5bGUiOm51bGx9LCJJbmRleCI6MiwiU21hcnREdXJhdGlvbkFjdGl2YXRlZCI6ZmFsc2UsIkRhdGVGb3JtYXQiOnsiJHJlZiI6IjU2NCJ9LCJXZWVrTnVtYmVyaW5nIjp7IiRpZCI6IjU2NiIsIkZvcm1hdCI6MCwiSXNWaXNpYmxlIjpmYWxzZSwiTGFzdEtub3duVmlzaWJpbGl0eVN0YXRlIjpmYWxzZX0sIklkIjoiN2I3YzAxMWItMTEzZS00NzFjLThjMTktNzM5NDQxZGI4MDY5IiwiSW1wb3J0SWQiOiI2MSIsIlRpdGxlIjoiQ3JlYXRlIHRlY2ggYmx1ZXByaW50IGZvciBlYWNoIHVzZSBjYXNlIiwiTm90ZSI6bnVsbCwiSHlwZXJsaW5rIjp7IiRpZCI6IjU2NyIsIkFkZHJlc3MiOm51bGwsIlN1YkFkZHJlc3MiOm51bGx9LCJJc0NoYW5nZWQiOmZhbHNlLCJJc05ldyI6ZmFsc2V9fSx7IiRpZCI6IjU2OCIsIl9hdHRhY2hlZE1pbGVzdG9uZXMiOltdLCJUYXNrRGVmaW5pdGlvbiI6eyIkaWQiOiI1NjkiLCJHcm91cE5hbWUiOm51bGwsIlN0YXJ0RGF0ZSI6IjIwMjEtMDYtMTRUMDg6MDA6MDAiLCJFbmREYXRlIjoiMjAyMi0wMi0yNVQxNzowMDowMCIsIlBlcmNlbnRhZ2VDb21wbGV0ZSI6MC4wLCJTdHlsZSI6eyIkaWQiOiI1NzAiLCJTaGFwZSI6MSwiU2hhcGVUaGlja25lc3MiOjAsIkR1cmF0aW9uRm9ybWF0IjowLCJJbmNsdWRlTm9uV29ya2luZ0RheXNJbkR1cmF0aW9uIjpmYWxzZSwiUGVyY2VudGFnZUNvbXBsZ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Tc1IiwiVG9wIjowLCJMZWZ0IjowLCJSaWdodCI6MCwiQm90dG9tIjowfSwiUGFkZGluZyI6eyIkaWQiOiI1NzYiLCJUb3AiOjAsIkxlZnQiOjAsIlJpZ2h0IjowLCJCb3R0b20iOjB9LCJCYWNrZ3JvdW5kIjp7IiRpZCI6IjU3NyIsIkNvbG9yIjp7IiRpZCI6IjU3OCIsIkEiOjg5LCJSIjowLCJHIjowLCJCIjowfX0sIklzVmlzaWJsZSI6dHJ1ZSwiV2lkdGgiOjAuMCwiSGVpZ2h0IjowLjAsIkJvcmRlclN0eWxlIjp7IiRpZCI6IjU3OSIsIkxpbmVDb2xvciI6bnVsbCwiTGluZVdlaWdodCI6MC4wLCJMaW5lVHlwZSI6MCwiUGFyZW50U3R5bGUiOm51bGx9LCJQYXJlbnRTdHlsZSI6bnVsbH0sIkR1cmF0aW9uU3R5bGUiOnsiJGlkIjoiNTgwIiwiRm9udFNldHRpbmdzIjp7IiRpZCI6IjU4MSIsIkZvbnRTaXplIjoxMCwiRm9udE5hbWUiOiJDYWxpYnJpIiwiSXNCb2xkIjpmYWxzZSwiSXNJdGFsaWMiOmZhbHNlLCJJc1VuZGVybGluZWQiOmZhbHNlLCJQYXJlbnRTdHlsZSI6bnVsbH0sIkF1dG9TaXplIjowLCJGb3JlZ3JvdW5kIjp7IiRpZCI6IjU4MiIsIkNvbG9yIjp7IiRpZCI6IjU4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U4NCIsIlRvcCI6MCwiTGVmdCI6MCwiUmlnaHQiOjAsIkJvdHRvbSI6MH0sIlBhZGRpbmciOnsiJGlkIjoiNTg1IiwiVG9wIjowLCJMZWZ0IjowLCJSaWdodCI6MCwiQm90dG9tIjowfSwiQmFja2dyb3VuZCI6eyIkaWQiOiI1ODYiLCJDb2xvciI6eyIkcmVmIjoiNTc4In19LCJJc1Zpc2libGUiOnRydWUsIldpZHRoIjowLjAsIkhlaWdodCI6MC4wLCJCb3JkZXJTdHlsZSI6eyIkaWQiOiI1ODciLCJMaW5lQ29sb3IiOm51bGwsIkxpbmVXZWlnaHQiOjAuMCwiTGluZVR5cGUiOjAsIlBhcmVudFN0eWxlIjpudWxsfSwiUGFyZW50U3R5bGUiOm51bGx9LCJIb3Jpem9udGFsQ29ubmVjdG9yU3R5bGUiOnsiJGlkIjoiNTg4IiwiTGluZUNvbG9yIjp7IiRpZCI6IjU4OSIsIiR0eXBlIjoiTkxSRS5Db21tb24uRG9tLlNvbGlkQ29sb3JCcnVzaCwgTkxSRS5Db21tb24iLCJDb2xvciI6eyIkaWQiOiI1OTAiLCJBIjoyNTUsIlIiOjIwNCwiRyI6MjA0LCJCIjoyMDR9fSwiTGluZVdlaWdodCI6MS4wLCJMaW5lVHlwZSI6MCwiUGFyZW50U3R5bGUiOm51bGx9LCJWZXJ0aWNhbENvbm5lY3RvclN0eWxlIjp7IiRpZCI6IjU5MSIsIkxpbmVDb2xvciI6eyIkaWQiOiI1OTIiLCIkdHlwZSI6Ik5MUkUuQ29tbW9uLkRvbS5Tb2xpZENvbG9yQnJ1c2gsIE5MUkUuQ29tbW9uIiwiQ29sb3IiOnsiJGlkIjoiNTk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NTk0IiwiTWFyZ2luIjp7IiRpZCI6IjU5NSIsIlRvcCI6MCwiTGVmdCI6NCwiUmlnaHQiOjQsIkJvdHRvbSI6MH0sIlBhZGRpbmciOnsiJGlkIjoiNTk2IiwiVG9wIjowLCJMZWZ0IjowLCJSaWdodCI6MCwiQm90dG9tIjowfSwiQmFja2dyb3VuZCI6eyIkaWQiOiI1OTciLCJDb2xvciI6eyIkaWQiOiI1OTgiLCJBIjoyNTUsIlIiOjIzNywiRyI6MTI1LCJCIjo0OX19LCJJc1Zpc2libGUiOnRydWUsIldpZHRoIjowLjAsIkhlaWdodCI6MTAuMCwiQm9yZGVyU3R5bGUiOnsiJGlkIjoiNTk5IiwiTGluZUNvbG9yIjp7IiRpZCI6IjYwMCIsIiR0eXBlIjoiTkxSRS5Db21tb24uRG9tLlNvbGlkQ29sb3JCcnVzaCwgTkxSRS5Db21tb24iLCJDb2xvciI6eyIkaWQiOiI2MDEiLCJBIjoyNTUsIlIiOjI1NSwiRyI6MCwiQiI6MH19LCJMaW5lV2VpZ2h0IjowLjAsIkxpbmVUeXBlIjowLCJQYXJlbnRTdHlsZSI6bnVsbH0sIlBhcmVudFN0eWxlIjpudWxsfSwiVGl0bGVTdHlsZSI6eyIkaWQiOiI2MDIiLCJGb250U2V0dGluZ3MiOnsiJGlkIjoiNjAzIiwiRm9udFNpemUiOjExLCJGb250TmFtZSI6IkNhbGlicmkiLCJJc0JvbGQiOmZhbHNlLCJJc0l0YWxpYyI6ZmFsc2UsIklzVW5kZXJsaW5lZCI6ZmFsc2UsIlBhcmVudFN0eWxlIjpudWxsfSwiQXV0b1NpemUiOjAsIkZvcmVncm91bmQiOnsiJGlkIjoiNjA0IiwiQ29sb3IiOnsiJGlkIjoiNjA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YwNiIsIlRvcCI6MCwiTGVmdCI6MCwiUmlnaHQiOjAsIkJvdHRvbSI6MH0sIlBhZGRpbmciOnsiJGlkIjoiNjA3IiwiVG9wIjowLCJMZWZ0IjowLCJSaWdodCI6MCwiQm90dG9tIjowfSwiQmFja2dyb3VuZCI6eyIkaWQiOiI2MDgiLCJDb2xvciI6eyIkaWQiOiI2MDkiLCJBIjowLCJSIjoyNTUsIkciOjI1NSwiQiI6MjU1fX0sIklzVmlzaWJsZSI6dHJ1ZSwiV2lkdGgiOjAuMCwiSGVpZ2h0IjowLjAsIkJvcmRlclN0eWxlIjp7IiRpZCI6IjYxMCIsIkxpbmVDb2xvciI6bnVsbCwiTGluZVdlaWdodCI6MC4wLCJMaW5lVHlwZSI6MCwiUGFyZW50U3R5bGUiOm51bGx9LCJQYXJlbnRTdHlsZSI6bnVsbH0sIkRhdGVTdHlsZSI6eyIkaWQiOiI2MTEiLCJGb250U2V0dGluZ3MiOnsiJGlkIjoiNjEyIiwiRm9udFNpemUiOjEwLCJGb250TmFtZSI6IkNhbGlicmkiLCJJc0JvbGQiOmZhbHNlLCJJc0l0YWxpYyI6ZmFsc2UsIklzVW5kZXJsaW5lZCI6ZmFsc2UsIlBhcmVudFN0eWxlIjpudWxsfSwiQXV0b1NpemUiOjAsIkZvcmVncm91bmQiOnsiJGlkIjoiNjEzIiwiQ29sb3IiOnsiJGlkIjoiNjE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MTUiLCJUb3AiOjAsIkxlZnQiOjAsIlJpZ2h0IjowLCJCb3R0b20iOjB9LCJQYWRkaW5nIjp7IiRpZCI6IjYxNiIsIlRvcCI6MCwiTGVmdCI6MCwiUmlnaHQiOjAsIkJvdHRvbSI6MH0sIkJhY2tncm91bmQiOnsiJGlkIjoiNjE3IiwiQ29sb3IiOnsiJHJlZiI6IjU3OCJ9fSwiSXNWaXNpYmxlIjp0cnVlLCJXaWR0aCI6MC4wLCJIZWlnaHQiOjAuMCwiQm9yZGVyU3R5bGUiOnsiJGlkIjoiNjE4IiwiTGluZUNvbG9yIjpudWxsLCJMaW5lV2VpZ2h0IjowLjAsIkxpbmVUeXBlIjowLCJQYXJlbnRTdHlsZSI6bnVsbH0sIlBhcmVudFN0eWxlIjpudWxsfSwiRGF0ZUZvcm1hdCI6eyIkaWQiOiI2MT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IwIiwiRm9ybWF0IjowLCJJc1Zpc2libGUiOmZhbHNlLCJMYXN0S25vd25WaXNpYmlsaXR5U3RhdGUiOmZhbHNlfSwiSXNWaXNpYmxlIjpmYWxzZSwiUGFyZW50U3R5bGUiOm51bGx9LCJJbmRleCI6MywiU21hcnREdXJhdGlvbkFjdGl2YXRlZCI6ZmFsc2UsIkRhdGVGb3JtYXQiOnsiJHJlZiI6IjYxOSJ9LCJXZWVrTnVtYmVyaW5nIjp7IiRpZCI6IjYyMSIsIkZvcm1hdCI6MCwiSXNWaXNpYmxlIjpmYWxzZSwiTGFzdEtub3duVmlzaWJpbGl0eVN0YXRlIjpmYWxzZX0sIklkIjoiZWQ4NzNiYWItNzgwZS00YTU2LTlhOGUtNTM2YTFiZWVmYjdmIiwiSW1wb3J0SWQiOiIxMCIsIlRpdGxlIjoiSXRlcmF0aXZlIHJvbGxvdXQgb2YgdXNlIGNhc2VzIiwiTm90ZSI6bnVsbCwiSHlwZXJsaW5rIjp7IiRpZCI6IjYyMiIsIkFkZHJlc3MiOm51bGwsIlN1YkFkZHJlc3MiOm51bGx9LCJJc0NoYW5nZWQiOmZhbHNlLCJJc05ldyI6ZmFsc2V9fSx7IiRpZCI6IjYyMyIsIl9hdHRhY2hlZE1pbGVzdG9uZXMiOltdLCJUYXNrRGVmaW5pdGlvbiI6eyIkaWQiOiI2MjQiLCJHcm91cE5hbWUiOm51bGwsIlN0YXJ0RGF0ZSI6IjIwMjEtMDQtMTJUMDg6MDA6MDAiLCJFbmREYXRlIjoiMjAyMi0wMi0yNVQxNzowMDowMCIsIlBlcmNlbnRhZ2VDb21wbGV0ZSI6MTIuMCwiU3R5bGUiOnsiJGlkIjoiNjI1IiwiU2hhcGUiOjEsIlNoYXBlVGhpY2tuZXNzIjowLCJEdXJhdGlvbkZvcm1hdCI6MCwiSW5jbHVkZU5vbldvcmtpbmdEYXlzSW5EdXJhdGlvbiI6ZmFsc2UsIlBlcmNlbnRhZ2VDb21wbGV0ZVN0eWxlIjp7IiRpZCI6IjYyNiIsIkZvbnRTZXR0aW5ncyI6eyIkaWQiOiI2MjciLCJGb250U2l6ZSI6MTAsIkZvbnROYW1lIjoiQ2FsaWJyaSIsIklzQm9sZCI6ZmFsc2UsIklzSXRhbGljIjpmYWxzZSwiSXNVbmRlcmxpbmVkIjpmYWxzZSwiUGFyZW50U3R5bGUiOm51bGx9LCJBdXRvU2l6ZSI6MCwiRm9yZWdyb3VuZCI6eyIkaWQiOiI2MjgiLCJDb2xvciI6eyIkaWQiOiI2Mjk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YzMCIsIlRvcCI6MCwiTGVmdCI6MCwiUmlnaHQiOjAsIkJvdHRvbSI6MH0sIlBhZGRpbmciOnsiJGlkIjoiNjMxIiwiVG9wIjowLCJMZWZ0IjowLCJSaWdodCI6MCwiQm90dG9tIjowfSwiQmFja2dyb3VuZCI6eyIkaWQiOiI2MzIiLCJDb2xvciI6eyIkaWQiOiI2MzMiLCJBIjo4OSwiUiI6MCwiRyI6MCwiQiI6MH19LCJJc1Zpc2libGUiOnRydWUsIldpZHRoIjowLjAsIkhlaWdodCI6MC4wLCJCb3JkZXJTdHlsZSI6eyIkaWQiOiI2MzQiLCJMaW5lQ29sb3IiOm51bGwsIkxpbmVXZWlnaHQiOjAuMCwiTGluZVR5cGUiOjAsIlBhcmVudFN0eWxlIjpudWxsfSwiUGFyZW50U3R5bGUiOm51bGx9LCJEdXJhdGlvblN0eWxlIjp7IiRpZCI6IjYzNSIsIkZvbnRTZXR0aW5ncyI6eyIkaWQiOiI2MzYiLCJGb250U2l6ZSI6MTAsIkZvbnROYW1lIjoiQ2FsaWJyaSIsIklzQm9sZCI6ZmFsc2UsIklzSXRhbGljIjpmYWxzZSwiSXNVbmRlcmxpbmVkIjpmYWxzZSwiUGFyZW50U3R5bGUiOm51bGx9LCJBdXRvU2l6ZSI6MCwiRm9yZWdyb3VuZCI6eyIkaWQiOiI2MzciLCJDb2xvciI6eyIkaWQiOiI2Mzg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2MzkiLCJUb3AiOjAsIkxlZnQiOjAsIlJpZ2h0IjowLCJCb3R0b20iOjB9LCJQYWRkaW5nIjp7IiRpZCI6IjY0MCIsIlRvcCI6MCwiTGVmdCI6MCwiUmlnaHQiOjAsIkJvdHRvbSI6MH0sIkJhY2tncm91bmQiOnsiJGlkIjoiNjQxIiwiQ29sb3IiOnsiJHJlZiI6IjYzMyJ9fSwiSXNWaXNpYmxlIjp0cnVlLCJXaWR0aCI6MC4wLCJIZWlnaHQiOjAuMCwiQm9yZGVyU3R5bGUiOnsiJGlkIjoiNjQyIiwiTGluZUNvbG9yIjpudWxsLCJMaW5lV2VpZ2h0IjowLjAsIkxpbmVUeXBlIjowLCJQYXJlbnRTdHlsZSI6bnVsbH0sIlBhcmVudFN0eWxlIjpudWxsfSwiSG9yaXpvbnRhbENvbm5lY3RvclN0eWxlIjp7IiRpZCI6IjY0MyIsIkxpbmVDb2xvciI6eyIkaWQiOiI2NDQiLCIkdHlwZSI6Ik5MUkUuQ29tbW9uLkRvbS5Tb2xpZENvbG9yQnJ1c2gsIE5MUkUuQ29tbW9uIiwiQ29sb3IiOnsiJGlkIjoiNjQ1IiwiQSI6MjU1LCJSIjoyMDQsIkciOjIwNCwiQiI6MjA0fX0sIkxpbmVXZWlnaHQiOjEuMCwiTGluZVR5cGUiOjAsIlBhcmVudFN0eWxlIjpudWxsfSwiVmVydGljYWxDb25uZWN0b3JTdHlsZSI6eyIkaWQiOiI2NDYiLCJMaW5lQ29sb3IiOnsiJGlkIjoiNjQ3IiwiJHR5cGUiOiJOTFJFLkNvbW1vbi5Eb20uU29saWRDb2xvckJydXNoLCBOTFJFLkNvbW1vbiIsIkNvbG9yIjp7IiRpZCI6IjY0OC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Y0OSIsIk1hcmdpbiI6eyIkaWQiOiI2NTAiLCJUb3AiOjAsIkxlZnQiOjQsIlJpZ2h0Ijo0LCJCb3R0b20iOjB9LCJQYWRkaW5nIjp7IiRpZCI6IjY1MSIsIlRvcCI6MCwiTGVmdCI6MCwiUmlnaHQiOjAsIkJvdHRvbSI6MH0sIkJhY2tncm91bmQiOnsiJGlkIjoiNjUyIiwiQ29sb3IiOnsiJGlkIjoiNjUzIiwiQSI6MjU1LCJSIjoyMzcsIkciOjEyNSwiQiI6NDl9fSwiSXNWaXNpYmxlIjp0cnVlLCJXaWR0aCI6MC4wLCJIZWlnaHQiOjEwLjAsIkJvcmRlclN0eWxlIjp7IiRpZCI6IjY1NCIsIkxpbmVDb2xvciI6eyIkaWQiOiI2NTUiLCIkdHlwZSI6Ik5MUkUuQ29tbW9uLkRvbS5Tb2xpZENvbG9yQnJ1c2gsIE5MUkUuQ29tbW9uIiwiQ29sb3IiOnsiJGlkIjoiNjU2IiwiQSI6MjU1LCJSIjoyNTUsIkciOjAsIkIiOjB9fSwiTGluZVdlaWdodCI6MC4wLCJMaW5lVHlwZSI6MCwiUGFyZW50U3R5bGUiOm51bGx9LCJQYXJlbnRTdHlsZSI6bnVsbH0sIlRpdGxlU3R5bGUiOnsiJGlkIjoiNjU3IiwiRm9udFNldHRpbmdzIjp7IiRpZCI6IjY1OC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CwiVmVydGljYWxBbGlnbm1lbnQiOjAsIlNtYXJ0Rm9yZWdyb3VuZCI6bnVsbCwiQmFja2dyb3VuZEZpbGxUeXBlIjowLCJNYXJnaW4iOnsiJGlkIjoiNjU5IiwiVG9wIjowLCJMZWZ0IjowLCJSaWdodCI6MCwiQm90dG9tIjowfSwiUGFkZGluZyI6eyIkaWQiOiI2NjAiLCJUb3AiOjAsIkxlZnQiOjAsIlJpZ2h0IjowLCJCb3R0b20iOjB9LCJCYWNrZ3JvdW5kIjp7IiRpZCI6IjY2MSIsIkNvbG9yIjp7IiRyZWYiOiI2MzMifX0sIklzVmlzaWJsZSI6dHJ1ZSwiV2lkdGgiOjAuMCwiSGVpZ2h0IjowLjAsIkJvcmRlclN0eWxlIjp7IiRpZCI6IjY2MiIsIkxpbmVDb2xvciI6bnVsbCwiTGluZVdlaWdodCI6MC4wLCJMaW5lVHlwZSI6MCwiUGFyZW50U3R5bGUiOm51bGx9LCJQYXJlbnRTdHlsZSI6bnVsbH0sIkRhdGVTdHlsZSI6eyIkaWQiOiI2NjMiLCJGb250U2V0dGluZ3MiOnsiJGlkIjoiNjY0IiwiRm9udFNpemUiOjEwLCJGb250TmFtZSI6IkNhbGlicmkiLCJJc0JvbGQiOmZhbHNlLCJJc0l0YWxpYyI6ZmFsc2UsIklzVW5kZXJsaW5lZCI6ZmFsc2UsIlBhcmVudFN0eWxlIjpudWxsfSwiQXV0b1NpemUiOjAsIkZvcmVncm91bmQiOnsiJGlkIjoiNjY1IiwiQ29sb3IiOnsiJGlkIjoiNjY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NjciLCJUb3AiOjAsIkxlZnQiOjAsIlJpZ2h0IjowLCJCb3R0b20iOjB9LCJQYWRkaW5nIjp7IiRpZCI6IjY2OCIsIlRvcCI6MCwiTGVmdCI6MCwiUmlnaHQiOjAsIkJvdHRvbSI6MH0sIkJhY2tncm91bmQiOnsiJGlkIjoiNjY5IiwiQ29sb3IiOnsiJHJlZiI6IjYzMyJ9fSwiSXNWaXNpYmxlIjp0cnVlLCJXaWR0aCI6MC4wLCJIZWlnaHQiOjAuMCwiQm9yZGVyU3R5bGUiOnsiJGlkIjoiNjcwIiwiTGluZUNvbG9yIjpudWxsLCJMaW5lV2VpZ2h0IjowLjAsIkxpbmVUeXBlIjowLCJQYXJlbnRTdHlsZSI6bnVsbH0sIlBhcmVudFN0eWxlIjpudWxsfSwiRGF0ZUZvcm1hdCI6eyIkaWQiOiI2Nz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cyIiwiRm9ybWF0IjowLCJJc1Zpc2libGUiOmZhbHNlLCJMYXN0S25vd25WaXNpYmlsaXR5U3RhdGUiOmZhbHNlfSwiSXNWaXNpYmxlIjpmYWxzZSwiUGFyZW50U3R5bGUiOm51bGx9LCJJbmRleCI6MTIsIlNtYXJ0RHVyYXRpb25BY3RpdmF0ZWQiOmZhbHNlLCJEYXRlRm9ybWF0Ijp7IiRyZWYiOiI2NzEifSwiV2Vla051bWJlcmluZyI6eyIkaWQiOiI2NzMiLCJGb3JtYXQiOjAsIklzVmlzaWJsZSI6ZmFsc2UsIkxhc3RLbm93blZpc2liaWxpdHlTdGF0ZSI6ZmFsc2V9LCJJZCI6ImYxNDU0NzA5LWQzYTAtNDE1NS05M2VmLTkxNzBhYWViZTZiMSIsIkltcG9ydElkIjoiMSIsIlRpdGxlIjoiSW5kaWEiLCJOb3RlIjpudWxsLCJIeXBlcmxpbmsiOnsiJGlkIjoiNjc0IiwiQWRkcmVzcyI6IiIsIlN1YkFkZHJlc3MiOiIifSwiSXNDaGFuZ2VkIjpmYWxzZSwiSXNOZXciOmZhbHNlfX1dLCJNaWxlc3RvbmVzIjpbXX0seyIkaWQiOiI2NzUiLCJJZCI6IjdiYTVkMWQxLWE5YzgtNGM4MS1iMDc5LTY4MTRlOGYxMmE4MiIsIkluZGV4IjoxLCJIZWFkZXJUZXh0IjoiVGFpd2FuIiwiU3R5bGUiOnsiJGlkIjoiNjc2IiwiSGVhZGVyU3R5bGUiOnsiJGlkIjoiNjc3IiwiVGV4dFN0eWxlIjp7IiRpZCI6IjY3OCIsIkZvbnRTZXR0aW5ncyI6eyIkaWQiOiI2NzkiLCJGb250U2l6ZSI6MTIsIkZvbnROYW1lIjoiQ2FsaWJyaSIsIklzQm9sZCI6ZmFsc2UsIklzSXRhbGljIjpmYWxzZSwiSXNVbmRlcmxpbmVkIjpmYWxzZSwiUGFyZW50U3R5bGUiOm51bGx9LCJBdXRvU2l6ZSI6MCwiRm9yZWdyb3VuZCI6eyIkaWQiOiI2ODAiLCJDb2xvciI6eyIkaWQiOiI2ODEiLCJBIjoyNTUsIlIiOjI1NSwiRyI6MjU1LCJCIjoyNTV9fSwiTWF4V2lkdGgiOjAuMCwiTWF4SGVpZ2h0IjowLjAsIlNtYXJ0Rm9yZWdyb3VuZElzQWN0aXZlIjpmYWxzZSwiSG9yaXpvbnRhbEFsaWdubWVudCI6MCwiVmVydGljYWxBbGlnbm1lbnQiOjAsIlNtYXJ0Rm9yZWdyb3VuZCI6bnVsbCwiQmFja2dyb3VuZEZpbGxUeXBlIjowLCJNYXJnaW4iOnsiJGlkIjoiNjgyIiwiVG9wIjowLCJMZWZ0IjowLCJSaWdodCI6MCwiQm90dG9tIjowfSwiUGFkZGluZyI6eyIkaWQiOiI2ODMiLCJUb3AiOjAsIkxlZnQiOjAsIlJpZ2h0IjowLCJCb3R0b20iOjB9LCJCYWNrZ3JvdW5kIjpudWxsLCJJc1Zpc2libGUiOmZhbHNlLCJXaWR0aCI6MC4wLCJIZWlnaHQiOjAuMCwiQm9yZGVyU3R5bGUiOm51bGwsIlBhcmVudFN0eWxlIjpudWxsfSwiUmVjdGFuZ2xlU3R5bGUiOnsiJGlkIjoiNjg0IiwiTWFyZ2luIjp7IiRpZCI6IjY4NSIsIlRvcCI6MCwiTGVmdCI6MCwiUmlnaHQiOjAsIkJvdHRvbSI6MH0sIlBhZGRpbmciOnsiJGlkIjoiNjg2IiwiVG9wIjowLCJMZWZ0IjowLCJSaWdodCI6MCwiQm90dG9tIjowfSwiQmFja2dyb3VuZCI6eyIkaWQiOiI2ODciLCJDb2xvciI6eyIkaWQiOiI2ODgiLCJBIjoyNTUsIlIiOjIsIkciOjE3OCwiQiI6MjM4fX0sIklzVmlzaWJsZSI6ZmFsc2UsIldpZHRoIjowLjAsIkhlaWdodCI6MC4wLCJCb3JkZXJTdHlsZSI6eyIkaWQiOiI2ODkiLCJMaW5lQ29sb3IiOnsiJGlkIjoiNjkwIiwiJHR5cGUiOiJOTFJFLkNvbW1vbi5Eb20uU29saWRDb2xvckJydXNoLCBOTFJFLkNvbW1vbiIsIkNvbG9yIjp7IiRpZCI6IjY5MSIsIkEiOjI1NSwiUiI6MjU1LCJHIjoyNTUsIkIiOjI1NX19LCJMaW5lV2VpZ2h0IjowLjAsIkxpbmVUeXBlIjowLCJQYXJlbnRTdHlsZSI6bnVsbH0sIlBhcmVudFN0eWxlIjpudWxsfSwiTWFyZ2luIjp7IiRpZCI6IjY5MiIsIlRvcCI6MCwiTGVmdCI6MCwiUmlnaHQiOjAsIkJvdHRvbSI6MH0sIlBhZGRpbmciOnsiJGlkIjoiNjkzIiwiVG9wIjowLCJMZWZ0IjowLCJSaWdodCI6MCwiQm90dG9tIjowfSwiQmFja2dyb3VuZCI6bnVsbCwiSXNWaXNpYmxlIjp0cnVlLCJXaWR0aCI6MC4wLCJIZWlnaHQiOjAuMCwiQm9yZGVyU3R5bGUiOm51bGwsIlBhcmVudFN0eWxlIjpudWxsfSwiQmFja2dyb3VuZFN0eWxlIjp7IiRpZCI6IjY5NCIsIk1hcmdpbiI6eyIkaWQiOiI2OTUiLCJUb3AiOjAsIkxlZnQiOjAsIlJpZ2h0IjowLCJCb3R0b20iOjB9LCJQYWRkaW5nIjp7IiRpZCI6IjY5NiIsIlRvcCI6MCwiTGVmdCI6MCwiUmlnaHQiOjAsIkJvdHRvbSI6MH0sIkJhY2tncm91bmQiOnsiJGlkIjoiNjk3IiwiQ29sb3IiOnsiJGlkIjoiNjk4IiwiQSI6MzgsIlIiOjIsIkciOjE3OCwiQiI6MjM4fX0sIklzVmlzaWJsZSI6dHJ1ZSwiV2lkdGgiOjAuMCwiSGVpZ2h0IjowLjAsIkJvcmRlclN0eWxlIjp7IiRpZCI6IjY5OSIsIkxpbmVDb2xvciI6eyIkaWQiOiI3MDAiLCIkdHlwZSI6Ik5MUkUuQ29tbW9uLkRvbS5Tb2xpZENvbG9yQnJ1c2gsIE5MUkUuQ29tbW9uIiwiQ29sb3IiOnsiJGlkIjoiNzAxIiwiQSI6MjU1LCJSIjoyMSwiRyI6MzcsIkIiOjY2fX0sIkxpbmVXZWlnaHQiOjAuMCwiTGluZVR5cGUiOjAsIlBhcmVudFN0eWxlIjpudWxsfSwiUGFyZW50U3R5bGUiOm51bGx9LCJJc0Fib3ZlVGltZWJhbmQiOmZhbHNlLCJNYXJnaW4iOnsiJGlkIjoiNzAyIiwiVG9wIjowLCJMZWZ0IjowLCJSaWdodCI6MCwiQm90dG9tIjowfSwiUGFkZGluZyI6eyIkaWQiOiI3MDMiLCJUb3AiOjAsIkxlZnQiOjAsIlJpZ2h0IjowLCJCb3R0b20iOjB9LCJJc1Zpc2libGUiOnRydWUsIldpZHRoIjowLjAsIkhlaWdodCI6MC4wLCJCb3JkZXJTdHlsZSI6bnVsbCwiUGFyZW50U3R5bGUiOm51bGx9LCJUYXNrcyI6W3siJGlkIjoiNzA0IiwiX2F0dGFjaGVkTWlsZXN0b25lcyI6W10sIlRhc2tEZWZpbml0aW9uIjp7IiRpZCI6IjcwNSIsIkdyb3VwTmFtZSI6bnVsbCwiU3RhcnREYXRlIjoiMjAyMS0wNS0xMFQwODowMDowMCIsIkVuZERhdGUiOiIyMDIxLTA2LTA0VDE3OjAwOjAwIiwiUGVyY2VudGFnZUNvbXBsZXRlIjowLjAsIlN0eWxlIjp7IiRpZCI6IjcwNiIsIlNoYXBlIjoxLCJTaGFwZVRoaWNrbmVzcyI6MCwiRHVyYXRpb25Gb3JtYXQiOjAsIkluY2x1ZGVOb25Xb3JraW5nRGF5c0luRHVyYXRpb24iOmZhbHNlLCJQZXJjZW50YWdlQ29tcGxldGVTdHlsZSI6eyIkaWQiOiI3MDciLCJGb250U2V0dGluZ3MiOnsiJGlkIjoiNzA4IiwiRm9udFNpemUiOjEwLCJGb250TmFtZSI6IkNhbGlicmkiLCJJc0JvbGQiOmZhbHNlLCJJc0l0YWxpYyI6ZmFsc2UsIklzVW5kZXJsaW5lZCI6ZmFsc2UsIlBhcmVudFN0eWxlIjpudWxsfSwiQXV0b1NpemUiOjAsIkZvcmVncm91bmQiOnsiJGlkIjoiNzA5IiwiQ29sb3IiOnsiJGlkIjoiNz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3MTEiLCJUb3AiOjAsIkxlZnQiOjAsIlJpZ2h0IjowLCJCb3R0b20iOjB9LCJQYWRkaW5nIjp7IiRpZCI6IjcxMiIsIlRvcCI6MCwiTGVmdCI6MCwiUmlnaHQiOjAsIkJvdHRvbSI6MH0sIkJhY2tncm91bmQiOnsiJGlkIjoiNzEzIiwiQ29sb3IiOnsiJGlkIjoiNzE0IiwiQSI6ODksIlIiOjAsIkciOjAsIkIiOjB9fSwiSXNWaXNpYmxlIjp0cnVlLCJXaWR0aCI6MC4wLCJIZWlnaHQiOjAuMCwiQm9yZGVyU3R5bGUiOnsiJGlkIjoiNzE1IiwiTGluZUNvbG9yIjpudWxsLCJMaW5lV2VpZ2h0IjowLjAsIkxpbmVUeXBlIjowLCJQYXJlbnRTdHlsZSI6bnVsbH0sIlBhcmVudFN0eWxlIjpudWxsfSwiRHVyYXRpb25TdHlsZSI6eyIkaWQiOiI3MTYiLCJGb250U2V0dGluZ3MiOnsiJGlkIjoiNzE3IiwiRm9udFNpemUiOjEwLCJGb250TmFtZSI6IkNhbGlicmkiLCJJc0JvbGQiOmZhbHNlLCJJc0l0YWxpYyI6ZmFsc2UsIklzVW5kZXJsaW5lZCI6ZmFsc2UsIlBhcmVudFN0eWxlIjpudWxsfSwiQXV0b1NpemUiOjAsIkZvcmVncm91bmQiOnsiJGlkIjoiNzE4IiwiQ29sb3IiOnsiJGlkIjoiNz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zIwIiwiVG9wIjowLCJMZWZ0IjowLCJSaWdodCI6MCwiQm90dG9tIjowfSwiUGFkZGluZyI6eyIkaWQiOiI3MjEiLCJUb3AiOjAsIkxlZnQiOjAsIlJpZ2h0IjowLCJCb3R0b20iOjB9LCJCYWNrZ3JvdW5kIjp7IiRpZCI6IjcyMiIsIkNvbG9yIjp7IiRyZWYiOiI3MTQifX0sIklzVmlzaWJsZSI6dHJ1ZSwiV2lkdGgiOjAuMCwiSGVpZ2h0IjowLjAsIkJvcmRlclN0eWxlIjp7IiRpZCI6IjcyMyIsIkxpbmVDb2xvciI6bnVsbCwiTGluZVdlaWdodCI6MC4wLCJMaW5lVHlwZSI6MCwiUGFyZW50U3R5bGUiOm51bGx9LCJQYXJlbnRTdHlsZSI6bnVsbH0sIkhvcml6b250YWxDb25uZWN0b3JTdHlsZSI6eyIkaWQiOiI3MjQiLCJMaW5lQ29sb3IiOnsiJGlkIjoiNzI1IiwiJHR5cGUiOiJOTFJFLkNvbW1vbi5Eb20uU29saWRDb2xvckJydXNoLCBOTFJFLkNvbW1vbiIsIkNvbG9yIjp7IiRpZCI6IjcyNiIsIkEiOjI1NSwiUiI6MjA0LCJHIjoyMDQsIkIiOjIwNH19LCJMaW5lV2VpZ2h0IjoxLjAsIkxpbmVUeXBlIjowLCJQYXJlbnRTdHlsZSI6bnVsbH0sIlZlcnRpY2FsQ29ubmVjdG9yU3R5bGUiOnsiJGlkIjoiNzI3IiwiTGluZUNvbG9yIjp7IiRpZCI6IjcyOCIsIiR0eXBlIjoiTkxSRS5Db21tb24uRG9tLlNvbGlkQ29sb3JCcnVzaCwgTkxSRS5Db21tb24iLCJDb2xvciI6eyIkaWQiOiI3Mjk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3MzAiLCJNYXJnaW4iOnsiJGlkIjoiNzMxIiwiVG9wIjowLCJMZWZ0Ijo0LCJSaWdodCI6NCwiQm90dG9tIjowfSwiUGFkZGluZyI6eyIkaWQiOiI3MzIiLCJUb3AiOjAsIkxlZnQiOjAsIlJpZ2h0IjowLCJCb3R0b20iOjB9LCJCYWNrZ3JvdW5kIjp7IiRpZCI6IjczMyIsIkNvbG9yIjp7IiRpZCI6IjczNCIsIkEiOjI1NSwiUiI6MiwiRyI6MTc4LCJCIjoyMzh9fSwiSXNWaXNpYmxlIjp0cnVlLCJXaWR0aCI6MC4wLCJIZWlnaHQiOjEwLjAsIkJvcmRlclN0eWxlIjp7IiRpZCI6IjczNSIsIkxpbmVDb2xvciI6eyIkaWQiOiI3MzYiLCIkdHlwZSI6Ik5MUkUuQ29tbW9uLkRvbS5Tb2xpZENvbG9yQnJ1c2gsIE5MUkUuQ29tbW9uIiwiQ29sb3IiOnsiJGlkIjoiNzM3IiwiQSI6MjU1LCJSIjoyNTUsIkciOjAsIkIiOjB9fSwiTGluZVdlaWdodCI6MC4wLCJMaW5lVHlwZSI6MCwiUGFyZW50U3R5bGUiOm51bGx9LCJQYXJlbnRTdHlsZSI6bnVsbH0sIlRpdGxlU3R5bGUiOnsiJGlkIjoiNzM4IiwiRm9udFNldHRpbmdzIjp7IiRpZCI6IjczOSIsIkZvbnRTaXplIjoxMSwiRm9udE5hbWUiOiJDYWxpYnJpIiwiSXNCb2xkIjpmYWxzZSwiSXNJdGFsaWMiOmZhbHNlLCJJc1VuZGVybGluZWQiOmZhbHNlLCJQYXJlbnRTdHlsZSI6bnVsbH0sIkF1dG9TaXplIjowLCJGb3JlZ3JvdW5kIjp7IiRpZCI6Ijc0MCIsIkNvbG9yIjp7IiRpZCI6Ijc0MS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3NDIiLCJUb3AiOjAsIkxlZnQiOjAsIlJpZ2h0IjowLCJCb3R0b20iOjB9LCJQYWRkaW5nIjp7IiRpZCI6Ijc0MyIsIlRvcCI6MCwiTGVmdCI6MCwiUmlnaHQiOjAsIkJvdHRvbSI6MH0sIkJhY2tncm91bmQiOnsiJGlkIjoiNzQ0IiwiQ29sb3IiOnsiJGlkIjoiNzQ1IiwiQSI6MCwiUiI6MjU1LCJHIjoyNTUsIkIiOjI1NX19LCJJc1Zpc2libGUiOnRydWUsIldpZHRoIjowLjAsIkhlaWdodCI6MC4wLCJCb3JkZXJTdHlsZSI6eyIkaWQiOiI3NDYiLCJMaW5lQ29sb3IiOm51bGwsIkxpbmVXZWlnaHQiOjAuMCwiTGluZVR5cGUiOjAsIlBhcmVudFN0eWxlIjpudWxsfSwiUGFyZW50U3R5bGUiOm51bGx9LCJEYXRlU3R5bGUiOnsiJGlkIjoiNzQ3IiwiRm9udFNldHRpbmdzIjp7IiRpZCI6Ijc0OCIsIkZvbnRTaXplIjoxMCwiRm9udE5hbWUiOiJDYWxpYnJpIiwiSXNCb2xkIjpmYWxzZSwiSXNJdGFsaWMiOmZhbHNlLCJJc1VuZGVybGluZWQiOmZhbHNlLCJQYXJlbnRTdHlsZSI6bnVsbH0sIkF1dG9TaXplIjowLCJGb3JlZ3JvdW5kIjp7IiRpZCI6Ijc0OSIsIkNvbG9yIjp7IiRpZCI6Ijc1M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NzUxIiwiVG9wIjowLCJMZWZ0IjowLCJSaWdodCI6MCwiQm90dG9tIjowfSwiUGFkZGluZyI6eyIkaWQiOiI3NTIiLCJUb3AiOjAsIkxlZnQiOjAsIlJpZ2h0IjowLCJCb3R0b20iOjB9LCJCYWNrZ3JvdW5kIjp7IiRpZCI6Ijc1MyIsIkNvbG9yIjp7IiRyZWYiOiI3MTQifX0sIklzVmlzaWJsZSI6dHJ1ZSwiV2lkdGgiOjAuMCwiSGVpZ2h0IjowLjAsIkJvcmRlclN0eWxlIjp7IiRpZCI6Ijc1NCIsIkxpbmVDb2xvciI6bnVsbCwiTGluZVdlaWdodCI6MC4wLCJMaW5lVHlwZSI6MCwiUGFyZW50U3R5bGUiOm51bGx9LCJQYXJlbnRTdHlsZSI6bnVsbH0sIkRhdGVGb3JtYXQiOnsiJGlkIjoiNzU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c1NiIsIkZvcm1hdCI6MCwiSXNWaXNpYmxlIjpmYWxzZSwiTGFzdEtub3duVmlzaWJpbGl0eVN0YXRlIjpmYWxzZX0sIklzVmlzaWJsZSI6ZmFsc2UsIlBhcmVudFN0eWxlIjpudWxsfSwiSW5kZXgiOjAsIlNtYXJ0RHVyYXRpb25BY3RpdmF0ZWQiOmZhbHNlLCJEYXRlRm9ybWF0Ijp7IiRyZWYiOiI3NTUifSwiV2Vla051bWJlcmluZyI6eyIkaWQiOiI3NTciLCJGb3JtYXQiOjAsIklzVmlzaWJsZSI6ZmFsc2UsIkxhc3RLbm93blZpc2liaWxpdHlTdGF0ZSI6ZmFsc2V9LCJJZCI6IjNmYjA5MjYwLTg4NTItNDU2ZC05NWIxLTdhMTc5YWE1NWI5MSIsIkltcG9ydElkIjoiMTMiLCJUaXRsZSI6IldvcmtzaG9wcyBQcmVwYXJlICYgUnVuIiwiTm90ZSI6bnVsbCwiSHlwZXJsaW5rIjp7IiRpZCI6Ijc1OCIsIkFkZHJlc3MiOm51bGwsIlN1YkFkZHJlc3MiOm51bGx9LCJJc0NoYW5nZWQiOmZhbHNlLCJJc05ldyI6ZmFsc2V9fSx7IiRpZCI6Ijc1OSIsIl9hdHRhY2hlZE1pbGVzdG9uZXMiOltdLCJUYXNrRGVmaW5pdGlvbiI6eyIkaWQiOiI3NjAiLCJHcm91cE5hbWUiOm51bGwsIlN0YXJ0RGF0ZSI6IjIwMjEtMDYtMDdUMDg6MDA6MDAiLCJFbmREYXRlIjoiMjAyMS0wNy0wMlQxNzowMDowMCIsIlBlcmNlbnRhZ2VDb21wbGV0ZSI6MC4wLCJTdHlsZSI6eyIkaWQiOiI3NjEiLCJTaGFwZSI6MSwiU2hhcGVUaGlja25lc3MiOjAsIkR1cmF0aW9uRm9ybWF0IjowLCJJbmNsdWRlTm9uV29ya2luZ0RheXNJbkR1cmF0aW9uIjpmYWxzZSwiUGVyY2VudGFnZUNvbXBsZXRlU3R5bGUiOnsiJGlkIjoiNzYyIiwiRm9udFNldHRpbmdzIjp7IiRpZCI6Ijc2MyIsIkZvbnRTaXplIjoxMCwiRm9udE5hbWUiOiJDYWxpYnJpIiwiSXNCb2xkIjpmYWxzZSwiSXNJdGFsaWMiOmZhbHNlLCJJc1VuZGVybGluZWQiOmZhbHNlLCJQYXJlbnRTdHlsZSI6bnVsbH0sIkF1dG9TaXplIjowLCJGb3JlZ3JvdW5kIjp7IiRpZCI6Ijc2NCIsIkNvbG9yIjp7IiRpZCI6Ijc2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zY2IiwiVG9wIjowLCJMZWZ0IjowLCJSaWdodCI6MCwiQm90dG9tIjowfSwiUGFkZGluZyI6eyIkaWQiOiI3NjciLCJUb3AiOjAsIkxlZnQiOjAsIlJpZ2h0IjowLCJCb3R0b20iOjB9LCJCYWNrZ3JvdW5kIjp7IiRpZCI6Ijc2OCIsIkNvbG9yIjp7IiRpZCI6Ijc2OSIsIkEiOjg5LCJSIjowLCJHIjowLCJCIjowfX0sIklzVmlzaWJsZSI6dHJ1ZSwiV2lkdGgiOjAuMCwiSGVpZ2h0IjowLjAsIkJvcmRlclN0eWxlIjp7IiRpZCI6Ijc3MCIsIkxpbmVDb2xvciI6bnVsbCwiTGluZVdlaWdodCI6MC4wLCJMaW5lVHlwZSI6MCwiUGFyZW50U3R5bGUiOm51bGx9LCJQYXJlbnRTdHlsZSI6bnVsbH0sIkR1cmF0aW9uU3R5bGUiOnsiJGlkIjoiNzcxIiwiRm9udFNldHRpbmdzIjp7IiRpZCI6Ijc3MiIsIkZvbnRTaXplIjoxMCwiRm9udE5hbWUiOiJDYWxpYnJpIiwiSXNCb2xkIjpmYWxzZSwiSXNJdGFsaWMiOmZhbHNlLCJJc1VuZGVybGluZWQiOmZhbHNlLCJQYXJlbnRTdHlsZSI6bnVsbH0sIkF1dG9TaXplIjowLCJGb3JlZ3JvdW5kIjp7IiRpZCI6Ijc3MyIsIkNvbG9yIjp7IiRpZCI6Ijc3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c3NSIsIlRvcCI6MCwiTGVmdCI6MCwiUmlnaHQiOjAsIkJvdHRvbSI6MH0sIlBhZGRpbmciOnsiJGlkIjoiNzc2IiwiVG9wIjowLCJMZWZ0IjowLCJSaWdodCI6MCwiQm90dG9tIjowfSwiQmFja2dyb3VuZCI6eyIkaWQiOiI3NzciLCJDb2xvciI6eyIkcmVmIjoiNzY5In19LCJJc1Zpc2libGUiOnRydWUsIldpZHRoIjowLjAsIkhlaWdodCI6MC4wLCJCb3JkZXJTdHlsZSI6eyIkaWQiOiI3NzgiLCJMaW5lQ29sb3IiOm51bGwsIkxpbmVXZWlnaHQiOjAuMCwiTGluZVR5cGUiOjAsIlBhcmVudFN0eWxlIjpudWxsfSwiUGFyZW50U3R5bGUiOm51bGx9LCJIb3Jpem9udGFsQ29ubmVjdG9yU3R5bGUiOnsiJGlkIjoiNzc5IiwiTGluZUNvbG9yIjp7IiRpZCI6Ijc4MCIsIiR0eXBlIjoiTkxSRS5Db21tb24uRG9tLlNvbGlkQ29sb3JCcnVzaCwgTkxSRS5Db21tb24iLCJDb2xvciI6eyIkaWQiOiI3ODEiLCJBIjoyNTUsIlIiOjIwNCwiRyI6MjA0LCJCIjoyMDR9fSwiTGluZVdlaWdodCI6MS4wLCJMaW5lVHlwZSI6MCwiUGFyZW50U3R5bGUiOm51bGx9LCJWZXJ0aWNhbENvbm5lY3RvclN0eWxlIjp7IiRpZCI6Ijc4MiIsIkxpbmVDb2xvciI6eyIkaWQiOiI3ODMiLCIkdHlwZSI6Ik5MUkUuQ29tbW9uLkRvbS5Tb2xpZENvbG9yQnJ1c2gsIE5MUkUuQ29tbW9uIiwiQ29sb3IiOnsiJGlkIjoiNzg0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zg1IiwiTWFyZ2luIjp7IiRpZCI6Ijc4NiIsIlRvcCI6MCwiTGVmdCI6NCwiUmlnaHQiOjQsIkJvdHRvbSI6MH0sIlBhZGRpbmciOnsiJGlkIjoiNzg3IiwiVG9wIjowLCJMZWZ0IjowLCJSaWdodCI6MCwiQm90dG9tIjowfSwiQmFja2dyb3VuZCI6eyIkaWQiOiI3ODgiLCJDb2xvciI6eyIkaWQiOiI3ODkiLCJBIjoyNTUsIlIiOjIsIkciOjE3OCwiQiI6MjM4fX0sIklzVmlzaWJsZSI6dHJ1ZSwiV2lkdGgiOjAuMCwiSGVpZ2h0IjoxMC4wLCJCb3JkZXJTdHlsZSI6eyIkaWQiOiI3OTAiLCJMaW5lQ29sb3IiOnsiJGlkIjoiNzkxIiwiJHR5cGUiOiJOTFJFLkNvbW1vbi5Eb20uU29saWRDb2xvckJydXNoLCBOTFJFLkNvbW1vbiIsIkNvbG9yIjp7IiRpZCI6Ijc5MiIsIkEiOjI1NSwiUiI6MjU1LCJHIjowLCJCIjowfX0sIkxpbmVXZWlnaHQiOjAuMCwiTGluZVR5cGUiOjAsIlBhcmVudFN0eWxlIjpudWxsfSwiUGFyZW50U3R5bGUiOm51bGx9LCJUaXRsZVN0eWxlIjp7IiRpZCI6Ijc5MyIsIkZvbnRTZXR0aW5ncyI6eyIkaWQiOiI3OTQiLCJGb250U2l6ZSI6MTEsIkZvbnROYW1lIjoiQ2FsaWJyaSIsIklzQm9sZCI6ZmFsc2UsIklzSXRhbGljIjpmYWxzZSwiSXNVbmRlcmxpbmVkIjpmYWxzZSwiUGFyZW50U3R5bGUiOm51bGx9LCJBdXRvU2l6ZSI6MCwiRm9yZWdyb3VuZCI6eyIkaWQiOiI3OTUiLCJDb2xvciI6eyIkaWQiOiI3O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zk3IiwiVG9wIjowLCJMZWZ0IjowLCJSaWdodCI6MCwiQm90dG9tIjowfSwiUGFkZGluZyI6eyIkaWQiOiI3OTgiLCJUb3AiOjAsIkxlZnQiOjAsIlJpZ2h0IjowLCJCb3R0b20iOjB9LCJCYWNrZ3JvdW5kIjp7IiRpZCI6Ijc5OSIsIkNvbG9yIjp7IiRpZCI6IjgwMCIsIkEiOjAsIlIiOjI1NSwiRyI6MjU1LCJCIjoyNTV9fSwiSXNWaXNpYmxlIjp0cnVlLCJXaWR0aCI6MC4wLCJIZWlnaHQiOjAuMCwiQm9yZGVyU3R5bGUiOnsiJGlkIjoiODAxIiwiTGluZUNvbG9yIjpudWxsLCJMaW5lV2VpZ2h0IjowLjAsIkxpbmVUeXBlIjowLCJQYXJlbnRTdHlsZSI6bnVsbH0sIlBhcmVudFN0eWxlIjpudWxsfSwiRGF0ZVN0eWxlIjp7IiRpZCI6IjgwMiIsIkZvbnRTZXR0aW5ncyI6eyIkaWQiOiI4MDMiLCJGb250U2l6ZSI6MTAsIkZvbnROYW1lIjoiQ2FsaWJyaSIsIklzQm9sZCI6ZmFsc2UsIklzSXRhbGljIjpmYWxzZSwiSXNVbmRlcmxpbmVkIjpmYWxzZSwiUGFyZW50U3R5bGUiOm51bGx9LCJBdXRvU2l6ZSI6MCwiRm9yZWdyb3VuZCI6eyIkaWQiOiI4MDQiLCJDb2xvciI6eyIkaWQiOiI4MD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wNiIsIlRvcCI6MCwiTGVmdCI6MCwiUmlnaHQiOjAsIkJvdHRvbSI6MH0sIlBhZGRpbmciOnsiJGlkIjoiODA3IiwiVG9wIjowLCJMZWZ0IjowLCJSaWdodCI6MCwiQm90dG9tIjowfSwiQmFja2dyb3VuZCI6eyIkaWQiOiI4MDgiLCJDb2xvciI6eyIkcmVmIjoiNzY5In19LCJJc1Zpc2libGUiOnRydWUsIldpZHRoIjowLjAsIkhlaWdodCI6MC4wLCJCb3JkZXJTdHlsZSI6eyIkaWQiOiI4MDkiLCJMaW5lQ29sb3IiOm51bGwsIkxpbmVXZWlnaHQiOjAuMCwiTGluZVR5cGUiOjAsIlBhcmVudFN0eWxlIjpudWxsfSwiUGFyZW50U3R5bGUiOm51bGx9LCJEYXRlRm9ybWF0Ijp7IiRpZCI6Ijgx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4MTEiLCJGb3JtYXQiOjAsIklzVmlzaWJsZSI6ZmFsc2UsIkxhc3RLbm93blZpc2liaWxpdHlTdGF0ZSI6ZmFsc2V9LCJJc1Zpc2libGUiOmZhbHNlLCJQYXJlbnRTdHlsZSI6bnVsbH0sIkluZGV4IjoxLCJTbWFydER1cmF0aW9uQWN0aXZhdGVkIjpmYWxzZSwiRGF0ZUZvcm1hdCI6eyIkcmVmIjoiODEwIn0sIldlZWtOdW1iZXJpbmciOnsiJGlkIjoiODEyIiwiRm9ybWF0IjowLCJJc1Zpc2libGUiOmZhbHNlLCJMYXN0S25vd25WaXNpYmlsaXR5U3RhdGUiOmZhbHNlfSwiSWQiOiJiYmIwYTVlYS1mNjU2LTRmMjAtYTAyYS0yMzRhYWRhYzI3MjAiLCJJbXBvcnRJZCI6IjE0IiwiVGl0bGUiOiJBbGlnbiAmIFByaW9yaXRpemUgdXNlIGNhc2VzIiwiTm90ZSI6bnVsbCwiSHlwZXJsaW5rIjp7IiRpZCI6IjgxMyIsIkFkZHJlc3MiOm51bGwsIlN1YkFkZHJlc3MiOm51bGx9LCJJc0NoYW5nZWQiOmZhbHNlLCJJc05ldyI6ZmFsc2V9fSx7IiRpZCI6IjgxNCIsIl9hdHRhY2hlZE1pbGVzdG9uZXMiOltdLCJUYXNrRGVmaW5pdGlvbiI6eyIkaWQiOiI4MTUiLCJHcm91cE5hbWUiOm51bGwsIlN0YXJ0RGF0ZSI6IjIwMjEtMDYtMjFUMDg6MDA6MDAiLCJFbmREYXRlIjoiMjAyMS0wOS0xN1QxNzowMDowMCIsIlBlcmNlbnRhZ2VDb21wbGV0ZSI6MC4wLCJTdHlsZSI6eyIkaWQiOiI4MTYiLCJTaGFwZSI6MSwiU2hhcGVUaGlja25lc3MiOjAsIkR1cmF0aW9uRm9ybWF0IjowLCJJbmNsdWRlTm9uV29ya2luZ0RheXNJbkR1cmF0aW9uIjpmYWxzZSwiUGVyY2VudGFnZUNvbXBsZXRlU3R5bGUiOnsiJGlkIjoiODE3IiwiRm9udFNldHRpbmdzIjp7IiRpZCI6IjgxOCIsIkZvbnRTaXplIjoxMCwiRm9udE5hbWUiOiJDYWxpYnJpIiwiSXNCb2xkIjpmYWxzZSwiSXNJdGFsaWMiOmZhbHNlLCJJc1VuZGVybGluZWQiOmZhbHNlLCJQYXJlbnRTdHlsZSI6bnVsbH0sIkF1dG9TaXplIjowLCJGb3JlZ3JvdW5kIjp7IiRpZCI6IjgxOSIsIkNvbG9yIjp7IiRpZCI6IjgyMC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4MjEiLCJDb2xvciI6eyIkcmVmIjoiNTM3In19LCJJc1Zpc2libGUiOnRydWUsIldpZHRoIjowLjAsIkhlaWdodCI6MC4wLCJCb3JkZXJTdHlsZSI6eyIkaWQiOiI4MjIiLCJMaW5lQ29sb3IiOm51bGwsIkxpbmVXZWlnaHQiOjAuMCwiTGluZVR5cGUiOjAsIlBhcmVudFN0eWxlIjpudWxsfSwiUGFyZW50U3R5bGUiOm51bGx9LCJEdXJhdGlvblN0eWxlIjp7IiRpZCI6IjgyMyIsIkZvbnRTZXR0aW5ncyI6eyIkaWQiOiI4MjQ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gyNSIsIkxpbmVDb2xvciI6bnVsbCwiTGluZVdlaWdodCI6MC4wLCJMaW5lVHlwZSI6MCwiUGFyZW50U3R5bGUiOm51bGx9LCJQYXJlbnRTdHlsZSI6bnVsbH0sIkhvcml6b250YWxDb25uZWN0b3JTdHlsZSI6eyIkaWQiOiI4MjYiLCJMaW5lQ29sb3IiOnsiJHJlZiI6Ijk5In0sIkxpbmVXZWlnaHQiOjEuMCwiTGluZVR5cGUiOjAsIlBhcmVudFN0eWxlIjpudWxsfSwiVmVydGljYWxDb25uZWN0b3JTdHlsZSI6eyIkaWQiOiI4Mjc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gyOCIsIk1hcmdpbiI6eyIkcmVmIjoiMTA1In0sIlBhZGRpbmciOnsiJHJlZiI6IjEwNiJ9LCJCYWNrZ3JvdW5kIjp7IiRpZCI6IjgyOSIsIkNvbG9yIjp7IiRpZCI6IjgzMCIsIkEiOjI1NSwiUiI6MiwiRyI6MTc4LCJCIjoyMzh9fSwiSXNWaXNpYmxlIjp0cnVlLCJXaWR0aCI6MC4wLCJIZWlnaHQiOjEwLjAsIkJvcmRlclN0eWxlIjp7IiRpZCI6IjgzMSIsIkxpbmVDb2xvciI6eyIkcmVmIjoiNTQ4In0sIkxpbmVXZWlnaHQiOjAuMCwiTGluZVR5cGUiOjAsIlBhcmVudFN0eWxlIjpudWxsfSwiUGFyZW50U3R5bGUiOm51bGx9LCJUaXRsZVN0eWxlIjp7IiRpZCI6IjgzMiIsIkZvbnRTZXR0aW5ncyI6eyIkaWQiOiI4MzMiLCJGb250U2l6ZSI6MTEsIkZvbnROYW1lIjoiQ2FsaWJyaSIsIklzQm9sZCI6ZmFsc2UsIklzSXRhbGljIjpmYWxzZSwiSXNVbmRlcmxpbmVkIjpmYWxzZSwiUGFyZW50U3R5bGUiOm51bGx9LCJBdXRvU2l6ZSI6MCwiRm9yZWdyb3VuZCI6eyIkaWQiOiI4MzQiLCJDb2xvciI6eyIkaWQiOiI4MzU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4MzYiLCJDb2xvciI6eyIkaWQiOiI4MzciLCJBIjowLCJSIjoyNTUsIkciOjI1NSwiQiI6MjU1fX0sIklzVmlzaWJsZSI6dHJ1ZSwiV2lkdGgiOjAuMCwiSGVpZ2h0IjowLjAsIkJvcmRlclN0eWxlIjp7IiRpZCI6IjgzOCIsIkxpbmVDb2xvciI6bnVsbCwiTGluZVdlaWdodCI6MC4wLCJMaW5lVHlwZSI6MCwiUGFyZW50U3R5bGUiOm51bGx9LCJQYXJlbnRTdHlsZSI6bnVsbH0sIkRhdGVTdHlsZSI6eyIkaWQiOiI4MzkiLCJGb250U2V0dGluZ3MiOnsiJGlkIjoiODQwIiwiRm9udFNpemUiOjEwLCJGb250TmFtZSI6IkNhbGlicmkiLCJJc0JvbGQiOmZhbHNlLCJJc0l0YWxpYyI6ZmFsc2UsIklzVW5kZXJsaW5lZCI6ZmFsc2UsIlBhcmVudFN0eWxlIjpudWxsfSwiQXV0b1NpemUiOjAsIkZvcmVncm91bmQiOnsiJGlkIjoiODQxIiwiQ29sb3IiOnsiJGlkIjoiODQy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g0MyIsIkNvbG9yIjp7IiRpZCI6Ijg0NCIsIkEiOjAsIlIiOjI1NSwiRyI6MjU1LCJCIjoyNTV9fSwiSXNWaXNpYmxlIjp0cnVlLCJXaWR0aCI6MC4wLCJIZWlnaHQiOjAuMCwiQm9yZGVyU3R5bGUiOnsiJGlkIjoiODQ1IiwiTGluZUNvbG9yIjpudWxsLCJMaW5lV2VpZ2h0IjowLjAsIkxpbmVUeXBlIjowLCJQYXJlbnRTdHlsZSI6bnVsbH0sIlBhcmVudFN0eWxlIjpudWxsfSwiRGF0ZUZvcm1hdCI6eyIkcmVmIjoiNTY0In0sIldlZWtOdW1iZXJpbmciOnsiJGlkIjoiODQ2IiwiRm9ybWF0IjowLCJJc1Zpc2libGUiOmZhbHNlLCJMYXN0S25vd25WaXNpYmlsaXR5U3RhdGUiOmZhbHNlfSwiSXNWaXNpYmxlIjpmYWxzZSwiUGFyZW50U3R5bGUiOm51bGx9LCJJbmRleCI6MiwiU21hcnREdXJhdGlvbkFjdGl2YXRlZCI6ZmFsc2UsIkRhdGVGb3JtYXQiOnsiJHJlZiI6IjU2NCJ9LCJXZWVrTnVtYmVyaW5nIjp7IiRpZCI6Ijg0NyIsIkZvcm1hdCI6MCwiSXNWaXNpYmxlIjpmYWxzZSwiTGFzdEtub3duVmlzaWJpbGl0eVN0YXRlIjpmYWxzZX0sIklkIjoiMDE1OGFmZDgtYWZkOC00MzI0LWI4YzUtZTdmNDc1OTdkNzdjIiwiSW1wb3J0SWQiOiI2MiIsIlRpdGxlIjoiQ3JlYXRlIHRlY2ggYmx1ZXByaW50IGZvciBlYWNoIHVzZSBjYXNlIiwiTm90ZSI6bnVsbCwiSHlwZXJsaW5rIjp7IiRpZCI6Ijg0OCIsIkFkZHJlc3MiOm51bGwsIlN1YkFkZHJlc3MiOm51bGx9LCJJc0NoYW5nZWQiOmZhbHNlLCJJc05ldyI6ZmFsc2V9fSx7IiRpZCI6Ijg0OSIsIl9hdHRhY2hlZE1pbGVzdG9uZXMiOltdLCJUYXNrRGVmaW5pdGlvbiI6eyIkaWQiOiI4NTAiLCJHcm91cE5hbWUiOm51bGwsIlN0YXJ0RGF0ZSI6IjIwMjEtMDctMDVUMDg6MDA6MDAiLCJFbmREYXRlIjoiMjAyMS0xMi0zMVQxNzowMDowMCIsIlBlcmNlbnRhZ2VDb21wbGV0ZSI6MC4wLCJTdHlsZSI6eyIkaWQiOiI4NTEiLCJTaGFwZSI6MSwiU2hhcGVUaGlja25lc3MiOjAsIkR1cmF0aW9uRm9ybWF0IjowLCJJbmNsdWRlTm9uV29ya2luZ0RheXNJbkR1cmF0aW9uIjpmYWxzZSwiUGVyY2VudGFnZUNvbXBsZXRlU3R5bGUiOnsiJGlkIjoiODUyIiwiRm9udFNldHRpbmdzIjp7IiRpZCI6Ijg1MyIsIkZvbnRTaXplIjoxMCwiRm9udE5hbWUiOiJDYWxpYnJpIiwiSXNCb2xkIjpmYWxzZSwiSXNJdGFsaWMiOmZhbHNlLCJJc1VuZGVybGluZWQiOmZhbHNlLCJQYXJlbnRTdHlsZSI6bnVsbH0sIkF1dG9TaXplIjowLCJGb3JlZ3JvdW5kIjp7IiRpZCI6Ijg1NCIsIkNvbG9yIjp7IiRpZCI6Ijg1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DU2IiwiVG9wIjowLCJMZWZ0IjowLCJSaWdodCI6MCwiQm90dG9tIjowfSwiUGFkZGluZyI6eyIkaWQiOiI4NTciLCJUb3AiOjAsIkxlZnQiOjAsIlJpZ2h0IjowLCJCb3R0b20iOjB9LCJCYWNrZ3JvdW5kIjp7IiRpZCI6Ijg1OCIsIkNvbG9yIjp7IiRpZCI6Ijg1OSIsIkEiOjg5LCJSIjowLCJHIjowLCJCIjowfX0sIklzVmlzaWJsZSI6dHJ1ZSwiV2lkdGgiOjAuMCwiSGVpZ2h0IjowLjAsIkJvcmRlclN0eWxlIjp7IiRpZCI6Ijg2MCIsIkxpbmVDb2xvciI6bnVsbCwiTGluZVdlaWdodCI6MC4wLCJMaW5lVHlwZSI6MCwiUGFyZW50U3R5bGUiOm51bGx9LCJQYXJlbnRTdHlsZSI6bnVsbH0sIkR1cmF0aW9uU3R5bGUiOnsiJGlkIjoiODYxIiwiRm9udFNldHRpbmdzIjp7IiRpZCI6Ijg2MiIsIkZvbnRTaXplIjoxMCwiRm9udE5hbWUiOiJDYWxpYnJpIiwiSXNCb2xkIjpmYWxzZSwiSXNJdGFsaWMiOmZhbHNlLCJJc1VuZGVybGluZWQiOmZhbHNlLCJQYXJlbnRTdHlsZSI6bnVsbH0sIkF1dG9TaXplIjowLCJGb3JlZ3JvdW5kIjp7IiRpZCI6Ijg2MyIsIkNvbG9yIjp7IiRpZCI6Ijg2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g2NSIsIlRvcCI6MCwiTGVmdCI6MCwiUmlnaHQiOjAsIkJvdHRvbSI6MH0sIlBhZGRpbmciOnsiJGlkIjoiODY2IiwiVG9wIjowLCJMZWZ0IjowLCJSaWdodCI6MCwiQm90dG9tIjowfSwiQmFja2dyb3VuZCI6eyIkaWQiOiI4NjciLCJDb2xvciI6eyIkcmVmIjoiODU5In19LCJJc1Zpc2libGUiOnRydWUsIldpZHRoIjowLjAsIkhlaWdodCI6MC4wLCJCb3JkZXJTdHlsZSI6eyIkaWQiOiI4NjgiLCJMaW5lQ29sb3IiOm51bGwsIkxpbmVXZWlnaHQiOjAuMCwiTGluZVR5cGUiOjAsIlBhcmVudFN0eWxlIjpudWxsfSwiUGFyZW50U3R5bGUiOm51bGx9LCJIb3Jpem9udGFsQ29ubmVjdG9yU3R5bGUiOnsiJGlkIjoiODY5IiwiTGluZUNvbG9yIjp7IiRpZCI6Ijg3MCIsIiR0eXBlIjoiTkxSRS5Db21tb24uRG9tLlNvbGlkQ29sb3JCcnVzaCwgTkxSRS5Db21tb24iLCJDb2xvciI6eyIkaWQiOiI4NzEiLCJBIjoyNTUsIlIiOjIwNCwiRyI6MjA0LCJCIjoyMDR9fSwiTGluZVdlaWdodCI6MS4wLCJMaW5lVHlwZSI6MCwiUGFyZW50U3R5bGUiOm51bGx9LCJWZXJ0aWNhbENvbm5lY3RvclN0eWxlIjp7IiRpZCI6Ijg3MiIsIkxpbmVDb2xvciI6eyIkaWQiOiI4NzMiLCIkdHlwZSI6Ik5MUkUuQ29tbW9uLkRvbS5Tb2xpZENvbG9yQnJ1c2gsIE5MUkUuQ29tbW9uIiwiQ29sb3IiOnsiJGlkIjoiODc0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ODc1IiwiTWFyZ2luIjp7IiRpZCI6Ijg3NiIsIlRvcCI6MCwiTGVmdCI6NCwiUmlnaHQiOjQsIkJvdHRvbSI6MH0sIlBhZGRpbmciOnsiJGlkIjoiODc3IiwiVG9wIjowLCJMZWZ0IjowLCJSaWdodCI6MCwiQm90dG9tIjowfSwiQmFja2dyb3VuZCI6eyIkaWQiOiI4NzgiLCJDb2xvciI6eyIkaWQiOiI4NzkiLCJBIjoyNTUsIlIiOjIsIkciOjE3OCwiQiI6MjM4fX0sIklzVmlzaWJsZSI6dHJ1ZSwiV2lkdGgiOjAuMCwiSGVpZ2h0IjoxMC4wLCJCb3JkZXJTdHlsZSI6eyIkaWQiOiI4ODAiLCJMaW5lQ29sb3IiOnsiJGlkIjoiODgxIiwiJHR5cGUiOiJOTFJFLkNvbW1vbi5Eb20uU29saWRDb2xvckJydXNoLCBOTFJFLkNvbW1vbiIsIkNvbG9yIjp7IiRpZCI6Ijg4MiIsIkEiOjI1NSwiUiI6MjU1LCJHIjowLCJCIjowfX0sIkxpbmVXZWlnaHQiOjAuMCwiTGluZVR5cGUiOjAsIlBhcmVudFN0eWxlIjpudWxsfSwiUGFyZW50U3R5bGUiOm51bGx9LCJUaXRsZVN0eWxlIjp7IiRpZCI6Ijg4MyIsIkZvbnRTZXR0aW5ncyI6eyIkaWQiOiI4ODQiLCJGb250U2l6ZSI6MTEsIkZvbnROYW1lIjoiQ2FsaWJyaSIsIklzQm9sZCI6ZmFsc2UsIklzSXRhbGljIjpmYWxzZSwiSXNVbmRlcmxpbmVkIjpmYWxzZSwiUGFyZW50U3R5bGUiOm51bGx9LCJBdXRvU2l6ZSI6MCwiRm9yZWdyb3VuZCI6eyIkaWQiOiI4ODUiLCJDb2xvciI6eyIkaWQiOiI4ODYiLCJBIjoyNTUsIlIiOjI1NSwiRyI6MjU1LCJCIjoyNTV9fSwiTWF4V2lkdGgiOjk2MC4wLCJNYXhIZWlnaHQiOiJJbmZpbml0eSIsIlNtYXJ0Rm9yZWdyb3VuZElzQWN0aXZlIjpmYWxzZSwiSG9yaXpvbnRhbEFsaWdubWVudCI6MSwiVmVydGljYWxBbGlnbm1lbnQiOjAsIlNtYXJ0Rm9yZWdyb3VuZCI6bnVsbCwiQmFja2dyb3VuZEZpbGxUeXBlIjowLCJNYXJnaW4iOnsiJGlkIjoiODg3IiwiVG9wIjowLCJMZWZ0IjowLCJSaWdodCI6MCwiQm90dG9tIjowfSwiUGFkZGluZyI6eyIkaWQiOiI4ODgiLCJUb3AiOjAsIkxlZnQiOjAsIlJpZ2h0IjowLCJCb3R0b20iOjB9LCJCYWNrZ3JvdW5kIjp7IiRpZCI6Ijg4OSIsIkNvbG9yIjp7IiRpZCI6Ijg5MCIsIkEiOjAsIlIiOjI1NSwiRyI6MjU1LCJCIjoyNTV9fSwiSXNWaXNpYmxlIjp0cnVlLCJXaWR0aCI6MC4wLCJIZWlnaHQiOjAuMCwiQm9yZGVyU3R5bGUiOnsiJGlkIjoiODkxIiwiTGluZUNvbG9yIjpudWxsLCJMaW5lV2VpZ2h0IjowLjAsIkxpbmVUeXBlIjowLCJQYXJlbnRTdHlsZSI6bnVsbH0sIlBhcmVudFN0eWxlIjpudWxsfSwiRGF0ZVN0eWxlIjp7IiRpZCI6Ijg5MiIsIkZvbnRTZXR0aW5ncyI6eyIkaWQiOiI4OTMiLCJGb250U2l6ZSI6MTAsIkZvbnROYW1lIjoiQ2FsaWJyaSIsIklzQm9sZCI6ZmFsc2UsIklzSXRhbGljIjpmYWxzZSwiSXNVbmRlcmxpbmVkIjpmYWxzZSwiUGFyZW50U3R5bGUiOm51bGx9LCJBdXRvU2l6ZSI6MCwiRm9yZWdyb3VuZCI6eyIkaWQiOiI4OTQiLCJDb2xvciI6eyIkaWQiOiI4OT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5NiIsIlRvcCI6MCwiTGVmdCI6MCwiUmlnaHQiOjAsIkJvdHRvbSI6MH0sIlBhZGRpbmciOnsiJGlkIjoiODk3IiwiVG9wIjowLCJMZWZ0IjowLCJSaWdodCI6MCwiQm90dG9tIjowfSwiQmFja2dyb3VuZCI6eyIkaWQiOiI4OTgiLCJDb2xvciI6eyIkcmVmIjoiODU5In19LCJJc1Zpc2libGUiOnRydWUsIldpZHRoIjowLjAsIkhlaWdodCI6MC4wLCJCb3JkZXJTdHlsZSI6eyIkaWQiOiI4OTkiLCJMaW5lQ29sb3IiOm51bGwsIkxpbmVXZWlnaHQiOjAuMCwiTGluZVR5cGUiOjAsIlBhcmVudFN0eWxlIjpudWxsfSwiUGFyZW50U3R5bGUiOm51bGx9LCJEYXRlRm9ybWF0Ijp7IiRpZCI6Ijkw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5MDEiLCJGb3JtYXQiOjAsIklzVmlzaWJsZSI6ZmFsc2UsIkxhc3RLbm93blZpc2liaWxpdHlTdGF0ZSI6ZmFsc2V9LCJJc1Zpc2libGUiOmZhbHNlLCJQYXJlbnRTdHlsZSI6bnVsbH0sIkluZGV4IjozLCJTbWFydER1cmF0aW9uQWN0aXZhdGVkIjpmYWxzZSwiRGF0ZUZvcm1hdCI6eyIkcmVmIjoiOTAwIn0sIldlZWtOdW1iZXJpbmciOnsiJGlkIjoiOTAyIiwiRm9ybWF0IjowLCJJc1Zpc2libGUiOmZhbHNlLCJMYXN0S25vd25WaXNpYmlsaXR5U3RhdGUiOmZhbHNlfSwiSWQiOiIyYTJjZDIyNC1iYmMyLTQ3NzctYTQwMi1jNTg1MjQyMzNjZmUiLCJJbXBvcnRJZCI6IjE2IiwiVGl0bGUiOiJJdGVyYXRpdmUgcm9sbG91dCBvZiB1c2UgY2FzZXMiLCJOb3RlIjpudWxsLCJIeXBlcmxpbmsiOnsiJGlkIjoiOTAzIiwiQWRkcmVzcyI6bnVsbCwiU3ViQWRkcmVzcyI6bnVsbH0sIklzQ2hhbmdlZCI6ZmFsc2UsIklzTmV3IjpmYWxzZX19LHsiJGlkIjoiOTA0IiwiX2F0dGFjaGVkTWlsZXN0b25lcyI6W10sIlRhc2tEZWZpbml0aW9uIjp7IiRpZCI6IjkwNSIsIkdyb3VwTmFtZSI6bnVsbCwiU3RhcnREYXRlIjoiMjAyMS0wNS0xMFQwODowMDowMCIsIkVuZERhdGUiOiIyMDIxLTEyLTMxVDE3OjAwOjAwIiwiUGVyY2VudGFnZUNvbXBsZXRlIjowLjAsIlN0eWxlIjp7IiRpZCI6IjkwNiIsIlNoYXBlIjoxLCJTaGFwZVRoaWNrbmVzcyI6MCwiRHVyYXRpb25Gb3JtYXQiOjAsIkluY2x1ZGVOb25Xb3JraW5nRGF5c0luRHVyYXRpb24iOmZhbHNlLCJQZXJjZW50YWdlQ29tcGxldGVTdHlsZSI6eyIkaWQiOiI5MDciLCJGb250U2V0dGluZ3MiOnsiJGlkIjoiOTA4IiwiRm9udFNpemUiOjEwLCJGb250TmFtZSI6IkNhbGlicmkiLCJJc0JvbGQiOmZhbHNlLCJJc0l0YWxpYyI6ZmFsc2UsIklzVW5kZXJsaW5lZCI6ZmFsc2UsIlBhcmVudFN0eWxlIjpudWxsfSwiQXV0b1NpemUiOjAsIkZvcmVncm91bmQiOnsiJGlkIjoiOTA5IiwiQ29sb3IiOnsiJGlkIjoiOT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5MTEiLCJUb3AiOjAsIkxlZnQiOjAsIlJpZ2h0IjowLCJCb3R0b20iOjB9LCJQYWRkaW5nIjp7IiRpZCI6IjkxMiIsIlRvcCI6MCwiTGVmdCI6MCwiUmlnaHQiOjAsIkJvdHRvbSI6MH0sIkJhY2tncm91bmQiOnsiJGlkIjoiOTEzIiwiQ29sb3IiOnsiJGlkIjoiOTE0IiwiQSI6ODksIlIiOjAsIkciOjAsIkIiOjB9fSwiSXNWaXNpYmxlIjp0cnVlLCJXaWR0aCI6MC4wLCJIZWlnaHQiOjAuMCwiQm9yZGVyU3R5bGUiOnsiJGlkIjoiOTE1IiwiTGluZUNvbG9yIjpudWxsLCJMaW5lV2VpZ2h0IjowLjAsIkxpbmVUeXBlIjowLCJQYXJlbnRTdHlsZSI6bnVsbH0sIlBhcmVudFN0eWxlIjpudWxsfSwiRHVyYXRpb25TdHlsZSI6eyIkaWQiOiI5MTYiLCJGb250U2V0dGluZ3MiOnsiJGlkIjoiOTE3IiwiRm9udFNpemUiOjEwLCJGb250TmFtZSI6IkNhbGlicmkiLCJJc0JvbGQiOmZhbHNlLCJJc0l0YWxpYyI6ZmFsc2UsIklzVW5kZXJsaW5lZCI6ZmFsc2UsIlBhcmVudFN0eWxlIjpudWxsfSwiQXV0b1NpemUiOjAsIkZvcmVncm91bmQiOnsiJGlkIjoiOTE4IiwiQ29sb3IiOnsiJGlkIjoiOT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TIwIiwiVG9wIjowLCJMZWZ0IjowLCJSaWdodCI6MCwiQm90dG9tIjowfSwiUGFkZGluZyI6eyIkaWQiOiI5MjEiLCJUb3AiOjAsIkxlZnQiOjAsIlJpZ2h0IjowLCJCb3R0b20iOjB9LCJCYWNrZ3JvdW5kIjp7IiRpZCI6IjkyMiIsIkNvbG9yIjp7IiRyZWYiOiI5MTQifX0sIklzVmlzaWJsZSI6dHJ1ZSwiV2lkdGgiOjAuMCwiSGVpZ2h0IjowLjAsIkJvcmRlclN0eWxlIjp7IiRpZCI6IjkyMyIsIkxpbmVDb2xvciI6bnVsbCwiTGluZVdlaWdodCI6MC4wLCJMaW5lVHlwZSI6MCwiUGFyZW50U3R5bGUiOm51bGx9LCJQYXJlbnRTdHlsZSI6bnVsbH0sIkhvcml6b250YWxDb25uZWN0b3JTdHlsZSI6eyIkaWQiOiI5MjQiLCJMaW5lQ29sb3IiOnsiJGlkIjoiOTI1IiwiJHR5cGUiOiJOTFJFLkNvbW1vbi5Eb20uU29saWRDb2xvckJydXNoLCBOTFJFLkNvbW1vbiIsIkNvbG9yIjp7IiRpZCI6IjkyNiIsIkEiOjI1NSwiUiI6MjA0LCJHIjoyMDQsIkIiOjIwNH19LCJMaW5lV2VpZ2h0IjoxLjAsIkxpbmVUeXBlIjowLCJQYXJlbnRTdHlsZSI6bnVsbH0sIlZlcnRpY2FsQ29ubmVjdG9yU3R5bGUiOnsiJGlkIjoiOTI3IiwiTGluZUNvbG9yIjp7IiRpZCI6IjkyOCIsIiR0eXBlIjoiTkxSRS5Db21tb24uRG9tLlNvbGlkQ29sb3JCcnVzaCwgTkxSRS5Db21tb24iLCJDb2xvciI6eyIkaWQiOiI5MjkiLCJBIjoyNTUsIlIiOjIwNCwiRyI6MjA0LCJCIjoyMDR9fSwiTGluZVdlaWdodCI6MC4wLCJMaW5lVHlwZSI6MCwiUGFyZW50U3R5bGUiOm51bGx9LCJNYXJnaW4iOm51bGwsIlN0YXJ0RGF0ZVBvc2l0aW9uIjo2LCJFbmREYXRlUG9zaXRpb24iOjYsIkRhdGVJc1Zpc2libGUiOmZhbHNlLCJUaXRsZVBvc2l0aW9uIjoyLCJEdXJhdGlvblBvc2l0aW9uIjo2LCJQZXJjZW50YWdlQ29tcGxldGVkUG9zaXRpb24iOjYsIlNwYWNpbmciOjUsIklzQmVsb3dUaW1lYmFuZCI6dHJ1ZSwiUGVyY2VudGFnZUNvbXBsZXRlU2hhcGVPcGFjaXR5IjozNSwiU2hhcGVTdHlsZSI6eyIkaWQiOiI5MzAiLCJNYXJnaW4iOnsiJGlkIjoiOTMxIiwiVG9wIjowLCJMZWZ0Ijo0LCJSaWdodCI6NCwiQm90dG9tIjowfSwiUGFkZGluZyI6eyIkaWQiOiI5MzIiLCJUb3AiOjAsIkxlZnQiOjAsIlJpZ2h0IjowLCJCb3R0b20iOjB9LCJCYWNrZ3JvdW5kIjp7IiRpZCI6IjkzMyIsIkNvbG9yIjp7IiRpZCI6IjkzNCIsIkEiOjI1NSwiUiI6MiwiRyI6MTc4LCJCIjoyMzh9fSwiSXNWaXNpYmxlIjp0cnVlLCJXaWR0aCI6MC4wLCJIZWlnaHQiOjEwLjAsIkJvcmRlclN0eWxlIjp7IiRpZCI6IjkzNSIsIkxpbmVDb2xvciI6eyIkaWQiOiI5MzYiLCIkdHlwZSI6Ik5MUkUuQ29tbW9uLkRvbS5Tb2xpZENvbG9yQnJ1c2gsIE5MUkUuQ29tbW9uIiwiQ29sb3IiOnsiJGlkIjoiOTM3IiwiQSI6MjU1LCJSIjoyNTUsIkciOjAsIkIiOjB9fSwiTGluZVdlaWdodCI6MC4wLCJMaW5lVHlwZSI6MCwiUGFyZW50U3R5bGUiOm51bGx9LCJQYXJlbnRTdHlsZSI6bnVsbH0sIlRpdGxlU3R5bGUiOnsiJGlkIjoiOTM4IiwiRm9udFNldHRpbmdzIjp7IiRpZCI6IjkzOS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OTQwIiwiVG9wIjowLCJMZWZ0IjowLCJSaWdodCI6MCwiQm90dG9tIjowfSwiUGFkZGluZyI6eyIkaWQiOiI5NDEiLCJUb3AiOjAsIkxlZnQiOjAsIlJpZ2h0IjowLCJCb3R0b20iOjB9LCJCYWNrZ3JvdW5kIjp7IiRpZCI6Ijk0MiIsIkNvbG9yIjp7IiRyZWYiOiI5MTQifX0sIklzVmlzaWJsZSI6dHJ1ZSwiV2lkdGgiOjAuMCwiSGVpZ2h0IjowLjAsIkJvcmRlclN0eWxlIjp7IiRpZCI6Ijk0MyIsIkxpbmVDb2xvciI6bnVsbCwiTGluZVdlaWdodCI6MC4wLCJMaW5lVHlwZSI6MCwiUGFyZW50U3R5bGUiOm51bGx9LCJQYXJlbnRTdHlsZSI6bnVsbH0sIkRhdGVTdHlsZSI6eyIkaWQiOiI5NDQiLCJGb250U2V0dGluZ3MiOnsiJGlkIjoiOTQ1IiwiRm9udFNpemUiOjEwLCJGb250TmFtZSI6IkNhbGlicmkiLCJJc0JvbGQiOmZhbHNlLCJJc0l0YWxpYyI6ZmFsc2UsIklzVW5kZXJsaW5lZCI6ZmFsc2UsIlBhcmVudFN0eWxlIjpudWxsfSwiQXV0b1NpemUiOjAsIkZvcmVncm91bmQiOnsiJGlkIjoiOTQ2IiwiQ29sb3IiOnsiJGlkIjoiOTQ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5NDgiLCJUb3AiOjAsIkxlZnQiOjAsIlJpZ2h0IjowLCJCb3R0b20iOjB9LCJQYWRkaW5nIjp7IiRpZCI6Ijk0OSIsIlRvcCI6MCwiTGVmdCI6MCwiUmlnaHQiOjAsIkJvdHRvbSI6MH0sIkJhY2tncm91bmQiOnsiJGlkIjoiOTUwIiwiQ29sb3IiOnsiJHJlZiI6IjkxNCJ9fSwiSXNWaXNpYmxlIjp0cnVlLCJXaWR0aCI6MC4wLCJIZWlnaHQiOjAuMCwiQm9yZGVyU3R5bGUiOnsiJGlkIjoiOTUxIiwiTGluZUNvbG9yIjpudWxsLCJMaW5lV2VpZ2h0IjowLjAsIkxpbmVUeXBlIjowLCJQYXJlbnRTdHlsZSI6bnVsbH0sIlBhcmVudFN0eWxlIjpudWxsfSwiRGF0ZUZvcm1hdCI6eyIkaWQiOiI5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UzIiwiRm9ybWF0IjowLCJJc1Zpc2libGUiOmZhbHNlLCJMYXN0S25vd25WaXNpYmlsaXR5U3RhdGUiOmZhbHNlfSwiSXNWaXNpYmxlIjpmYWxzZSwiUGFyZW50U3R5bGUiOm51bGx9LCJJbmRleCI6MTksIlNtYXJ0RHVyYXRpb25BY3RpdmF0ZWQiOmZhbHNlLCJEYXRlRm9ybWF0Ijp7IiRyZWYiOiI5NTIifSwiV2Vla051bWJlcmluZyI6eyIkaWQiOiI5NTQiLCJGb3JtYXQiOjAsIklzVmlzaWJsZSI6ZmFsc2UsIkxhc3RLbm93blZpc2liaWxpdHlTdGF0ZSI6ZmFsc2V9LCJJZCI6IjZmMWM4ZDQzLTBmY2ItNDJjMy04NWM0LTQzNjk4ZGY1MDA5YyIsIkltcG9ydElkIjoiMyIsIlRpdGxlIjoiVGFpd2FuIiwiTm90ZSI6bnVsbCwiSHlwZXJsaW5rIjp7IiRpZCI6Ijk1NSIsIkFkZHJlc3MiOiIiLCJTdWJBZGRyZXNzIjoiIn0sIklzQ2hhbmdlZCI6ZmFsc2UsIklzTmV3IjpmYWxzZX19XSwiTWlsZXN0b25lcyI6W119LHsiJGlkIjoiOTU2IiwiSWQiOiI3ZTk4NGY4MC01MjBiLTRmNGQtOWFjYi1jMDg5YTU0OGNiM2IiLCJJbmRleCI6MiwiSGVhZGVyVGV4dCI6IkphcGFuIiwiU3R5bGUiOnsiJGlkIjoiOTU3IiwiSGVhZGVyU3R5bGUiOnsiJGlkIjoiOTU4IiwiVGV4dFN0eWxlIjp7IiRpZCI6Ijk1OSIsIkZvbnRTZXR0aW5ncyI6eyIkaWQiOiI5NjAiLCJGb250U2l6ZSI6MTIsIkZvbnROYW1lIjoiQ2FsaWJyaSIsIklzQm9sZCI6ZmFsc2UsIklzSXRhbGljIjpmYWxzZSwiSXNVbmRlcmxpbmVkIjpmYWxzZSwiUGFyZW50U3R5bGUiOm51bGx9LCJBdXRvU2l6ZSI6MCwiRm9yZWdyb3VuZCI6eyIkaWQiOiI5NjEiLCJDb2xvciI6eyIkaWQiOiI5NjIiLCJBIjoyNTUsIlIiOjI1NSwiRyI6MjU1LCJCIjoyNTV9fSwiTWF4V2lkdGgiOjAuMCwiTWF4SGVpZ2h0IjowLjAsIlNtYXJ0Rm9yZWdyb3VuZElzQWN0aXZlIjpmYWxzZSwiSG9yaXpvbnRhbEFsaWdubWVudCI6MCwiVmVydGljYWxBbGlnbm1lbnQiOjAsIlNtYXJ0Rm9yZWdyb3VuZCI6bnVsbCwiQmFja2dyb3VuZEZpbGxUeXBlIjowLCJNYXJnaW4iOnsiJGlkIjoiOTYzIiwiVG9wIjowLCJMZWZ0IjowLCJSaWdodCI6MCwiQm90dG9tIjowfSwiUGFkZGluZyI6eyIkaWQiOiI5NjQiLCJUb3AiOjAsIkxlZnQiOjAsIlJpZ2h0IjowLCJCb3R0b20iOjB9LCJCYWNrZ3JvdW5kIjpudWxsLCJJc1Zpc2libGUiOmZhbHNlLCJXaWR0aCI6MC4wLCJIZWlnaHQiOjAuMCwiQm9yZGVyU3R5bGUiOm51bGwsIlBhcmVudFN0eWxlIjpudWxsfSwiUmVjdGFuZ2xlU3R5bGUiOnsiJGlkIjoiOTY1IiwiTWFyZ2luIjp7IiRpZCI6Ijk2NiIsIlRvcCI6MCwiTGVmdCI6MCwiUmlnaHQiOjAsIkJvdHRvbSI6MH0sIlBhZGRpbmciOnsiJGlkIjoiOTY3IiwiVG9wIjowLCJMZWZ0IjowLCJSaWdodCI6MCwiQm90dG9tIjowfSwiQmFja2dyb3VuZCI6eyIkaWQiOiI5NjgiLCJDb2xvciI6eyIkaWQiOiI5NjkiLCJBIjoyNTUsIlIiOjE1MCwiRyI6MjE0LCJCIjo2Nn19LCJJc1Zpc2libGUiOmZhbHNlLCJXaWR0aCI6MC4wLCJIZWlnaHQiOjAuMCwiQm9yZGVyU3R5bGUiOnsiJGlkIjoiOTcwIiwiTGluZUNvbG9yIjp7IiRpZCI6Ijk3MSIsIiR0eXBlIjoiTkxSRS5Db21tb24uRG9tLlNvbGlkQ29sb3JCcnVzaCwgTkxSRS5Db21tb24iLCJDb2xvciI6eyIkaWQiOiI5NzIiLCJBIjoyNTUsIlIiOjI1NSwiRyI6MjU1LCJCIjoyNTV9fSwiTGluZVdlaWdodCI6MC4wLCJMaW5lVHlwZSI6MCwiUGFyZW50U3R5bGUiOm51bGx9LCJQYXJlbnRTdHlsZSI6bnVsbH0sIk1hcmdpbiI6eyIkaWQiOiI5NzMiLCJUb3AiOjAsIkxlZnQiOjAsIlJpZ2h0IjowLCJCb3R0b20iOjB9LCJQYWRkaW5nIjp7IiRpZCI6Ijk3NCIsIlRvcCI6MCwiTGVmdCI6MCwiUmlnaHQiOjAsIkJvdHRvbSI6MH0sIkJhY2tncm91bmQiOm51bGwsIklzVmlzaWJsZSI6dHJ1ZSwiV2lkdGgiOjAuMCwiSGVpZ2h0IjowLjAsIkJvcmRlclN0eWxlIjpudWxsLCJQYXJlbnRTdHlsZSI6bnVsbH0sIkJhY2tncm91bmRTdHlsZSI6eyIkaWQiOiI5NzUiLCJNYXJnaW4iOnsiJGlkIjoiOTc2IiwiVG9wIjowLCJMZWZ0IjowLCJSaWdodCI6MCwiQm90dG9tIjowfSwiUGFkZGluZyI6eyIkaWQiOiI5NzciLCJUb3AiOjAsIkxlZnQiOjAsIlJpZ2h0IjowLCJCb3R0b20iOjB9LCJCYWNrZ3JvdW5kIjp7IiRpZCI6Ijk3OCIsIkNvbG9yIjp7IiRpZCI6Ijk3OSIsIkEiOjM4LCJSIjoxNTAsIkciOjIxNCwiQiI6NjZ9fSwiSXNWaXNpYmxlIjp0cnVlLCJXaWR0aCI6MC4wLCJIZWlnaHQiOjAuMCwiQm9yZGVyU3R5bGUiOnsiJGlkIjoiOTgwIiwiTGluZUNvbG9yIjp7IiRpZCI6Ijk4MSIsIiR0eXBlIjoiTkxSRS5Db21tb24uRG9tLlNvbGlkQ29sb3JCcnVzaCwgTkxSRS5Db21tb24iLCJDb2xvciI6eyIkaWQiOiI5ODIiLCJBIjoyNTUsIlIiOjg4LCJHIjozOSwiQiI6N319LCJMaW5lV2VpZ2h0IjowLjAsIkxpbmVUeXBlIjowLCJQYXJlbnRTdHlsZSI6bnVsbH0sIlBhcmVudFN0eWxlIjpudWxsfSwiSXNBYm92ZVRpbWViYW5kIjpmYWxzZSwiTWFyZ2luIjp7IiRpZCI6Ijk4MyIsIlRvcCI6MCwiTGVmdCI6MCwiUmlnaHQiOjAsIkJvdHRvbSI6MH0sIlBhZGRpbmciOnsiJGlkIjoiOTg0IiwiVG9wIjowLCJMZWZ0IjowLCJSaWdodCI6MCwiQm90dG9tIjowfSwiSXNWaXNpYmxlIjp0cnVlLCJXaWR0aCI6MC4wLCJIZWlnaHQiOjAuMCwiQm9yZGVyU3R5bGUiOm51bGwsIlBhcmVudFN0eWxlIjpudWxsfSwiVGFza3MiOlt7IiRpZCI6Ijk4NSIsIl9hdHRhY2hlZE1pbGVzdG9uZXMiOltdLCJUYXNrRGVmaW5pdGlvbiI6eyIkaWQiOiI5ODYiLCJHcm91cE5hbWUiOm51bGwsIlN0YXJ0RGF0ZSI6IjIwMjEtMDYtMTRUMDg6MDA6MDAiLCJFbmREYXRlIjoiMjAyMS0wNy0wOVQxNzowMDowMCIsIlBlcmNlbnRhZ2VDb21wbGV0ZSI6MC4wLCJTdHlsZSI6eyIkaWQiOiI5ODciLCJTaGFwZSI6MSwiU2hhcGVUaGlja25lc3MiOjAsIkR1cmF0aW9uRm9ybWF0IjowLCJJbmNsdWRlTm9uV29ya2luZ0RheXNJbkR1cmF0aW9uIjpmYWxzZSwiUGVyY2VudGFnZUNvbXBsZXRlU3R5bGUiOnsiJGlkIjoiOTg4IiwiRm9udFNldHRpbmdzIjp7IiRpZCI6Ijk4OSIsIkZvbnRTaXplIjoxMCwiRm9udE5hbWUiOiJDYWxpYnJpIiwiSXNCb2xkIjpmYWxzZSwiSXNJdGFsaWMiOmZhbHNlLCJJc1VuZGVybGluZWQiOmZhbHNlLCJQYXJlbnRTdHlsZSI6bnVsbH0sIkF1dG9TaXplIjowLCJGb3JlZ3JvdW5kIjp7IiRpZCI6Ijk5MCIsIkNvbG9yIjp7IiRpZCI6Ijk5M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TkyIiwiVG9wIjowLCJMZWZ0IjowLCJSaWdodCI6MCwiQm90dG9tIjowfSwiUGFkZGluZyI6eyIkaWQiOiI5OTMiLCJUb3AiOjAsIkxlZnQiOjAsIlJpZ2h0IjowLCJCb3R0b20iOjB9LCJCYWNrZ3JvdW5kIjp7IiRpZCI6Ijk5NCIsIkNvbG9yIjp7IiRpZCI6Ijk5NSIsIkEiOjg5LCJSIjowLCJHIjowLCJCIjowfX0sIklzVmlzaWJsZSI6dHJ1ZSwiV2lkdGgiOjAuMCwiSGVpZ2h0IjowLjAsIkJvcmRlclN0eWxlIjp7IiRpZCI6Ijk5NiIsIkxpbmVDb2xvciI6bnVsbCwiTGluZVdlaWdodCI6MC4wLCJMaW5lVHlwZSI6MCwiUGFyZW50U3R5bGUiOm51bGx9LCJQYXJlbnRTdHlsZSI6bnVsbH0sIkR1cmF0aW9uU3R5bGUiOnsiJGlkIjoiOTk3IiwiRm9udFNldHRpbmdzIjp7IiRpZCI6Ijk5OCIsIkZvbnRTaXplIjoxMCwiRm9udE5hbWUiOiJDYWxpYnJpIiwiSXNCb2xkIjpmYWxzZSwiSXNJdGFsaWMiOmZhbHNlLCJJc1VuZGVybGluZWQiOmZhbHNlLCJQYXJlbnRTdHlsZSI6bnVsbH0sIkF1dG9TaXplIjowLCJGb3JlZ3JvdW5kIjp7IiRpZCI6Ijk5OSIsIkNvbG9yIjp7IiRpZCI6IjEwMDA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DAxIiwiVG9wIjowLCJMZWZ0IjowLCJSaWdodCI6MCwiQm90dG9tIjowfSwiUGFkZGluZyI6eyIkaWQiOiIxMDAyIiwiVG9wIjowLCJMZWZ0IjowLCJSaWdodCI6MCwiQm90dG9tIjowfSwiQmFja2dyb3VuZCI6eyIkaWQiOiIxMDAzIiwiQ29sb3IiOnsiJHJlZiI6Ijk5NSJ9fSwiSXNWaXNpYmxlIjp0cnVlLCJXaWR0aCI6MC4wLCJIZWlnaHQiOjAuMCwiQm9yZGVyU3R5bGUiOnsiJGlkIjoiMTAwNCIsIkxpbmVDb2xvciI6bnVsbCwiTGluZVdlaWdodCI6MC4wLCJMaW5lVHlwZSI6MCwiUGFyZW50U3R5bGUiOm51bGx9LCJQYXJlbnRTdHlsZSI6bnVsbH0sIkhvcml6b250YWxDb25uZWN0b3JTdHlsZSI6eyIkaWQiOiIxMDA1IiwiTGluZUNvbG9yIjp7IiRpZCI6IjEwMDYiLCIkdHlwZSI6Ik5MUkUuQ29tbW9uLkRvbS5Tb2xpZENvbG9yQnJ1c2gsIE5MUkUuQ29tbW9uIiwiQ29sb3IiOnsiJGlkIjoiMTAwNyIsIkEiOjI1NSwiUiI6MjA0LCJHIjoyMDQsIkIiOjIwNH19LCJMaW5lV2VpZ2h0IjoxLjAsIkxpbmVUeXBlIjowLCJQYXJlbnRTdHlsZSI6bnVsbH0sIlZlcnRpY2FsQ29ubmVjdG9yU3R5bGUiOnsiJGlkIjoiMTAwOCIsIkxpbmVDb2xvciI6eyIkaWQiOiIxMDA5IiwiJHR5cGUiOiJOTFJFLkNvbW1vbi5Eb20uU29saWRDb2xvckJydXNoLCBOTFJFLkNvbW1vbiIsIkNvbG9yIjp7IiRpZCI6IjEwMTA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xMDExIiwiTWFyZ2luIjp7IiRpZCI6IjEwMTIiLCJUb3AiOjAsIkxlZnQiOjQsIlJpZ2h0Ijo0LCJCb3R0b20iOjB9LCJQYWRkaW5nIjp7IiRpZCI6IjEwMTMiLCJUb3AiOjAsIkxlZnQiOjAsIlJpZ2h0IjowLCJCb3R0b20iOjB9LCJCYWNrZ3JvdW5kIjp7IiRpZCI6IjEwMTQiLCJDb2xvciI6eyIkaWQiOiIxMDE1IiwiQSI6MjU1LCJSIjoxNTAsIkciOjIxNCwiQiI6NjZ9fSwiSXNWaXNpYmxlIjp0cnVlLCJXaWR0aCI6MC4wLCJIZWlnaHQiOjEwLjAsIkJvcmRlclN0eWxlIjp7IiRpZCI6IjEwMTYiLCJMaW5lQ29sb3IiOnsiJGlkIjoiMTAxNyIsIiR0eXBlIjoiTkxSRS5Db21tb24uRG9tLlNvbGlkQ29sb3JCcnVzaCwgTkxSRS5Db21tb24iLCJDb2xvciI6eyIkaWQiOiIxMDE4IiwiQSI6MjU1LCJSIjoyNTUsIkciOjAsIkIiOjB9fSwiTGluZVdlaWdodCI6MC4wLCJMaW5lVHlwZSI6MCwiUGFyZW50U3R5bGUiOm51bGx9LCJQYXJlbnRTdHlsZSI6bnVsbH0sIlRpdGxlU3R5bGUiOnsiJGlkIjoiMTAxOSIsIkZvbnRTZXR0aW5ncyI6eyIkaWQiOiIxMDIwIiwiRm9udFNpemUiOjExLCJGb250TmFtZSI6IkNhbGlicmkiLCJJc0JvbGQiOmZhbHNlLCJJc0l0YWxpYyI6ZmFsc2UsIklzVW5kZXJsaW5lZCI6ZmFsc2UsIlBhcmVudFN0eWxlIjpudWxsfSwiQXV0b1NpemUiOjAsIkZvcmVncm91bmQiOnsiJGlkIjoiMTAyMSIsIkNvbG9yIjp7IiRpZCI6IjEwMjI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MTAyMyIsIlRvcCI6MCwiTGVmdCI6MCwiUmlnaHQiOjAsIkJvdHRvbSI6MH0sIlBhZGRpbmciOnsiJGlkIjoiMTAyNCIsIlRvcCI6MCwiTGVmdCI6MCwiUmlnaHQiOjAsIkJvdHRvbSI6MH0sIkJhY2tncm91bmQiOnsiJGlkIjoiMTAyNSIsIkNvbG9yIjp7IiRpZCI6IjEwMjYiLCJBIjowLCJSIjoyNTUsIkciOjI1NSwiQiI6MjU1fX0sIklzVmlzaWJsZSI6dHJ1ZSwiV2lkdGgiOjAuMCwiSGVpZ2h0IjowLjAsIkJvcmRlclN0eWxlIjp7IiRpZCI6IjEwMjciLCJMaW5lQ29sb3IiOm51bGwsIkxpbmVXZWlnaHQiOjAuMCwiTGluZVR5cGUiOjAsIlBhcmVudFN0eWxlIjpudWxsfSwiUGFyZW50U3R5bGUiOm51bGx9LCJEYXRlU3R5bGUiOnsiJGlkIjoiMTAyOCIsIkZvbnRTZXR0aW5ncyI6eyIkaWQiOiIxMDI5IiwiRm9udFNpemUiOjEwLCJGb250TmFtZSI6IkNhbGlicmkiLCJJc0JvbGQiOmZhbHNlLCJJc0l0YWxpYyI6ZmFsc2UsIklzVW5kZXJsaW5lZCI6ZmFsc2UsIlBhcmVudFN0eWxlIjpudWxsfSwiQXV0b1NpemUiOjAsIkZvcmVncm91bmQiOnsiJGlkIjoiMTAzMCIsIkNvbG9yIjp7IiRpZCI6IjEwMzE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EwMzIiLCJUb3AiOjAsIkxlZnQiOjAsIlJpZ2h0IjowLCJCb3R0b20iOjB9LCJQYWRkaW5nIjp7IiRpZCI6IjEwMzMiLCJUb3AiOjAsIkxlZnQiOjAsIlJpZ2h0IjowLCJCb3R0b20iOjB9LCJCYWNrZ3JvdW5kIjp7IiRpZCI6IjEwMzQiLCJDb2xvciI6eyIkcmVmIjoiOTk1In19LCJJc1Zpc2libGUiOnRydWUsIldpZHRoIjowLjAsIkhlaWdodCI6MC4wLCJCb3JkZXJTdHlsZSI6eyIkaWQiOiIxMDM1IiwiTGluZUNvbG9yIjpudWxsLCJMaW5lV2VpZ2h0IjowLjAsIkxpbmVUeXBlIjowLCJQYXJlbnRTdHlsZSI6bnVsbH0sIlBhcmVudFN0eWxlIjpudWxsfSwiRGF0ZUZvcm1hdCI6eyIkaWQiOiIxMD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MzciLCJGb3JtYXQiOjAsIklzVmlzaWJsZSI6ZmFsc2UsIkxhc3RLbm93blZpc2liaWxpdHlTdGF0ZSI6ZmFsc2V9LCJJc1Zpc2libGUiOmZhbHNlLCJQYXJlbnRTdHlsZSI6bnVsbH0sIkluZGV4IjowLCJTbWFydER1cmF0aW9uQWN0aXZhdGVkIjpmYWxzZSwiRGF0ZUZvcm1hdCI6eyIkcmVmIjoiMTAzNiJ9LCJXZWVrTnVtYmVyaW5nIjp7IiRpZCI6IjEwMzgiLCJGb3JtYXQiOjAsIklzVmlzaWJsZSI6ZmFsc2UsIkxhc3RLbm93blZpc2liaWxpdHlTdGF0ZSI6ZmFsc2V9LCJJZCI6ImU4NmZmY2E1LTU3ZGItNGZjZS04NzMwLTIzN2FlMzYxNTMyMyIsIkltcG9ydElkIjoiMTkiLCJUaXRsZSI6IldvcmtzaG9wcyBQcmVwYXJlICYgUnVuIiwiTm90ZSI6bnVsbCwiSHlwZXJsaW5rIjp7IiRpZCI6IjEwMzkiLCJBZGRyZXNzIjpudWxsLCJTdWJBZGRyZXNzIjpudWxsfSwiSXNDaGFuZ2VkIjpmYWxzZSwiSXNOZXciOmZhbHNlfX0seyIkaWQiOiIxMDQwIiwiX2F0dGFjaGVkTWlsZXN0b25lcyI6W10sIlRhc2tEZWZpbml0aW9uIjp7IiRpZCI6IjEwNDEiLCJHcm91cE5hbWUiOm51bGwsIlN0YXJ0RGF0ZSI6IjIwMjEtMDctMTJUMDg6MDA6MDAiLCJFbmREYXRlIjoiMjAyMS0wOC0wNlQxNzowMDowMCIsIlBlcmNlbnRhZ2VDb21wbGV0ZSI6MC4wLCJTdHlsZSI6eyIkaWQiOiIxMDQyIiwiU2hhcGUiOjEsIlNoYXBlVGhpY2tuZXNzIjowLCJEdXJhdGlvbkZvcm1hdCI6MCwiSW5jbHVkZU5vbldvcmtpbmdEYXlzSW5EdXJhdGlvbiI6ZmFsc2UsIlBlcmNlbnRhZ2VDb21wbGV0ZVN0eWxlIjp7IiRpZCI6IjEwNDMiLCJGb250U2V0dGluZ3MiOnsiJGlkIjoiMTA0NCIsIkZvbnRTaXplIjoxMCwiRm9udE5hbWUiOiJDYWxpYnJpIiwiSXNCb2xkIjpmYWxzZSwiSXNJdGFsaWMiOmZhbHNlLCJJc1VuZGVybGluZWQiOmZhbHNlLCJQYXJlbnRTdHlsZSI6bnVsbH0sIkF1dG9TaXplIjowLCJGb3JlZ3JvdW5kIjp7IiRpZCI6IjEwNDUiLCJDb2xvciI6eyIkaWQiOiIxMDQ2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DQ3IiwiVG9wIjowLCJMZWZ0IjowLCJSaWdodCI6MCwiQm90dG9tIjowfSwiUGFkZGluZyI6eyIkaWQiOiIxMDQ4IiwiVG9wIjowLCJMZWZ0IjowLCJSaWdodCI6MCwiQm90dG9tIjowfSwiQmFja2dyb3VuZCI6eyIkaWQiOiIxMDQ5IiwiQ29sb3IiOnsiJGlkIjoiMTA1MCIsIkEiOjg5LCJSIjowLCJHIjowLCJCIjowfX0sIklzVmlzaWJsZSI6dHJ1ZSwiV2lkdGgiOjAuMCwiSGVpZ2h0IjowLjAsIkJvcmRlclN0eWxlIjp7IiRpZCI6IjEwNTEiLCJMaW5lQ29sb3IiOm51bGwsIkxpbmVXZWlnaHQiOjAuMCwiTGluZVR5cGUiOjAsIlBhcmVudFN0eWxlIjpudWxsfSwiUGFyZW50U3R5bGUiOm51bGx9LCJEdXJhdGlvblN0eWxlIjp7IiRpZCI6IjEwNTIiLCJGb250U2V0dGluZ3MiOnsiJGlkIjoiMTA1MyIsIkZvbnRTaXplIjoxMCwiRm9udE5hbWUiOiJDYWxpYnJpIiwiSXNCb2xkIjpmYWxzZSwiSXNJdGFsaWMiOmZhbHNlLCJJc1VuZGVybGluZWQiOmZhbHNlLCJQYXJlbnRTdHlsZSI6bnVsbH0sIkF1dG9TaXplIjowLCJGb3JlZ3JvdW5kIjp7IiRpZCI6IjEwNTQiLCJDb2xvciI6eyIkaWQiOiIxMDU1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A1NiIsIlRvcCI6MCwiTGVmdCI6MCwiUmlnaHQiOjAsIkJvdHRvbSI6MH0sIlBhZGRpbmciOnsiJGlkIjoiMTA1NyIsIlRvcCI6MCwiTGVmdCI6MCwiUmlnaHQiOjAsIkJvdHRvbSI6MH0sIkJhY2tncm91bmQiOnsiJGlkIjoiMTA1OCIsIkNvbG9yIjp7IiRyZWYiOiIxMDUwIn19LCJJc1Zpc2libGUiOnRydWUsIldpZHRoIjowLjAsIkhlaWdodCI6MC4wLCJCb3JkZXJTdHlsZSI6eyIkaWQiOiIxMDU5IiwiTGluZUNvbG9yIjpudWxsLCJMaW5lV2VpZ2h0IjowLjAsIkxpbmVUeXBlIjowLCJQYXJlbnRTdHlsZSI6bnVsbH0sIlBhcmVudFN0eWxlIjpudWxsfSwiSG9yaXpvbnRhbENvbm5lY3RvclN0eWxlIjp7IiRpZCI6IjEwNjAiLCJMaW5lQ29sb3IiOnsiJGlkIjoiMTA2MSIsIiR0eXBlIjoiTkxSRS5Db21tb24uRG9tLlNvbGlkQ29sb3JCcnVzaCwgTkxSRS5Db21tb24iLCJDb2xvciI6eyIkaWQiOiIxMDYyIiwiQSI6MjU1LCJSIjoyMDQsIkciOjIwNCwiQiI6MjA0fX0sIkxpbmVXZWlnaHQiOjEuMCwiTGluZVR5cGUiOjAsIlBhcmVudFN0eWxlIjpudWxsfSwiVmVydGljYWxDb25uZWN0b3JTdHlsZSI6eyIkaWQiOiIxMDYzIiwiTGluZUNvbG9yIjp7IiRpZCI6IjEwNjQiLCIkdHlwZSI6Ik5MUkUuQ29tbW9uLkRvbS5Tb2xpZENvbG9yQnJ1c2gsIE5MUkUuQ29tbW9uIiwiQ29sb3IiOnsiJGlkIjoiMTA2N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wNjYiLCJNYXJnaW4iOnsiJGlkIjoiMTA2NyIsIlRvcCI6MCwiTGVmdCI6NCwiUmlnaHQiOjQsIkJvdHRvbSI6MH0sIlBhZGRpbmciOnsiJGlkIjoiMTA2OCIsIlRvcCI6MCwiTGVmdCI6MCwiUmlnaHQiOjAsIkJvdHRvbSI6MH0sIkJhY2tncm91bmQiOnsiJGlkIjoiMTA2OSIsIkNvbG9yIjp7IiRpZCI6IjEwNzAiLCJBIjoyNTUsIlIiOjE1MCwiRyI6MjE0LCJCIjo2Nn19LCJJc1Zpc2libGUiOnRydWUsIldpZHRoIjowLjAsIkhlaWdodCI6MTAuMCwiQm9yZGVyU3R5bGUiOnsiJGlkIjoiMTA3MSIsIkxpbmVDb2xvciI6eyIkaWQiOiIxMDcyIiwiJHR5cGUiOiJOTFJFLkNvbW1vbi5Eb20uU29saWRDb2xvckJydXNoLCBOTFJFLkNvbW1vbiIsIkNvbG9yIjp7IiRpZCI6IjEwNzMiLCJBIjoyNTUsIlIiOjI1NSwiRyI6MCwiQiI6MH19LCJMaW5lV2VpZ2h0IjowLjAsIkxpbmVUeXBlIjowLCJQYXJlbnRTdHlsZSI6bnVsbH0sIlBhcmVudFN0eWxlIjpudWxsfSwiVGl0bGVTdHlsZSI6eyIkaWQiOiIxMDc0IiwiRm9udFNldHRpbmdzIjp7IiRpZCI6IjEwNzUiLCJGb250U2l6ZSI6MTEsIkZvbnROYW1lIjoiQ2FsaWJyaSIsIklzQm9sZCI6ZmFsc2UsIklzSXRhbGljIjpmYWxzZSwiSXNVbmRlcmxpbmVkIjpmYWxzZSwiUGFyZW50U3R5bGUiOm51bGx9LCJBdXRvU2l6ZSI6MCwiRm9yZWdyb3VuZCI6eyIkaWQiOiIxMDc2IiwiQ29sb3IiOnsiJGlkIjoiMTA3N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Dc4IiwiVG9wIjowLCJMZWZ0IjowLCJSaWdodCI6MCwiQm90dG9tIjowfSwiUGFkZGluZyI6eyIkaWQiOiIxMDc5IiwiVG9wIjowLCJMZWZ0IjowLCJSaWdodCI6MCwiQm90dG9tIjowfSwiQmFja2dyb3VuZCI6eyIkaWQiOiIxMDgwIiwiQ29sb3IiOnsiJGlkIjoiMTA4MSIsIkEiOjAsIlIiOjI1NSwiRyI6MjU1LCJCIjoyNTV9fSwiSXNWaXNpYmxlIjp0cnVlLCJXaWR0aCI6MC4wLCJIZWlnaHQiOjAuMCwiQm9yZGVyU3R5bGUiOnsiJGlkIjoiMTA4MiIsIkxpbmVDb2xvciI6bnVsbCwiTGluZVdlaWdodCI6MC4wLCJMaW5lVHlwZSI6MCwiUGFyZW50U3R5bGUiOm51bGx9LCJQYXJlbnRTdHlsZSI6bnVsbH0sIkRhdGVTdHlsZSI6eyIkaWQiOiIxMDgzIiwiRm9udFNldHRpbmdzIjp7IiRpZCI6IjEwODQiLCJGb250U2l6ZSI6MTAsIkZvbnROYW1lIjoiQ2FsaWJyaSIsIklzQm9sZCI6ZmFsc2UsIklzSXRhbGljIjpmYWxzZSwiSXNVbmRlcmxpbmVkIjpmYWxzZSwiUGFyZW50U3R5bGUiOm51bGx9LCJBdXRvU2l6ZSI6MCwiRm9yZWdyb3VuZCI6eyIkaWQiOiIxMDg1IiwiQ29sb3IiOnsiJGlkIjoiMTA4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A4NyIsIlRvcCI6MCwiTGVmdCI6MCwiUmlnaHQiOjAsIkJvdHRvbSI6MH0sIlBhZGRpbmciOnsiJGlkIjoiMTA4OCIsIlRvcCI6MCwiTGVmdCI6MCwiUmlnaHQiOjAsIkJvdHRvbSI6MH0sIkJhY2tncm91bmQiOnsiJGlkIjoiMTA4OSIsIkNvbG9yIjp7IiRyZWYiOiIxMDUwIn19LCJJc1Zpc2libGUiOnRydWUsIldpZHRoIjowLjAsIkhlaWdodCI6MC4wLCJCb3JkZXJTdHlsZSI6eyIkaWQiOiIxMDkwIiwiTGluZUNvbG9yIjpudWxsLCJMaW5lV2VpZ2h0IjowLjAsIkxpbmVUeXBlIjowLCJQYXJlbnRTdHlsZSI6bnVsbH0sIlBhcmVudFN0eWxlIjpudWxsfSwiRGF0ZUZvcm1hdCI6eyIkaWQiOiIxMD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IiLCJGb3JtYXQiOjAsIklzVmlzaWJsZSI6ZmFsc2UsIkxhc3RLbm93blZpc2liaWxpdHlTdGF0ZSI6ZmFsc2V9LCJJc1Zpc2libGUiOmZhbHNlLCJQYXJlbnRTdHlsZSI6bnVsbH0sIkluZGV4IjoxLCJTbWFydER1cmF0aW9uQWN0aXZhdGVkIjpmYWxzZSwiRGF0ZUZvcm1hdCI6eyIkcmVmIjoiMTA5MSJ9LCJXZWVrTnVtYmVyaW5nIjp7IiRpZCI6IjEwOTMiLCJGb3JtYXQiOjAsIklzVmlzaWJsZSI6ZmFsc2UsIkxhc3RLbm93blZpc2liaWxpdHlTdGF0ZSI6ZmFsc2V9LCJJZCI6ImQxNTVjYjRkLTc0NDItNGQxOS05MmRkLWViM2I0NjZlNGNkZiIsIkltcG9ydElkIjoiMjAiLCJUaXRsZSI6IkFsaWduICYgUHJpb3JpdGl6ZSB1c2UgY2FzZXMiLCJOb3RlIjpudWxsLCJIeXBlcmxpbmsiOnsiJGlkIjoiMTA5NCIsIkFkZHJlc3MiOm51bGwsIlN1YkFkZHJlc3MiOm51bGx9LCJJc0NoYW5nZWQiOmZhbHNlLCJJc05ldyI6ZmFsc2V9fSx7IiRpZCI6IjEwOTUiLCJfYXR0YWNoZWRNaWxlc3RvbmVzIjpbXSwiVGFza0RlZmluaXRpb24iOnsiJGlkIjoiMTA5NiIsIkdyb3VwTmFtZSI6bnVsbCwiU3RhcnREYXRlIjoiMjAyMS0wOC0wMlQwODowMDowMCIsIkVuZERhdGUiOiIyMDIxLTEyLTE3VDE3OjAwOjAwIiwiUGVyY2VudGFnZUNvbXBsZXRlIjowLjAsIlN0eWxlIjp7IiRpZCI6IjEwOTciLCJTaGFwZSI6MSwiU2hhcGVUaGlja25lc3MiOjAsIkR1cmF0aW9uRm9ybWF0IjowLCJJbmNsdWRlTm9uV29ya2luZ0RheXNJbkR1cmF0aW9uIjpmYWxzZSwiUGVyY2VudGFnZUNvbXBsZXRlU3R5bGUiOnsiJGlkIjoiMTA5OCIsIkZvbnRTZXR0aW5ncyI6eyIkaWQiOiIxMDk5IiwiRm9udFNpemUiOjEwLCJGb250TmFtZSI6IkNhbGlicmkiLCJJc0JvbGQiOmZhbHNlLCJJc0l0YWxpYyI6ZmFsc2UsIklzVW5kZXJsaW5lZCI6ZmFsc2UsIlBhcmVudFN0eWxlIjpudWxsfSwiQXV0b1NpemUiOjAsIkZvcmVncm91bmQiOnsiJGlkIjoiMTEwMCIsIkNvbG9yIjp7IiRpZCI6IjExMDE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EwMiIsIkNvbG9yIjp7IiRyZWYiOiI1MzcifX0sIklzVmlzaWJsZSI6dHJ1ZSwiV2lkdGgiOjAuMCwiSGVpZ2h0IjowLjAsIkJvcmRlclN0eWxlIjp7IiRpZCI6IjExMDMiLCJMaW5lQ29sb3IiOm51bGwsIkxpbmVXZWlnaHQiOjAuMCwiTGluZVR5cGUiOjAsIlBhcmVudFN0eWxlIjpudWxsfSwiUGFyZW50U3R5bGUiOm51bGx9LCJEdXJhdGlvblN0eWxlIjp7IiRpZCI6IjExMDQiLCJGb250U2V0dGluZ3MiOnsiJGlkIjoiMTEwN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EwNiIsIkxpbmVDb2xvciI6bnVsbCwiTGluZVdlaWdodCI6MC4wLCJMaW5lVHlwZSI6MCwiUGFyZW50U3R5bGUiOm51bGx9LCJQYXJlbnRTdHlsZSI6bnVsbH0sIkhvcml6b250YWxDb25uZWN0b3JTdHlsZSI6eyIkaWQiOiIxMTA3IiwiTGluZUNvbG9yIjp7IiRyZWYiOiI5OSJ9LCJMaW5lV2VpZ2h0IjoxLjAsIkxpbmVUeXBlIjowLCJQYXJlbnRTdHlsZSI6bnVsbH0sIlZlcnRpY2FsQ29ubmVjdG9yU3R5bGUiOnsiJGlkIjoiMTEwO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wOSIsIk1hcmdpbiI6eyIkcmVmIjoiMTA1In0sIlBhZGRpbmciOnsiJHJlZiI6IjEwNiJ9LCJCYWNrZ3JvdW5kIjp7IiRpZCI6IjExMTAiLCJDb2xvciI6eyIkaWQiOiIxMTExIiwiQSI6MjU1LCJSIjoxNTAsIkciOjIxNCwiQiI6NjZ9fSwiSXNWaXNpYmxlIjp0cnVlLCJXaWR0aCI6MC4wLCJIZWlnaHQiOjEwLjAsIkJvcmRlclN0eWxlIjp7IiRpZCI6IjExMTIiLCJMaW5lQ29sb3IiOnsiJHJlZiI6IjU0OCJ9LCJMaW5lV2VpZ2h0IjowLjAsIkxpbmVUeXBlIjowLCJQYXJlbnRTdHlsZSI6bnVsbH0sIlBhcmVudFN0eWxlIjpudWxsfSwiVGl0bGVTdHlsZSI6eyIkaWQiOiIxMTEzIiwiRm9udFNldHRpbmdzIjp7IiRpZCI6IjExMTQiLCJGb250U2l6ZSI6MTEsIkZvbnROYW1lIjoiQ2FsaWJyaSIsIklzQm9sZCI6ZmFsc2UsIklzSXRhbGljIjpmYWxzZSwiSXNVbmRlcmxpbmVkIjpmYWxzZSwiUGFyZW50U3R5bGUiOm51bGx9LCJBdXRvU2l6ZSI6MCwiRm9yZWdyb3VuZCI6eyIkaWQiOiIxMTE1IiwiQ29sb3IiOnsiJGlkIjoiMTExNiIsIkEiOjI1NSwiUiI6MjU1LCJHIjoyNTUsIkIiOjI1NX1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xMTciLCJDb2xvciI6eyIkaWQiOiIxMTE4IiwiQSI6MCwiUiI6MjU1LCJHIjoyNTUsIkIiOjI1NX19LCJJc1Zpc2libGUiOnRydWUsIldpZHRoIjowLjAsIkhlaWdodCI6MC4wLCJCb3JkZXJTdHlsZSI6eyIkaWQiOiIxMTE5IiwiTGluZUNvbG9yIjpudWxsLCJMaW5lV2VpZ2h0IjowLjAsIkxpbmVUeXBlIjowLCJQYXJlbnRTdHlsZSI6bnVsbH0sIlBhcmVudFN0eWxlIjpudWxsfSwiRGF0ZVN0eWxlIjp7IiRpZCI6IjExMjAiLCJGb250U2V0dGluZ3MiOnsiJGlkIjoiMTEyMSIsIkZvbnRTaXplIjoxMCwiRm9udE5hbWUiOiJDYWxpYnJpIiwiSXNCb2xkIjpmYWxzZSwiSXNJdGFsaWMiOmZhbHNlLCJJc1VuZGVybGluZWQiOmZhbHNlLCJQYXJlbnRTdHlsZSI6bnVsbH0sIkF1dG9TaXplIjowLCJGb3JlZ3JvdW5kIjp7IiRpZCI6IjExMjIiLCJDb2xvciI6eyIkaWQiOiIxMTIz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xMjQiLCJDb2xvciI6eyIkaWQiOiIxMTI1IiwiQSI6MCwiUiI6MjU1LCJHIjoyNTUsIkIiOjI1NX19LCJJc1Zpc2libGUiOnRydWUsIldpZHRoIjowLjAsIkhlaWdodCI6MC4wLCJCb3JkZXJTdHlsZSI6eyIkaWQiOiIxMTI2IiwiTGluZUNvbG9yIjpudWxsLCJMaW5lV2VpZ2h0IjowLjAsIkxpbmVUeXBlIjowLCJQYXJlbnRTdHlsZSI6bnVsbH0sIlBhcmVudFN0eWxlIjpudWxsfSwiRGF0ZUZvcm1hdCI6eyIkcmVmIjoiNTY0In0sIldlZWtOdW1iZXJpbmciOnsiJGlkIjoiMTEyNyIsIkZvcm1hdCI6MCwiSXNWaXNpYmxlIjpmYWxzZSwiTGFzdEtub3duVmlzaWJpbGl0eVN0YXRlIjpmYWxzZX0sIklzVmlzaWJsZSI6ZmFsc2UsIlBhcmVudFN0eWxlIjpudWxsfSwiSW5kZXgiOjIsIlNtYXJ0RHVyYXRpb25BY3RpdmF0ZWQiOmZhbHNlLCJEYXRlRm9ybWF0Ijp7IiRyZWYiOiI1NjQifSwiV2Vla051bWJlcmluZyI6eyIkaWQiOiIxMTI4IiwiRm9ybWF0IjowLCJJc1Zpc2libGUiOmZhbHNlLCJMYXN0S25vd25WaXNpYmlsaXR5U3RhdGUiOmZhbHNlfSwiSWQiOiIwZDJhZWU2ZS0yNjMxLTQ1YzYtOTYwMi00YTU3MGY1ODJjMDgiLCJJbXBvcnRJZCI6IjYzIiwiVGl0bGUiOiJDcmVhdGUgdGVjaCBibHVlcHJpbnQgZm9yIGVhY2ggdXNlIGNhc2UiLCJOb3RlIjpudWxsLCJIeXBlcmxpbmsiOnsiJGlkIjoiMTEyOSIsIkFkZHJlc3MiOm51bGwsIlN1YkFkZHJlc3MiOm51bGx9LCJJc0NoYW5nZWQiOmZhbHNlLCJJc05ldyI6ZmFsc2V9fSx7IiRpZCI6IjExMzAiLCJfYXR0YWNoZWRNaWxlc3RvbmVzIjpbXSwiVGFza0RlZmluaXRpb24iOnsiJGlkIjoiMTEzMSIsIkdyb3VwTmFtZSI6bnVsbCwiU3RhcnREYXRlIjoiMjAyMS0wOC0wOVQwODowMDowMCIsIkVuZERhdGUiOiIyMDIyLTA0LTI5VDE3OjAwOjAwIiwiUGVyY2VudGFnZUNvbXBsZXRlIjowLjAsIlN0eWxlIjp7IiRpZCI6IjExMzIiLCJTaGFwZSI6MSwiU2hhcGVUaGlja25lc3MiOjAsIkR1cmF0aW9uRm9ybWF0IjowLCJJbmNsdWRlTm9uV29ya2luZ0RheXNJbkR1cmF0aW9uIjpmYWxzZSwiUGVyY2VudGFnZUNvbXBsZXRlU3R5bGUiOnsiJGlkIjoiMTEzMyIsIkZvbnRTZXR0aW5ncyI6eyIkaWQiOiIxMTM0IiwiRm9udFNpemUiOjEwLCJGb250TmFtZSI6IkNhbGlicmkiLCJJc0JvbGQiOmZhbHNlLCJJc0l0YWxpYyI6ZmFsc2UsIklzVW5kZXJsaW5lZCI6ZmFsc2UsIlBhcmVudFN0eWxlIjpudWxsfSwiQXV0b1NpemUiOjAsIkZvcmVncm91bmQiOnsiJGlkIjoiMTEzNSIsIkNvbG9yIjp7IiRpZCI6IjExMzY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xMzciLCJUb3AiOjAsIkxlZnQiOjAsIlJpZ2h0IjowLCJCb3R0b20iOjB9LCJQYWRkaW5nIjp7IiRpZCI6IjExMzgiLCJUb3AiOjAsIkxlZnQiOjAsIlJpZ2h0IjowLCJCb3R0b20iOjB9LCJCYWNrZ3JvdW5kIjp7IiRpZCI6IjExMzkiLCJDb2xvciI6eyIkaWQiOiIxMTQwIiwiQSI6ODksIlIiOjAsIkciOjAsIkIiOjB9fSwiSXNWaXNpYmxlIjp0cnVlLCJXaWR0aCI6MC4wLCJIZWlnaHQiOjAuMCwiQm9yZGVyU3R5bGUiOnsiJGlkIjoiMTE0MSIsIkxpbmVDb2xvciI6bnVsbCwiTGluZVdlaWdodCI6MC4wLCJMaW5lVHlwZSI6MCwiUGFyZW50U3R5bGUiOm51bGx9LCJQYXJlbnRTdHlsZSI6bnVsbH0sIkR1cmF0aW9uU3R5bGUiOnsiJGlkIjoiMTE0MiIsIkZvbnRTZXR0aW5ncyI6eyIkaWQiOiIxMTQzIiwiRm9udFNpemUiOjEwLCJGb250TmFtZSI6IkNhbGlicmkiLCJJc0JvbGQiOmZhbHNlLCJJc0l0YWxpYyI6ZmFsc2UsIklzVW5kZXJsaW5lZCI6ZmFsc2UsIlBhcmVudFN0eWxlIjpudWxsfSwiQXV0b1NpemUiOjAsIkZvcmVncm91bmQiOnsiJGlkIjoiMTE0NCIsIkNvbG9yIjp7IiRpZCI6IjExNDU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TQ2IiwiVG9wIjowLCJMZWZ0IjowLCJSaWdodCI6MCwiQm90dG9tIjowfSwiUGFkZGluZyI6eyIkaWQiOiIxMTQ3IiwiVG9wIjowLCJMZWZ0IjowLCJSaWdodCI6MCwiQm90dG9tIjowfSwiQmFja2dyb3VuZCI6eyIkaWQiOiIxMTQ4IiwiQ29sb3IiOnsiJHJlZiI6IjExNDAifX0sIklzVmlzaWJsZSI6dHJ1ZSwiV2lkdGgiOjAuMCwiSGVpZ2h0IjowLjAsIkJvcmRlclN0eWxlIjp7IiRpZCI6IjExNDkiLCJMaW5lQ29sb3IiOm51bGwsIkxpbmVXZWlnaHQiOjAuMCwiTGluZVR5cGUiOjAsIlBhcmVudFN0eWxlIjpudWxsfSwiUGFyZW50U3R5bGUiOm51bGx9LCJIb3Jpem9udGFsQ29ubmVjdG9yU3R5bGUiOnsiJGlkIjoiMTE1MCIsIkxpbmVDb2xvciI6eyIkaWQiOiIxMTUxIiwiJHR5cGUiOiJOTFJFLkNvbW1vbi5Eb20uU29saWRDb2xvckJydXNoLCBOTFJFLkNvbW1vbiIsIkNvbG9yIjp7IiRpZCI6IjExNTIiLCJBIjoyNTUsIlIiOjIwNCwiRyI6MjA0LCJCIjoyMDR9fSwiTGluZVdlaWdodCI6MS4wLCJMaW5lVHlwZSI6MCwiUGFyZW50U3R5bGUiOm51bGx9LCJWZXJ0aWNhbENvbm5lY3RvclN0eWxlIjp7IiRpZCI6IjExNTMiLCJMaW5lQ29sb3IiOnsiJGlkIjoiMTE1NCIsIiR0eXBlIjoiTkxSRS5Db21tb24uRG9tLlNvbGlkQ29sb3JCcnVzaCwgTkxSRS5Db21tb24iLCJDb2xvciI6eyIkaWQiOiIxMTU1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1NiIsIk1hcmdpbiI6eyIkaWQiOiIxMTU3IiwiVG9wIjowLCJMZWZ0Ijo0LCJSaWdodCI6NCwiQm90dG9tIjowfSwiUGFkZGluZyI6eyIkaWQiOiIxMTU4IiwiVG9wIjowLCJMZWZ0IjowLCJSaWdodCI6MCwiQm90dG9tIjowfSwiQmFja2dyb3VuZCI6eyIkaWQiOiIxMTU5IiwiQ29sb3IiOnsiJGlkIjoiMTE2MCIsIkEiOjI1NSwiUiI6MTUwLCJHIjoyMTQsIkIiOjY2fX0sIklzVmlzaWJsZSI6dHJ1ZSwiV2lkdGgiOjAuMCwiSGVpZ2h0IjoxMC4wLCJCb3JkZXJTdHlsZSI6eyIkaWQiOiIxMTYxIiwiTGluZUNvbG9yIjp7IiRpZCI6IjExNjIiLCIkdHlwZSI6Ik5MUkUuQ29tbW9uLkRvbS5Tb2xpZENvbG9yQnJ1c2gsIE5MUkUuQ29tbW9uIiwiQ29sb3IiOnsiJGlkIjoiMTE2MyIsIkEiOjI1NSwiUiI6MjU1LCJHIjowLCJCIjowfX0sIkxpbmVXZWlnaHQiOjAuMCwiTGluZVR5cGUiOjAsIlBhcmVudFN0eWxlIjpudWxsfSwiUGFyZW50U3R5bGUiOm51bGx9LCJUaXRsZVN0eWxlIjp7IiRpZCI6IjExNjQiLCJGb250U2V0dGluZ3MiOnsiJGlkIjoiMTE2NSIsIkZvbnRTaXplIjoxMSwiRm9udE5hbWUiOiJDYWxpYnJpIiwiSXNCb2xkIjpmYWxzZSwiSXNJdGFsaWMiOmZhbHNlLCJJc1VuZGVybGluZWQiOmZhbHNlLCJQYXJlbnRTdHlsZSI6bnVsbH0sIkF1dG9TaXplIjowLCJGb3JlZ3JvdW5kIjp7IiRpZCI6IjExNjYiLCJDb2xvciI6eyIkaWQiOiIxMTY3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jgiLCJUb3AiOjAsIkxlZnQiOjAsIlJpZ2h0IjowLCJCb3R0b20iOjB9LCJQYWRkaW5nIjp7IiRpZCI6IjExNjkiLCJUb3AiOjAsIkxlZnQiOjAsIlJpZ2h0IjowLCJCb3R0b20iOjB9LCJCYWNrZ3JvdW5kIjp7IiRpZCI6IjExNzAiLCJDb2xvciI6eyIkaWQiOiIxMTcxIiwiQSI6MCwiUiI6MjU1LCJHIjoyNTUsIkIiOjI1NX19LCJJc1Zpc2libGUiOnRydWUsIldpZHRoIjowLjAsIkhlaWdodCI6MC4wLCJCb3JkZXJTdHlsZSI6eyIkaWQiOiIxMTcyIiwiTGluZUNvbG9yIjpudWxsLCJMaW5lV2VpZ2h0IjowLjAsIkxpbmVUeXBlIjowLCJQYXJlbnRTdHlsZSI6bnVsbH0sIlBhcmVudFN0eWxlIjpudWxsfSwiRGF0ZVN0eWxlIjp7IiRpZCI6IjExNzMiLCJGb250U2V0dGluZ3MiOnsiJGlkIjoiMTE3NCIsIkZvbnRTaXplIjoxMCwiRm9udE5hbWUiOiJDYWxpYnJpIiwiSXNCb2xkIjpmYWxzZSwiSXNJdGFsaWMiOmZhbHNlLCJJc1VuZGVybGluZWQiOmZhbHNlLCJQYXJlbnRTdHlsZSI6bnVsbH0sIkF1dG9TaXplIjowLCJGb3JlZ3JvdW5kIjp7IiRpZCI6IjExNzUiLCJDb2xvciI6eyIkaWQiOiIxMTc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MTc3IiwiVG9wIjowLCJMZWZ0IjowLCJSaWdodCI6MCwiQm90dG9tIjowfSwiUGFkZGluZyI6eyIkaWQiOiIxMTc4IiwiVG9wIjowLCJMZWZ0IjowLCJSaWdodCI6MCwiQm90dG9tIjowfSwiQmFja2dyb3VuZCI6eyIkaWQiOiIxMTc5IiwiQ29sb3IiOnsiJHJlZiI6IjExNDAifX0sIklzVmlzaWJsZSI6dHJ1ZSwiV2lkdGgiOjAuMCwiSGVpZ2h0IjowLjAsIkJvcmRlclN0eWxlIjp7IiRpZCI6IjExODAiLCJMaW5lQ29sb3IiOm51bGwsIkxpbmVXZWlnaHQiOjAuMCwiTGluZVR5cGUiOjAsIlBhcmVudFN0eWxlIjpudWxsfSwiUGFyZW50U3R5bGUiOm51bGx9LCJEYXRlRm9ybWF0Ijp7IiRpZCI6IjEx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E4MiIsIkZvcm1hdCI6MCwiSXNWaXNpYmxlIjpmYWxzZSwiTGFzdEtub3duVmlzaWJpbGl0eVN0YXRlIjpmYWxzZX0sIklzVmlzaWJsZSI6ZmFsc2UsIlBhcmVudFN0eWxlIjpudWxsfSwiSW5kZXgiOjMsIlNtYXJ0RHVyYXRpb25BY3RpdmF0ZWQiOmZhbHNlLCJEYXRlRm9ybWF0Ijp7IiRyZWYiOiIxMTgxIn0sIldlZWtOdW1iZXJpbmciOnsiJGlkIjoiMTE4MyIsIkZvcm1hdCI6MCwiSXNWaXNpYmxlIjpmYWxzZSwiTGFzdEtub3duVmlzaWJpbGl0eVN0YXRlIjpmYWxzZX0sIklkIjoiZTViNGQ4NTktMWQ3Mi00MDhiLThiNTYtN2NmYzA5YWUwOWExIiwiSW1wb3J0SWQiOiIyMSIsIlRpdGxlIjoiSXRlcmF0aXZlIHJvbGxvdXQgb2YgdXNlIGNhc2VzIiwiTm90ZSI6bnVsbCwiSHlwZXJsaW5rIjp7IiRpZCI6IjExODQiLCJBZGRyZXNzIjpudWxsLCJTdWJBZGRyZXNzIjpudWxsfSwiSXNDaGFuZ2VkIjpmYWxzZSwiSXNOZXciOmZhbHNlfX0seyIkaWQiOiIxMTg1IiwiX2F0dGFjaGVkTWlsZXN0b25lcyI6W10sIlRhc2tEZWZpbml0aW9uIjp7IiRpZCI6IjExODYiLCJHcm91cE5hbWUiOm51bGwsIlN0YXJ0RGF0ZSI6IjIwMjEtMDYtMTRUMDg6MDA6MDAiLCJFbmREYXRlIjoiMjAyMi0wNC0yOVQxNzowMDowMCIsIlBlcmNlbnRhZ2VDb21wbGV0ZSI6MC4wLCJTdHlsZSI6eyIkaWQiOiIxMTg3IiwiU2hhcGUiOjEsIlNoYXBlVGhpY2tuZXNzIjowLCJEdXJhdGlvbkZvcm1hdCI6MCwiSW5jbHVkZU5vbldvcmtpbmdEYXlzSW5EdXJhdGlvbiI6ZmFsc2UsIlBlcmNlbnRhZ2VDb21wbGV0ZVN0eWxlIjp7IiRpZCI6IjExODgiLCJGb250U2V0dGluZ3MiOnsiJGlkIjoiMTE4OSIsIkZvbnRTaXplIjoxMCwiRm9udE5hbWUiOiJDYWxpYnJpIiwiSXNCb2xkIjpmYWxzZSwiSXNJdGFsaWMiOmZhbHNlLCJJc1VuZGVybGluZWQiOmZhbHNlLCJQYXJlbnRTdHlsZSI6bnVsbH0sIkF1dG9TaXplIjowLCJGb3JlZ3JvdW5kIjp7IiRpZCI6IjExOTAiLCJDb2xvciI6eyIkaWQiOiIxMTkx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TkyIiwiVG9wIjowLCJMZWZ0IjowLCJSaWdodCI6MCwiQm90dG9tIjowfSwiUGFkZGluZyI6eyIkaWQiOiIxMTkzIiwiVG9wIjowLCJMZWZ0IjowLCJSaWdodCI6MCwiQm90dG9tIjowfSwiQmFja2dyb3VuZCI6eyIkaWQiOiIxMTk0IiwiQ29sb3IiOnsiJGlkIjoiMTE5NSIsIkEiOjg5LCJSIjowLCJHIjowLCJCIjowfX0sIklzVmlzaWJsZSI6dHJ1ZSwiV2lkdGgiOjAuMCwiSGVpZ2h0IjowLjAsIkJvcmRlclN0eWxlIjp7IiRpZCI6IjExOTYiLCJMaW5lQ29sb3IiOm51bGwsIkxpbmVXZWlnaHQiOjAuMCwiTGluZVR5cGUiOjAsIlBhcmVudFN0eWxlIjpudWxsfSwiUGFyZW50U3R5bGUiOm51bGx9LCJEdXJhdGlvblN0eWxlIjp7IiRpZCI6IjExOTciLCJGb250U2V0dGluZ3MiOnsiJGlkIjoiMTE5OCIsIkZvbnRTaXplIjoxMCwiRm9udE5hbWUiOiJDYWxpYnJpIiwiSXNCb2xkIjpmYWxzZSwiSXNJdGFsaWMiOmZhbHNlLCJJc1VuZGVybGluZWQiOmZhbHNlLCJQYXJlbnRTdHlsZSI6bnVsbH0sIkF1dG9TaXplIjowLCJGb3JlZ3JvdW5kIjp7IiRpZCI6IjExOTkiLCJDb2xvciI6eyIkaWQiOiIxMjAw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wMSIsIlRvcCI6MCwiTGVmdCI6MCwiUmlnaHQiOjAsIkJvdHRvbSI6MH0sIlBhZGRpbmciOnsiJGlkIjoiMTIwMiIsIlRvcCI6MCwiTGVmdCI6MCwiUmlnaHQiOjAsIkJvdHRvbSI6MH0sIkJhY2tncm91bmQiOnsiJGlkIjoiMTIwMyIsIkNvbG9yIjp7IiRyZWYiOiIxMTk1In19LCJJc1Zpc2libGUiOnRydWUsIldpZHRoIjowLjAsIkhlaWdodCI6MC4wLCJCb3JkZXJTdHlsZSI6eyIkaWQiOiIxMjA0IiwiTGluZUNvbG9yIjpudWxsLCJMaW5lV2VpZ2h0IjowLjAsIkxpbmVUeXBlIjowLCJQYXJlbnRTdHlsZSI6bnVsbH0sIlBhcmVudFN0eWxlIjpudWxsfSwiSG9yaXpvbnRhbENvbm5lY3RvclN0eWxlIjp7IiRpZCI6IjEyMDUiLCJMaW5lQ29sb3IiOnsiJGlkIjoiMTIwNiIsIiR0eXBlIjoiTkxSRS5Db21tb24uRG9tLlNvbGlkQ29sb3JCcnVzaCwgTkxSRS5Db21tb24iLCJDb2xvciI6eyIkaWQiOiIxMjA3IiwiQSI6MjU1LCJSIjoyMDQsIkciOjIwNCwiQiI6MjA0fX0sIkxpbmVXZWlnaHQiOjEuMCwiTGluZVR5cGUiOjAsIlBhcmVudFN0eWxlIjpudWxsfSwiVmVydGljYWxDb25uZWN0b3JTdHlsZSI6eyIkaWQiOiIxMjA4IiwiTGluZUNvbG9yIjp7IiRpZCI6IjEyMDkiLCIkdHlwZSI6Ik5MUkUuQ29tbW9uLkRvbS5Tb2xpZENvbG9yQnJ1c2gsIE5MUkUuQ29tbW9uIiwiQ29sb3IiOnsiJGlkIjoiMTIxMC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yMTEiLCJNYXJnaW4iOnsiJGlkIjoiMTIxMiIsIlRvcCI6MCwiTGVmdCI6NCwiUmlnaHQiOjQsIkJvdHRvbSI6MH0sIlBhZGRpbmciOnsiJGlkIjoiMTIxMyIsIlRvcCI6MCwiTGVmdCI6MCwiUmlnaHQiOjAsIkJvdHRvbSI6MH0sIkJhY2tncm91bmQiOnsiJGlkIjoiMTIxNCIsIkNvbG9yIjp7IiRpZCI6IjEyMTUiLCJBIjoyNTUsIlIiOjE1MCwiRyI6MjE0LCJCIjo2Nn19LCJJc1Zpc2libGUiOnRydWUsIldpZHRoIjowLjAsIkhlaWdodCI6MTAuMCwiQm9yZGVyU3R5bGUiOnsiJGlkIjoiMTIxNiIsIkxpbmVDb2xvciI6eyIkaWQiOiIxMjE3IiwiJHR5cGUiOiJOTFJFLkNvbW1vbi5Eb20uU29saWRDb2xvckJydXNoLCBOTFJFLkNvbW1vbiIsIkNvbG9yIjp7IiRpZCI6IjEyMTgiLCJBIjoyNTUsIlIiOjI1NSwiRyI6MCwiQiI6MH19LCJMaW5lV2VpZ2h0IjowLjAsIkxpbmVUeXBlIjowLCJQYXJlbnRTdHlsZSI6bnVsbH0sIlBhcmVudFN0eWxlIjpudWxsfSwiVGl0bGVTdHlsZSI6eyIkaWQiOiIxMjE5IiwiRm9udFNldHRpbmdzIjp7IiRpZCI6IjEyMjA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yMjEiLCJUb3AiOjAsIkxlZnQiOjAsIlJpZ2h0IjowLCJCb3R0b20iOjB9LCJQYWRkaW5nIjp7IiRpZCI6IjEyMjIiLCJUb3AiOjAsIkxlZnQiOjAsIlJpZ2h0IjowLCJCb3R0b20iOjB9LCJCYWNrZ3JvdW5kIjp7IiRpZCI6IjEyMjMiLCJDb2xvciI6eyIkcmVmIjoiMTE5NSJ9fSwiSXNWaXNpYmxlIjp0cnVlLCJXaWR0aCI6MC4wLCJIZWlnaHQiOjAuMCwiQm9yZGVyU3R5bGUiOnsiJGlkIjoiMTIyNCIsIkxpbmVDb2xvciI6bnVsbCwiTGluZVdlaWdodCI6MC4wLCJMaW5lVHlwZSI6MCwiUGFyZW50U3R5bGUiOm51bGx9LCJQYXJlbnRTdHlsZSI6bnVsbH0sIkRhdGVTdHlsZSI6eyIkaWQiOiIxMjI1IiwiRm9udFNldHRpbmdzIjp7IiRpZCI6IjEyMjYiLCJGb250U2l6ZSI6MTAsIkZvbnROYW1lIjoiQ2FsaWJyaSIsIklzQm9sZCI6ZmFsc2UsIklzSXRhbGljIjpmYWxzZSwiSXNVbmRlcmxpbmVkIjpmYWxzZSwiUGFyZW50U3R5bGUiOm51bGx9LCJBdXRvU2l6ZSI6MCwiRm9yZWdyb3VuZCI6eyIkaWQiOiIxMjI3IiwiQ29sb3IiOnsiJGlkIjoiMTIyO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IyOSIsIlRvcCI6MCwiTGVmdCI6MCwiUmlnaHQiOjAsIkJvdHRvbSI6MH0sIlBhZGRpbmciOnsiJGlkIjoiMTIzMCIsIlRvcCI6MCwiTGVmdCI6MCwiUmlnaHQiOjAsIkJvdHRvbSI6MH0sIkJhY2tncm91bmQiOnsiJGlkIjoiMTIzMSIsIkNvbG9yIjp7IiRyZWYiOiIxMTk1In19LCJJc1Zpc2libGUiOnRydWUsIldpZHRoIjowLjAsIkhlaWdodCI6MC4wLCJCb3JkZXJTdHlsZSI6eyIkaWQiOiIxMjMyIiwiTGluZUNvbG9yIjpudWxsLCJMaW5lV2VpZ2h0IjowLjAsIkxpbmVUeXBlIjowLCJQYXJlbnRTdHlsZSI6bnVsbH0sIlBhcmVudFN0eWxlIjpudWxsfSwiRGF0ZUZvcm1hdCI6eyIkaWQiOiIxMjM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yMzQiLCJGb3JtYXQiOjAsIklzVmlzaWJsZSI6ZmFsc2UsIkxhc3RLbm93blZpc2liaWxpdHlTdGF0ZSI6ZmFsc2V9LCJJc1Zpc2libGUiOmZhbHNlLCJQYXJlbnRTdHlsZSI6bnVsbH0sIkluZGV4IjoyNCwiU21hcnREdXJhdGlvbkFjdGl2YXRlZCI6ZmFsc2UsIkRhdGVGb3JtYXQiOnsiJHJlZiI6IjEyMzMifSwiV2Vla051bWJlcmluZyI6eyIkaWQiOiIxMjM1IiwiRm9ybWF0IjowLCJJc1Zpc2libGUiOmZhbHNlLCJMYXN0S25vd25WaXNpYmlsaXR5U3RhdGUiOmZhbHNlfSwiSWQiOiIxOTQwZjExZS0yMThlLTQ2MGItOGVmNS1lNGIxNDIyNjJmNzgiLCJJbXBvcnRJZCI6IjQiLCJUaXRsZSI6IkphcGFuIiwiTm90ZSI6bnVsbCwiSHlwZXJsaW5rIjp7IiRpZCI6IjEyMzYiLCJBZGRyZXNzIjoiIiwiU3ViQWRkcmVzcyI6IiJ9LCJJc0NoYW5nZWQiOmZhbHNlLCJJc05ldyI6ZmFsc2V9fV0sIk1pbGVzdG9uZXMiOltdfSx7IiRpZCI6IjEyMzciLCJJZCI6ImFhNjU1M2FhLWRiM2YtNDBlNi05ZjhiLWQxMDE5YzBlZTAzZCIsIkluZGV4IjozLCJIZWFkZXJUZXh0IjoiVGhhaWxhbmQiLCJTdHlsZSI6eyIkaWQiOiIxMjM4IiwiSGVhZGVyU3R5bGUiOnsiJGlkIjoiMTIzOSIsIlRleHRTdHlsZSI6eyIkaWQiOiIxMjQwIiwiRm9udFNldHRpbmdzIjp7IiRpZCI6IjEyNDEiLCJGb250U2l6ZSI6MTIsIkZvbnROYW1lIjoiQ2FsaWJyaSIsIklzQm9sZCI6ZmFsc2UsIklzSXRhbGljIjpmYWxzZSwiSXNVbmRlcmxpbmVkIjpmYWxzZSwiUGFyZW50U3R5bGUiOm51bGx9LCJBdXRvU2l6ZSI6MCwiRm9yZWdyb3VuZCI6eyIkaWQiOiIxMjQyIiwiQ29sb3IiOnsiJGlkIjoiMTI0MyIsIkEiOjI1NSwiUiI6MjU1LCJHIjoyNTUsIkIiOjI1NX19LCJNYXhXaWR0aCI6MC4wLCJNYXhIZWlnaHQiOjAuMCwiU21hcnRGb3JlZ3JvdW5kSXNBY3RpdmUiOmZhbHNlLCJIb3Jpem9udGFsQWxpZ25tZW50IjowLCJWZXJ0aWNhbEFsaWdubWVudCI6MCwiU21hcnRGb3JlZ3JvdW5kIjpudWxsLCJCYWNrZ3JvdW5kRmlsbFR5cGUiOjAsIk1hcmdpbiI6eyIkaWQiOiIxMjQ0IiwiVG9wIjowLCJMZWZ0IjowLCJSaWdodCI6MCwiQm90dG9tIjowfSwiUGFkZGluZyI6eyIkaWQiOiIxMjQ1IiwiVG9wIjowLCJMZWZ0IjowLCJSaWdodCI6MCwiQm90dG9tIjowfSwiQmFja2dyb3VuZCI6bnVsbCwiSXNWaXNpYmxlIjpmYWxzZSwiV2lkdGgiOjAuMCwiSGVpZ2h0IjowLjAsIkJvcmRlclN0eWxlIjpudWxsLCJQYXJlbnRTdHlsZSI6bnVsbH0sIlJlY3RhbmdsZVN0eWxlIjp7IiRpZCI6IjEyNDYiLCJNYXJnaW4iOnsiJGlkIjoiMTI0NyIsIlRvcCI6MCwiTGVmdCI6MCwiUmlnaHQiOjAsIkJvdHRvbSI6MH0sIlBhZGRpbmciOnsiJGlkIjoiMTI0OCIsIlRvcCI6MCwiTGVmdCI6MCwiUmlnaHQiOjAsIkJvdHRvbSI6MH0sIkJhY2tncm91bmQiOnsiJGlkIjoiMTI0OSIsIkNvbG9yIjp7IiRpZCI6IjEyNTAiLCJBIjoyNTUsIlIiOjY4LCJHIjoxMTQsIkIiOjE5Nn19LCJJc1Zpc2libGUiOmZhbHNlLCJXaWR0aCI6MC4wLCJIZWlnaHQiOjAuMCwiQm9yZGVyU3R5bGUiOnsiJGlkIjoiMTI1MSIsIkxpbmVDb2xvciI6eyIkaWQiOiIxMjUyIiwiJHR5cGUiOiJOTFJFLkNvbW1vbi5Eb20uU29saWRDb2xvckJydXNoLCBOTFJFLkNvbW1vbiIsIkNvbG9yIjp7IiRpZCI6IjEyNTMiLCJBIjoyNTUsIlIiOjI1NSwiRyI6MjU1LCJCIjoyNTV9fSwiTGluZVdlaWdodCI6MC4wLCJMaW5lVHlwZSI6MCwiUGFyZW50U3R5bGUiOm51bGx9LCJQYXJlbnRTdHlsZSI6bnVsbH0sIk1hcmdpbiI6eyIkaWQiOiIxMjU0IiwiVG9wIjowLCJMZWZ0IjowLCJSaWdodCI6MCwiQm90dG9tIjowfSwiUGFkZGluZyI6eyIkaWQiOiIxMjU1IiwiVG9wIjowLCJMZWZ0IjowLCJSaWdodCI6MCwiQm90dG9tIjowfSwiQmFja2dyb3VuZCI6bnVsbCwiSXNWaXNpYmxlIjp0cnVlLCJXaWR0aCI6MC4wLCJIZWlnaHQiOjAuMCwiQm9yZGVyU3R5bGUiOm51bGwsIlBhcmVudFN0eWxlIjpudWxsfSwiQmFja2dyb3VuZFN0eWxlIjp7IiRpZCI6IjEyNTYiLCJNYXJnaW4iOnsiJGlkIjoiMTI1NyIsIlRvcCI6MCwiTGVmdCI6MCwiUmlnaHQiOjAsIkJvdHRvbSI6MH0sIlBhZGRpbmciOnsiJGlkIjoiMTI1OCIsIlRvcCI6MCwiTGVmdCI6MCwiUmlnaHQiOjAsIkJvdHRvbSI6MH0sIkJhY2tncm91bmQiOnsiJGlkIjoiMTI1OSIsIkNvbG9yIjp7IiRpZCI6IjEyNjAiLCJBIjozOCwiUiI6NjgsIkciOjExNCwiQiI6MTk2fX0sIklzVmlzaWJsZSI6dHJ1ZSwiV2lkdGgiOjAuMCwiSGVpZ2h0IjowLjAsIkJvcmRlclN0eWxlIjp7IiRpZCI6IjEyNjEiLCJMaW5lQ29sb3IiOnsiJGlkIjoiMTI2MiIsIiR0eXBlIjoiTkxSRS5Db21tb24uRG9tLlNvbGlkQ29sb3JCcnVzaCwgTkxSRS5Db21tb24iLCJDb2xvciI6eyIkaWQiOiIxMjYzIiwiQSI6MjU1LCJSIjo1NSwiRyI6NTUsIkIiOjU1fX0sIkxpbmVXZWlnaHQiOjAuMCwiTGluZVR5cGUiOjAsIlBhcmVudFN0eWxlIjpudWxsfSwiUGFyZW50U3R5bGUiOm51bGx9LCJJc0Fib3ZlVGltZWJhbmQiOmZhbHNlLCJNYXJnaW4iOnsiJGlkIjoiMTI2NCIsIlRvcCI6MCwiTGVmdCI6MCwiUmlnaHQiOjAsIkJvdHRvbSI6MH0sIlBhZGRpbmciOnsiJGlkIjoiMTI2NSIsIlRvcCI6MCwiTGVmdCI6MCwiUmlnaHQiOjAsIkJvdHRvbSI6MH0sIklzVmlzaWJsZSI6dHJ1ZSwiV2lkdGgiOjAuMCwiSGVpZ2h0IjowLjAsIkJvcmRlclN0eWxlIjpudWxsLCJQYXJlbnRTdHlsZSI6bnVsbH0sIlRhc2tzIjpbeyIkaWQiOiIxMjY2IiwiX2F0dGFjaGVkTWlsZXN0b25lcyI6W10sIlRhc2tEZWZpbml0aW9uIjp7IiRpZCI6IjEyNjciLCJHcm91cE5hbWUiOm51bGwsIlN0YXJ0RGF0ZSI6IjIwMjItMDEtMDNUMDg6MDA6MDAiLCJFbmREYXRlIjoiMjAyMi0wMS0yOFQxNzowMDowMCIsIlBlcmNlbnRhZ2VDb21wbGV0ZSI6MC4wLCJTdHlsZSI6eyIkaWQiOiIxMjY4IiwiU2hhcGUiOjEsIlNoYXBlVGhpY2tuZXNzIjowLCJEdXJhdGlvbkZvcm1hdCI6MCwiSW5jbHVkZU5vbldvcmtpbmdEYXlzSW5EdXJhdGlvbiI6ZmFsc2UsIlBlcmNlbnRhZ2VDb21wbGV0ZVN0eWxlIjp7IiRpZCI6IjEyNjkiLCJGb250U2V0dGluZ3MiOnsiJGlkIjoiMTI3MCIsIkZvbnRTaXplIjoxMCwiRm9udE5hbWUiOiJDYWxpYnJpIiwiSXNCb2xkIjpmYWxzZSwiSXNJdGFsaWMiOmZhbHNlLCJJc1VuZGVybGluZWQiOmZhbHNlLCJQYXJlbnRTdHlsZSI6bnVsbH0sIkF1dG9TaXplIjowLCJGb3JlZ3JvdW5kIjp7IiRpZCI6IjEyNzEiLCJDb2xvciI6eyIkaWQiOiIxMj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jczIiwiVG9wIjowLCJMZWZ0IjowLCJSaWdodCI6MCwiQm90dG9tIjowfSwiUGFkZGluZyI6eyIkaWQiOiIxMjc0IiwiVG9wIjowLCJMZWZ0IjowLCJSaWdodCI6MCwiQm90dG9tIjowfSwiQmFja2dyb3VuZCI6eyIkaWQiOiIxMjc1IiwiQ29sb3IiOnsiJGlkIjoiMTI3NiIsIkEiOjg5LCJSIjowLCJHIjowLCJCIjowfX0sIklzVmlzaWJsZSI6dHJ1ZSwiV2lkdGgiOjAuMCwiSGVpZ2h0IjowLjAsIkJvcmRlclN0eWxlIjp7IiRpZCI6IjEyNzciLCJMaW5lQ29sb3IiOm51bGwsIkxpbmVXZWlnaHQiOjAuMCwiTGluZVR5cGUiOjAsIlBhcmVudFN0eWxlIjpudWxsfSwiUGFyZW50U3R5bGUiOm51bGx9LCJEdXJhdGlvblN0eWxlIjp7IiRpZCI6IjEyNzgiLCJGb250U2V0dGluZ3MiOnsiJGlkIjoiMTI3OSIsIkZvbnRTaXplIjoxMCwiRm9udE5hbWUiOiJDYWxpYnJpIiwiSXNCb2xkIjpmYWxzZSwiSXNJdGFsaWMiOmZhbHNlLCJJc1VuZGVybGluZWQiOmZhbHNlLCJQYXJlbnRTdHlsZSI6bnVsbH0sIkF1dG9TaXplIjowLCJGb3JlZ3JvdW5kIjp7IiRpZCI6IjEyODAiLCJDb2xvciI6eyIkaWQiOiIxMj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4MiIsIlRvcCI6MCwiTGVmdCI6MCwiUmlnaHQiOjAsIkJvdHRvbSI6MH0sIlBhZGRpbmciOnsiJGlkIjoiMTI4MyIsIlRvcCI6MCwiTGVmdCI6MCwiUmlnaHQiOjAsIkJvdHRvbSI6MH0sIkJhY2tncm91bmQiOnsiJGlkIjoiMTI4NCIsIkNvbG9yIjp7IiRyZWYiOiIxMjc2In19LCJJc1Zpc2libGUiOnRydWUsIldpZHRoIjowLjAsIkhlaWdodCI6MC4wLCJCb3JkZXJTdHlsZSI6eyIkaWQiOiIxMjg1IiwiTGluZUNvbG9yIjpudWxsLCJMaW5lV2VpZ2h0IjowLjAsIkxpbmVUeXBlIjowLCJQYXJlbnRTdHlsZSI6bnVsbH0sIlBhcmVudFN0eWxlIjpudWxsfSwiSG9yaXpvbnRhbENvbm5lY3RvclN0eWxlIjp7IiRpZCI6IjEyODYiLCJMaW5lQ29sb3IiOnsiJGlkIjoiMTI4NyIsIiR0eXBlIjoiTkxSRS5Db21tb24uRG9tLlNvbGlkQ29sb3JCcnVzaCwgTkxSRS5Db21tb24iLCJDb2xvciI6eyIkaWQiOiIxMjg4IiwiQSI6MjU1LCJSIjoyMDQsIkciOjIwNCwiQiI6MjA0fX0sIkxpbmVXZWlnaHQiOjEuMCwiTGluZVR5cGUiOjAsIlBhcmVudFN0eWxlIjpudWxsfSwiVmVydGljYWxDb25uZWN0b3JTdHlsZSI6eyIkaWQiOiIxMjg5IiwiTGluZUNvbG9yIjp7IiRpZCI6IjEyOTAiLCIkdHlwZSI6Ik5MUkUuQ29tbW9uLkRvbS5Tb2xpZENvbG9yQnJ1c2gsIE5MUkUuQ29tbW9uIiwiQ29sb3IiOnsiJGlkIjoiMTI5M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yOTIiLCJNYXJnaW4iOnsiJGlkIjoiMTI5MyIsIlRvcCI6MCwiTGVmdCI6NCwiUmlnaHQiOjQsIkJvdHRvbSI6MH0sIlBhZGRpbmciOnsiJGlkIjoiMTI5NCIsIlRvcCI6MCwiTGVmdCI6MCwiUmlnaHQiOjAsIkJvdHRvbSI6MH0sIkJhY2tncm91bmQiOnsiJGlkIjoiMTI5NSIsIkNvbG9yIjp7IiRpZCI6IjEyOTYiLCJBIjoyNTUsIlIiOjY4LCJHIjoxMTQsIkIiOjE5Nn19LCJJc1Zpc2libGUiOnRydWUsIldpZHRoIjowLjAsIkhlaWdodCI6MTAuMCwiQm9yZGVyU3R5bGUiOnsiJGlkIjoiMTI5NyIsIkxpbmVDb2xvciI6eyIkaWQiOiIxMjk4IiwiJHR5cGUiOiJOTFJFLkNvbW1vbi5Eb20uU29saWRDb2xvckJydXNoLCBOTFJFLkNvbW1vbiIsIkNvbG9yIjp7IiRpZCI6IjEyOTkiLCJBIjoyNTUsIlIiOjI1NSwiRyI6MCwiQiI6MH19LCJMaW5lV2VpZ2h0IjowLjAsIkxpbmVUeXBlIjowLCJQYXJlbnRTdHlsZSI6bnVsbH0sIlBhcmVudFN0eWxlIjpudWxsfSwiVGl0bGVTdHlsZSI6eyIkaWQiOiIxMzAwIiwiRm9udFNldHRpbmdzIjp7IiRpZCI6IjEzMDEiLCJGb250U2l6ZSI6MTEsIkZvbnROYW1lIjoiQ2FsaWJyaSIsIklzQm9sZCI6ZmFsc2UsIklzSXRhbGljIjpmYWxzZSwiSXNVbmRlcmxpbmVkIjpmYWxzZSwiUGFyZW50U3R5bGUiOm51bGx9LCJBdXRvU2l6ZSI6MCwiRm9yZWdyb3VuZCI6eyIkaWQiOiIxMzAyIiwiQ29sb3IiOnsiJGlkIjoiMTMwM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A0IiwiVG9wIjowLCJMZWZ0IjowLCJSaWdodCI6MCwiQm90dG9tIjowfSwiUGFkZGluZyI6eyIkaWQiOiIxMzA1IiwiVG9wIjowLCJMZWZ0IjowLCJSaWdodCI6MCwiQm90dG9tIjowfSwiQmFja2dyb3VuZCI6eyIkaWQiOiIxMzA2IiwiQ29sb3IiOnsiJGlkIjoiMTMwNyIsIkEiOjAsIlIiOjI1NSwiRyI6MjU1LCJCIjoyNTV9fSwiSXNWaXNpYmxlIjp0cnVlLCJXaWR0aCI6MC4wLCJIZWlnaHQiOjAuMCwiQm9yZGVyU3R5bGUiOnsiJGlkIjoiMTMwOCIsIkxpbmVDb2xvciI6bnVsbCwiTGluZVdlaWdodCI6MC4wLCJMaW5lVHlwZSI6MCwiUGFyZW50U3R5bGUiOm51bGx9LCJQYXJlbnRTdHlsZSI6bnVsbH0sIkRhdGVTdHlsZSI6eyIkaWQiOiIxMzA5IiwiRm9udFNldHRpbmdzIjp7IiRpZCI6IjEzMTAiLCJGb250U2l6ZSI6MTAsIkZvbnROYW1lIjoiQ2FsaWJyaSIsIklzQm9sZCI6ZmFsc2UsIklzSXRhbGljIjpmYWxzZSwiSXNVbmRlcmxpbmVkIjpmYWxzZSwiUGFyZW50U3R5bGUiOm51bGx9LCJBdXRvU2l6ZSI6MCwiRm9yZWdyb3VuZCI6eyIkaWQiOiIxMzExIiwiQ29sb3IiOnsiJGlkIjoiMTMxM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xMyIsIlRvcCI6MCwiTGVmdCI6MCwiUmlnaHQiOjAsIkJvdHRvbSI6MH0sIlBhZGRpbmciOnsiJGlkIjoiMTMxNCIsIlRvcCI6MCwiTGVmdCI6MCwiUmlnaHQiOjAsIkJvdHRvbSI6MH0sIkJhY2tncm91bmQiOnsiJGlkIjoiMTMxNSIsIkNvbG9yIjp7IiRyZWYiOiIxMjc2In19LCJJc1Zpc2libGUiOnRydWUsIldpZHRoIjowLjAsIkhlaWdodCI6MC4wLCJCb3JkZXJTdHlsZSI6eyIkaWQiOiIxMzE2IiwiTGluZUNvbG9yIjpudWxsLCJMaW5lV2VpZ2h0IjowLjAsIkxpbmVUeXBlIjowLCJQYXJlbnRTdHlsZSI6bnVsbH0sIlBhcmVudFN0eWxlIjpudWxsfSwiRGF0ZUZvcm1hdCI6eyIkaWQiOiIxMzE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TgiLCJGb3JtYXQiOjAsIklzVmlzaWJsZSI6ZmFsc2UsIkxhc3RLbm93blZpc2liaWxpdHlTdGF0ZSI6ZmFsc2V9LCJJc1Zpc2libGUiOmZhbHNlLCJQYXJlbnRTdHlsZSI6bnVsbH0sIkluZGV4IjowLCJTbWFydER1cmF0aW9uQWN0aXZhdGVkIjpmYWxzZSwiRGF0ZUZvcm1hdCI6eyIkcmVmIjoiMTMxNyJ9LCJXZWVrTnVtYmVyaW5nIjp7IiRpZCI6IjEzMTkiLCJGb3JtYXQiOjAsIklzVmlzaWJsZSI6ZmFsc2UsIkxhc3RLbm93blZpc2liaWxpdHlTdGF0ZSI6ZmFsc2V9LCJJZCI6ImExY2FhYzQxLTYwZWUtNDE4YS05OTA0LWYxMWU5ZmM4ZjRlMiIsIkltcG9ydElkIjoiMjUiLCJUaXRsZSI6IldvcmtzaG9wcyBQcmVwYXJlICYgUnVuIiwiTm90ZSI6bnVsbCwiSHlwZXJsaW5rIjp7IiRpZCI6IjEzMjAiLCJBZGRyZXNzIjpudWxsLCJTdWJBZGRyZXNzIjpudWxsfSwiSXNDaGFuZ2VkIjpmYWxzZSwiSXNOZXciOmZhbHNlfX0seyIkaWQiOiIxMzIxIiwiX2F0dGFjaGVkTWlsZXN0b25lcyI6W10sIlRhc2tEZWZpbml0aW9uIjp7IiRpZCI6IjEzMjIiLCJHcm91cE5hbWUiOm51bGwsIlN0YXJ0RGF0ZSI6IjIwMjItMDEtMzFUMDg6MDA6MDAiLCJFbmREYXRlIjoiMjAyMi0wMi0yNVQxNzowMDowMCIsIlBlcmNlbnRhZ2VDb21wbGV0ZSI6MC4wLCJTdHlsZSI6eyIkaWQiOiIxMzIzIiwiU2hhcGUiOjEsIlNoYXBlVGhpY2tuZXNzIjowLCJEdXJhdGlvbkZvcm1hdCI6MCwiSW5jbHVkZU5vbldvcmtpbmdEYXlzSW5EdXJhdGlvbiI6ZmFsc2UsIlBlcmNlbnRhZ2VDb21wbGV0ZVN0eWxlIjp7IiRpZCI6IjEzMjQiLCJGb250U2V0dGluZ3MiOnsiJGlkIjoiMTMyNSIsIkZvbnRTaXplIjoxMCwiRm9udE5hbWUiOiJDYWxpYnJpIiwiSXNCb2xkIjpmYWxzZSwiSXNJdGFsaWMiOmZhbHNlLCJJc1VuZGVybGluZWQiOmZhbHNlLCJQYXJlbnRTdHlsZSI6bnVsbH0sIkF1dG9TaXplIjowLCJGb3JlZ3JvdW5kIjp7IiRpZCI6IjEzMjYiLCJDb2xvciI6eyIkaWQiOiIxMzI3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zI4IiwiVG9wIjowLCJMZWZ0IjowLCJSaWdodCI6MCwiQm90dG9tIjowfSwiUGFkZGluZyI6eyIkaWQiOiIxMzI5IiwiVG9wIjowLCJMZWZ0IjowLCJSaWdodCI6MCwiQm90dG9tIjowfSwiQmFja2dyb3VuZCI6eyIkaWQiOiIxMzMwIiwiQ29sb3IiOnsiJGlkIjoiMTMzMSIsIkEiOjg5LCJSIjowLCJHIjowLCJCIjowfX0sIklzVmlzaWJsZSI6dHJ1ZSwiV2lkdGgiOjAuMCwiSGVpZ2h0IjowLjAsIkJvcmRlclN0eWxlIjp7IiRpZCI6IjEzMzIiLCJMaW5lQ29sb3IiOm51bGwsIkxpbmVXZWlnaHQiOjAuMCwiTGluZVR5cGUiOjAsIlBhcmVudFN0eWxlIjpudWxsfSwiUGFyZW50U3R5bGUiOm51bGx9LCJEdXJhdGlvblN0eWxlIjp7IiRpZCI6IjEzMzMiLCJGb250U2V0dGluZ3MiOnsiJGlkIjoiMTMzNCIsIkZvbnRTaXplIjoxMCwiRm9udE5hbWUiOiJDYWxpYnJpIiwiSXNCb2xkIjpmYWxzZSwiSXNJdGFsaWMiOmZhbHNlLCJJc1VuZGVybGluZWQiOmZhbHNlLCJQYXJlbnRTdHlsZSI6bnVsbH0sIkF1dG9TaXplIjowLCJGb3JlZ3JvdW5kIjp7IiRpZCI6IjEzMzUiLCJDb2xvciI6eyIkaWQiOiIxMzM2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MzNyIsIlRvcCI6MCwiTGVmdCI6MCwiUmlnaHQiOjAsIkJvdHRvbSI6MH0sIlBhZGRpbmciOnsiJGlkIjoiMTMzOCIsIlRvcCI6MCwiTGVmdCI6MCwiUmlnaHQiOjAsIkJvdHRvbSI6MH0sIkJhY2tncm91bmQiOnsiJGlkIjoiMTMzOSIsIkNvbG9yIjp7IiRyZWYiOiIxMzMxIn19LCJJc1Zpc2libGUiOnRydWUsIldpZHRoIjowLjAsIkhlaWdodCI6MC4wLCJCb3JkZXJTdHlsZSI6eyIkaWQiOiIxMzQwIiwiTGluZUNvbG9yIjpudWxsLCJMaW5lV2VpZ2h0IjowLjAsIkxpbmVUeXBlIjowLCJQYXJlbnRTdHlsZSI6bnVsbH0sIlBhcmVudFN0eWxlIjpudWxsfSwiSG9yaXpvbnRhbENvbm5lY3RvclN0eWxlIjp7IiRpZCI6IjEzNDEiLCJMaW5lQ29sb3IiOnsiJGlkIjoiMTM0MiIsIiR0eXBlIjoiTkxSRS5Db21tb24uRG9tLlNvbGlkQ29sb3JCcnVzaCwgTkxSRS5Db21tb24iLCJDb2xvciI6eyIkaWQiOiIxMzQzIiwiQSI6MjU1LCJSIjoyMDQsIkciOjIwNCwiQiI6MjA0fX0sIkxpbmVXZWlnaHQiOjEuMCwiTGluZVR5cGUiOjAsIlBhcmVudFN0eWxlIjpudWxsfSwiVmVydGljYWxDb25uZWN0b3JTdHlsZSI6eyIkaWQiOiIxMzQ0IiwiTGluZUNvbG9yIjp7IiRpZCI6IjEzNDUiLCIkdHlwZSI6Ik5MUkUuQ29tbW9uLkRvbS5Tb2xpZENvbG9yQnJ1c2gsIE5MUkUuQ29tbW9uIiwiQ29sb3IiOnsiJGlkIjoiMTM0Ni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zNDciLCJNYXJnaW4iOnsiJGlkIjoiMTM0OCIsIlRvcCI6MCwiTGVmdCI6NCwiUmlnaHQiOjQsIkJvdHRvbSI6MH0sIlBhZGRpbmciOnsiJGlkIjoiMTM0OSIsIlRvcCI6MCwiTGVmdCI6MCwiUmlnaHQiOjAsIkJvdHRvbSI6MH0sIkJhY2tncm91bmQiOnsiJGlkIjoiMTM1MCIsIkNvbG9yIjp7IiRpZCI6IjEzNTEiLCJBIjoyNTUsIlIiOjY4LCJHIjoxMTQsIkIiOjE5Nn19LCJJc1Zpc2libGUiOnRydWUsIldpZHRoIjowLjAsIkhlaWdodCI6MTAuMCwiQm9yZGVyU3R5bGUiOnsiJGlkIjoiMTM1MiIsIkxpbmVDb2xvciI6eyIkaWQiOiIxMzUzIiwiJHR5cGUiOiJOTFJFLkNvbW1vbi5Eb20uU29saWRDb2xvckJydXNoLCBOTFJFLkNvbW1vbiIsIkNvbG9yIjp7IiRpZCI6IjEzNTQiLCJBIjoyNTUsIlIiOjI1NSwiRyI6MCwiQiI6MH19LCJMaW5lV2VpZ2h0IjowLjAsIkxpbmVUeXBlIjowLCJQYXJlbnRTdHlsZSI6bnVsbH0sIlBhcmVudFN0eWxlIjpudWxsfSwiVGl0bGVTdHlsZSI6eyIkaWQiOiIxMzU1IiwiRm9udFNldHRpbmdzIjp7IiRpZCI6IjEzNTYiLCJGb250U2l6ZSI6MTEsIkZvbnROYW1lIjoiQ2FsaWJyaSIsIklzQm9sZCI6ZmFsc2UsIklzSXRhbGljIjpmYWxzZSwiSXNVbmRlcmxpbmVkIjpmYWxzZSwiUGFyZW50U3R5bGUiOm51bGx9LCJBdXRvU2l6ZSI6MCwiRm9yZWdyb3VuZCI6eyIkaWQiOiIxMzU3IiwiQ29sb3IiOnsiJGlkIjoiMTM1OC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U5IiwiVG9wIjowLCJMZWZ0IjowLCJSaWdodCI6MCwiQm90dG9tIjowfSwiUGFkZGluZyI6eyIkaWQiOiIxMzYwIiwiVG9wIjowLCJMZWZ0IjowLCJSaWdodCI6MCwiQm90dG9tIjowfSwiQmFja2dyb3VuZCI6eyIkaWQiOiIxMzYxIiwiQ29sb3IiOnsiJGlkIjoiMTM2MiIsIkEiOjAsIlIiOjI1NSwiRyI6MjU1LCJCIjoyNTV9fSwiSXNWaXNpYmxlIjp0cnVlLCJXaWR0aCI6MC4wLCJIZWlnaHQiOjAuMCwiQm9yZGVyU3R5bGUiOnsiJGlkIjoiMTM2MyIsIkxpbmVDb2xvciI6bnVsbCwiTGluZVdlaWdodCI6MC4wLCJMaW5lVHlwZSI6MCwiUGFyZW50U3R5bGUiOm51bGx9LCJQYXJlbnRTdHlsZSI6bnVsbH0sIkRhdGVTdHlsZSI6eyIkaWQiOiIxMzY0IiwiRm9udFNldHRpbmdzIjp7IiRpZCI6IjEzNjUiLCJGb250U2l6ZSI6MTAsIkZvbnROYW1lIjoiQ2FsaWJyaSIsIklzQm9sZCI6ZmFsc2UsIklzSXRhbGljIjpmYWxzZSwiSXNVbmRlcmxpbmVkIjpmYWxzZSwiUGFyZW50U3R5bGUiOm51bGx9LCJBdXRvU2l6ZSI6MCwiRm9yZWdyb3VuZCI6eyIkaWQiOiIxMzY2IiwiQ29sb3IiOnsiJGlkIjoiMTM2Ny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2OCIsIlRvcCI6MCwiTGVmdCI6MCwiUmlnaHQiOjAsIkJvdHRvbSI6MH0sIlBhZGRpbmciOnsiJGlkIjoiMTM2OSIsIlRvcCI6MCwiTGVmdCI6MCwiUmlnaHQiOjAsIkJvdHRvbSI6MH0sIkJhY2tncm91bmQiOnsiJGlkIjoiMTM3MCIsIkNvbG9yIjp7IiRyZWYiOiIxMzMxIn19LCJJc1Zpc2libGUiOnRydWUsIldpZHRoIjowLjAsIkhlaWdodCI6MC4wLCJCb3JkZXJTdHlsZSI6eyIkaWQiOiIxMzcxIiwiTGluZUNvbG9yIjpudWxsLCJMaW5lV2VpZ2h0IjowLjAsIkxpbmVUeXBlIjowLCJQYXJlbnRTdHlsZSI6bnVsbH0sIlBhcmVudFN0eWxlIjpudWxsfSwiRGF0ZUZvcm1hdCI6eyIkaWQiOiIxMzc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NzMiLCJGb3JtYXQiOjAsIklzVmlzaWJsZSI6ZmFsc2UsIkxhc3RLbm93blZpc2liaWxpdHlTdGF0ZSI6ZmFsc2V9LCJJc1Zpc2libGUiOmZhbHNlLCJQYXJlbnRTdHlsZSI6bnVsbH0sIkluZGV4IjoxLCJTbWFydER1cmF0aW9uQWN0aXZhdGVkIjpmYWxzZSwiRGF0ZUZvcm1hdCI6eyIkcmVmIjoiMTM3MiJ9LCJXZWVrTnVtYmVyaW5nIjp7IiRpZCI6IjEzNzQiLCJGb3JtYXQiOjAsIklzVmlzaWJsZSI6ZmFsc2UsIkxhc3RLbm93blZpc2liaWxpdHlTdGF0ZSI6ZmFsc2V9LCJJZCI6IjY3OWIyZDJhLWJjOTctNDgwZS04MDQ0LWZlMmRkNGZhOWJjOSIsIkltcG9ydElkIjoiMjYiLCJUaXRsZSI6IkFsaWduICYgUHJpb3JpdGl6ZSB1c2UgY2FzZXMiLCJOb3RlIjpudWxsLCJIeXBlcmxpbmsiOnsiJGlkIjoiMTM3NSIsIkFkZHJlc3MiOm51bGwsIlN1YkFkZHJlc3MiOm51bGx9LCJJc0NoYW5nZWQiOmZhbHNlLCJJc05ldyI6ZmFsc2V9fSx7IiRpZCI6IjEzNzYiLCJfYXR0YWNoZWRNaWxlc3RvbmVzIjpbXSwiVGFza0RlZmluaXRpb24iOnsiJGlkIjoiMTM3NyIsIkdyb3VwTmFtZSI6bnVsbCwiU3RhcnREYXRlIjoiMjAyMi0wMi0yMVQwODowMDowMCIsIkVuZERhdGUiOiIyMDIyLTA1LTIwVDE3OjAwOjAwIiwiUGVyY2VudGFnZUNvbXBsZXRlIjowLjAsIlN0eWxlIjp7IiRpZCI6IjEzNzgiLCJTaGFwZSI6MSwiU2hhcGVUaGlja25lc3MiOjAsIkR1cmF0aW9uRm9ybWF0IjowLCJJbmNsdWRlTm9uV29ya2luZ0RheXNJbkR1cmF0aW9uIjpmYWxzZSwiUGVyY2VudGFnZUNvbXBsZXRlU3R5bGUiOnsiJGlkIjoiMTM3OSIsIkZvbnRTZXR0aW5ncyI6eyIkaWQiOiIxMzgwIiwiRm9udFNpemUiOjEwLCJGb250TmFtZSI6IkNhbGlicmkiLCJJc0JvbGQiOmZhbHNlLCJJc0l0YWxpYyI6ZmFsc2UsIklzVW5kZXJsaW5lZCI6ZmFsc2UsIlBhcmVudFN0eWxlIjpudWxsfSwiQXV0b1NpemUiOjAsIkZvcmVncm91bmQiOnsiJGlkIjoiMTM4MSIsIkNvbG9yIjp7IiRpZCI6IjEzODI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M4MyIsIkNvbG9yIjp7IiRyZWYiOiI1MzcifX0sIklzVmlzaWJsZSI6dHJ1ZSwiV2lkdGgiOjAuMCwiSGVpZ2h0IjowLjAsIkJvcmRlclN0eWxlIjp7IiRpZCI6IjEzODQiLCJMaW5lQ29sb3IiOm51bGwsIkxpbmVXZWlnaHQiOjAuMCwiTGluZVR5cGUiOjAsIlBhcmVudFN0eWxlIjpudWxsfSwiUGFyZW50U3R5bGUiOm51bGx9LCJEdXJhdGlvblN0eWxlIjp7IiRpZCI6IjEzODUiLCJGb250U2V0dGluZ3MiOnsiJGlkIjoiMTM4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M4NyIsIkxpbmVDb2xvciI6bnVsbCwiTGluZVdlaWdodCI6MC4wLCJMaW5lVHlwZSI6MCwiUGFyZW50U3R5bGUiOm51bGx9LCJQYXJlbnRTdHlsZSI6bnVsbH0sIkhvcml6b250YWxDb25uZWN0b3JTdHlsZSI6eyIkaWQiOiIxMzg4IiwiTGluZUNvbG9yIjp7IiRyZWYiOiI5OSJ9LCJMaW5lV2VpZ2h0IjoxLjAsIkxpbmVUeXBlIjowLCJQYXJlbnRTdHlsZSI6bnVsbH0sIlZlcnRpY2FsQ29ubmVjdG9yU3R5bGUiOnsiJGlkIjoiMTM4OSIsIkxpbmVDb2xvciI6eyIkcmVmIjoiMTAyIn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MTM5MCIsIk1hcmdpbiI6eyIkcmVmIjoiMTA1In0sIlBhZGRpbmciOnsiJHJlZiI6IjEwNiJ9LCJCYWNrZ3JvdW5kIjp7IiRpZCI6IjEzOTEiLCJDb2xvciI6eyIkaWQiOiIxMzkyIiwiQSI6MjU1LCJSIjo2OCwiRyI6MTE0LCJCIjoxOTZ9fSwiSXNWaXNpYmxlIjp0cnVlLCJXaWR0aCI6MC4wLCJIZWlnaHQiOjEwLjAsIkJvcmRlclN0eWxlIjp7IiRpZCI6IjEzOTMiLCJMaW5lQ29sb3IiOnsiJHJlZiI6IjU0OCJ9LCJMaW5lV2VpZ2h0IjowLjAsIkxpbmVUeXBlIjowLCJQYXJlbnRTdHlsZSI6bnVsbH0sIlBhcmVudFN0eWxlIjpudWxsfSwiVGl0bGVTdHlsZSI6eyIkaWQiOiIxMzk0IiwiRm9udFNldHRpbmdzIjp7IiRpZCI6IjEzOTUiLCJGb250U2l6ZSI6MTEsIkZvbnROYW1lIjoiQ2FsaWJyaSIsIklzQm9sZCI6ZmFsc2UsIklzSXRhbGljIjpmYWxzZSwiSXNVbmRlcmxpbmVkIjpmYWxzZSwiUGFyZW50U3R5bGUiOm51bGx9LCJBdXRvU2l6ZSI6MCwiRm9yZWdyb3VuZCI6eyIkaWQiOiIxMzk2IiwiQ29sb3IiOnsiJGlkIjoiMTM5NyIsIkEiOjI1NSwiUiI6MjU1LCJHIjoyNTUsIkIiOjI1NX19LCJNYXhXaWR0aCI6OTYwLjAsIk1heEhlaWdodCI6IkluZmluaXR5IiwiU21hcnRGb3JlZ3JvdW5kSXNBY3RpdmUiOmZhbHNlLCJIb3Jpem9udGFsQWxpZ25tZW50IjowLCJWZXJ0aWNhbEFsaWdubWVudCI6MCwiU21hcnRGb3JlZ3JvdW5kIjpudWxsLCJCYWNrZ3JvdW5kRmlsbFR5cGUiOjAsIk1hcmdpbiI6eyIkcmVmIjoiMTE2In0sIlBhZGRpbmciOnsiJHJlZiI6IjExNyJ9LCJCYWNrZ3JvdW5kIjp7IiRpZCI6IjEzOTgiLCJDb2xvciI6eyIkaWQiOiIxMzk5IiwiQSI6MCwiUiI6MjU1LCJHIjoyNTUsIkIiOjI1NX19LCJJc1Zpc2libGUiOnRydWUsIldpZHRoIjowLjAsIkhlaWdodCI6MC4wLCJCb3JkZXJTdHlsZSI6eyIkaWQiOiIxNDAwIiwiTGluZUNvbG9yIjpudWxsLCJMaW5lV2VpZ2h0IjowLjAsIkxpbmVUeXBlIjowLCJQYXJlbnRTdHlsZSI6bnVsbH0sIlBhcmVudFN0eWxlIjpudWxsfSwiRGF0ZVN0eWxlIjp7IiRpZCI6IjE0MDEiLCJGb250U2V0dGluZ3MiOnsiJGlkIjoiMTQwMiIsIkZvbnRTaXplIjoxMCwiRm9udE5hbWUiOiJDYWxpYnJpIiwiSXNCb2xkIjpmYWxzZSwiSXNJdGFsaWMiOmZhbHNlLCJJc1VuZGVybGluZWQiOmZhbHNlLCJQYXJlbnRTdHlsZSI6bnVsbH0sIkF1dG9TaXplIjowLCJGb3JlZ3JvdW5kIjp7IiRpZCI6IjE0MDMiLCJDb2xvciI6eyIkaWQiOiIxNDA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0MDUiLCJDb2xvciI6eyIkaWQiOiIxNDA2IiwiQSI6MCwiUiI6MjU1LCJHIjoyNTUsIkIiOjI1NX19LCJJc1Zpc2libGUiOnRydWUsIldpZHRoIjowLjAsIkhlaWdodCI6MC4wLCJCb3JkZXJTdHlsZSI6eyIkaWQiOiIxNDA3IiwiTGluZUNvbG9yIjpudWxsLCJMaW5lV2VpZ2h0IjowLjAsIkxpbmVUeXBlIjowLCJQYXJlbnRTdHlsZSI6bnVsbH0sIlBhcmVudFN0eWxlIjpudWxsfSwiRGF0ZUZvcm1hdCI6eyIkcmVmIjoiNTY0In0sIldlZWtOdW1iZXJpbmciOnsiJGlkIjoiMTQwOCIsIkZvcm1hdCI6MCwiSXNWaXNpYmxlIjpmYWxzZSwiTGFzdEtub3duVmlzaWJpbGl0eVN0YXRlIjpmYWxzZX0sIklzVmlzaWJsZSI6ZmFsc2UsIlBhcmVudFN0eWxlIjpudWxsfSwiSW5kZXgiOjIsIlNtYXJ0RHVyYXRpb25BY3RpdmF0ZWQiOmZhbHNlLCJEYXRlRm9ybWF0Ijp7IiRyZWYiOiI1NjQifSwiV2Vla051bWJlcmluZyI6eyIkaWQiOiIxNDA5IiwiRm9ybWF0IjowLCJJc1Zpc2libGUiOmZhbHNlLCJMYXN0S25vd25WaXNpYmlsaXR5U3RhdGUiOmZhbHNlfSwiSWQiOiIwYjI5YWEwMS01ZDllLTQ3N2EtOTczNi0zNjA4MGNhMDU1MGMiLCJJbXBvcnRJZCI6IjY0IiwiVGl0bGUiOiJDcmVhdGUgdGVjaCBibHVlcHJpbnQgZm9yIGVhY2ggdXNlIGNhc2UiLCJOb3RlIjpudWxsLCJIeXBlcmxpbmsiOnsiJGlkIjoiMTQxMCIsIkFkZHJlc3MiOm51bGwsIlN1YkFkZHJlc3MiOm51bGx9LCJJc0NoYW5nZWQiOmZhbHNlLCJJc05ldyI6ZmFsc2V9fSx7IiRpZCI6IjE0MTEiLCJfYXR0YWNoZWRNaWxlc3RvbmVzIjpbXSwiVGFza0RlZmluaXRpb24iOnsiJGlkIjoiMTQxMiIsIkdyb3VwTmFtZSI6bnVsbCwiU3RhcnREYXRlIjoiMjAyMi0wMi0yOFQwODowMDowMCIsIkVuZERhdGUiOiIyMDIyLTEwLTI4VDE3OjAwOjAwIiwiUGVyY2VudGFnZUNvbXBsZXRlIjowLjAsIlN0eWxlIjp7IiRpZCI6IjE0MTMiLCJTaGFwZSI6MSwiU2hhcGVUaGlja25lc3MiOjAsIkR1cmF0aW9uRm9ybWF0IjowLCJJbmNsdWRlTm9uV29ya2luZ0RheXNJbkR1cmF0aW9uIjpmYWxzZSwiUGVyY2VudGFnZUNvbXBsZXRlU3R5bGUiOnsiJGlkIjoiMTQxNCIsIkZvbnRTZXR0aW5ncyI6eyIkaWQiOiIxNDE1IiwiRm9udFNpemUiOjEwLCJGb250TmFtZSI6IkNhbGlicmkiLCJJc0JvbGQiOmZhbHNlLCJJc0l0YWxpYyI6ZmFsc2UsIklzVW5kZXJsaW5lZCI6ZmFsc2UsIlBhcmVudFN0eWxlIjpudWxsfSwiQXV0b1NpemUiOjAsIkZvcmVncm91bmQiOnsiJGlkIjoiMTQxNiIsIkNvbG9yIjp7IiRpZCI6IjE0MTc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0MTgiLCJUb3AiOjAsIkxlZnQiOjAsIlJpZ2h0IjowLCJCb3R0b20iOjB9LCJQYWRkaW5nIjp7IiRpZCI6IjE0MTkiLCJUb3AiOjAsIkxlZnQiOjAsIlJpZ2h0IjowLCJCb3R0b20iOjB9LCJCYWNrZ3JvdW5kIjp7IiRpZCI6IjE0MjAiLCJDb2xvciI6eyIkaWQiOiIxNDIxIiwiQSI6ODksIlIiOjAsIkciOjAsIkIiOjB9fSwiSXNWaXNpYmxlIjp0cnVlLCJXaWR0aCI6MC4wLCJIZWlnaHQiOjAuMCwiQm9yZGVyU3R5bGUiOnsiJGlkIjoiMTQyMiIsIkxpbmVDb2xvciI6bnVsbCwiTGluZVdlaWdodCI6MC4wLCJMaW5lVHlwZSI6MCwiUGFyZW50U3R5bGUiOm51bGx9LCJQYXJlbnRTdHlsZSI6bnVsbH0sIkR1cmF0aW9uU3R5bGUiOnsiJGlkIjoiMTQyMyIsIkZvbnRTZXR0aW5ncyI6eyIkaWQiOiIxNDI0IiwiRm9udFNpemUiOjEwLCJGb250TmFtZSI6IkNhbGlicmkiLCJJc0JvbGQiOmZhbHNlLCJJc0l0YWxpYyI6ZmFsc2UsIklzVW5kZXJsaW5lZCI6ZmFsc2UsIlBhcmVudFN0eWxlIjpudWxsfSwiQXV0b1NpemUiOjAsIkZvcmVncm91bmQiOnsiJGlkIjoiMTQyNSIsIkNvbG9yIjp7IiRpZCI6IjE0MjY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NDI3IiwiVG9wIjowLCJMZWZ0IjowLCJSaWdodCI6MCwiQm90dG9tIjowfSwiUGFkZGluZyI6eyIkaWQiOiIxNDI4IiwiVG9wIjowLCJMZWZ0IjowLCJSaWdodCI6MCwiQm90dG9tIjowfSwiQmFja2dyb3VuZCI6eyIkaWQiOiIxNDI5IiwiQ29sb3IiOnsiJHJlZiI6IjE0MjEifX0sIklzVmlzaWJsZSI6dHJ1ZSwiV2lkdGgiOjAuMCwiSGVpZ2h0IjowLjAsIkJvcmRlclN0eWxlIjp7IiRpZCI6IjE0MzAiLCJMaW5lQ29sb3IiOm51bGwsIkxpbmVXZWlnaHQiOjAuMCwiTGluZVR5cGUiOjAsIlBhcmVudFN0eWxlIjpudWxsfSwiUGFyZW50U3R5bGUiOm51bGx9LCJIb3Jpem9udGFsQ29ubmVjdG9yU3R5bGUiOnsiJGlkIjoiMTQzMSIsIkxpbmVDb2xvciI6eyIkaWQiOiIxNDMyIiwiJHR5cGUiOiJOTFJFLkNvbW1vbi5Eb20uU29saWRDb2xvckJydXNoLCBOTFJFLkNvbW1vbiIsIkNvbG9yIjp7IiRpZCI6IjE0MzMiLCJBIjoyNTUsIlIiOjIwNCwiRyI6MjA0LCJCIjoyMDR9fSwiTGluZVdlaWdodCI6MS4wLCJMaW5lVHlwZSI6MCwiUGFyZW50U3R5bGUiOm51bGx9LCJWZXJ0aWNhbENvbm5lY3RvclN0eWxlIjp7IiRpZCI6IjE0MzQiLCJMaW5lQ29sb3IiOnsiJGlkIjoiMTQzNSIsIiR0eXBlIjoiTkxSRS5Db21tb24uRG9tLlNvbGlkQ29sb3JCcnVzaCwgTkxSRS5Db21tb24iLCJDb2xvciI6eyIkaWQiOiIxNDM2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QzNyIsIk1hcmdpbiI6eyIkaWQiOiIxNDM4IiwiVG9wIjowLCJMZWZ0Ijo0LCJSaWdodCI6NCwiQm90dG9tIjowfSwiUGFkZGluZyI6eyIkaWQiOiIxNDM5IiwiVG9wIjowLCJMZWZ0IjowLCJSaWdodCI6MCwiQm90dG9tIjowfSwiQmFja2dyb3VuZCI6eyIkaWQiOiIxNDQwIiwiQ29sb3IiOnsiJGlkIjoiMTQ0MSIsIkEiOjI1NSwiUiI6NjgsIkciOjExNCwiQiI6MTk2fX0sIklzVmlzaWJsZSI6dHJ1ZSwiV2lkdGgiOjAuMCwiSGVpZ2h0IjoxMC4wLCJCb3JkZXJTdHlsZSI6eyIkaWQiOiIxNDQyIiwiTGluZUNvbG9yIjp7IiRpZCI6IjE0NDMiLCIkdHlwZSI6Ik5MUkUuQ29tbW9uLkRvbS5Tb2xpZENvbG9yQnJ1c2gsIE5MUkUuQ29tbW9uIiwiQ29sb3IiOnsiJGlkIjoiMTQ0NCIsIkEiOjI1NSwiUiI6MjU1LCJHIjowLCJCIjowfX0sIkxpbmVXZWlnaHQiOjAuMCwiTGluZVR5cGUiOjAsIlBhcmVudFN0eWxlIjpudWxsfSwiUGFyZW50U3R5bGUiOm51bGx9LCJUaXRsZVN0eWxlIjp7IiRpZCI6IjE0NDUiLCJGb250U2V0dGluZ3MiOnsiJGlkIjoiMTQ0NiIsIkZvbnRTaXplIjoxMSwiRm9udE5hbWUiOiJDYWxpYnJpIiwiSXNCb2xkIjpmYWxzZSwiSXNJdGFsaWMiOmZhbHNlLCJJc1VuZGVybGluZWQiOmZhbHNlLCJQYXJlbnRTdHlsZSI6bnVsbH0sIkF1dG9TaXplIjowLCJGb3JlZ3JvdW5kIjp7IiRpZCI6IjE0NDciLCJDb2xvciI6eyIkaWQiOiIxNDQ4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0NDkiLCJUb3AiOjAsIkxlZnQiOjAsIlJpZ2h0IjowLCJCb3R0b20iOjB9LCJQYWRkaW5nIjp7IiRpZCI6IjE0NTAiLCJUb3AiOjAsIkxlZnQiOjAsIlJpZ2h0IjowLCJCb3R0b20iOjB9LCJCYWNrZ3JvdW5kIjp7IiRpZCI6IjE0NTEiLCJDb2xvciI6eyIkaWQiOiIxNDUyIiwiQSI6MCwiUiI6MjU1LCJHIjoyNTUsIkIiOjI1NX19LCJJc1Zpc2libGUiOnRydWUsIldpZHRoIjowLjAsIkhlaWdodCI6MC4wLCJCb3JkZXJTdHlsZSI6eyIkaWQiOiIxNDUzIiwiTGluZUNvbG9yIjpudWxsLCJMaW5lV2VpZ2h0IjowLjAsIkxpbmVUeXBlIjowLCJQYXJlbnRTdHlsZSI6bnVsbH0sIlBhcmVudFN0eWxlIjpudWxsfSwiRGF0ZVN0eWxlIjp7IiRpZCI6IjE0NTQiLCJGb250U2V0dGluZ3MiOnsiJGlkIjoiMTQ1NSIsIkZvbnRTaXplIjoxMCwiRm9udE5hbWUiOiJDYWxpYnJpIiwiSXNCb2xkIjpmYWxzZSwiSXNJdGFsaWMiOmZhbHNlLCJJc1VuZGVybGluZWQiOmZhbHNlLCJQYXJlbnRTdHlsZSI6bnVsbH0sIkF1dG9TaXplIjowLCJGb3JlZ3JvdW5kIjp7IiRpZCI6IjE0NTYiLCJDb2xvciI6eyIkaWQiOiIxNDU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NDU4IiwiVG9wIjowLCJMZWZ0IjowLCJSaWdodCI6MCwiQm90dG9tIjowfSwiUGFkZGluZyI6eyIkaWQiOiIxNDU5IiwiVG9wIjowLCJMZWZ0IjowLCJSaWdodCI6MCwiQm90dG9tIjowfSwiQmFja2dyb3VuZCI6eyIkaWQiOiIxNDYwIiwiQ29sb3IiOnsiJHJlZiI6IjE0MjEifX0sIklzVmlzaWJsZSI6dHJ1ZSwiV2lkdGgiOjAuMCwiSGVpZ2h0IjowLjAsIkJvcmRlclN0eWxlIjp7IiRpZCI6IjE0NjEiLCJMaW5lQ29sb3IiOm51bGwsIkxpbmVXZWlnaHQiOjAuMCwiTGluZVR5cGUiOjAsIlBhcmVudFN0eWxlIjpudWxsfSwiUGFyZW50U3R5bGUiOm51bGx9LCJEYXRlRm9ybWF0Ijp7IiRpZCI6IjE0Nj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Q2MyIsIkZvcm1hdCI6MCwiSXNWaXNpYmxlIjpmYWxzZSwiTGFzdEtub3duVmlzaWJpbGl0eVN0YXRlIjpmYWxzZX0sIklzVmlzaWJsZSI6ZmFsc2UsIlBhcmVudFN0eWxlIjpudWxsfSwiSW5kZXgiOjMsIlNtYXJ0RHVyYXRpb25BY3RpdmF0ZWQiOmZhbHNlLCJEYXRlRm9ybWF0Ijp7IiRyZWYiOiIxNDYyIn0sIldlZWtOdW1iZXJpbmciOnsiJGlkIjoiMTQ2NCIsIkZvcm1hdCI6MCwiSXNWaXNpYmxlIjpmYWxzZSwiTGFzdEtub3duVmlzaWJpbGl0eVN0YXRlIjpmYWxzZX0sIklkIjoiYWIyNDM2YTQtYjY0Zi00NjBhLTllMTktNDAwMzczNTVmMzY5IiwiSW1wb3J0SWQiOiIyNyIsIlRpdGxlIjoiSXRlcmF0aXZlIHJvbGxvdXQgb2YgdXNlIGNhc2VzIiwiTm90ZSI6bnVsbCwiSHlwZXJsaW5rIjp7IiRpZCI6IjE0NjUiLCJBZGRyZXNzIjpudWxsLCJTdWJBZGRyZXNzIjpudWxsfSwiSXNDaGFuZ2VkIjpmYWxzZSwiSXNOZXciOmZhbHNlfX0seyIkaWQiOiIxNDY2IiwiX2F0dGFjaGVkTWlsZXN0b25lcyI6W10sIlRhc2tEZWZpbml0aW9uIjp7IiRpZCI6IjE0NjciLCJHcm91cE5hbWUiOm51bGwsIlN0YXJ0RGF0ZSI6IjIwMjItMDEtMDNUMDg6MDA6MDAiLCJFbmREYXRlIjoiMjAyMi0xMC0yOFQxNzowMDowMCIsIlBlcmNlbnRhZ2VDb21wbGV0ZSI6MC4wLCJTdHlsZSI6eyIkaWQiOiIxNDY4IiwiU2hhcGUiOjEsIlNoYXBlVGhpY2tuZXNzIjowLCJEdXJhdGlvbkZvcm1hdCI6MCwiSW5jbHVkZU5vbldvcmtpbmdEYXlzSW5EdXJhdGlvbiI6ZmFsc2UsIlBlcmNlbnRhZ2VDb21wbGV0ZVN0eWxlIjp7IiRpZCI6IjE0NjkiLCJGb250U2V0dGluZ3MiOnsiJGlkIjoiMTQ3MCIsIkZvbnRTaXplIjoxMCwiRm9udE5hbWUiOiJDYWxpYnJpIiwiSXNCb2xkIjpmYWxzZSwiSXNJdGFsaWMiOmZhbHNlLCJJc1VuZGVybGluZWQiOmZhbHNlLCJQYXJlbnRTdHlsZSI6bnVsbH0sIkF1dG9TaXplIjowLCJGb3JlZ3JvdW5kIjp7IiRpZCI6IjE0NzEiLCJDb2xvciI6eyIkaWQiOiIxND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NDczIiwiVG9wIjowLCJMZWZ0IjowLCJSaWdodCI6MCwiQm90dG9tIjowfSwiUGFkZGluZyI6eyIkaWQiOiIxNDc0IiwiVG9wIjowLCJMZWZ0IjowLCJSaWdodCI6MCwiQm90dG9tIjowfSwiQmFja2dyb3VuZCI6eyIkaWQiOiIxNDc1IiwiQ29sb3IiOnsiJGlkIjoiMTQ3NiIsIkEiOjg5LCJSIjowLCJHIjowLCJCIjowfX0sIklzVmlzaWJsZSI6dHJ1ZSwiV2lkdGgiOjAuMCwiSGVpZ2h0IjowLjAsIkJvcmRlclN0eWxlIjp7IiRpZCI6IjE0NzciLCJMaW5lQ29sb3IiOm51bGwsIkxpbmVXZWlnaHQiOjAuMCwiTGluZVR5cGUiOjAsIlBhcmVudFN0eWxlIjpudWxsfSwiUGFyZW50U3R5bGUiOm51bGx9LCJEdXJhdGlvblN0eWxlIjp7IiRpZCI6IjE0NzgiLCJGb250U2V0dGluZ3MiOnsiJGlkIjoiMTQ3OSIsIkZvbnRTaXplIjoxMCwiRm9udE5hbWUiOiJDYWxpYnJpIiwiSXNCb2xkIjpmYWxzZSwiSXNJdGFsaWMiOmZhbHNlLCJJc1VuZGVybGluZWQiOmZhbHNlLCJQYXJlbnRTdHlsZSI6bnVsbH0sIkF1dG9TaXplIjowLCJGb3JlZ3JvdW5kIjp7IiRpZCI6IjE0ODAiLCJDb2xvciI6eyIkaWQiOiIxND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Q4MiIsIlRvcCI6MCwiTGVmdCI6MCwiUmlnaHQiOjAsIkJvdHRvbSI6MH0sIlBhZGRpbmciOnsiJGlkIjoiMTQ4MyIsIlRvcCI6MCwiTGVmdCI6MCwiUmlnaHQiOjAsIkJvdHRvbSI6MH0sIkJhY2tncm91bmQiOnsiJGlkIjoiMTQ4NCIsIkNvbG9yIjp7IiRyZWYiOiIxNDc2In19LCJJc1Zpc2libGUiOnRydWUsIldpZHRoIjowLjAsIkhlaWdodCI6MC4wLCJCb3JkZXJTdHlsZSI6eyIkaWQiOiIxNDg1IiwiTGluZUNvbG9yIjpudWxsLCJMaW5lV2VpZ2h0IjowLjAsIkxpbmVUeXBlIjowLCJQYXJlbnRTdHlsZSI6bnVsbH0sIlBhcmVudFN0eWxlIjpudWxsfSwiSG9yaXpvbnRhbENvbm5lY3RvclN0eWxlIjp7IiRpZCI6IjE0ODYiLCJMaW5lQ29sb3IiOnsiJGlkIjoiMTQ4NyIsIiR0eXBlIjoiTkxSRS5Db21tb24uRG9tLlNvbGlkQ29sb3JCcnVzaCwgTkxSRS5Db21tb24iLCJDb2xvciI6eyIkaWQiOiIxNDg4IiwiQSI6MjU1LCJSIjoyMDQsIkciOjIwNCwiQiI6MjA0fX0sIkxpbmVXZWlnaHQiOjEuMCwiTGluZVR5cGUiOjAsIlBhcmVudFN0eWxlIjpudWxsfSwiVmVydGljYWxDb25uZWN0b3JTdHlsZSI6eyIkaWQiOiIxNDg5IiwiTGluZUNvbG9yIjp7IiRpZCI6IjE0OTAiLCIkdHlwZSI6Ik5MUkUuQ29tbW9uLkRvbS5Tb2xpZENvbG9yQnJ1c2gsIE5MUkUuQ29tbW9uIiwiQ29sb3IiOnsiJGlkIjoiMTQ5MS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0OTIiLCJNYXJnaW4iOnsiJGlkIjoiMTQ5MyIsIlRvcCI6MCwiTGVmdCI6NCwiUmlnaHQiOjQsIkJvdHRvbSI6MH0sIlBhZGRpbmciOnsiJGlkIjoiMTQ5NCIsIlRvcCI6MCwiTGVmdCI6MCwiUmlnaHQiOjAsIkJvdHRvbSI6MH0sIkJhY2tncm91bmQiOnsiJGlkIjoiMTQ5NSIsIkNvbG9yIjp7IiRpZCI6IjE0OTYiLCJBIjoyNTUsIlIiOjY4LCJHIjoxMTQsIkIiOjE5Nn19LCJJc1Zpc2libGUiOnRydWUsIldpZHRoIjowLjAsIkhlaWdodCI6MTAuMCwiQm9yZGVyU3R5bGUiOnsiJGlkIjoiMTQ5NyIsIkxpbmVDb2xvciI6eyIkaWQiOiIxNDk4IiwiJHR5cGUiOiJOTFJFLkNvbW1vbi5Eb20uU29saWRDb2xvckJydXNoLCBOTFJFLkNvbW1vbiIsIkNvbG9yIjp7IiRpZCI6IjE0OTkiLCJBIjoyNTUsIlIiOjI1NSwiRyI6MCwiQiI6MH19LCJMaW5lV2VpZ2h0IjowLjAsIkxpbmVUeXBlIjowLCJQYXJlbnRTdHlsZSI6bnVsbH0sIlBhcmVudFN0eWxlIjpudWxsfSwiVGl0bGVTdHlsZSI6eyIkaWQiOiIxNTAwIiwiRm9udFNldHRpbmdzIjp7IiRpZCI6IjE1MDE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1MDIiLCJUb3AiOjAsIkxlZnQiOjAsIlJpZ2h0IjowLCJCb3R0b20iOjB9LCJQYWRkaW5nIjp7IiRpZCI6IjE1MDMiLCJUb3AiOjAsIkxlZnQiOjAsIlJpZ2h0IjowLCJCb3R0b20iOjB9LCJCYWNrZ3JvdW5kIjp7IiRpZCI6IjE1MDQiLCJDb2xvciI6eyIkcmVmIjoiMTQ3NiJ9fSwiSXNWaXNpYmxlIjp0cnVlLCJXaWR0aCI6MC4wLCJIZWlnaHQiOjAuMCwiQm9yZGVyU3R5bGUiOnsiJGlkIjoiMTUwNSIsIkxpbmVDb2xvciI6bnVsbCwiTGluZVdlaWdodCI6MC4wLCJMaW5lVHlwZSI6MCwiUGFyZW50U3R5bGUiOm51bGx9LCJQYXJlbnRTdHlsZSI6bnVsbH0sIkRhdGVTdHlsZSI6eyIkaWQiOiIxNTA2IiwiRm9udFNldHRpbmdzIjp7IiRpZCI6IjE1MDciLCJGb250U2l6ZSI6MTAsIkZvbnROYW1lIjoiQ2FsaWJyaSIsIklzQm9sZCI6ZmFsc2UsIklzSXRhbGljIjpmYWxzZSwiSXNVbmRlcmxpbmVkIjpmYWxzZSwiUGFyZW50U3R5bGUiOm51bGx9LCJBdXRvU2l6ZSI6MCwiRm9yZWdyb3VuZCI6eyIkaWQiOiIxNTA4IiwiQ29sb3IiOnsiJGlkIjoiMTUwOS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UxMCIsIlRvcCI6MCwiTGVmdCI6MCwiUmlnaHQiOjAsIkJvdHRvbSI6MH0sIlBhZGRpbmciOnsiJGlkIjoiMTUxMSIsIlRvcCI6MCwiTGVmdCI6MCwiUmlnaHQiOjAsIkJvdHRvbSI6MH0sIkJhY2tncm91bmQiOnsiJGlkIjoiMTUxMiIsIkNvbG9yIjp7IiRyZWYiOiIxNDc2In19LCJJc1Zpc2libGUiOnRydWUsIldpZHRoIjowLjAsIkhlaWdodCI6MC4wLCJCb3JkZXJTdHlsZSI6eyIkaWQiOiIxNTEzIiwiTGluZUNvbG9yIjpudWxsLCJMaW5lV2VpZ2h0IjowLjAsIkxpbmVUeXBlIjowLCJQYXJlbnRTdHlsZSI6bnVsbH0sIlBhcmVudFN0eWxlIjpudWxsfSwiRGF0ZUZvcm1hdCI6eyIkaWQiOiIxNTE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TUiLCJGb3JtYXQiOjAsIklzVmlzaWJsZSI6ZmFsc2UsIkxhc3RLbm93blZpc2liaWxpdHlTdGF0ZSI6ZmFsc2V9LCJJc1Zpc2libGUiOmZhbHNlLCJQYXJlbnRTdHlsZSI6bnVsbH0sIkluZGV4IjoyNSwiU21hcnREdXJhdGlvbkFjdGl2YXRlZCI6ZmFsc2UsIkRhdGVGb3JtYXQiOnsiJHJlZiI6IjE1MTQifSwiV2Vla051bWJlcmluZyI6eyIkaWQiOiIxNTE2IiwiRm9ybWF0IjowLCJJc1Zpc2libGUiOmZhbHNlLCJMYXN0S25vd25WaXNpYmlsaXR5U3RhdGUiOmZhbHNlfSwiSWQiOiIyN2YyNjA0ZS0yYzA4LTQ0MDctYjUwYy05NTg2ZDRiZGQ1YzEiLCJJbXBvcnRJZCI6IjUiLCJUaXRsZSI6IlRoYWlsYW5kIiwiTm90ZSI6bnVsbCwiSHlwZXJsaW5rIjp7IiRpZCI6IjE1MTciLCJBZGRyZXNzIjoiIiwiU3ViQWRkcmVzcyI6IiJ9LCJJc0NoYW5nZWQiOmZhbHNlLCJJc05ldyI6ZmFsc2V9fV0sIk1pbGVzdG9uZXMiOltdfSx7IiRpZCI6IjE1MTgiLCJJZCI6IjhlMmFmZWZhLWZiMmItNDQwZi1iMmZmLWE0YjQwMzhkNGZjNSIsIkluZGV4Ijo0LCJIZWFkZXJUZXh0IjoiRm91bmRhdGlvbiIsIlN0eWxlIjp7IiRpZCI6IjE1MTkiLCJIZWFkZXJTdHlsZSI6eyIkaWQiOiIxNTIwIiwiVGV4dFN0eWxlIjp7IiRpZCI6IjE1MjEiLCJGb250U2V0dGluZ3MiOnsiJGlkIjoiMTUyMiIsIkZvbnRTaXplIjoxMiwiRm9udE5hbWUiOiJDYWxpYnJpIiwiSXNCb2xkIjpmYWxzZSwiSXNJdGFsaWMiOmZhbHNlLCJJc1VuZGVybGluZWQiOmZhbHNlLCJQYXJlbnRTdHlsZSI6bnVsbH0sIkF1dG9TaXplIjowLCJGb3JlZ3JvdW5kIjp7IiRpZCI6IjE1MjMiLCJDb2xvciI6eyIkaWQiOiIxNTI0IiwiQSI6MjU1LCJSIjoyNTUsIkciOjI1NSwiQiI6MjU1fX0sIk1heFdpZHRoIjowLjAsIk1heEhlaWdodCI6MC4wLCJTbWFydEZvcmVncm91bmRJc0FjdGl2ZSI6ZmFsc2UsIkhvcml6b250YWxBbGlnbm1lbnQiOjAsIlZlcnRpY2FsQWxpZ25tZW50IjowLCJTbWFydEZvcmVncm91bmQiOm51bGwsIkJhY2tncm91bmRGaWxsVHlwZSI6MCwiTWFyZ2luIjp7IiRyZWYiOiIxNDIifSwiUGFkZGluZyI6eyIkcmVmIjoiMTQzIn0sIkJhY2tncm91bmQiOm51bGwsIklzVmlzaWJsZSI6ZmFsc2UsIldpZHRoIjowLjAsIkhlaWdodCI6MC4wLCJCb3JkZXJTdHlsZSI6bnVsbCwiUGFyZW50U3R5bGUiOm51bGx9LCJSZWN0YW5nbGVTdHlsZSI6eyIkaWQiOiIxNTI1IiwiTWFyZ2luIjp7IiRyZWYiOiIxNDUifSwiUGFkZGluZyI6eyIkcmVmIjoiMTQ2In0sIkJhY2tncm91bmQiOnsiJGlkIjoiMTUyNiIsIkNvbG9yIjp7IiRpZCI6IjE1MjciLCJBIjoxMjcsIlIiOjAsIkciOjAsIkIiOjB9fSwiSXNWaXNpYmxlIjpmYWxzZSwiV2lkdGgiOjAuMCwiSGVpZ2h0IjowLjAsIkJvcmRlclN0eWxlIjp7IiRpZCI6IjE1MjgiLCJMaW5lQ29sb3IiOnsiJGlkIjoiMTUyOSIsIiR0eXBlIjoiTkxSRS5Db21tb24uRG9tLlNvbGlkQ29sb3JCcnVzaCwgTkxSRS5Db21tb24iLCJDb2xvciI6eyIkaWQiOiIxNTMwIiwiQSI6MjU1LCJSIjo4OCwiRyI6MzksIkIiOjd9fSwiTGluZVdlaWdodCI6MC4wLCJMaW5lVHlwZSI6MCwiUGFyZW50U3R5bGUiOm51bGx9LCJQYXJlbnRTdHlsZSI6bnVsbH0sIk1hcmdpbiI6eyIkcmVmIjoiMTUyIn0sIlBhZGRpbmciOnsiJHJlZiI6IjE1MyJ9LCJCYWNrZ3JvdW5kIjpudWxsLCJJc1Zpc2libGUiOnRydWUsIldpZHRoIjowLjAsIkhlaWdodCI6MC4wLCJCb3JkZXJTdHlsZSI6bnVsbCwiUGFyZW50U3R5bGUiOm51bGx9LCJCYWNrZ3JvdW5kU3R5bGUiOnsiJGlkIjoiMTUzMSIsIk1hcmdpbiI6eyIkcmVmIjoiMTU1In0sIlBhZGRpbmciOnsiJHJlZiI6IjE1NiJ9LCJCYWNrZ3JvdW5kIjp7IiRpZCI6IjE1MzIiLCJDb2xvciI6eyIkaWQiOiIxNTMzIiwiQSI6MzgsIlIiOjI1NSwiRyI6MjU1LCJCIjoyNTV9fSwiSXNWaXNpYmxlIjp0cnVlLCJXaWR0aCI6MC4wLCJIZWlnaHQiOjAuMCwiQm9yZGVyU3R5bGUiOnsiJGlkIjoiMTUzNCIsIkxpbmVDb2xvciI6eyIkaWQiOiIxNTM1IiwiJHR5cGUiOiJOTFJFLkNvbW1vbi5Eb20uU29saWRDb2xvckJydXNoLCBOTFJFLkNvbW1vbiIsIkNvbG9yIjp7IiRpZCI6IjE1MzYiLCJBIjoyNTUsIlIiOjg4LCJHIjozOSwiQiI6N319LCJMaW5lV2VpZ2h0IjowLjAsIkxpbmVUeXBlIjowLCJQYXJlbnRTdHlsZSI6bnVsbH0sIlBhcmVudFN0eWxlIjpudWxsfSwiSXNBYm92ZVRpbWViYW5kIjpmYWxzZSwiTWFyZ2luIjp7IiRyZWYiOiIxNjIifSwiUGFkZGluZyI6eyIkcmVmIjoiMTYzIn0sIklzVmlzaWJsZSI6dHJ1ZSwiV2lkdGgiOjAuMCwiSGVpZ2h0IjowLjAsIkJvcmRlclN0eWxlIjpudWxsLCJQYXJlbnRTdHlsZSI6bnVsbH0sIlRhc2tzIjpbeyIkaWQiOiIxNTM3IiwiX2F0dGFjaGVkTWlsZXN0b25lcyI6W10sIlRhc2tEZWZpbml0aW9uIjp7IiRpZCI6IjE1MzgiLCJHcm91cE5hbWUiOm51bGwsIlN0YXJ0RGF0ZSI6IjIwMjEtMDYtMTVUMDg6MDA6MDBaIiwiRW5kRGF0ZSI6IjIwMjEtMTItMzFUMTc6MDA6MDBaIiwiUGVyY2VudGFnZUNvbXBsZXRlIjowLjAsIlN0eWxlIjp7IiRpZCI6IjE1MzkiLCJTaGFwZSI6MSwiU2hhcGVUaGlja25lc3MiOjAsIkR1cmF0aW9uRm9ybWF0IjowLCJJbmNsdWRlTm9uV29ya2luZ0RheXNJbkR1cmF0aW9uIjpmYWxzZSwiUGVyY2VudGFnZUNvbXBsZXRlU3R5bGUiOnsiJGlkIjoiMTU0MCIsIkZvbnRTZXR0aW5ncyI6eyIkaWQiOiIxNTQxIiwiRm9udFNpemUiOjEwLCJGb250TmFtZSI6IkNhbGlicmkiLCJJc0JvbGQiOmZhbHNlLCJJc0l0YWxpYyI6ZmFsc2UsIklzVW5kZXJsaW5lZCI6ZmFsc2UsIlBhcmVudFN0eWxlIjpudWxsfSwiQXV0b1NpemUiOjAsIkZvcmVncm91bmQiOnsiJGlkIjoiMTU0MiIsIkNvbG9yIjp7IiRpZCI6IjE1NDM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DQiLCJMaW5lQ29sb3IiOm51bGwsIkxpbmVXZWlnaHQiOjAuMCwiTGluZVR5cGUiOjAsIlBhcmVudFN0eWxlIjpudWxsfSwiUGFyZW50U3R5bGUiOm51bGx9LCJEdXJhdGlvblN0eWxlIjp7IiRpZCI6IjE1NDUiLCJGb250U2V0dGluZ3MiOnsiJGlkIjoiMTU0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0NyIsIkxpbmVDb2xvciI6bnVsbCwiTGluZVdlaWdodCI6MC4wLCJMaW5lVHlwZSI6MCwiUGFyZW50U3R5bGUiOm51bGx9LCJQYXJlbnRTdHlsZSI6bnVsbH0sIkhvcml6b250YWxDb25uZWN0b3JTdHlsZSI6eyIkaWQiOiIxNTQ4IiwiTGluZUNvbG9yIjp7IiRyZWYiOiI5OSJ9LCJMaW5lV2VpZ2h0IjoxLjAsIkxpbmVUeXBlIjowLCJQYXJlbnRTdHlsZSI6bnVsbH0sIlZlcnRpY2FsQ29ubmVjdG9yU3R5bGUiOnsiJGlkIjoiMTU0OS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1MCIsIk1hcmdpbiI6eyIkcmVmIjoiMTA1In0sIlBhZGRpbmciOnsiJHJlZiI6IjEwNiJ9LCJCYWNrZ3JvdW5kIjp7IiRpZCI6IjE1NTEiLCJDb2xvciI6eyIkaWQiOiIxNTUyIiwiQSI6MjU1LCJSIjoyMTcsIkciOjIxNywiQiI6MjE3fX0sIklzVmlzaWJsZSI6dHJ1ZSwiV2lkdGgiOjI3MS4wLCJIZWlnaHQiOjEzLjQyNjY5Mjk2MjY0NjQ4NCwiQm9yZGVyU3R5bGUiOnsiJGlkIjoiMTU1MyIsIkxpbmVDb2xvciI6eyIkaWQiOiIxNTU0IiwiJHR5cGUiOiJOTFJFLkNvbW1vbi5Eb20uU29saWRDb2xvckJydXNoLCBOTFJFLkNvbW1vbiIsIkNvbG9yIjp7IiRpZCI6IjE1NTUiLCJBIjoyNTUsIlIiOjI1NSwiRyI6MjU1LCJCIjoyNTV9fSwiTGluZVdlaWdodCI6MC4wLCJMaW5lVHlwZSI6MCwiUGFyZW50U3R5bGUiOm51bGx9LCJQYXJlbnRTdHlsZSI6bnVsbH0sIlRpdGxlU3R5bGUiOnsiJGlkIjoiMTU1NiIsIkZvbnRTZXR0aW5ncyI6eyIkaWQiOiIxNTU3IiwiRm9udFNpemUiOjExLCJGb250TmFtZSI6IkNhbGlicmkiLCJJc0JvbGQiOmZhbHNlLCJJc0l0YWxpYyI6ZmFsc2UsIklzVW5kZXJsaW5lZCI6ZmFsc2UsIlBhcmVudFN0eWxlIjpudWxsfSwiQXV0b1NpemUiOjAsIkZvcmVncm91bmQiOnsiJGlkIjoiMTU1OCIsIkNvbG9yIjp7IiRpZCI6IjE1NTkiLCJBIjoyNTUsIlIiOjAsIkciOjAsIkIiOjB9fSwiTWF4V2lkdGgiOjk2MC4wLCJNYXhIZWlnaHQiOiJJbmZpbml0eSIsIlNtYXJ0Rm9yZWdyb3VuZElzQWN0aXZlIjpmYWxzZSwiSG9yaXpvbnRhbEFsaWdubWVudCI6MSwiVmVydGljYWxBbGlnbm1lbnQiOjAsIlNtYXJ0Rm9yZWdyb3VuZCI6bnVsbCwiQmFja2dyb3VuZEZpbGxUeXBlIjowLCJNYXJnaW4iOnsiJHJlZiI6IjExNiJ9LCJQYWRkaW5nIjp7IiRyZWYiOiIxMTcifSwiQmFja2dyb3VuZCI6eyIkaWQiOiIxNTYwIiwiQ29sb3IiOnsiJGlkIjoiMTU2MSIsIkEiOjAsIlIiOjI1NSwiRyI6MjU1LCJCIjoyNTV9fSwiSXNWaXNpYmxlIjp0cnVlLCJXaWR0aCI6MC4wLCJIZWlnaHQiOjAuMCwiQm9yZGVyU3R5bGUiOnsiJGlkIjoiMTU2MiIsIkxpbmVDb2xvciI6bnVsbCwiTGluZVdlaWdodCI6MC4wLCJMaW5lVHlwZSI6MCwiUGFyZW50U3R5bGUiOm51bGx9LCJQYXJlbnRTdHlsZSI6bnVsbH0sIkRhdGVTdHlsZSI6eyIkaWQiOiIxNTYzIiwiRm9udFNldHRpbmdzIjp7IiRpZCI6IjE1NjQiLCJGb250U2l6ZSI6MTAsIkZvbnROYW1lIjoiQ2FsaWJyaSIsIklzQm9sZCI6ZmFsc2UsIklzSXRhbGljIjpmYWxzZSwiSXNVbmRlcmxpbmVkIjpmYWxzZSwiUGFyZW50U3R5bGUiOm51bGx9LCJBdXRvU2l6ZSI6MCwiRm9yZWdyb3VuZCI6eyIkaWQiOiIxNTY1IiwiQ29sb3IiOnsiJGlkIjoiMTU2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HJlZiI6IjEyMyJ9LCJQYWRkaW5nIjp7IiRyZWYiOiIxMjQifSwiQmFja2dyb3VuZCI6eyIkaWQiOiIxNTY3IiwiQ29sb3IiOnsiJGlkIjoiMTU2OCIsIkEiOjAsIlIiOjI1NSwiRyI6MjU1LCJCIjoyNTV9fSwiSXNWaXNpYmxlIjp0cnVlLCJXaWR0aCI6MC4wLCJIZWlnaHQiOjAuMCwiQm9yZGVyU3R5bGUiOnsiJGlkIjoiMTU2OSIsIkxpbmVDb2xvciI6bnVsbCwiTGluZVdlaWdodCI6MC4wLCJMaW5lVHlwZSI6MCwiUGFyZW50U3R5bGUiOm51bGx9LCJQYXJlbnRTdHlsZSI6bnVsbH0sIkRhdGVGb3JtYXQiOnsiJGlkIjoiMTU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cxIiwiRm9ybWF0IjowLCJJc1Zpc2libGUiOmZhbHNlLCJMYXN0S25vd25WaXNpYmlsaXR5U3RhdGUiOmZhbHNlfSwiSXNWaXNpYmxlIjpmYWxzZSwiUGFyZW50U3R5bGUiOm51bGx9LCJJbmRleCI6MCwiU21hcnREdXJhdGlvbkFjdGl2YXRlZCI6ZmFsc2UsIkRhdGVGb3JtYXQiOnsiJHJlZiI6IjE1NzAifSwiV2Vla051bWJlcmluZyI6eyIkaWQiOiIxNTcyIiwiRm9ybWF0IjowLCJJc1Zpc2libGUiOmZhbHNlLCJMYXN0S25vd25WaXNpYmlsaXR5U3RhdGUiOmZhbHNlfSwiSWQiOiI5MTdjZjEyNS03ZWY1LTQwNTctYmFmNS1mNzlhN2ZiMDRhNzciLCJJbXBvcnRJZCI6IjkiLCJUaXRsZSI6IkZvdW5kYXRpb24iLCJOb3RlIjpudWxsLCJIeXBlcmxpbmsiOnsiJGlkIjoiMTU3MyIsIkFkZHJlc3MiOm51bGwsIlN1YkFkZHJlc3MiOm51bGx9LCJJc0NoYW5nZWQiOmZhbHNlLCJJc05ldyI6ZmFsc2V9fSx7IiRpZCI6IjE1NzQiLCJfYXR0YWNoZWRNaWxlc3RvbmVzIjpbXSwiVGFza0RlZmluaXRpb24iOnsiJGlkIjoiMTU3NSIsIkdyb3VwTmFtZSI6bnVsbCwiU3RhcnREYXRlIjoiMjAyMS0wNi0xNVQwODowMDowMCIsIkVuZERhdGUiOiIyMDIxLTA5LTE3VDE3OjAwOjAwIiwiUGVyY2VudGFnZUNvbXBsZXRlIjowLjAsIlN0eWxlIjp7IiRpZCI6IjE1NzYiLCJTaGFwZSI6MSwiU2hhcGVUaGlja25lc3MiOjAsIkR1cmF0aW9uRm9ybWF0IjowLCJJbmNsdWRlTm9uV29ya2luZ0RheXNJbkR1cmF0aW9uIjpmYWxzZSwiUGVyY2VudGFnZUNvbXBsZXRlU3R5bGUiOnsiJGlkIjoiMTU3NyIsIkZvbnRTZXR0aW5ncyI6eyIkaWQiOiIxNTc4IiwiRm9udFNpemUiOjEwLCJGb250TmFtZSI6IkNhbGlicmkiLCJJc0JvbGQiOmZhbHNlLCJJc0l0YWxpYyI6ZmFsc2UsIklzVW5kZXJsaW5lZCI6ZmFsc2UsIlBhcmVudFN0eWxlIjpudWxsfSwiQXV0b1NpemUiOjAsIkZvcmVncm91bmQiOnsiJHJlZiI6IjE1NDIi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zkiLCJMaW5lQ29sb3IiOm51bGwsIkxpbmVXZWlnaHQiOjAuMCwiTGluZVR5cGUiOjAsIlBhcmVudFN0eWxlIjpudWxsfSwiUGFyZW50U3R5bGUiOm51bGx9LCJEdXJhdGlvblN0eWxlIjp7IiRpZCI6IjE1ODAiLCJGb250U2V0dGluZ3MiOnsiJGlkIjoiMTU4M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4MiIsIkxpbmVDb2xvciI6bnVsbCwiTGluZVdlaWdodCI6MC4wLCJMaW5lVHlwZSI6MCwiUGFyZW50U3R5bGUiOm51bGx9LCJQYXJlbnRTdHlsZSI6bnVsbH0sIkhvcml6b250YWxDb25uZWN0b3JTdHlsZSI6eyIkaWQiOiIxNTgzIiwiTGluZUNvbG9yIjp7IiRyZWYiOiI5OSJ9LCJMaW5lV2VpZ2h0IjoxLjAsIkxpbmVUeXBlIjowLCJQYXJlbnRTdHlsZSI6bnVsbH0sIlZlcnRpY2FsQ29ubmVjdG9yU3R5bGUiOnsiJGlkIjoiMTU4N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4NSIsIk1hcmdpbiI6eyIkcmVmIjoiMTA1In0sIlBhZGRpbmciOnsiJHJlZiI6IjEwNiJ9LCJCYWNrZ3JvdW5kIjp7IiRpZCI6IjE1ODYiLCJDb2xvciI6eyIkaWQiOiIxNTg3IiwiQSI6MjU1LCJSIjoyMTcsIkciOjIxNywiQiI6MjE3fX0sIklzVmlzaWJsZSI6dHJ1ZSwiV2lkdGgiOjAuMCwiSGVpZ2h0IjoxMC4wLCJCb3JkZXJTdHlsZSI6eyIkaWQiOiIxNTg4IiwiTGluZUNvbG9yIjp7IiRpZCI6IjE1ODkiLCIkdHlwZSI6Ik5MUkUuQ29tbW9uLkRvbS5Tb2xpZENvbG9yQnJ1c2gsIE5MUkUuQ29tbW9uIiwiQ29sb3IiOnsiJGlkIjoiMTU5MCIsIkEiOjI1NSwiUiI6MjU1LCJHIjowLCJCIjowfX0sIkxpbmVXZWlnaHQiOjAuMCwiTGluZVR5cGUiOjAsIlBhcmVudFN0eWxlIjpudWxsfSwiUGFyZW50U3R5bGUiOm51bGx9LCJUaXRsZVN0eWxlIjp7IiRpZCI6IjE1OTEiLCJGb250U2V0dGluZ3MiOnsiJGlkIjoiMTU5MiIsIkZvbnRTaXplIjoxMSwiRm9udE5hbWUiOiJDYWxpYnJpIiwiSXNCb2xkIjpmYWxzZSwiSXNJdGFsaWMiOmZhbHNlLCJJc1VuZGVybGluZWQiOmZhbHNlLCJQYXJlbnRTdHlsZSI6bnVsbH0sIkF1dG9TaXplIjowLCJGb3JlZ3JvdW5kIjp7IiRyZWYiOiIxNTU4In0sIk1heFdpZHRoIjo5NjAuMCwiTWF4SGVpZ2h0IjoiSW5maW5pdHkiLCJTbWFydEZvcmVncm91bmRJc0FjdGl2ZSI6ZmFsc2UsIkhvcml6b250YWxBbGlnbm1lbnQiOjEsIlZlcnRpY2FsQWxpZ25tZW50IjowLCJTbWFydEZvcmVncm91bmQiOm51bGwsIkJhY2tncm91bmRGaWxsVHlwZSI6MCwiTWFyZ2luIjp7IiRyZWYiOiIxMTYifSwiUGFkZGluZyI6eyIkcmVmIjoiMTE3In0sIkJhY2tncm91bmQiOnsiJGlkIjoiMTU5MyIsIkNvbG9yIjp7IiRpZCI6IjE1OTQiLCJBIjowLCJSIjoyNTUsIkciOjI1NSwiQiI6MjU1fX0sIklzVmlzaWJsZSI6dHJ1ZSwiV2lkdGgiOjAuMCwiSGVpZ2h0IjowLjAsIkJvcmRlclN0eWxlIjp7IiRpZCI6IjE1OTUiLCJMaW5lQ29sb3IiOm51bGwsIkxpbmVXZWlnaHQiOjAuMCwiTGluZVR5cGUiOjAsIlBhcmVudFN0eWxlIjpudWxsfSwiUGFyZW50U3R5bGUiOm51bGx9LCJEYXRlU3R5bGUiOnsiJGlkIjoiMTU5NiIsIkZvbnRTZXR0aW5ncyI6eyIkaWQiOiIxNTk3IiwiRm9udFNpemUiOjEwLCJGb250TmFtZSI6IkNhbGlicmkiLCJJc0JvbGQiOmZhbHNlLCJJc0l0YWxpYyI6ZmFsc2UsIklzVW5kZXJsaW5lZCI6ZmFsc2UsIlBhcmVudFN0eWxlIjpudWxsfSwiQXV0b1NpemUiOjAsIkZvcmVncm91bmQiOnsiJGlkIjoiMTU5OCIsIkNvbG9yIjp7IiRpZCI6IjE1OTk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yZWYiOiIxMjMifSwiUGFkZGluZyI6eyIkcmVmIjoiMTI0In0sIkJhY2tncm91bmQiOnsiJGlkIjoiMTYwMCIsIkNvbG9yIjp7IiRpZCI6IjE2MDEiLCJBIjowLCJSIjoyNTUsIkciOjI1NSwiQiI6MjU1fX0sIklzVmlzaWJsZSI6dHJ1ZSwiV2lkdGgiOjAuMCwiSGVpZ2h0IjowLjAsIkJvcmRlclN0eWxlIjp7IiRpZCI6IjE2MDIiLCJMaW5lQ29sb3IiOm51bGwsIkxpbmVXZWlnaHQiOjAuMCwiTGluZVR5cGUiOjAsIlBhcmVudFN0eWxlIjpudWxsfSwiUGFyZW50U3R5bGUiOm51bGx9LCJEYXRlRm9ybWF0Ijp7IiRyZWYiOiIxNTcwIn0sIldlZWtOdW1iZXJpbmciOnsiJGlkIjoiMTYwMyIsIkZvcm1hdCI6MCwiSXNWaXNpYmxlIjpmYWxzZSwiTGFzdEtub3duVmlzaWJpbGl0eVN0YXRlIjpmYWxzZX0sIklzVmlzaWJsZSI6ZmFsc2UsIlBhcmVudFN0eWxlIjpudWxsfSwiSW5kZXgiOjEsIlNtYXJ0RHVyYXRpb25BY3RpdmF0ZWQiOmZhbHNlLCJEYXRlRm9ybWF0Ijp7IiRyZWYiOiIxNTcwIn0sIldlZWtOdW1iZXJpbmciOnsiJGlkIjoiMTYwNCIsIkZvcm1hdCI6MCwiSXNWaXNpYmxlIjpmYWxzZSwiTGFzdEtub3duVmlzaWJpbGl0eVN0YXRlIjpmYWxzZX0sIklkIjoiMGM2MTVmY2UtOWVmNS00YjM1LTg5MjYtMWJiZGI1OWY3YTJkIiwiSW1wb3J0SWQiOiI0NyIsIlRpdGxlIjoiV2F2ZSAxIiwiTm90ZSI6bnVsbCwiSHlwZXJsaW5rIjp7IiRpZCI6IjE2MDUiLCJBZGRyZXNzIjpudWxsLCJTdWJBZGRyZXNzIjpudWxsfSwiSXNDaGFuZ2VkIjpmYWxzZSwiSXNOZXciOmZhbHNlfX0seyIkaWQiOiIxNjA2IiwiX2F0dGFjaGVkTWlsZXN0b25lcyI6W10sIlRhc2tEZWZpbml0aW9uIjp7IiRpZCI6IjE2MDciLCJHcm91cE5hbWUiOm51bGwsIlN0YXJ0RGF0ZSI6IjIwMjEtMDktMDZUMDg6MDA6MDAiLCJFbmREYXRlIjoiMjAyMS0xMi0zMVQxNzowMDowMCIsIlBlcmNlbnRhZ2VDb21wbGV0ZSI6MC4wLCJTdHlsZSI6eyIkaWQiOiIxNjA4IiwiU2hhcGUiOjEsIlNoYXBlVGhpY2tuZXNzIjowLCJEdXJhdGlvbkZvcm1hdCI6MCwiSW5jbHVkZU5vbldvcmtpbmdEYXlzSW5EdXJhdGlvbiI6ZmFsc2UsIlBlcmNlbnRhZ2VDb21wbGV0ZVN0eWxlIjp7IiRpZCI6IjE2MDkiLCJGb250U2V0dGluZ3MiOnsiJGlkIjoiMTYxMCIsIkZvbnRTaXplIjoxMCwiRm9udE5hbWUiOiJDYWxpYnJpIiwiSXNCb2xkIjpmYWxzZSwiSXNJdGFsaWMiOmZhbHNlLCJJc1VuZGVybGluZWQiOmZhbHNlLCJQYXJlbnRTdHlsZSI6bnVsbH0sIkF1dG9TaXplIjowLCJGb3JlZ3JvdW5kIjp7IiRyZWYiOiIxNTQyIn0sIk1heFdpZHRoIjoyMDAuMCwiTWF4SGVpZ2h0IjoiSW5maW5pdHkiLCJTbWFydEZvcmVncm91bmRJc0FjdGl2ZSI6ZmFsc2UsIkhvcml6b250YWxBbGlnbm1lbnQiOjAsIlZlcnRpY2FsQWxpZ25tZW50IjowLCJTbWFydEZvcmVncm91bmQiOm51bGwsIkJhY2tncm91bmRGaWxsVHlwZSI6MCwiTWFyZ2luIjp7IiRyZWYiOiI4OCJ9LCJQYWRkaW5nIjp7IiRyZWYiOiI4OSJ9LCJCYWNrZ3JvdW5kIjp7IiRyZWYiOiI5MCJ9LCJJc1Zpc2libGUiOnRydWUsIldpZHRoIjowLjAsIkhlaWdodCI6MC4wLCJCb3JkZXJTdHlsZSI6eyIkaWQiOiIxNjExIiwiTGluZUNvbG9yIjpudWxsLCJMaW5lV2VpZ2h0IjowLjAsIkxpbmVUeXBlIjowLCJQYXJlbnRTdHlsZSI6bnVsbH0sIlBhcmVudFN0eWxlIjpudWxsfSwiRHVyYXRpb25TdHlsZSI6eyIkaWQiOiIxNjEyIiwiRm9udFNldHRpbmdzIjp7IiRpZCI6IjE2MTM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E2MTQiLCJMaW5lQ29sb3IiOm51bGwsIkxpbmVXZWlnaHQiOjAuMCwiTGluZVR5cGUiOjAsIlBhcmVudFN0eWxlIjpudWxsfSwiUGFyZW50U3R5bGUiOm51bGx9LCJIb3Jpem9udGFsQ29ubmVjdG9yU3R5bGUiOnsiJGlkIjoiMTYxNSIsIkxpbmVDb2xvciI6eyIkcmVmIjoiOTkifSwiTGluZVdlaWdodCI6MS4wLCJMaW5lVHlwZSI6MCwiUGFyZW50U3R5bGUiOm51bGx9LCJWZXJ0aWNhbENvbm5lY3RvclN0eWxlIjp7IiRpZCI6IjE2MTYiLCJMaW5lQ29sb3IiOnsiJHJlZiI6IjEwMiJ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2MTciLCJNYXJnaW4iOnsiJHJlZiI6IjEwNSJ9LCJQYWRkaW5nIjp7IiRyZWYiOiIxMDYifSwiQmFja2dyb3VuZCI6eyIkaWQiOiIxNjE4IiwiQ29sb3IiOnsiJGlkIjoiMTYxOSIsIkEiOjI1NSwiUiI6MjE3LCJHIjoyMTcsIkIiOjIxN319LCJJc1Zpc2libGUiOnRydWUsIldpZHRoIjowLjAsIkhlaWdodCI6MTAuMCwiQm9yZGVyU3R5bGUiOnsiJGlkIjoiMTYyMCIsIkxpbmVDb2xvciI6eyIkcmVmIjoiMTU4OSJ9LCJMaW5lV2VpZ2h0IjowLjAsIkxpbmVUeXBlIjowLCJQYXJlbnRTdHlsZSI6bnVsbH0sIlBhcmVudFN0eWxlIjpudWxsfSwiVGl0bGVTdHlsZSI6eyIkaWQiOiIxNjIxIiwiRm9udFNldHRpbmdzIjp7IiRpZCI6IjE2MjIiLCJGb250U2l6ZSI6MTEsIkZvbnROYW1lIjoiQ2FsaWJyaSIsIklzQm9sZCI6ZmFsc2UsIklzSXRhbGljIjpmYWxzZSwiSXNVbmRlcmxpbmVkIjpmYWxzZSwiUGFyZW50U3R5bGUiOm51bGx9LCJBdXRvU2l6ZSI6MCwiRm9yZWdyb3VuZCI6eyIkcmVmIjoiMTU1OCJ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2MjMiLCJDb2xvciI6eyIkaWQiOiIxNjI0IiwiQSI6MCwiUiI6MjU1LCJHIjoyNTUsIkIiOjI1NX19LCJJc1Zpc2libGUiOnRydWUsIldpZHRoIjowLjAsIkhlaWdodCI6MC4wLCJCb3JkZXJTdHlsZSI6eyIkaWQiOiIxNjI1IiwiTGluZUNvbG9yIjpudWxsLCJMaW5lV2VpZ2h0IjowLjAsIkxpbmVUeXBlIjowLCJQYXJlbnRTdHlsZSI6bnVsbH0sIlBhcmVudFN0eWxlIjpudWxsfSwiRGF0ZVN0eWxlIjp7IiRpZCI6IjE2MjYiLCJGb250U2V0dGluZ3MiOnsiJGlkIjoiMTYyNyIsIkZvbnRTaXplIjoxMCwiRm9udE5hbWUiOiJDYWxpYnJpIiwiSXNCb2xkIjpmYWxzZSwiSXNJdGFsaWMiOmZhbHNlLCJJc1VuZGVybGluZWQiOmZhbHNlLCJQYXJlbnRTdHlsZSI6bnVsbH0sIkF1dG9TaXplIjowLCJGb3JlZ3JvdW5kIjp7IiRpZCI6IjE2MjgiLCJDb2xvciI6eyIkaWQiOiIxNjI5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2MzAiLCJDb2xvciI6eyIkaWQiOiIxNjMxIiwiQSI6MCwiUiI6MjU1LCJHIjoyNTUsIkIiOjI1NX19LCJJc1Zpc2libGUiOnRydWUsIldpZHRoIjowLjAsIkhlaWdodCI6MC4wLCJCb3JkZXJTdHlsZSI6eyIkaWQiOiIxNjMyIiwiTGluZUNvbG9yIjpudWxsLCJMaW5lV2VpZ2h0IjowLjAsIkxpbmVUeXBlIjowLCJQYXJlbnRTdHlsZSI6bnVsbH0sIlBhcmVudFN0eWxlIjpudWxsfSwiRGF0ZUZvcm1hdCI6eyIkcmVmIjoiMTU3MCJ9LCJXZWVrTnVtYmVyaW5nIjp7IiRpZCI6IjE2MzMiLCJGb3JtYXQiOjAsIklzVmlzaWJsZSI6ZmFsc2UsIkxhc3RLbm93blZpc2liaWxpdHlTdGF0ZSI6ZmFsc2V9LCJJc1Zpc2libGUiOmZhbHNlLCJQYXJlbnRTdHlsZSI6bnVsbH0sIkluZGV4IjoyLCJTbWFydER1cmF0aW9uQWN0aXZhdGVkIjpmYWxzZSwiRGF0ZUZvcm1hdCI6eyIkcmVmIjoiMTU3MCJ9LCJXZWVrTnVtYmVyaW5nIjp7IiRpZCI6IjE2MzQiLCJGb3JtYXQiOjAsIklzVmlzaWJsZSI6ZmFsc2UsIkxhc3RLbm93blZpc2liaWxpdHlTdGF0ZSI6ZmFsc2V9LCJJZCI6IjllNzkzNDE5LWRiYzktNDg3Zi05OTkxLWEwY2NiMjY4OWUwMSIsIkltcG9ydElkIjoiNDgiLCJUaXRsZSI6IldhdmUgMiIsIk5vdGUiOm51bGwsIkh5cGVybGluayI6eyIkaWQiOiIxNjM1IiwiQWRkcmVzcyI6bnVsbCwiU3ViQWRkcmVzcyI6bnVsbH0sIklzQ2hhbmdlZCI6ZmFsc2UsIklzTmV3IjpmYWxzZX19XSwiTWlsZXN0b25lcyI6W119XSwiTXNQcm9qZWN0SXRlbXNUcmVlIjp7IiRpZCI6IjE2MzYiLCJSb290Ijp7IkltcG9ydElkIjpudWxsLCJJc0ltcG9ydGVkIjpmYWxzZSwiQ2hpbGRyZW4iOltdfX0sIk1ldGFkYXRhIjp7IiRpZCI6IjE2MzciLCJNc3BDb2x1bW5zTWFwcGluZyI6Ilt7XCIkaWRcIjpcIjFcIixcIlNlbGVjdGVkTWFwcGluZ1wiOjEsXCJDb2x1bW5IZWFkZXJcIjpcIlRleHQxXCJ9LHtcIiRpZFwiOlwiMlwiLFwiU2VsZWN0ZWRNYXBwaW5nXCI6MixcIkNvbHVtbkhlYWRlclwiOlwiTmFtZVwifSx7XCIkaWRcIjpcIjNcIixcIlNlbGVjdGVkTWFwcGluZ1wiOjMsXCJDb2x1bW5IZWFkZXJcIjpcIlN0YXJ0XCJ9LHtcIiRpZFwiOlwiNFwiLFwiU2VsZWN0ZWRNYXBwaW5nXCI6NCxcIkNvbHVtbkhlYWRlclwiOlwiRmluaXNoXCJ9LHtcIiRpZFwiOlwiNVwiLFwiU2VsZWN0ZWRNYXBwaW5nXCI6NSxcIkNvbHVtbkhlYWRlclwiOlwiUGVyY2VudENvbXBsZXRlXCJ9XSIsIk1zcExhdGVzdEltcG9ydEl0ZW1zIjoie1wiJGlkXCI6XCIxXCIsXCJSb290XCI6e1wiSW1wb3J0SWRcIjpudWxsLFwiSXNJbXBvcnRlZFwiOmZhbHNlLFwiQ2hpbGRyZW5cIjpbe1wiJGlkXCI6XCIyXCIsXCJJbXBvcnRJZFwiOlwiMlwiLFwiSXNJbXBvcnRlZFwiOmZhbHNlLFwiQ2hpbGRyZW5cIjpbe1wiJGlkXCI6XCIzXCIsXCJJbXBvcnRJZFwiOlwiMzFcIixcIklzSW1wb3J0ZWRcIjpmYWxzZSxcIkNoaWxkcmVuXCI6W3tcIiRpZFwiOlwiNFwiLFwiSW1wb3J0SWRcIjpcIjQ2XCIsXCJJc0ltcG9ydGVkXCI6dHJ1ZSxcIkNoaWxkcmVuXCI6W119XX0se1wiJGlkXCI6XCI1XCIsXCJJbXBvcnRJZFwiOlwiNDJcIixcIklzSW1wb3J0ZWRcIjpmYWxzZSxcIkNoaWxkcmVuXCI6W3tcIiRpZFwiOlwiNlwiLFwiSW1wb3J0SWRcIjpcIjU1XCIsXCJJc0ltcG9ydGVkXCI6ZmFsc2UsXCJDaGlsZHJlblwiOlt7XCIkaWRcIjpcIjdcIixcIkltcG9ydElkXCI6XCI1MlwiLFwiSXNJbXBvcnRlZFwiOmZhbHNlLFwiQ2hpbGRyZW5cIjpbXX0se1wiJGlkXCI6XCI4XCIsXCJJbXBvcnRJZFwiOlwiNzRcIixcIklzSW1wb3J0ZWRcIjpmYWxzZSxcIkNoaWxkcmVuXCI6W3tcIiRpZFwiOlwiOVwiLFwiSW1wb3J0SWRcIjpcIjY1XCIsXCJJc0ltcG9ydGVkXCI6ZmFsc2UsXCJDaGlsZHJlblwiOltdfSx7XCIkaWRcIjpcIjEwXCIsXCJJbXBvcnRJZFwiOlwiNzdcIixcIklzSW1wb3J0ZWRcIjpmYWxzZSxcIkNoaWxkcmVuXCI6W119LHtcIiRpZFwiOlwiMTFcIixcIkltcG9ydElkXCI6XCI2NlwiLFwiSXNJbXBvcnRlZFwiOmZhbHNlLFwiQ2hpbGRyZW5cIjpbXX0se1wiJGlkXCI6XCIxMlwiLFwiSW1wb3J0SWRcIjpcIjY3XCIsXCJJc0ltcG9ydGVkXCI6ZmFsc2UsXCJDaGlsZHJlblwiOltdfSx7XCIkaWRcIjpcIjEzXCIsXCJJbXBvcnRJZFwiOlwiNzhcIixcIklzSW1wb3J0ZWRcIjpmYWxzZSxcIkNoaWxkcmVuXCI6W119LHtcIiRpZFwiOlwiMTRcIixcIkltcG9ydElkXCI6XCI3MFwiLFwiSXNJbXBvcnRlZFwiOmZhbHNlLFwiQ2hpbGRyZW5cIjpbXX0se1wiJGlkXCI6XCIxNVwiLFwiSW1wb3J0SWRcIjpcIjcxXCIsXCJJc0ltcG9ydGVkXCI6ZmFsc2UsXCJDaGlsZHJlblwiOltdfV19LHtcIiRpZFwiOlwiMTZcIixcIkltcG9ydElkXCI6XCI3NVwiLFwiSXNJbXBvcnRlZFwiOmZhbHNlLFwiQ2hpbGRyZW5cIjpbe1wiJGlkXCI6XCIxN1wiLFwiSW1wb3J0SWRcIjpcIjY5XCIsXCJJc0ltcG9ydGVkXCI6ZmFsc2UsXCJDaGlsZHJlblwiOltdfSx7XCIkaWRcIjpcIjE4XCIsXCJJbXBvcnRJZFwiOlwiNjhcIixcIklzSW1wb3J0ZWRcIjpmYWxzZSxcIkNoaWxkcmVuXCI6W119XX0se1wiJGlkXCI6XCIxOVwiLFwiSW1wb3J0SWRcIjpcIjgwXCIsXCJJc0ltcG9ydGVkXCI6ZmFsc2UsXCJDaGlsZHJlblwiOltdfSx7XCIkaWRcIjpcIjIwXCIsXCJJbXBvcnRJZFwiOlwiNDlcIixcIklzSW1wb3J0ZWRcIjpmYWxzZSxcIkNoaWxkcmVuXCI6W119LHtcIiRpZFwiOlwiMjFcIixcIkltcG9ydElkXCI6XCI3OVwiLFwiSXNJbXBvcnRlZFwiOmZhbHNlLFwiQ2hpbGRyZW5cIjpbXX0se1wiJGlkXCI6XCIyMlwiLFwiSW1wb3J0SWRcIjpcIjg1XCIsXCJJc0ltcG9ydGVkXCI6ZmFsc2UsXCJDaGlsZHJlblwiOltdfSx7XCIkaWRcIjpcIjIzXCIsXCJJbXBvcnRJZFwiOlwiNTBcIixcIklzSW1wb3J0ZWRcIjpmYWxzZSxcIkNoaWxkcmVuXCI6W119XX0se1wiJGlkXCI6XCIyNFwiLFwiSW1wb3J0SWRcIjpcIjU2XCIsXCJJc0ltcG9ydGVkXCI6ZmFsc2UsXCJDaGlsZHJlblwiOlt7XCIkaWRcIjpcIjI1XCIsXCJJbXBvcnRJZFwiOlwiNTNcIixcIklzSW1wb3J0ZWRcIjpmYWxzZSxcIkNoaWxkcmVuXCI6W119LHtcIiRpZFwiOlwiMjZcIixcIkltcG9ydElkXCI6XCI1NFwiLFwiSXNJbXBvcnRlZFwiOmZhbHNlLFwiQ2hpbGRyZW5cIjpbXX0se1wiJGlkXCI6XCIyN1wiLFwiSW1wb3J0SWRcIjpcIjg2XCIsXCJJc0ltcG9ydGVkXCI6ZmFsc2UsXCJDaGlsZHJlblwiOltdfSx7XCIkaWRcIjpcIjI4XCIsXCJJbXBvcnRJZFwiOlwiNTFcIixcIklzSW1wb3J0ZWRcIjpmYWxzZSxcIkNoaWxkcmVuXCI6W119XX1dfSx7XCIkaWRcIjpcIjI5XCIsXCJJbXBvcnRJZFwiOlwiOVwiLFwiSXNJbXBvcnRlZFwiOmZhbHNlLFwiQ2hpbGRyZW5cIjpbe1wiJGlkXCI6XCIzMFwiLFwiSW1wb3J0SWRcIjpcIjQ3XCIsXCJJc0ltcG9ydGVkXCI6ZmFsc2UsXCJDaGlsZHJlblwiOltdfSx7XCIkaWRcIjpcIjMxXCIsXCJJbXBvcnRJZFwiOlwiNDhcIixcIklzSW1wb3J0ZWRcIjpmYWxzZSxcIkNoaWxkcmVuXCI6W119XX0se1wiJGlkXCI6XCIzMlwiLFwiSW1wb3J0SWRcIjpcIjgxXCIsXCJJc0ltcG9ydGVkXCI6ZmFsc2UsXCJDaGlsZHJlblwiOlt7XCIkaWRcIjpcIjMzXCIsXCJJbXBvcnRJZFwiOlwiODJcIixcIklzSW1wb3J0ZWRcIjpmYWxzZSxcIkNoaWxkcmVuXCI6W119LHtcIiRpZFwiOlwiMzRcIixcIkltcG9ydElkXCI6XCI4M1wiLFwiSXNJbXBvcnRlZFwiOmZhbHNlLFwiQ2hpbGRyZW5cIjpbXX1dfSx7XCIkaWRcIjpcIjM1XCIsXCJJbXBvcnRJZFwiOlwiNTdcIixcIklzSW1wb3J0ZWRcIjpmYWxzZSxcIkNoaWxkcmVuXCI6W119LHtcIiRpZFwiOlwiMzZcIixcIkltcG9ydElkXCI6XCIxXCIsXCJJc0ltcG9ydGVkXCI6ZmFsc2UsXCJDaGlsZHJlblwiOlt7XCIkaWRcIjpcIjM3XCIsXCJJbXBvcnRJZFwiOlwiNDRcIixcIklzSW1wb3J0ZWRcIjpmYWxzZSxcIkNoaWxkcmVuXCI6W119LHtcIiRpZFwiOlwiMzhcIixcIkltcG9ydElkXCI6XCI4XCIsXCJJc0ltcG9ydGVkXCI6ZmFsc2UsXCJDaGlsZHJlblwiOltdfSx7XCIkaWRcIjpcIjM5XCIsXCJJbXBvcnRJZFwiOlwiNjFcIixcIklzSW1wb3J0ZWRcIjpmYWxzZSxcIkNoaWxkcmVuXCI6W119LHtcIiRpZFwiOlwiNDBcIixcIkltcG9ydElkXCI6XCIxMFwiLFwiSXNJbXBvcnRlZFwiOmZhbHNlLFwiQ2hpbGRyZW5cIjpbXX1dfSx7XCIkaWRcIjpcIjQxXCIsXCJJbXBvcnRJZFwiOlwiNThcIixcIklzSW1wb3J0ZWRcIjpmYWxzZSxcIkNoaWxkcmVuXCI6W119LHtcIiRpZFwiOlwiNDJcIixcIkltcG9ydElkXCI6XCIzXCIsXCJJc0ltcG9ydGVkXCI6ZmFsc2UsXCJDaGlsZHJlblwiOlt7XCIkaWRcIjpcIjQzXCIsXCJJbXBvcnRJZFwiOlwiMTNcIixcIklzSW1wb3J0ZWRcIjpmYWxzZSxcIkNoaWxkcmVuXCI6W119LHtcIiRpZFwiOlwiNDRcIixcIkltcG9ydElkXCI6XCIxNFwiLFwiSXNJbXBvcnRlZFwiOmZhbHNlLFwiQ2hpbGRyZW5cIjpbXX0se1wiJGlkXCI6XCI0NVwiLFwiSW1wb3J0SWRcIjpcIjYyXCIsXCJJc0ltcG9ydGVkXCI6ZmFsc2UsXCJDaGlsZHJlblwiOltdfSx7XCIkaWRcIjpcIjQ2XCIsXCJJbXBvcnRJZFwiOlwiMTZcIixcIklzSW1wb3J0ZWRcIjpmYWxzZSxcIkNoaWxkcmVuXCI6W119XX0se1wiJGlkXCI6XCI0N1wiLFwiSW1wb3J0SWRcIjpcIjU5XCIsXCJJc0ltcG9ydGVkXCI6ZmFsc2UsXCJDaGlsZHJlblwiOltdfSx7XCIkaWRcIjpcIjQ4XCIsXCJJbXBvcnRJZFwiOlwiNFwiLFwiSXNJbXBvcnRlZFwiOmZhbHNlLFwiQ2hpbGRyZW5cIjpbe1wiJGlkXCI6XCI0OVwiLFwiSW1wb3J0SWRcIjpcIjE5XCIsXCJJc0ltcG9ydGVkXCI6ZmFsc2UsXCJDaGlsZHJlblwiOltdfSx7XCIkaWRcIjpcIjUwXCIsXCJJbXBvcnRJZFwiOlwiMjBcIixcIklzSW1wb3J0ZWRcIjpmYWxzZSxcIkNoaWxkcmVuXCI6W119LHtcIiRpZFwiOlwiNTFcIixcIkltcG9ydElkXCI6XCI2M1wiLFwiSXNJbXBvcnRlZFwiOmZhbHNlLFwiQ2hpbGRyZW5cIjpbXX0se1wiJGlkXCI6XCI1MlwiLFwiSW1wb3J0SWRcIjpcIjIxXCIsXCJJc0ltcG9ydGVkXCI6ZmFsc2UsXCJDaGlsZHJlblwiOltdfV19LHtcIiRpZFwiOlwiNTNcIixcIkltcG9ydElkXCI6XCI2MFwiLFwiSXNJbXBvcnRlZFwiOmZhbHNlLFwiQ2hpbGRyZW5cIjpbXX0se1wiJGlkXCI6XCI1NFwiLFwiSW1wb3J0SWRcIjpcIjVcIixcIklzSW1wb3J0ZWRcIjpmYWxzZSxcIkNoaWxkcmVuXCI6W3tcIiRpZFwiOlwiNTVcIixcIkltcG9ydElkXCI6XCIyNVwiLFwiSXNJbXBvcnRlZFwiOmZhbHNlLFwiQ2hpbGRyZW5cIjpbXX0se1wiJGlkXCI6XCI1NlwiLFwiSW1wb3J0SWRcIjpcIjI2XCIsXCJJc0ltcG9ydGVkXCI6ZmFsc2UsXCJDaGlsZHJlblwiOltdfSx7XCIkaWRcIjpcIjU3XCIsXCJJbXBvcnRJZFwiOlwiNjRcIixcIklzSW1wb3J0ZWRcIjpmYWxzZSxcIkNoaWxkcmVuXCI6W119LHtcIiRpZFwiOlwiNThcIixcIkltcG9ydElkXCI6XCIyN1wiLFwiSXNJbXBvcnRlZFwiOmZhbHNlLFwiQ2hpbGRyZW5cIjpbXX1dfV19XX19IiwiTXNwU3luY0J5VWlkIjoiVHJ1ZSIsIlJlY2VudENvbG9yc0NvbGxlY3Rpb24iOiJbXSJ9LCJTZXR0aW5ncyI6eyIkaWQiOiIxNjM4IiwiSW1wYU9wdGlvbnMiOnsiJGlkIjoiMTYzOS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iwiRmlsZVBhdGgiOiJXOlxcQ29tbXVuaWNhdGlvblxcUm9hZG1hcFxcQUNEUCBSb2FkbWFwLm1wcCIsIlRpbWVDb25maWd1cmF0aW9uIjp7IiRpZCI6IjE2NDAiLCJVc2VUaW1lIjpmYWxzZSwiV29ya0RheVN0YXJ0IjoiMDg6MDA6MDAiLCJXb3JrRGF5RW5kIjoiMTc6MDA6MDAifSwiTGFzdFVzZWRUZW1wbGF0ZUlkIjoiY2MyNmY4NjMtMjdjZS00ODBlLWE1ODktYjNmMTJmMmQ2ZWIwIiwiRmlyc3RXZWVrT2ZZZWFyIjowfQ=="/>
  <p:tag name="__MASTER" val="__part_0"/>
</p:tagLst>
</file>

<file path=ppt/tags/tag2.xml><?xml version="1.0" encoding="utf-8"?>
<p:tagLst xmlns:a="http://schemas.openxmlformats.org/drawingml/2006/main" xmlns:r="http://schemas.openxmlformats.org/officeDocument/2006/relationships" xmlns:p="http://schemas.openxmlformats.org/presentationml/2006/main">
  <p:tag name="OTLMARKERSHAPE" val="OTL"/>
</p:tagLst>
</file>

<file path=ppt/tags/tag3.xml><?xml version="1.0" encoding="utf-8"?>
<p:tagLst xmlns:a="http://schemas.openxmlformats.org/drawingml/2006/main" xmlns:r="http://schemas.openxmlformats.org/officeDocument/2006/relationships" xmlns:p="http://schemas.openxmlformats.org/presentationml/2006/main">
  <p:tag name="OTLMARKERSHAPE" val="OTL"/>
</p:tagLst>
</file>

<file path=ppt/tags/tag4.xml><?xml version="1.0" encoding="utf-8"?>
<p:tagLst xmlns:a="http://schemas.openxmlformats.org/drawingml/2006/main" xmlns:r="http://schemas.openxmlformats.org/officeDocument/2006/relationships" xmlns:p="http://schemas.openxmlformats.org/presentationml/2006/main">
  <p:tag name="OTLMARKERSHAPE" val="OTL"/>
  <p:tag name="OTLELAPSEDSTYLE" val="Hide"/>
</p:tagLst>
</file>

<file path=ppt/tags/tag5.xml><?xml version="1.0" encoding="utf-8"?>
<p:tagLst xmlns:a="http://schemas.openxmlformats.org/drawingml/2006/main" xmlns:r="http://schemas.openxmlformats.org/officeDocument/2006/relationships" xmlns:p="http://schemas.openxmlformats.org/presentationml/2006/main">
  <p:tag name="OTLMARKERSHAPE" val="OTL"/>
  <p:tag name="OTLTODAYPOSITION" val="Hide"/>
</p:tagLst>
</file>

<file path=ppt/tags/tag6.xml><?xml version="1.0" encoding="utf-8"?>
<p:tagLst xmlns:a="http://schemas.openxmlformats.org/drawingml/2006/main" xmlns:r="http://schemas.openxmlformats.org/officeDocument/2006/relationships" xmlns:p="http://schemas.openxmlformats.org/presentationml/2006/main">
  <p:tag name="OTLMARKERSHAPE" val="OTL"/>
</p:tagLst>
</file>

<file path=ppt/tags/tag7.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8.xml><?xml version="1.0" encoding="utf-8"?>
<p:tagLst xmlns:a="http://schemas.openxmlformats.org/drawingml/2006/main" xmlns:r="http://schemas.openxmlformats.org/officeDocument/2006/relationships" xmlns:p="http://schemas.openxmlformats.org/presentationml/2006/main">
  <p:tag name="OTLMARKERSHAPE" val="OTL"/>
</p:tagLst>
</file>

<file path=ppt/tags/tag9.xml><?xml version="1.0" encoding="utf-8"?>
<p:tagLst xmlns:a="http://schemas.openxmlformats.org/drawingml/2006/main" xmlns:r="http://schemas.openxmlformats.org/officeDocument/2006/relationships" xmlns:p="http://schemas.openxmlformats.org/presentationml/2006/main">
  <p:tag name="OTLMARKERSHAPE" val="OTL"/>
</p:tagLst>
</file>

<file path=ppt/tags/tag10.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11.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12.xml><?xml version="1.0" encoding="utf-8"?>
<p:tagLst xmlns:a="http://schemas.openxmlformats.org/drawingml/2006/main" xmlns:r="http://schemas.openxmlformats.org/officeDocument/2006/relationships" xmlns:p="http://schemas.openxmlformats.org/presentationml/2006/main">
  <p:tag name="OTLMARKERSHAPE" val="OTL"/>
</p:tagLst>
</file>

<file path=ppt/tags/tag13.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xLCJTdHlsZSI6eyIkaWQiOiIzIiwiVGltZWJhbmRTdHlsZSI6eyIkaWQiOiI0IiwiU2NhbGVNYXJraW5nIjoxLCJTaGFwZSI6MTAsIlNoYXBlU3R5bGUiOnsiJGlkIjoiNSIsIk1hcmdpbiI6eyIkaWQiOiI2IiwiVG9wIjowLCJMZWZ0IjoxMCwiUmlnaHQiOjEwLCJCb3R0b20iOjB9LCJQYWRkaW5nIjp7IiRpZCI6IjciLCJUb3AiOjMsIkxlZnQiOjAsIlJpZ2h0IjowLCJCb3R0b20iOjN9LCJCYWNrZ3JvdW5kIjp7IiRpZCI6IjgiLCJDb2xvciI6eyIkaWQiOiI5IiwiQSI6MjU1LCJSIjo2OCwiRyI6ODQsIkIiOjEwNn19LCJJc1Zpc2libGUiOnRydWUsIldpZHRoIjo4NTguMCwiSGVpZ2h0IjoyMC4wLCJCb3JkZXJTdHlsZSI6eyIkaWQiOiIxMCIsIkxpbmVDb2xvciI6eyIkaWQiOiIxMSIsIiR0eXBlIjoiTkxSRS5Db21tb24uRG9tLlNvbGlkQ29sb3JCcnVzaCwgTkxSRS5Db21tb24iLCJDb2xvciI6eyIkaWQiOiIxMiIsIkEiOjI1NSwiUiI6MjU1LCJHIjowLCJCIjowfX0sIkxpbmVXZWlnaHQiOjAuMCwiTGluZVR5cGUiOjAsIlBhcmVudFN0eWxlIjpudWxsfSwiUGFyZW50U3R5bGUiOm51bGx9LCJSaWdodEVuZENhcHNTdHlsZSI6eyIkaWQiOiIxMyIsIkZvbnRTZXR0aW5ncyI6eyIkaWQiOiIxNCIsIkZvbnRTaXplIjoxOCwiRm9udE5hbWUiOiJDYWxpYnJpIiwiSXNCb2xkIjp0cnVlLCJJc0l0YWxpYyI6ZmFsc2UsIklzVW5kZXJsaW5lZCI6ZmFsc2UsIlBhcmVudFN0eWxlIjpudWxsfSwiQXV0b1NpemUiOjAsIkZvcmVncm91bmQiOnsiJGlkIjoiMTUiLCJDb2xvciI6eyIkaWQiOiIxNiIsIkEiOjI1NSwiUiI6MjU0LCJHIjoxODYsIkIiOjEwfX0sIk1heFdpZHRoIjoiSW5maW5pdHkiLCJNYXhIZWlnaHQiOiJJbmZpbml0eSIsIlNtYXJ0Rm9yZWdyb3VuZElzQWN0aXZlIjpmYWxzZSwiSG9yaXpvbnRhbEFsaWdubWVudCI6MCwiVmVydGljYWxBbGlnbm1lbnQiOjAsIlNtYXJ0Rm9yZWdyb3VuZCI6bnVsbCwiQmFja2dyb3VuZEZpbGxUeXBlIjowLCJNYXJnaW4iOnsiJGlkIjoiMTciLCJUb3AiOjAsIkxlZnQiOjAsIlJpZ2h0IjoyMCwiQm90dG9tIjowfSwiUGFkZGluZyI6eyIkaWQiOiIxOCIsIlRvcCI6MCwiTGVmdCI6MCwiUmlnaHQiOjAsIkJvdHRvbSI6MH0sIkJhY2tncm91bmQiOnsiJGlkIjoiMTkiLCJDb2xvciI6eyIkaWQiOiIyMCIsIkEiOjg5LCJSIjowLCJHIjowLCJCIjowfX0sIklzVmlzaWJsZSI6ZmFsc2UsIldpZHRoIjowLjAsIkhlaWdodCI6MC4wLCJCb3JkZXJTdHlsZSI6bnVsbCwiUGFyZW50U3R5bGUiOm51bGx9LCJMZWZ0RW5kQ2Fwc1N0eWxlIjp7IiRpZCI6IjIxIiwiRm9udFNldHRpbmdzIjp7IiRpZCI6IjIyIiwiRm9udFNpemUiOjE4LCJGb250TmFtZSI6IkNhbGlicmkiLCJJc0JvbGQiOnRydWUsIklzSXRhbGljIjpmYWxzZSwiSXNVbmRlcmxpbmVkIjpmYWxzZSwiUGFyZW50U3R5bGUiOm51bGx9LCJBdXRvU2l6ZSI6MCwiRm9yZWdyb3VuZCI6eyIkaWQiOiIyMyIsIkNvbG9yIjp7IiRpZCI6IjI0IiwiQSI6MjU1LCJSIjoyNTQsIkciOjE4NiwiQiI6MTB9fSwiTWF4V2lkdGgiOiJJbmZpbml0eSIsIk1heEhlaWdodCI6IkluZmluaXR5IiwiU21hcnRGb3JlZ3JvdW5kSXNBY3RpdmUiOmZhbHNlLCJIb3Jpem9udGFsQWxpZ25tZW50IjowLCJWZXJ0aWNhbEFsaWdubWVudCI6MCwiU21hcnRGb3JlZ3JvdW5kIjpudWxsLCJCYWNrZ3JvdW5kRmlsbFR5cGUiOjAsIk1hcmdpbiI6eyIkaWQiOiIyNSIsIlRvcCI6MCwiTGVmdCI6Mjc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mZhbHNlLCJXaWR0aCI6MC4wLCJIZWlnaHQiOjAuMCwiQm9yZGVyU3R5bGUiOm51bGwsIlBhcmVudFN0eWxlIjpudWxsfSwiVG9kYXlNYXJrZXJTdHlsZSI6eyIkaWQiOiIzNSIsIk1hcmdpbiI6eyIkaWQiOiIzNiIsIlRvcCI6MCwiTGVmdCI6MCwiUmlnaHQiOjAsIkJvdHRvbSI6MH0sIlBhZGRpbmciOnsiJGlkIjoiMzciLCJUb3AiOjAsIkxlZnQiOjAsIlJpZ2h0IjowLCJCb3R0b20iOjB9LCJCYWNrZ3JvdW5kIjp7IiRpZCI6IjM4IiwiQ29sb3IiOnsiJGlkIjoiMzkiLCJBIjoyNTUsIlIiOjI1NSwiRyI6MCwiQiI6MH19LCJJc1Zpc2libGUiOnRydWUsIldpZHRoIjowLjAsIkhlaWdodCI6MC4wLCJCb3JkZXJTdHlsZSI6bnVsbCwiUGFyZW50U3R5bGUiOm51bGx9LCJTY2FsZVN0eWxlIjp7IiRpZCI6IjQwIiwiU2hvd1NlZ21lbnRTZXBhcmF0b3JzIjpmYWxzZSwiU2VnbWVudFNlcGFyYXRvck9wYWNpdHkiOjMwLCJGb250U2V0dGluZ3MiOnsiJGlkIjoiNDEiLCJGb250U2l6ZSI6MTIsIkZvbnROYW1lIjoiQ2FsaWJyaSIsIklzQm9sZCI6ZmFsc2UsIklzSXRhbGljIjpmYWxzZSwiSXNVbmRlcmxpbmVkIjpmYWxzZSwiUGFyZW50U3R5bGUiOm51bGx9LCJBdXRvU2l6ZSI6MCwiRm9yZWdyb3VuZCI6eyIkaWQiOiI0MiIsIkNvbG9yIjp7IiRpZCI6IjQzIiwiQSI6MjU1LCJSIjoyNTUsIkciOjI1NSwiQiI6MjU1fX0sIk1heFdpZHRoIjoyMDAuMCwiTWF4SGVpZ2h0IjoiSW5maW5pdHkiLCJTbWFydEZvcmVncm91bmRJc0FjdGl2ZSI6ZmFsc2UsIkhvcml6b250YWxBbGlnbm1lbnQiOjAsIlZlcnRpY2FsQWxpZ25tZW50IjoxLCJTbWFydEZvcmVncm91bmQiOm51bGwsIkJhY2tncm91bmRGaWxsVHlwZSI6MCwiTWFyZ2luIjp7IiRpZCI6IjQ0IiwiVG9wIjowLCJMZWZ0Ijo1LCJSaWdodCI6MCwiQm90dG9tIjowfSwiUGFkZGluZyI6eyIkaWQiOiI0NSIsIlRvcCI6MCwiTGVmdCI6MCwiUmlnaHQiOjAsIkJvdHRvbSI6MH0sIkJhY2tncm91bmQiOnsiJGlkIjoiNDYiLCJDb2xvciI6eyIkcmVmIjoiMjAifX0sIklzVmlzaWJsZSI6dHJ1ZSwiV2lkdGgiOjAuMCwiSGVpZ2h0IjowLjAsIkJvcmRlclN0eWxlIjpudWxsLCJQYXJlbnRTdHlsZSI6bnVsbH0sIkVsYXBzZWRUaW1lQmFja2dyb3VuZCI6eyIkaWQiOiI0NyIsIkNvbG9yIjp7IiRpZCI6IjQ4IiwiQSI6NzcsIlIiOjI1NSwiRyI6MCwiQiI6MH19LCJBcHBlbmRZZWFyT25ZZWFyQ2hhbmdlIjpmYWxzZSwiRWxhcHNlZFRpbWVGb3JtYXQiOjAsIlRvZGF5TWFya2VyUG9zaXRpb24iOjAsIlF1aWNrUG9zaXRpb24iOjMsIkFic29sdXRlUG9zaXRpb24iOjEyNC4wMDIzNjU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EzLCJDb25uZWN0b3JNYXJnaW4iOnsiJGlkIjoiNTQiLCJUb3AiOjAsIkxlZnQiOjIsIlJpZ2h0IjoyLCJCb3R0b20iOjB9LCJDb25uZWN0b3JTdHlsZSI6eyIkaWQiOiI1NSIsIkxpbmVDb2xvciI6eyIkaWQiOiI1NiIsIiR0eXBlIjoiTkxSRS5Db21tb24uRG9tLlNvbGlkQ29sb3JCcnVzaCwgTkxSRS5Db21tb24iLCJDb2xvciI6eyIkaWQiOiI1NyIsIkEiOjEyNywiUiI6NzksIkciOjEyOSwiQiI6MTg5fX0sIkxpbmVXZWlnaHQiOjEuMCwiTGluZVR5cGUiOjAsIlBhcmVudFN0eWxlIjpudWxsfSwiSXNCZWxvd1RpbWViYW5kIjpmYWxzZSwiUG9zaXRpb25PblRhc2siOjAsIkhpZGVEYXRlIjpmYWxzZSwiU2hhcGVTaXplIjoyLCJTcGFjaW5nIjoyLjAsIlBhZGRpbmciOnsiJGlkIjoiNTgiLCJUb3AiOjcsIkxlZnQiOjMsIlJpZ2h0IjowLCJCb3R0b20iOjJ9LCJTaGFwZVN0eWxlIjp7IiRpZCI6IjU5IiwiTWFyZ2luIjp7IiRpZCI6IjYwIiwiVG9wIjowLCJMZWZ0IjowLCJSaWdodCI6MCwiQm90dG9tIjowfSwiUGFkZGluZyI6eyIkaWQiOiI2MSIsIlRvcCI6MCwiTGVmdCI6MCwiUmlnaHQiOjAsIkJvdHRvbSI6MH0sIkJhY2tncm91bmQiOnsiJGlkIjoiNjIiLCJDb2xvciI6eyIkaWQiOiI2MyIsIkEiOjI1NSwiUiI6MjU0LCJHIjoxODYsIkIiOjEwfX0sIklzVmlzaWJsZSI6dHJ1ZSwiV2lkdGgiOjI0LjAsIkhlaWdodCI6MjYuMCwiQm9yZGVyU3R5bGUiOnsiJGlkIjoiNjQiLCJMaW5lQ29sb3IiOnsiJGlkIjoiNjUiLCIkdHlwZSI6Ik5MUkUuQ29tbW9uLkRvbS5Tb2xpZENvbG9yQnJ1c2gsIE5MUkUuQ29tbW9uIiwiQ29sb3IiOnsiJGlkIjoiNjYiLCJBIjoyNTUsIlIiOjI1NSwiRyI6MCwiQiI6MH19LCJMaW5lV2VpZ2h0IjowLjAsIkxpbmVUeXBlIjowLCJQYXJlbnRTdHlsZSI6bnVsbH0sIlBhcmVudFN0eWxlIjpudWxsfSwiVGl0bGVTdHlsZSI6eyIkaWQiOiI2NyIsIkZvbnRTZXR0aW5ncyI6eyIkaWQiOiI2OCIsIkZvbnRTaXplIjoxMSwiRm9udE5hbWUiOiJDYWxpYnJpIiwiSXNCb2xkIjp0cnVlLCJJc0l0YWxpYyI6ZmFsc2UsIklzVW5kZXJsaW5lZCI6ZmFsc2UsIlBhcmVudFN0eWxlIjpudWxsfSwiQXV0b1NpemUiOjAsIkZvcmVncm91bmQiOnsiJGlkIjoiNjkiLCJDb2xvciI6eyIkaWQiOiI3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3MSIsIlRvcCI6MCwiTGVmdCI6MCwiUmlnaHQiOjAsIkJvdHRvbSI6MH0sIlBhZGRpbmciOnsiJGlkIjoiNzIiLCJUb3AiOjAsIkxlZnQiOjAsIlJpZ2h0IjowLCJCb3R0b20iOjB9LCJCYWNrZ3JvdW5kIjp7IiRpZCI6IjczIiwiQ29sb3IiOnsiJHJlZiI6IjIwIn19LCJJc1Zpc2libGUiOnRydWUsIldpZHRoIjowLjAsIkhlaWdodCI6MC4wLCJCb3JkZXJTdHlsZSI6bnVsbCwiUGFyZW50U3R5bGUiOm51bGx9LCJEYXRlU3R5bGUiOnsiJGlkIjoiNzQiLCJGb250U2V0dGluZ3MiOnsiJGlkIjoiNzUiLCJGb250U2l6ZSI6MTAsIkZvbnROYW1lIjoiQ2FsaWJyaSIsIklzQm9sZCI6ZmFsc2UsIklzSXRhbGljIjpmYWxzZSwiSXNVbmRlcmxpbmVkIjpmYWxzZSwiUGFyZW50U3R5bGUiOm51bGx9LCJBdXRvU2l6ZSI6MCwiRm9yZWdyb3VuZCI6eyIkaWQiOiI3NiIsIkNvbG9yIjp7IiRpZCI6Ijc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dHJ1ZSwiV2lkdGgiOjAuMCwiSGVpZ2h0IjowLjAsIkJvcmRlclN0eWxlIjpudWxsLCJQYXJlbnRTdHlsZSI6bnVsbH0sIkRhdGVGb3JtYXQiOnsiJGlkIjoi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IiLCJGb3JtYXQiOjAsIklzVmlzaWJsZSI6ZmFsc2UsIkxhc3RLbm93blZpc2liaWxpdHlTdGF0ZSI6ZmFsc2V9LCJJc1Zpc2libGUiOnRydWUsIlBhcmVudFN0eWxlIjpudWxsfSwiRGVmYXVsdFRhc2tTdHlsZSI6eyIkaWQiOiI4MyIsIlNoYXBlIjoxLCJTaGFwZVRoaWNrbmVzcyI6MCwiRHVyYXRpb25Gb3JtYXQiOjAsIkluY2x1ZGVOb25Xb3JraW5nRGF5c0luRHVyYXRpb24iOmZhbHNlLCJQZXJjZW50YWdlQ29tcGxldGVTdHlsZSI6eyIkaWQiOiI4NCIsIkZvbnRTZXR0aW5ncyI6eyIkaWQiOiI4NSIsIkZvbnRTaXplIjoxMCwiRm9udE5hbWUiOiJDYWxpYnJpIiwiSXNCb2xkIjpmYWxzZSwiSXNJdGFsaWMiOmZhbHNlLCJJc1VuZGVybGluZWQiOmZhbHNlLCJQYXJlbnRTdHlsZSI6bnVsbH0sIkF1dG9TaXplIjowLCJGb3JlZ3JvdW5kIjp7IiRpZCI6Ijg2IiwiQ29sb3IiOnsiJGlkIjoiODciLCJBIjoyNTUsIlIiOjIzOCwiRyI6MjM2LCJCIjoyMjV9fSwiTWF4V2lkdGgiOjIwMC4wLCJNYXhIZWlnaHQiOiJJbmZpbml0eSIsIlNtYXJ0Rm9yZWdyb3VuZElzQWN0aXZlIjpmYWxzZSwiSG9yaXpvbnRhbEFsaWdubWVudCI6MS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wLjAsIkxpbmVUeXBlIjowLCJQYXJlbnRTdHlsZSI6bnVsbH0sIk1hcmdpbiI6bnVsbCwiU3RhcnREYXRlUG9zaXRpb24iOjMsIkVuZERhdGVQb3NpdGlvbiI6MywiRGF0ZUlzVmlzaWJsZSI6dHJ1ZSwiVGl0bGVQb3NpdGlvbiI6MiwiRHVyYXRpb25Qb3NpdGlvbiI6NiwiUGVyY2VudGFnZUNvbXBsZXRlZFBvc2l0aW9uIjoyLCJTcGFjaW5nIjo1LCJJc0JlbG93VGltZWJhbmQiOmZhbHNlLCJQZXJjZW50YWdlQ29tcGxldGVTaGFwZU9wYWNpdHkiOjM1LCJTaGFwZVN0eWxlIjp7IiRpZCI6IjEwNCIsIk1hcmdpbiI6eyIkaWQiOiIxMDUiLCJUb3AiOjAsIkxlZnQiOjQsIlJpZ2h0Ijo0LCJCb3R0b20iOjB9LCJQYWRkaW5nIjp7IiRpZCI6IjEwNiIsIlRvcCI6MCwiTGVmdCI6MCwiUmlnaHQiOjAsIkJvdHRvbSI6MH0sIkJhY2tncm91bmQiOnsiJGlkIjoiMTA3IiwiQ29sb3IiOnsiJGlkIjoiMTA4IiwiQSI6MjU1LCJSIjowLCJHIjoxMTQsIkIiOjE4OH19LCJJc1Zpc2libGUiOnRydWUsIldpZHRoIjowLjAsIkhlaWdodCI6MTAuMCwiQm9yZGVyU3R5bGUiOnsiJGlkIjoiMTA5IiwiTGluZUNvbG9yIjp7IiRpZCI6IjExMCIsIiR0eXBlIjoiTkxSRS5Db21tb24uRG9tLlNvbGlkQ29sb3JCcnVzaCwgTkxSRS5Db21tb24iLCJDb2xvciI6eyIkaWQiOiIxMTEiLCJBIjoyNTUsIlIiOjI1NSwiRyI6MCwiQiI6MH19LCJMaW5lV2VpZ2h0IjowLjAsIkxpbmVUeXBlIjowLCJQYXJlbnRTdHlsZSI6bnVsbH0sIlBhcmVudFN0eWxlIjpudWxsfSwiVGl0bGVTdHlsZSI6eyIkaWQiOiIxMTIiLCJGb250U2V0dGluZ3MiOnsiJGlkIjoiMTEzIiwiRm9udFNpemUiOjExLCJGb250TmFtZSI6IkNhbGlicmkiLCJJc0JvbGQiOmZhbHNlLCJJc0l0YWxpYyI6ZmFsc2UsIklzVW5kZXJsaW5lZCI6ZmFsc2UsIlBhcmVudFN0eWxlIjpudWxsfSwiQXV0b1NpemUiOjAsIkZvcmVncm91bmQiOnsiJGlkIjoiMTE0IiwiQ29sb3IiOnsiJGlkIjoiMTE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iIsIlRvcCI6MCwiTGVmdCI6MCwiUmlnaHQiOjAsIkJvdHRvbSI6MH0sIlBhZGRpbmciOnsiJGlkIjoiMTE3IiwiVG9wIjowLCJMZWZ0IjowLCJSaWdodCI6MCwiQm90dG9tIjowfSwiQmFja2dyb3VuZCI6eyIkaWQiOiIxMTgiLCJDb2xvciI6eyIkcmVmIjoiMjAifX0sIklzVmlzaWJsZSI6dHJ1ZSwiV2lkdGgiOjAuMCwiSGVpZ2h0IjowLjAsIkJvcmRlclN0eWxlIjpudWxsLCJQYXJlbnRTdHlsZSI6bnVsbH0sIkRhdGVTdHlsZSI6eyIkaWQiOiIxMTkiLCJGb250U2V0dGluZ3MiOnsiJGlkIjoiMTIwIiwiRm9udFNpemUiOjEwLCJGb250TmFtZSI6IkNhbGlicmkiLCJJc0JvbGQiOmZhbHNlLCJJc0l0YWxpYyI6ZmFsc2UsIklzVW5kZXJsaW5lZCI6ZmFsc2UsIlBhcmVudFN0eWxlIjpudWxsfSwiQXV0b1NpemUiOjAsIkZvcmVncm91bmQiOnsiJGlkIjoiMTIxIiwiQ29sb3IiOnsiJGlkIjoiMTI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xMjMiLCJUb3AiOjAsIkxlZnQiOjAsIlJpZ2h0IjowLCJCb3R0b20iOjB9LCJQYWRkaW5nIjp7IiRpZCI6IjEyNCIsIlRvcCI6MCwiTGVmdCI6MCwiUmlnaHQiOjAsIkJvdHRvbSI6MH0sIkJhY2tncm91bmQiOnsiJGlkIjoiMTI1IiwiQ29sb3IiOnsiJHJlZiI6IjIwIn19LCJJc1Zpc2libGUiOnRydWUsIldpZHRoIjowLjAsIkhlaWdodCI6MC4wLCJCb3JkZXJTdHlsZSI6bnVsbCwiUGFyZW50U3R5bGUiOm51bGx9LCJEYXRlRm9ybWF0Ijp7IiRpZCI6IjEy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jciLCJGb3JtYXQiOjAsIklzVmlzaWJsZSI6ZmFsc2UsIkxhc3RLbm93blZpc2liaWxpdHlTdGF0ZSI6ZmFsc2V9LCJJc1Zpc2libGUiOnRydWUsIlBhcmVudFN0eWxlIjpudWxsLCJfZXhwbGljaXRseVNldCI6eyIkaWQiOiIxMjgiLCJTaGFwZVN0eWxlIjpmYWxzZSwiVGl0bGVTdHlsZSI6ZmFsc2UsIkRhdG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NwYWNpbmciOmZhbHNlLCJJc0JlbG93VGltZWJhbmQiOmZhbHNlLCJEYXRlRm9ybWF0IjpmYWxzZSwiV2Vla051bWJlcmluZyI6ZmFsc2UsIklzVmlzaWJsZSI6ZmFsc2V9fSwiR3JpZGxpbmVQYW5lbFN0eWxlIjp7IiRpZCI6IjEyOSIsIkdyaWRsaW5lU3R5bGUiOnsiJGlkIjoiMTMwIiwiTGluZUNvbG9yIjp7IiRpZCI6IjEzMSIsIiR0eXBlIjoiTkxSRS5Db21tb24uRG9tLlNvbGlkQ29sb3JCcnVzaCwgTkxSRS5Db21tb24iLCJDb2xvciI6eyIkaWQiOiIxMzIiLCJBIjozOCwiUiI6OTEsIkciOjE1NSwiQiI6MjEz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yMDIyLTEwLTI4VDE3OjAwOjAwIiwiRm9ybWF0IjoiTU1NIiwiVHlwZSI6MiwiQXV0b0RhdGVSYW5nZSI6dHJ1ZSwiV29ya2luZ0RheXMiOjMxLCJGaXNjYWxZZWFyIjp7IiRpZCI6IjE2NSIsIlN0YXJ0TW9udGgiOjEsIlVzZVN0YXJ0aW5nWWVhckZvck51bWJlcmluZyI6dHJ1ZSwiU2hvd0Zpc2NhbFllYXJMYWJlbCI6dHJ1ZX0sIlRvZGF5TWFya2VyVGV4dCI6IlRvZGF5IiwiQXV0b1NjYWxlVHlwZSI6dHJ1ZX0sIk1pbGVzdG9uZXMiOlt7IiRpZCI6IjE2NiIsIkRhdGUiOiIyMDIxLTAzLTMxVDE3OjAwOjAwIiwiU3R5bGUiOnsiJGlkIjoiMTY3IiwiU2hhcGUiOjEzLCJDb25uZWN0b3JNYXJnaW4iOnsiJHJlZiI6IjU0In0sIkNvbm5lY3RvclN0eWxlIjp7IiRpZCI6IjE2OCIsIkxpbmVDb2xvciI6eyIkcmVmIjoiNTYifSwiTGluZVdlaWdodCI6MS4wLCJMaW5lVHlwZSI6MCwiUGFyZW50U3R5bGUiOm51bGx9LCJJc0JlbG93VGltZWJhbmQiOmZhbHNlLCJQb3NpdGlvbk9uVGFzayI6MCwiSGlkZURhdGUiOmZhbHNlLCJTaGFwZVNpemUiOjIsIlNwYWNpbmciOjIuMCwiUGFkZGluZyI6eyIkcmVmIjoiNTgifSwiU2hhcGVTdHlsZSI6eyIkaWQiOiIxNjkiLCJNYXJnaW4iOnsiJHJlZiI6IjYwIn0sIlBhZGRpbmciOnsiJHJlZiI6IjYxIn0sIkJhY2tncm91bmQiOnsiJGlkIjoiMTcwIiwiQ29sb3IiOnsiJGlkIjoiMTcxIiwiQSI6MjU1LCJSIjowLCJHIjowLCJCIjowfX0sIklzVmlzaWJsZSI6dHJ1ZSwiV2lkdGgiOjI0LjAsIkhlaWdodCI6MjYuMCwiQm9yZGVyU3R5bGUiOnsiJGlkIjoiMTcyIiwiTGluZUNvbG9yIjp7IiRyZWYiOiI2NSJ9LCJMaW5lV2VpZ2h0IjowLjAsIkxpbmVUeXBlIjowLCJQYXJlbnRTdHlsZSI6bnVsbH0sIlBhcmVudFN0eWxlIjpudWxsfSwiVGl0bGVTdHlsZSI6eyIkaWQiOiIxNzMiLCJGb250U2V0dGluZ3MiOnsiJGlkIjoiMTc0IiwiRm9udFNpemUiOjExLCJGb250TmFtZSI6IkNhbGlicmkiLCJJc0JvbGQiOnRydWUsIklzSXRhbGljIjpmYWxzZSwiSXNVbmRlcmxpbmVkIjpmYWxzZSwiUGFyZW50U3R5bGUiOm51bGx9LCJBdXRvU2l6ZSI6MCwiRm9yZWdyb3VuZCI6eyIkaWQiOiIxNzUiLCJDb2xvciI6eyIkaWQiOiIxNz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HJlZiI6IjcxIn0sIlBhZGRpbmciOnsiJHJlZiI6IjcyIn0sIkJhY2tncm91bmQiOnsiJGlkIjoiMTc3IiwiQ29sb3IiOnsiJGlkIjoiMTc4IiwiQSI6MCwiUiI6MjU1LCJHIjoyNTUsIkIiOjI1NX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cmVmIjoiNzgifSwiUGFkZGluZyI6eyIkcmVmIjoiNzkifSwiQmFja2dyb3VuZCI6eyIkaWQiOiIxODQiLCJDb2xvciI6eyIkaWQiOiIxODUiLCJBIjowLCJSIjoyNTUsIkciOjI1NSwiQiI6MjU1fX0sIklzVmlzaWJsZSI6dHJ1ZSwiV2lkdGgiOjAuMCwiSGVpZ2h0IjowLjAsIkJvcmRlclN0eWxlIjp7IiRpZCI6IjE4NiIsIkxpbmVDb2xvciI6bnVsbCwiTGluZVdlaWdodCI6MC4wLCJMaW5lVHlwZSI6MCwiUGFyZW50U3R5bGUiOm51bGx9LCJQYXJlbnRTdHlsZSI6bnVsbH0sIkRhdGVGb3JtYXQiOnsiJGlkIjoiMTg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OCIsIkZvcm1hdCI6MCwiSXNWaXNpYmxlIjpmYWxzZSwiTGFzdEtub3duVmlzaWJpbGl0eVN0YXRlIjpmYWxzZX0sIklzVmlzaWJsZSI6ZmFsc2UsIlBhcmVudFN0eWxlIjpudWxsfSwiSW5kZXgiOjAsIlBlcmNlbnRhZ2VDb21wbGV0ZSI6MTAwLjAsIlBvc2l0aW9uIjp7IlJhdGlvIjowLjAsIklzQ3VzdG9tIjpmYWxzZX0sIkRhdGVGb3JtYXQiOnsiJHJlZiI6IjE4NyJ9LCJXZWVrTnVtYmVyaW5nIjp7IiRpZCI6IjE4OSIsIkZvcm1hdCI6MCwiSXNWaXNpYmxlIjpmYWxzZSwiTGFzdEtub3duVmlzaWJpbGl0eVN0YXRlIjpmYWxzZX0sIlJlbGF0ZWRUYXNrSWQiOiIwMDAwMDAwMC0wMDAwLTAwMDAtMDAwMC0wMDAwMDAwMDAwMDAiLCJJZCI6IjY2MTU5YmViLWU5MDctNGIxOS04MGU2LThjMTc5ZDBhNmQxYiIsIkltcG9ydElkIjpudWxsLCJUaXRsZSI6IktpY2tvZmYiLCJOb3RlIjpudWxsLCJIeXBlcmxpbmsiOnsiJGlkIjoiMTkwIiwiQWRkcmVzcyI6bnVsbCwiU3ViQWRkcmVzcyI6bnVsbH0sIklzQ2hhbmdlZCI6ZmFsc2UsIklzTmV3IjpmYWxzZX0seyIkaWQiOiIxOTEiLCJEYXRlIjoiMjAyMi0wMi0yNVQxNzowMDowMCIsIlN0eWxlIjp7IiRpZCI6IjE5MiIsIlNoYXBlIjoxMywiQ29ubmVjdG9yTWFyZ2luIjp7IiRpZCI6IjE5MyIsIlRvcCI6MCwiTGVmdCI6MiwiUmlnaHQiOjIsIkJvdHRvbSI6MH0sIkNvbm5lY3RvclN0eWxlIjp7IiRpZCI6IjE5NCIsIkxpbmVDb2xvciI6eyIkaWQiOiIxOTUiLCIkdHlwZSI6Ik5MUkUuQ29tbW9uLkRvbS5Tb2xpZENvbG9yQnJ1c2gsIE5MUkUuQ29tbW9uIiwiQ29sb3IiOnsiJGlkIjoiMTk2IiwiQSI6MTI3LCJSIjo3OSwiRyI6MTI5LCJCIjoxODl9fSwiTGluZVdlaWdodCI6MS4wLCJMaW5lVHlwZSI6MCwiUGFyZW50U3R5bGUiOm51bGx9LCJJc0JlbG93VGltZWJhbmQiOmZhbHNlLCJQb3NpdGlvbk9uVGFzayI6MCwiSGlkZURhdGUiOmZhbHNlLCJTaGFwZVNpemUiOjIsIlNwYWNpbmciOjIuMCwiUGFkZGluZyI6eyIkaWQiOiIxOTciLCJUb3AiOjcsIkxlZnQiOjMsIlJpZ2h0IjowLCJCb3R0b20iOjJ9LCJTaGFwZVN0eWxlIjp7IiRpZCI6IjE5OCIsIk1hcmdpbiI6eyIkaWQiOiIxOTkiLCJUb3AiOjAsIkxlZnQiOjAsIlJpZ2h0IjowLCJCb3R0b20iOjB9LCJQYWRkaW5nIjp7IiRpZCI6IjIwMCIsIlRvcCI6MCwiTGVmdCI6MCwiUmlnaHQiOjAsIkJvdHRvbSI6MH0sIkJhY2tncm91bmQiOnsiJGlkIjoiMjAxIiwiQ29sb3IiOnsiJGlkIjoiMjAyIiwiQSI6MjU1LCJSIjoyNTQsIkciOjE4NiwiQiI6MTB9fSwiSXNWaXNpYmxlIjp0cnVlLCJXaWR0aCI6MjQuMCwiSGVpZ2h0IjoyNi4wLCJCb3JkZXJTdHlsZSI6eyIkaWQiOiIyMDMiLCJMaW5lQ29sb3IiOnsiJGlkIjoiMjA0IiwiJHR5cGUiOiJOTFJFLkNvbW1vbi5Eb20uU29saWRDb2xvckJydXNoLCBOTFJFLkNvbW1vbiIsIkNvbG9yIjp7IiRpZCI6IjIwNSIsIkEiOjI1NSwiUiI6MjU1LCJHIjowLCJCIjowfX0sIkxpbmVXZWlnaHQiOjAuMCwiTGluZVR5cGUiOjAsIlBhcmVudFN0eWxlIjpudWxsfSwiUGFyZW50U3R5bGUiOm51bGx9LCJUaXRsZVN0eWxlIjp7IiRpZCI6IjIwNiIsIkZvbnRTZXR0aW5ncyI6eyIkaWQiOiIyMDciLCJGb250U2l6ZSI6MTEsIkZvbnROYW1lIjoiQ2FsaWJyaSIsIklzQm9sZCI6dHJ1ZSwiSXNJdGFsaWMiOmZhbHNlLCJJc1VuZGVybGluZWQiOmZhbHNlLCJQYXJlbnRTdHlsZSI6bnVsbH0sIkF1dG9TaXplIjowLCJGb3JlZ3JvdW5kIjp7IiRpZCI6IjIwOCIsIkNvbG9yIjp7IiRpZCI6IjIwOS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AiLCJUb3AiOjAsIkxlZnQiOjAsIlJpZ2h0IjowLCJCb3R0b20iOjB9LCJQYWRkaW5nIjp7IiRpZCI6IjIxMSIsIlRvcCI6MCwiTGVmdCI6MCwiUmlnaHQiOjAsIkJvdHRvbSI6MH0sIkJhY2tncm91bmQiOnsiJGlkIjoiMjEyIiwiQ29sb3IiOnsiJGlkIjoiMjEzIiwiQSI6MCwiUiI6MjU1LCJHIjoyNTUsIkIiOjI1NX19LCJJc1Zpc2libGUiOnRydWUsIldpZHRoIjowLjAsIkhlaWdodCI6MC4wLCJCb3JkZXJTdHlsZSI6eyIkaWQiOiIyMTQiLCJMaW5lQ29sb3IiOm51bGwsIkxpbmVXZWlnaHQiOjAuMCwiTGluZVR5cGUiOjAsIlBhcmVudFN0eWxlIjpudWxsfSwiUGFyZW50U3R5bGUiOm51bGx9LCJEYXRlU3R5bGUiOnsiJGlkIjoiMjE1IiwiRm9udFNldHRpbmdzIjp7IiRpZCI6IjIxNiIsIkZvbnRTaXplIjoxMCwiRm9udE5hbWUiOiJDYWxpYnJpIiwiSXNCb2xkIjpmYWxzZSwiSXNJdGFsaWMiOmZhbHNlLCJJc1VuZGVybGluZWQiOmZhbHNlLCJQYXJlbnRTdHlsZSI6bnVsbH0sIkF1dG9TaXplIjowLCJGb3JlZ3JvdW5kIjp7IiRpZCI6IjIxNyIsIkNvbG9yIjp7IiRpZCI6IjIxOC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kiLCJUb3AiOjAsIkxlZnQiOjAsIlJpZ2h0IjowLCJCb3R0b20iOjB9LCJQYWRkaW5nIjp7IiRpZCI6IjIyMCIsIlRvcCI6MCwiTGVmdCI6MCwiUmlnaHQiOjAsIkJvdHRvbSI6MH0sIkJhY2tncm91bmQiOnsiJGlkIjoiMjIxIiwiQ29sb3IiOnsiJGlkIjoiMjIyIiwiQSI6MCwiUiI6MjU1LCJHIjoyNTUsIkIiOjI1NX19LCJJc1Zpc2libGUiOnRydWUsIldpZHRoIjowLjAsIkhlaWdodCI6MC4wLCJCb3JkZXJTdHlsZSI6eyIkaWQiOiIyMjMiLCJMaW5lQ29sb3IiOm51bGwsIkxpbmVXZWlnaHQiOjAuMCwiTGluZVR5cGUiOjAsIlBhcmVudFN0eWxlIjpudWxsfSwiUGFyZW50U3R5bGUiOm51bGx9LCJEYXRlRm9ybWF0Ijp7IiRpZCI6IjIy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MjUiLCJGb3JtYXQiOjAsIklzVmlzaWJsZSI6ZmFsc2UsIkxhc3RLbm93blZpc2liaWxpdHlTdGF0ZSI6ZmFsc2V9LCJJc1Zpc2libGUiOmZhbHNlLCJQYXJlbnRTdHlsZSI6bnVsbH0sIkluZGV4IjoxLCJQZXJjZW50YWdlQ29tcGxldGUiOm51bGwsIlBvc2l0aW9uIjp7IlJhdGlvIjowLjAsIklzQ3VzdG9tIjpmYWxzZX0sIkRhdGVGb3JtYXQiOnsiJHJlZiI6IjIyNCJ9LCJXZWVrTnVtYmVyaW5nIjp7IiRpZCI6IjIyNiIsIkZvcm1hdCI6MCwiSXNWaXNpYmxlIjpmYWxzZSwiTGFzdEtub3duVmlzaWJpbGl0eVN0YXRlIjpmYWxzZX0sIlJlbGF0ZWRUYXNrSWQiOiIwMDAwMDAwMC0wMDAwLTAwMDAtMDAwMC0wMDAwMDAwMDAwMDAiLCJJZCI6IjAxZGZkOTM5LTk0ZTUtNDFiMy1iNGFlLWI5ZTc2NzI0NmQ0NyIsIkltcG9ydElkIjoiNTciLCJUaXRsZSI6IkluZGlhIiwiTm90ZSI6bnVsbCwiSHlwZXJsaW5rIjp7IiRpZCI6IjIyNyIsIkFkZHJlc3MiOm51bGwsIlN1YkFkZHJlc3MiOm51bGx9LCJJc0NoYW5nZWQiOmZhbHNlLCJJc05ldyI6ZmFsc2V9LHsiJGlkIjoiMjI4IiwiRGF0ZSI6IjIwMjEtMTItMzFUMTc6MDA6MDAiLCJTdHlsZSI6eyIkaWQiOiIyMjkiLCJTaGFwZSI6MTMsIkNvbm5lY3Rvck1hcmdpbiI6eyIkaWQiOiIyMzAiLCJUb3AiOjAsIkxlZnQiOjIsIlJpZ2h0IjoyLCJCb3R0b20iOjB9LCJDb25uZWN0b3JTdHlsZSI6eyIkaWQiOiIyMzEiLCJMaW5lQ29sb3IiOnsiJGlkIjoiMjMyIiwiJHR5cGUiOiJOTFJFLkNvbW1vbi5Eb20uU29saWRDb2xvckJydXNoLCBOTFJFLkNvbW1vbiIsIkNvbG9yIjp7IiRpZCI6IjIzMyIsIkEiOjEyNywiUiI6NzksIkciOjEyOSwiQiI6MTg5fX0sIkxpbmVXZWlnaHQiOjEuMCwiTGluZVR5cGUiOjAsIlBhcmVudFN0eWxlIjpudWxsfSwiSXNCZWxvd1RpbWViYW5kIjpmYWxzZSwiUG9zaXRpb25PblRhc2siOjAsIkhpZGVEYXRlIjpmYWxzZSwiU2hhcGVTaXplIjoyLCJTcGFjaW5nIjoyLjAsIlBhZGRpbmciOnsiJGlkIjoiMjM0IiwiVG9wIjo3LCJMZWZ0IjozLCJSaWdodCI6MCwiQm90dG9tIjoyfSwiU2hhcGVTdHlsZSI6eyIkaWQiOiIyMzUiLCJNYXJnaW4iOnsiJGlkIjoiMjM2IiwiVG9wIjowLCJMZWZ0IjowLCJSaWdodCI6MCwiQm90dG9tIjowfSwiUGFkZGluZyI6eyIkaWQiOiIyMzciLCJUb3AiOjAsIkxlZnQiOjAsIlJpZ2h0IjowLCJCb3R0b20iOjB9LCJCYWNrZ3JvdW5kIjp7IiRpZCI6IjIzOCIsIkNvbG9yIjp7IiRpZCI6IjIzOSIsIkEiOjI1NSwiUiI6MjU0LCJHIjoxODYsIkIiOjEwfX0sIklzVmlzaWJsZSI6dHJ1ZSwiV2lkdGgiOjI0LjAsIkhlaWdodCI6MjYuMCwiQm9yZGVyU3R5bGUiOnsiJGlkIjoiMjQwIiwiTGluZUNvbG9yIjp7IiRpZCI6IjI0MSIsIiR0eXBlIjoiTkxSRS5Db21tb24uRG9tLlNvbGlkQ29sb3JCcnVzaCwgTkxSRS5Db21tb24iLCJDb2xvciI6eyIkaWQiOiIyNDIiLCJBIjoyNTUsIlIiOjI1NSwiRyI6MCwiQiI6MH19LCJMaW5lV2VpZ2h0IjowLjAsIkxpbmVUeXBlIjowLCJQYXJlbnRTdHlsZSI6bnVsbH0sIlBhcmVudFN0eWxlIjpudWxsfSwiVGl0bGVTdHlsZSI6eyIkaWQiOiIyNDMiLCJGb250U2V0dGluZ3MiOnsiJGlkIjoiMjQ0IiwiRm9udFNpemUiOjExLCJGb250TmFtZSI6IkNhbGlicmkiLCJJc0JvbGQiOnRydWUsIklzSXRhbGljIjpmYWxzZSwiSXNVbmRlcmxpbmVkIjpmYWxzZSwiUGFyZW50U3R5bGUiOm51bGx9LCJBdXRvU2l6ZSI6MCwiRm9yZWdyb3VuZCI6eyIkaWQiOiIyNDUiLCJDb2xvciI6eyIkaWQiOiIyND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Q3IiwiVG9wIjowLCJMZWZ0IjowLCJSaWdodCI6MCwiQm90dG9tIjowfSwiUGFkZGluZyI6eyIkaWQiOiIyNDgiLCJUb3AiOjAsIkxlZnQiOjAsIlJpZ2h0IjowLCJCb3R0b20iOjB9LCJCYWNrZ3JvdW5kIjp7IiRpZCI6IjI0OSIsIkNvbG9yIjp7IiRpZCI6IjI1MCIsIkEiOjAsIlIiOjI1NSwiRyI6MjU1LCJCIjoyNTV9fSwiSXNWaXNpYmxlIjp0cnVlLCJXaWR0aCI6MC4wLCJIZWlnaHQiOjAuMCwiQm9yZGVyU3R5bGUiOnsiJGlkIjoiMjUxIiwiTGluZUNvbG9yIjpudWxsLCJMaW5lV2VpZ2h0IjowLjAsIkxpbmVUeXBlIjowLCJQYXJlbnRTdHlsZSI6bnVsbH0sIlBhcmVudFN0eWxlIjpudWxsfSwiRGF0ZVN0eWxlIjp7IiRpZCI6IjI1MiIsIkZvbnRTZXR0aW5ncyI6eyIkaWQiOiIyNTMiLCJGb250U2l6ZSI6MTAsIkZvbnROYW1lIjoiQ2FsaWJyaSIsIklzQm9sZCI6ZmFsc2UsIklzSXRhbGljIjpmYWxzZSwiSXNVbmRlcmxpbmVkIjpmYWxzZSwiUGFyZW50U3R5bGUiOm51bGx9LCJBdXRvU2l6ZSI6MCwiRm9yZWdyb3VuZCI6eyIkaWQiOiIyNTQiLCJDb2xvciI6eyIkaWQiOiIyNTU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U2IiwiVG9wIjowLCJMZWZ0IjowLCJSaWdodCI6MCwiQm90dG9tIjowfSwiUGFkZGluZyI6eyIkaWQiOiIyNTciLCJUb3AiOjAsIkxlZnQiOjAsIlJpZ2h0IjowLCJCb3R0b20iOjB9LCJCYWNrZ3JvdW5kIjp7IiRpZCI6IjI1OCIsIkNvbG9yIjp7IiRpZCI6IjI1OSIsIkEiOjAsIlIiOjI1NSwiRyI6MjU1LCJCIjoyNTV9fSwiSXNWaXNpYmxlIjp0cnVlLCJXaWR0aCI6MC4wLCJIZWlnaHQiOjAuMCwiQm9yZGVyU3R5bGUiOnsiJGlkIjoiMjYwIiwiTGluZUNvbG9yIjpudWxsLCJMaW5lV2VpZ2h0IjowLjAsIkxpbmVUeXBlIjowLCJQYXJlbnRTdHlsZSI6bnVsbH0sIlBhcmVudFN0eWxlIjpudWxsfSwiRGF0ZUZvcm1hdCI6eyIkaWQiOiIyNj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YyIiwiRm9ybWF0IjowLCJJc1Zpc2libGUiOmZhbHNlLCJMYXN0S25vd25WaXNpYmlsaXR5U3RhdGUiOmZhbHNlfSwiSXNWaXNpYmxlIjpmYWxzZSwiUGFyZW50U3R5bGUiOm51bGx9LCJJbmRleCI6MiwiUGVyY2VudGFnZUNvbXBsZXRlIjpudWxsLCJQb3NpdGlvbiI6eyJSYXRpbyI6MC4wLCJJc0N1c3RvbSI6ZmFsc2V9LCJEYXRlRm9ybWF0Ijp7IiRyZWYiOiIyNjEifSwiV2Vla051bWJlcmluZyI6eyIkaWQiOiIyNjMiLCJGb3JtYXQiOjAsIklzVmlzaWJsZSI6ZmFsc2UsIkxhc3RLbm93blZpc2liaWxpdHlTdGF0ZSI6ZmFsc2V9LCJSZWxhdGVkVGFza0lkIjoiMDAwMDAwMDAtMDAwMC0wMDAwLTAwMDAtMDAwMDAwMDAwMDAwIiwiSWQiOiI5MjE2MTI3Yi0yZWZjLTQ5MGYtYTFmMy1lMzA3MDMxOTVlMTYiLCJJbXBvcnRJZCI6IjU4IiwiVGl0bGUiOiJUYWl3YW4iLCJOb3RlIjpudWxsLCJIeXBlcmxpbmsiOnsiJGlkIjoiMjY0IiwiQWRkcmVzcyI6bnVsbCwiU3ViQWRkcmVzcyI6bnVsbH0sIklzQ2hhbmdlZCI6ZmFsc2UsIklzTmV3IjpmYWxzZX0seyIkaWQiOiIyNjUiLCJEYXRlIjoiMjAyMi0wNC0yOVQxNzowMDowMCIsIlN0eWxlIjp7IiRpZCI6IjI2NiIsIlNoYXBlIjoxMywiQ29ubmVjdG9yTWFyZ2luIjp7IiRpZCI6IjI2NyIsIlRvcCI6MCwiTGVmdCI6MiwiUmlnaHQiOjIsIkJvdHRvbSI6MH0sIkNvbm5lY3RvclN0eWxlIjp7IiRpZCI6IjI2OCIsIkxpbmVDb2xvciI6eyIkaWQiOiIyNjkiLCIkdHlwZSI6Ik5MUkUuQ29tbW9uLkRvbS5Tb2xpZENvbG9yQnJ1c2gsIE5MUkUuQ29tbW9uIiwiQ29sb3IiOnsiJGlkIjoiMjcwIiwiQSI6MTI3LCJSIjo3OSwiRyI6MTI5LCJCIjoxODl9fSwiTGluZVdlaWdodCI6MS4wLCJMaW5lVHlwZSI6MCwiUGFyZW50U3R5bGUiOm51bGx9LCJJc0JlbG93VGltZWJhbmQiOmZhbHNlLCJQb3NpdGlvbk9uVGFzayI6MCwiSGlkZURhdGUiOmZhbHNlLCJTaGFwZVNpemUiOjIsIlNwYWNpbmciOjIuMCwiUGFkZGluZyI6eyIkaWQiOiIyNzEiLCJUb3AiOjcsIkxlZnQiOjMsIlJpZ2h0IjowLCJCb3R0b20iOjJ9LCJTaGFwZVN0eWxlIjp7IiRpZCI6IjI3MiIsIk1hcmdpbiI6eyIkaWQiOiIyNzMiLCJUb3AiOjAsIkxlZnQiOjAsIlJpZ2h0IjowLCJCb3R0b20iOjB9LCJQYWRkaW5nIjp7IiRpZCI6IjI3NCIsIlRvcCI6MCwiTGVmdCI6MCwiUmlnaHQiOjAsIkJvdHRvbSI6MH0sIkJhY2tncm91bmQiOnsiJGlkIjoiMjc1IiwiQ29sb3IiOnsiJGlkIjoiMjc2IiwiQSI6MjU1LCJSIjoyNTQsIkciOjE4NiwiQiI6MTB9fSwiSXNWaXNpYmxlIjp0cnVlLCJXaWR0aCI6MjQuMCwiSGVpZ2h0IjoyNi4wLCJCb3JkZXJTdHlsZSI6eyIkaWQiOiIyNzciLCJMaW5lQ29sb3IiOnsiJGlkIjoiMjc4IiwiJHR5cGUiOiJOTFJFLkNvbW1vbi5Eb20uU29saWRDb2xvckJydXNoLCBOTFJFLkNvbW1vbiIsIkNvbG9yIjp7IiRpZCI6IjI3OSIsIkEiOjI1NSwiUiI6MjU1LCJHIjowLCJCIjowfX0sIkxpbmVXZWlnaHQiOjAuMCwiTGluZVR5cGUiOjAsIlBhcmVudFN0eWxlIjpudWxsfSwiUGFyZW50U3R5bGUiOm51bGx9LCJUaXRsZVN0eWxlIjp7IiRpZCI6IjI4MCIsIkZvbnRTZXR0aW5ncyI6eyIkaWQiOiIyODEiLCJGb250U2l6ZSI6MTEsIkZvbnROYW1lIjoiQ2FsaWJyaSIsIklzQm9sZCI6dHJ1ZSwiSXNJdGFsaWMiOmZhbHNlLCJJc1VuZGVybGluZWQiOmZhbHNlLCJQYXJlbnRTdHlsZSI6bnVsbH0sIkF1dG9TaXplIjowLCJGb3JlZ3JvdW5kIjp7IiRpZCI6IjI4MiIsIkNvbG9yIjp7IiRpZCI6IjI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DQiLCJUb3AiOjAsIkxlZnQiOjAsIlJpZ2h0IjowLCJCb3R0b20iOjB9LCJQYWRkaW5nIjp7IiRpZCI6IjI4NSIsIlRvcCI6MCwiTGVmdCI6MCwiUmlnaHQiOjAsIkJvdHRvbSI6MH0sIkJhY2tncm91bmQiOnsiJGlkIjoiMjg2IiwiQ29sb3IiOnsiJGlkIjoiMjg3IiwiQSI6MCwiUiI6MjU1LCJHIjoyNTUsIkIiOjI1NX19LCJJc1Zpc2libGUiOnRydWUsIldpZHRoIjowLjAsIkhlaWdodCI6MC4wLCJCb3JkZXJTdHlsZSI6eyIkaWQiOiIyODgiLCJMaW5lQ29sb3IiOm51bGwsIkxpbmVXZWlnaHQiOjAuMCwiTGluZVR5cGUiOjAsIlBhcmVudFN0eWxlIjpudWxsfSwiUGFyZW50U3R5bGUiOm51bGx9LCJEYXRlU3R5bGUiOnsiJGlkIjoiMjg5IiwiRm9udFNldHRpbmdzIjp7IiRpZCI6IjI5MCIsIkZvbnRTaXplIjoxMCwiRm9udE5hbWUiOiJDYWxpYnJpIiwiSXNCb2xkIjpmYWxzZSwiSXNJdGFsaWMiOmZhbHNlLCJJc1VuZGVybGluZWQiOmZhbHNlLCJQYXJlbnRTdHlsZSI6bnVsbH0sIkF1dG9TaXplIjowLCJGb3JlZ3JvdW5kIjp7IiRpZCI6IjI5MSIsIkNvbG9yIjp7IiRpZCI6IjI5Mi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TMiLCJUb3AiOjAsIkxlZnQiOjAsIlJpZ2h0IjowLCJCb3R0b20iOjB9LCJQYWRkaW5nIjp7IiRpZCI6IjI5NCIsIlRvcCI6MCwiTGVmdCI6MCwiUmlnaHQiOjAsIkJvdHRvbSI6MH0sIkJhY2tncm91bmQiOnsiJGlkIjoiMjk1IiwiQ29sb3IiOnsiJGlkIjoiMjk2IiwiQSI6MCwiUiI6MjU1LCJHIjoyNTUsIkIiOjI1NX19LCJJc1Zpc2libGUiOnRydWUsIldpZHRoIjowLjAsIkhlaWdodCI6MC4wLCJCb3JkZXJTdHlsZSI6eyIkaWQiOiIyOTciLCJMaW5lQ29sb3IiOm51bGwsIkxpbmVXZWlnaHQiOjAuMCwiTGluZVR5cGUiOjAsIlBhcmVudFN0eWxlIjpudWxsfSwiUGFyZW50U3R5bGUiOm51bGx9LCJEYXRlRm9ybWF0Ijp7IiRpZCI6IjI5O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OTkiLCJGb3JtYXQiOjAsIklzVmlzaWJsZSI6ZmFsc2UsIkxhc3RLbm93blZpc2liaWxpdHlTdGF0ZSI6ZmFsc2V9LCJJc1Zpc2libGUiOmZhbHNlLCJQYXJlbnRTdHlsZSI6bnVsbH0sIkluZGV4IjozLCJQZXJjZW50YWdlQ29tcGxldGUiOm51bGwsIlBvc2l0aW9uIjp7IlJhdGlvIjowLjAsIklzQ3VzdG9tIjpmYWxzZX0sIkRhdGVGb3JtYXQiOnsiJHJlZiI6IjI5OCJ9LCJXZWVrTnVtYmVyaW5nIjp7IiRpZCI6IjMwMCIsIkZvcm1hdCI6MCwiSXNWaXNpYmxlIjpmYWxzZSwiTGFzdEtub3duVmlzaWJpbGl0eVN0YXRlIjpmYWxzZX0sIlJlbGF0ZWRUYXNrSWQiOiIwMDAwMDAwMC0wMDAwLTAwMDAtMDAwMC0wMDAwMDAwMDAwMDAiLCJJZCI6IjU3ZDAyN2E4LTFiMDQtNDUxNy1hNDJjLWYzNTU4YzZkM2IzMCIsIkltcG9ydElkIjoiNTkiLCJUaXRsZSI6IkphcGFuIiwiTm90ZSI6bnVsbCwiSHlwZXJsaW5rIjp7IiRpZCI6IjMwMSIsIkFkZHJlc3MiOm51bGwsIlN1YkFkZHJlc3MiOm51bGx9LCJJc0NoYW5nZWQiOmZhbHNlLCJJc05ldyI6ZmFsc2V9LHsiJGlkIjoiMzAyIiwiRGF0ZSI6IjIwMjItMTAtMjhUMTc6MDA6MDAiLCJTdHlsZSI6eyIkaWQiOiIzMDMiLCJTaGFwZSI6MTMsIkNvbm5lY3Rvck1hcmdpbiI6eyIkaWQiOiIzMDQiLCJUb3AiOjAsIkxlZnQiOjIsIlJpZ2h0IjoyLCJCb3R0b20iOjB9LCJDb25uZWN0b3JTdHlsZSI6eyIkaWQiOiIzMDUiLCJMaW5lQ29sb3IiOnsiJGlkIjoiMzA2IiwiJHR5cGUiOiJOTFJFLkNvbW1vbi5Eb20uU29saWRDb2xvckJydXNoLCBOTFJFLkNvbW1vbiIsIkNvbG9yIjp7IiRpZCI6IjMwNyIsIkEiOjEyNywiUiI6NzksIkciOjEyOSwiQiI6MTg5fX0sIkxpbmVXZWlnaHQiOjEuMCwiTGluZVR5cGUiOjAsIlBhcmVudFN0eWxlIjpudWxsfSwiSXNCZWxvd1RpbWViYW5kIjpmYWxzZSwiUG9zaXRpb25PblRhc2siOjAsIkhpZGVEYXRlIjpmYWxzZSwiU2hhcGVTaXplIjoyLCJTcGFjaW5nIjoyLjAsIlBhZGRpbmciOnsiJGlkIjoiMzA4IiwiVG9wIjo3LCJMZWZ0IjozLCJSaWdodCI6MCwiQm90dG9tIjoyfSwiU2hhcGVTdHlsZSI6eyIkaWQiOiIzMDkiLCJNYXJnaW4iOnsiJGlkIjoiMzEwIiwiVG9wIjowLCJMZWZ0IjowLCJSaWdodCI6MCwiQm90dG9tIjowfSwiUGFkZGluZyI6eyIkaWQiOiIzMTEiLCJUb3AiOjAsIkxlZnQiOjAsIlJpZ2h0IjowLCJCb3R0b20iOjB9LCJCYWNrZ3JvdW5kIjp7IiRpZCI6IjMxMiIsIkNvbG9yIjp7IiRpZCI6IjMxMyIsIkEiOjI1NSwiUiI6MjU0LCJHIjoxODYsIkIiOjEwfX0sIklzVmlzaWJsZSI6dHJ1ZSwiV2lkdGgiOjI0LjAsIkhlaWdodCI6MjYuMCwiQm9yZGVyU3R5bGUiOnsiJGlkIjoiMzE0IiwiTGluZUNvbG9yIjp7IiRpZCI6IjMxNSIsIiR0eXBlIjoiTkxSRS5Db21tb24uRG9tLlNvbGlkQ29sb3JCcnVzaCwgTkxSRS5Db21tb24iLCJDb2xvciI6eyIkaWQiOiIzMTYiLCJBIjoyNTUsIlIiOjI1NSwiRyI6MCwiQiI6MH19LCJMaW5lV2VpZ2h0IjowLjAsIkxpbmVUeXBlIjowLCJQYXJlbnRTdHlsZSI6bnVsbH0sIlBhcmVudFN0eWxlIjpudWxsfSwiVGl0bGVTdHlsZSI6eyIkaWQiOiIzMTciLCJGb250U2V0dGluZ3MiOnsiJGlkIjoiMzE4IiwiRm9udFNpemUiOjExLCJGb250TmFtZSI6IkNhbGlicmkiLCJJc0JvbGQiOnRydWUsIklzSXRhbGljIjpmYWxzZSwiSXNVbmRlcmxpbmVkIjpmYWxzZSwiUGFyZW50U3R5bGUiOm51bGx9LCJBdXRvU2l6ZSI6MCwiRm9yZWdyb3VuZCI6eyIkaWQiOiIzMTkiLCJDb2xvciI6eyIkaWQiOiIzMjA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IxIiwiVG9wIjowLCJMZWZ0IjowLCJSaWdodCI6MCwiQm90dG9tIjowfSwiUGFkZGluZyI6eyIkaWQiOiIzMjIiLCJUb3AiOjAsIkxlZnQiOjAsIlJpZ2h0IjowLCJCb3R0b20iOjB9LCJCYWNrZ3JvdW5kIjp7IiRpZCI6IjMyMyIsIkNvbG9yIjp7IiRpZCI6IjMyNCIsIkEiOjAsIlIiOjI1NSwiRyI6MjU1LCJCIjoyNTV9fSwiSXNWaXNpYmxlIjp0cnVlLCJXaWR0aCI6MC4wLCJIZWlnaHQiOjAuMCwiQm9yZGVyU3R5bGUiOnsiJGlkIjoiMzI1IiwiTGluZUNvbG9yIjpudWxsLCJMaW5lV2VpZ2h0IjowLjAsIkxpbmVUeXBlIjowLCJQYXJlbnRTdHlsZSI6bnVsbH0sIlBhcmVudFN0eWxlIjpudWxsfSwiRGF0ZVN0eWxlIjp7IiRpZCI6IjMyNiIsIkZvbnRTZXR0aW5ncyI6eyIkaWQiOiIzMjciLCJGb250U2l6ZSI6MTAsIkZvbnROYW1lIjoiQ2FsaWJyaSIsIklzQm9sZCI6ZmFsc2UsIklzSXRhbGljIjpmYWxzZSwiSXNVbmRlcmxpbmVkIjpmYWxzZSwiUGFyZW50U3R5bGUiOm51bGx9LCJBdXRvU2l6ZSI6MCwiRm9yZWdyb3VuZCI6eyIkaWQiOiIzMjgiLCJDb2xvciI6eyIkaWQiOiIzMjk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MwIiwiVG9wIjowLCJMZWZ0IjowLCJSaWdodCI6MCwiQm90dG9tIjowfSwiUGFkZGluZyI6eyIkaWQiOiIzMzEiLCJUb3AiOjAsIkxlZnQiOjAsIlJpZ2h0IjowLCJCb3R0b20iOjB9LCJCYWNrZ3JvdW5kIjp7IiRpZCI6IjMzMiIsIkNvbG9yIjp7IiRpZCI6IjMzMyIsIkEiOjAsIlIiOjI1NSwiRyI6MjU1LCJCIjoyNTV9fSwiSXNWaXNpYmxlIjp0cnVlLCJXaWR0aCI6MC4wLCJIZWlnaHQiOjAuMCwiQm9yZGVyU3R5bGUiOnsiJGlkIjoiMzM0IiwiTGluZUNvbG9yIjpudWxsLCJMaW5lV2VpZ2h0IjowLjAsIkxpbmVUeXBlIjowLCJQYXJlbnRTdHlsZSI6bnVsbH0sIlBhcmVudFN0eWxlIjpudWxsfSwiRGF0ZUZvcm1hdCI6eyIkaWQiOiIzMz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M2IiwiRm9ybWF0IjowLCJJc1Zpc2libGUiOmZhbHNlLCJMYXN0S25vd25WaXNpYmlsaXR5U3RhdGUiOmZhbHNlfSwiSXNWaXNpYmxlIjpmYWxzZSwiUGFyZW50U3R5bGUiOm51bGx9LCJJbmRleCI6NCwiUGVyY2VudGFnZUNvbXBsZXRlIjpudWxsLCJQb3NpdGlvbiI6eyJSYXRpbyI6MC4wLCJJc0N1c3RvbSI6ZmFsc2V9LCJEYXRlRm9ybWF0Ijp7IiRyZWYiOiIzMzUifSwiV2Vla051bWJlcmluZyI6eyIkaWQiOiIzMzciLCJGb3JtYXQiOjAsIklzVmlzaWJsZSI6ZmFsc2UsIkxhc3RLbm93blZpc2liaWxpdHlTdGF0ZSI6ZmFsc2V9LCJSZWxhdGVkVGFza0lkIjoiMDAwMDAwMDAtMDAwMC0wMDAwLTAwMDAtMDAwMDAwMDAwMDAwIiwiSWQiOiI0ZmU0NjEwMS0xYzE1LTRlYmEtOWQ5Ny1kYjVlZTJlY2Q5NWIiLCJJbXBvcnRJZCI6IjYwIiwiVGl0bGUiOiJUaGFpbGFuZCIsIk5vdGUiOm51bGwsIkh5cGVybGluayI6eyIkaWQiOiIzMzgiLCJBZGRyZXNzIjpudWxsLCJTdWJBZGRyZXNzIjpudWxsfSwiSXNDaGFuZ2VkIjpmYWxzZSwiSXNOZXciOmZhbHNlfV0sIlRhc2tzIjpbeyIkaWQiOiIzMzkiLCJHcm91cE5hbWUiOm51bGwsIlN0YXJ0RGF0ZSI6IjIwMjEtMDItMDFUMDg6MDA6MDAiLCJFbmREYXRlIjoiMjAyMS0wMy0zMVQxNzowMDowMCIsIlBlcmNlbnRhZ2VDb21wbGV0ZSI6MTAwLjAsIlN0eWxlIjp7IiRpZCI6IjM0MCIsIlNoYXBlIjoxLCJTaGFwZVRoaWNrbmVzcyI6MCwiRHVyYXRpb25Gb3JtYXQiOjAsIkluY2x1ZGVOb25Xb3JraW5nRGF5c0luRHVyYXRpb24iOmZhbHNlLCJQZXJjZW50YWdlQ29tcGxldGVTdHlsZSI6eyIkaWQiOiIzNDEiLCJGb250U2V0dGluZ3MiOnsiJGlkIjoiMzQyIiwiRm9udFNpemUiOjEwLCJGb250TmFtZSI6IkNhbGlicmkiLCJJc0JvbGQiOmZhbHNlLCJJc0l0YWxpYyI6ZmFsc2UsIklzVW5kZXJsaW5lZCI6ZmFsc2UsIlBhcmVudFN0eWxlIjpudWxsfSwiQXV0b1NpemUiOjAsIkZvcmVncm91bmQiOnsiJGlkIjoiMzQzIiwiQ29sb3IiOnsiJGlkIjoiMzQ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zQ1IiwiVG9wIjowLCJMZWZ0IjowLCJSaWdodCI6MCwiQm90dG9tIjowfSwiUGFkZGluZyI6eyIkaWQiOiIzNDYiLCJUb3AiOjAsIkxlZnQiOjAsIlJpZ2h0IjowLCJCb3R0b20iOjB9LCJCYWNrZ3JvdW5kIjp7IiRpZCI6IjM0NyIsIkNvbG9yIjp7IiRpZCI6IjM0OCIsIkEiOjg5LCJSIjowLCJHIjowLCJCIjowfX0sIklzVmlzaWJsZSI6dHJ1ZSwiV2lkdGgiOjAuMCwiSGVpZ2h0IjowLjAsIkJvcmRlclN0eWxlIjp7IiRpZCI6IjM0OSIsIkxpbmVDb2xvciI6bnVsbCwiTGluZVdlaWdodCI6MC4wLCJMaW5lVHlwZSI6MCwiUGFyZW50U3R5bGUiOm51bGx9LCJQYXJlbnRTdHlsZSI6bnVsbH0sIkR1cmF0aW9uU3R5bGUiOnsiJGlkIjoiMzUwIiwiRm9udFNldHRpbmdzIjp7IiRpZCI6IjM1MSIsIkZvbnRTaXplIjoxMCwiRm9udE5hbWUiOiJDYWxpYnJpIiwiSXNCb2xkIjpmYWxzZSwiSXNJdGFsaWMiOmZhbHNlLCJJc1VuZGVybGluZWQiOmZhbHNlLCJQYXJlbnRTdHlsZSI6bnVsbH0sIkF1dG9TaXplIjowLCJGb3JlZ3JvdW5kIjp7IiRpZCI6IjM1MiIsIkNvbG9yIjp7IiRpZCI6IjM1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M1NCIsIlRvcCI6MCwiTGVmdCI6MCwiUmlnaHQiOjAsIkJvdHRvbSI6MH0sIlBhZGRpbmciOnsiJGlkIjoiMzU1IiwiVG9wIjowLCJMZWZ0IjowLCJSaWdodCI6MCwiQm90dG9tIjowfSwiQmFja2dyb3VuZCI6eyIkaWQiOiIzNTYiLCJDb2xvciI6eyIkcmVmIjoiMzQ4In19LCJJc1Zpc2libGUiOnRydWUsIldpZHRoIjowLjAsIkhlaWdodCI6MC4wLCJCb3JkZXJTdHlsZSI6eyIkaWQiOiIzNTciLCJMaW5lQ29sb3IiOm51bGwsIkxpbmVXZWlnaHQiOjAuMCwiTGluZVR5cGUiOjAsIlBhcmVudFN0eWxlIjpudWxsfSwiUGFyZW50U3R5bGUiOm51bGx9LCJIb3Jpem9udGFsQ29ubmVjdG9yU3R5bGUiOnsiJGlkIjoiMzU4IiwiTGluZUNvbG9yIjp7IiRpZCI6IjM1OSIsIiR0eXBlIjoiTkxSRS5Db21tb24uRG9tLlNvbGlkQ29sb3JCcnVzaCwgTkxSRS5Db21tb24iLCJDb2xvciI6eyIkaWQiOiIzNjAiLCJBIjoyNTUsIlIiOjIwNCwiRyI6MjA0LCJCIjoyMDR9fSwiTGluZVdlaWdodCI6MS4wLCJMaW5lVHlwZSI6MCwiUGFyZW50U3R5bGUiOm51bGx9LCJWZXJ0aWNhbENvbm5lY3RvclN0eWxlIjp7IiRpZCI6IjM2MSIsIkxpbmVDb2xvciI6eyIkaWQiOiIzNjIiLCIkdHlwZSI6Ik5MUkUuQ29tbW9uLkRvbS5Tb2xpZENvbG9yQnJ1c2gsIE5MUkUuQ29tbW9uIiwiQ29sb3IiOnsiJGlkIjoiMzY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zY0IiwiTWFyZ2luIjp7IiRpZCI6IjM2NSIsIlRvcCI6MCwiTGVmdCI6NCwiUmlnaHQiOjQsIkJvdHRvbSI6MH0sIlBhZGRpbmciOnsiJGlkIjoiMzY2IiwiVG9wIjowLCJMZWZ0IjowLCJSaWdodCI6MCwiQm90dG9tIjowfSwiQmFja2dyb3VuZCI6eyIkaWQiOiIzNjciLCJDb2xvciI6eyIkaWQiOiIzNjgiLCJBIjoyNTUsIlIiOjAsIkciOjAsIkIiOjB9fSwiSXNWaXNpYmxlIjp0cnVlLCJXaWR0aCI6MC4wLCJIZWlnaHQiOjEwLjAsIkJvcmRlclN0eWxlIjp7IiRpZCI6IjM2OSIsIkxpbmVDb2xvciI6eyIkaWQiOiIzNzAiLCIkdHlwZSI6Ik5MUkUuQ29tbW9uLkRvbS5Tb2xpZENvbG9yQnJ1c2gsIE5MUkUuQ29tbW9uIiwiQ29sb3IiOnsiJGlkIjoiMzcxIiwiQSI6MjU1LCJSIjoyNTUsIkciOjAsIkIiOjB9fSwiTGluZVdlaWdodCI6MC4wLCJMaW5lVHlwZSI6MCwiUGFyZW50U3R5bGUiOm51bGx9LCJQYXJlbnRTdHlsZSI6bnVsbH0sIlRpdGxlU3R5bGUiOnsiJGlkIjoiMzcyIiwiRm9udFNldHRpbmdzIjp7IiRpZCI6IjM3My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Mzc0IiwiVG9wIjowLCJMZWZ0IjowLCJSaWdodCI6MCwiQm90dG9tIjowfSwiUGFkZGluZyI6eyIkaWQiOiIzNzUiLCJUb3AiOjAsIkxlZnQiOjAsIlJpZ2h0IjowLCJCb3R0b20iOjB9LCJCYWNrZ3JvdW5kIjp7IiRpZCI6IjM3NiIsIkNvbG9yIjp7IiRyZWYiOiIzNDgifX0sIklzVmlzaWJsZSI6dHJ1ZSwiV2lkdGgiOjAuMCwiSGVpZ2h0IjowLjAsIkJvcmRlclN0eWxlIjp7IiRpZCI6IjM3NyIsIkxpbmVDb2xvciI6bnVsbCwiTGluZVdlaWdodCI6MC4wLCJMaW5lVHlwZSI6MCwiUGFyZW50U3R5bGUiOm51bGx9LCJQYXJlbnRTdHlsZSI6bnVsbH0sIkRhdGVTdHlsZSI6eyIkaWQiOiIzNzgiLCJGb250U2V0dGluZ3MiOnsiJGlkIjoiMzc5IiwiRm9udFNpemUiOjEwLCJGb250TmFtZSI6IkNhbGlicmkiLCJJc0JvbGQiOmZhbHNlLCJJc0l0YWxpYyI6ZmFsc2UsIklzVW5kZXJsaW5lZCI6ZmFsc2UsIlBhcmVudFN0eWxlIjpudWxsfSwiQXV0b1NpemUiOjAsIkZvcmVncm91bmQiOnsiJGlkIjoiMzgwIiwiQ29sb3IiOnsiJGlkIjoiMzgx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zODIiLCJUb3AiOjAsIkxlZnQiOjAsIlJpZ2h0IjowLCJCb3R0b20iOjB9LCJQYWRkaW5nIjp7IiRpZCI6IjM4MyIsIlRvcCI6MCwiTGVmdCI6MCwiUmlnaHQiOjAsIkJvdHRvbSI6MH0sIkJhY2tncm91bmQiOnsiJGlkIjoiMzg0IiwiQ29sb3IiOnsiJHJlZiI6IjM0OCJ9fSwiSXNWaXNpYmxlIjp0cnVlLCJXaWR0aCI6MC4wLCJIZWlnaHQiOjAuMCwiQm9yZGVyU3R5bGUiOnsiJGlkIjoiMzg1IiwiTGluZUNvbG9yIjpudWxsLCJMaW5lV2VpZ2h0IjowLjAsIkxpbmVUeXBlIjowLCJQYXJlbnRTdHlsZSI6bnVsbH0sIlBhcmVudFN0eWxlIjpudWxsfSwiRGF0ZUZvcm1hdCI6eyIkaWQiOiIzOD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g3IiwiRm9ybWF0IjowLCJJc1Zpc2libGUiOmZhbHNlLCJMYXN0S25vd25WaXNpYmlsaXR5U3RhdGUiOmZhbHNlfSwiSXNWaXNpYmxlIjpmYWxzZSwiUGFyZW50U3R5bGUiOm51bGx9LCJJbmRleCI6NCwiU21hcnREdXJhdGlvbkFjdGl2YXRlZCI6ZmFsc2UsIkRhdGVGb3JtYXQiOnsiJHJlZiI6IjM4NiJ9LCJXZWVrTnVtYmVyaW5nIjp7IiRpZCI6IjM4OCIsIkZvcm1hdCI6MCwiSXNWaXNpYmxlIjpmYWxzZSwiTGFzdEtub3duVmlzaWJpbGl0eVN0YXRlIjpmYWxzZX0sIklkIjoiMzViNjlmOGYtZDIxZi00NjBjLWE5MGEtZDBkNWYzNTg5YjkxIiwiSW1wb3J0SWQiOiI0NiIsIlRpdGxlIjoiUGxhbiBhbmQgT3JpZW50IiwiTm90ZSI6bnVsbCwiSHlwZXJsaW5rIjp7IiRpZCI6IjM4OSIsIkFkZHJlc3MiOm51bGwsIlN1YkFkZHJlc3MiOm51bGx9LCJJc0NoYW5nZWQiOmZhbHNlLCJJc05ldyI6ZmFsc2V9XSwiU3dpbWxhbmVzIjpbeyIkaWQiOiIzOTAiLCJJZCI6IjJmODlhZWM0LWMwODYtNGM0NC04OGYwLTBlYjdlZGJmMjlmMiIsIkluZGV4IjowLCJIZWFkZXJUZXh0IjoiSW5kaWEiLCJTdHlsZSI6eyIkaWQiOiIzOTEiLCJIZWFkZXJTdHlsZSI6eyIkaWQiOiIzOTIiLCJUZXh0U3R5bGUiOnsiJGlkIjoiMzkzIiwiRm9udFNldHRpbmdzIjp7IiRpZCI6IjM5NCIsIkZvbnRTaXplIjoxMiwiRm9udE5hbWUiOiJDYWxpYnJpIiwiSXNCb2xkIjpmYWxzZSwiSXNJdGFsaWMiOmZhbHNlLCJJc1VuZGVybGluZWQiOmZhbHNlLCJQYXJlbnRTdHlsZSI6bnVsbH0sIkF1dG9TaXplIjowLCJGb3JlZ3JvdW5kIjp7IiRpZCI6IjM5NSIsIkNvbG9yIjp7IiRpZCI6IjM5NiIsIkEiOjI1NSwiUiI6MjU1LCJHIjoyNTUsIkIiOjI1NX19LCJNYXhXaWR0aCI6MC4wLCJNYXhIZWlnaHQiOjAuMCwiU21hcnRGb3JlZ3JvdW5kSXNBY3RpdmUiOmZhbHNlLCJIb3Jpem9udGFsQWxpZ25tZW50IjowLCJWZXJ0aWNhbEFsaWdubWVudCI6MCwiU21hcnRGb3JlZ3JvdW5kIjpudWxsLCJCYWNrZ3JvdW5kRmlsbFR5cGUiOjAsIk1hcmdpbiI6eyIkaWQiOiIzOTciLCJUb3AiOjAsIkxlZnQiOjAsIlJpZ2h0IjowLCJCb3R0b20iOjB9LCJQYWRkaW5nIjp7IiRpZCI6IjM5OCIsIlRvcCI6MCwiTGVmdCI6MCwiUmlnaHQiOjAsIkJvdHRvbSI6MH0sIkJhY2tncm91bmQiOm51bGwsIklzVmlzaWJsZSI6ZmFsc2UsIldpZHRoIjowLjAsIkhlaWdodCI6MC4wLCJCb3JkZXJTdHlsZSI6bnVsbCwiUGFyZW50U3R5bGUiOm51bGx9LCJSZWN0YW5nbGVTdHlsZSI6eyIkaWQiOiIzOTkiLCJNYXJnaW4iOnsiJGlkIjoiNDAwIiwiVG9wIjowLCJMZWZ0IjowLCJSaWdodCI6MCwiQm90dG9tIjowfSwiUGFkZGluZyI6eyIkaWQiOiI0MDEiLCJUb3AiOjAsIkxlZnQiOjAsIlJpZ2h0IjowLCJCb3R0b20iOjB9LCJCYWNrZ3JvdW5kIjp7IiRpZCI6IjQwMiIsIkNvbG9yIjp7IiRpZCI6IjQwMyIsIkEiOjI1NSwiUiI6MjM3LCJHIjoxMjUsIkIiOjQ5fX0sIklzVmlzaWJsZSI6ZmFsc2UsIldpZHRoIjowLjAsIkhlaWdodCI6MC4wLCJCb3JkZXJTdHlsZSI6eyIkaWQiOiI0MDQiLCJMaW5lQ29sb3IiOnsiJGlkIjoiNDA1IiwiJHR5cGUiOiJOTFJFLkNvbW1vbi5Eb20uU29saWRDb2xvckJydXNoLCBOTFJFLkNvbW1vbiIsIkNvbG9yIjp7IiRpZCI6IjQwNiIsIkEiOjI1NSwiUiI6MjU1LCJHIjoyNTUsIkIiOjI1NX19LCJMaW5lV2VpZ2h0IjowLjAsIkxpbmVUeXBlIjowLCJQYXJlbnRTdHlsZSI6bnVsbH0sIlBhcmVudFN0eWxlIjpudWxsfSwiTWFyZ2luIjp7IiRpZCI6IjQwNyIsIlRvcCI6MCwiTGVmdCI6MCwiUmlnaHQiOjAsIkJvdHRvbSI6MH0sIlBhZGRpbmciOnsiJGlkIjoiNDA4IiwiVG9wIjowLCJMZWZ0IjowLCJSaWdodCI6MCwiQm90dG9tIjowfSwiQmFja2dyb3VuZCI6bnVsbCwiSXNWaXNpYmxlIjp0cnVlLCJXaWR0aCI6MC4wLCJIZWlnaHQiOjAuMCwiQm9yZGVyU3R5bGUiOm51bGwsIlBhcmVudFN0eWxlIjpudWxsfSwiQmFja2dyb3VuZFN0eWxlIjp7IiRpZCI6IjQwOSIsIk1hcmdpbiI6eyIkaWQiOiI0MTAiLCJUb3AiOjAsIkxlZnQiOjAsIlJpZ2h0IjowLCJCb3R0b20iOjB9LCJQYWRkaW5nIjp7IiRpZCI6IjQxMSIsIlRvcCI6MCwiTGVmdCI6MCwiUmlnaHQiOjAsIkJvdHRvbSI6MH0sIkJhY2tncm91bmQiOnsiJGlkIjoiNDEyIiwiQ29sb3IiOnsiJGlkIjoiNDEzIiwiQSI6MzgsIlIiOjIzNywiRyI6MTI1LCJCIjo0OX19LCJJc1Zpc2libGUiOnRydWUsIldpZHRoIjowLjAsIkhlaWdodCI6MC4wLCJCb3JkZXJTdHlsZSI6eyIkaWQiOiI0MTQiLCJMaW5lQ29sb3IiOnsiJGlkIjoiNDE1IiwiJHR5cGUiOiJOTFJFLkNvbW1vbi5Eb20uU29saWRDb2xvckJydXNoLCBOTFJFLkNvbW1vbiIsIkNvbG9yIjp7IiRpZCI6IjQxNiIsIkEiOjI1NSwiUiI6MjIsIkciOjI4LCJCIjozNX19LCJMaW5lV2VpZ2h0IjowLjAsIkxpbmVUeXBlIjowLCJQYXJlbnRTdHlsZSI6bnVsbH0sIlBhcmVudFN0eWxlIjpudWxsfSwiSXNBYm92ZVRpbWViYW5kIjpmYWxzZSwiTWFyZ2luIjp7IiRpZCI6IjQxNyIsIlRvcCI6MCwiTGVmdCI6MCwiUmlnaHQiOjAsIkJvdHRvbSI6MH0sIlBhZGRpbmciOnsiJGlkIjoiNDE4IiwiVG9wIjowLCJMZWZ0IjowLCJSaWdodCI6MCwiQm90dG9tIjowfSwiSXNWaXNpYmxlIjp0cnVlLCJXaWR0aCI6MC4wLCJIZWlnaHQiOjAuMCwiQm9yZGVyU3R5bGUiOm51bGwsIlBhcmVudFN0eWxlIjpudWxsfSwiVGFza3MiOlt7IiRpZCI6IjQxOSIsIl9hdHRhY2hlZE1pbGVzdG9uZXMiOltdLCJUYXNrRGVmaW5pdGlvbiI6eyIkaWQiOiI0MjAiLCJHcm91cE5hbWUiOm51bGwsIlN0YXJ0RGF0ZSI6IjIwMjEtMDQtMTJUMDg6MDA6MDAiLCJFbmREYXRlIjoiMjAyMS0wNS0wN1QxNzowMDowMCIsIlBlcmNlbnRhZ2VDb21wbGV0ZSI6MTAwLjAsIlN0eWxlIjp7IiRpZCI6IjQyMSIsIlNoYXBlIjoxLCJTaGFwZVRoaWNrbmVzcyI6MCwiRHVyYXRpb25Gb3JtYXQiOjAsIkluY2x1ZGVOb25Xb3JraW5nRGF5c0luRHVyYXRpb24iOmZhbHNlLCJQZXJjZW50YWdlQ29tcGxldGVTdHlsZSI6eyIkaWQiOiI0MjIiLCJGb250U2V0dGluZ3MiOnsiJGlkIjoiNDIzIiwiRm9udFNpemUiOjEwLCJGb250TmFtZSI6IkNhbGlicmkiLCJJc0JvbGQiOmZhbHNlLCJJc0l0YWxpYyI6ZmFsc2UsIklzVW5kZXJsaW5lZCI6ZmFsc2UsIlBhcmVudFN0eWxlIjpudWxsfSwiQXV0b1NpemUiOjAsIkZvcmVncm91bmQiOnsiJGlkIjoiNDI0IiwiQ29sb3IiOnsiJGlkIjoiNDI1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0MjYiLCJUb3AiOjAsIkxlZnQiOjAsIlJpZ2h0IjowLCJCb3R0b20iOjB9LCJQYWRkaW5nIjp7IiRpZCI6IjQyNyIsIlRvcCI6MCwiTGVmdCI6MCwiUmlnaHQiOjAsIkJvdHRvbSI6MH0sIkJhY2tncm91bmQiOnsiJGlkIjoiNDI4IiwiQ29sb3IiOnsiJGlkIjoiNDI5IiwiQSI6ODksIlIiOjAsIkciOjAsIkIiOjB9fSwiSXNWaXNpYmxlIjp0cnVlLCJXaWR0aCI6MC4wLCJIZWlnaHQiOjAuMCwiQm9yZGVyU3R5bGUiOnsiJGlkIjoiNDMwIiwiTGluZUNvbG9yIjpudWxsLCJMaW5lV2VpZ2h0IjowLjAsIkxpbmVUeXBlIjowLCJQYXJlbnRTdHlsZSI6bnVsbH0sIlBhcmVudFN0eWxlIjpudWxsfSwiRHVyYXRpb25TdHlsZSI6eyIkaWQiOiI0MzEiLCJGb250U2V0dGluZ3MiOnsiJGlkIjoiNDMyIiwiRm9udFNpemUiOjEwLCJGb250TmFtZSI6IkNhbGlicmkiLCJJc0JvbGQiOmZhbHNlLCJJc0l0YWxpYyI6ZmFsc2UsIklzVW5kZXJsaW5lZCI6ZmFsc2UsIlBhcmVudFN0eWxlIjpudWxsfSwiQXV0b1NpemUiOjAsIkZvcmVncm91bmQiOnsiJGlkIjoiNDMzIiwiQ29sb3IiOnsiJGlkIjoiNDM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DM1IiwiVG9wIjowLCJMZWZ0IjowLCJSaWdodCI6MCwiQm90dG9tIjowfSwiUGFkZGluZyI6eyIkaWQiOiI0MzYiLCJUb3AiOjAsIkxlZnQiOjAsIlJpZ2h0IjowLCJCb3R0b20iOjB9LCJCYWNrZ3JvdW5kIjp7IiRpZCI6IjQzNyIsIkNvbG9yIjp7IiRyZWYiOiI0MjkifX0sIklzVmlzaWJsZSI6dHJ1ZSwiV2lkdGgiOjAuMCwiSGVpZ2h0IjowLjAsIkJvcmRlclN0eWxlIjp7IiRpZCI6IjQzOCIsIkxpbmVDb2xvciI6bnVsbCwiTGluZVdlaWdodCI6MC4wLCJMaW5lVHlwZSI6MCwiUGFyZW50U3R5bGUiOm51bGx9LCJQYXJlbnRTdHlsZSI6bnVsbH0sIkhvcml6b250YWxDb25uZWN0b3JTdHlsZSI6eyIkaWQiOiI0MzkiLCJMaW5lQ29sb3IiOnsiJGlkIjoiNDQwIiwiJHR5cGUiOiJOTFJFLkNvbW1vbi5Eb20uU29saWRDb2xvckJydXNoLCBOTFJFLkNvbW1vbiIsIkNvbG9yIjp7IiRpZCI6IjQ0MSIsIkEiOjI1NSwiUiI6MjA0LCJHIjoyMDQsIkIiOjIwNH19LCJMaW5lV2VpZ2h0IjoxLjAsIkxpbmVUeXBlIjowLCJQYXJlbnRTdHlsZSI6bnVsbH0sIlZlcnRpY2FsQ29ubmVjdG9yU3R5bGUiOnsiJGlkIjoiNDQyIiwiTGluZUNvbG9yIjp7IiRpZCI6IjQ0MyIsIiR0eXBlIjoiTkxSRS5Db21tb24uRG9tLlNvbGlkQ29sb3JCcnVzaCwgTkxSRS5Db21tb24iLCJDb2xvciI6eyIkaWQiOiI0NDQ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0NDUiLCJNYXJnaW4iOnsiJGlkIjoiNDQ2IiwiVG9wIjowLCJMZWZ0Ijo0LCJSaWdodCI6NCwiQm90dG9tIjowfSwiUGFkZGluZyI6eyIkaWQiOiI0NDciLCJUb3AiOjAsIkxlZnQiOjAsIlJpZ2h0IjowLCJCb3R0b20iOjB9LCJCYWNrZ3JvdW5kIjp7IiRpZCI6IjQ0OCIsIkNvbG9yIjp7IiRpZCI6IjQ0OSIsIkEiOjI1NSwiUiI6MjM3LCJHIjoxMjUsIkIiOjQ5fX0sIklzVmlzaWJsZSI6dHJ1ZSwiV2lkdGgiOjAuMCwiSGVpZ2h0IjoxMC4wLCJCb3JkZXJTdHlsZSI6eyIkaWQiOiI0NTAiLCJMaW5lQ29sb3IiOnsiJGlkIjoiNDUxIiwiJHR5cGUiOiJOTFJFLkNvbW1vbi5Eb20uU29saWRDb2xvckJydXNoLCBOTFJFLkNvbW1vbiIsIkNvbG9yIjp7IiRpZCI6IjQ1MiIsIkEiOjI1NSwiUiI6MjU1LCJHIjowLCJCIjowfX0sIkxpbmVXZWlnaHQiOjAuMCwiTGluZVR5cGUiOjAsIlBhcmVudFN0eWxlIjpudWxsfSwiUGFyZW50U3R5bGUiOm51bGx9LCJUaXRsZVN0eWxlIjp7IiRpZCI6IjQ1MyIsIkZvbnRTZXR0aW5ncyI6eyIkaWQiOiI0NTQiLCJGb250U2l6ZSI6MTEsIkZvbnROYW1lIjoiQ2FsaWJyaSIsIklzQm9sZCI6ZmFsc2UsIklzSXRhbGljIjpmYWxzZSwiSXNVbmRlcmxpbmVkIjpmYWxzZSwiUGFyZW50U3R5bGUiOm51bGx9LCJBdXRvU2l6ZSI6MCwiRm9yZWdyb3VuZCI6eyIkaWQiOiI0NTUiLCJDb2xvciI6eyIkaWQiOiI0N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DU3IiwiVG9wIjowLCJMZWZ0IjowLCJSaWdodCI6MCwiQm90dG9tIjowfSwiUGFkZGluZyI6eyIkaWQiOiI0NTgiLCJUb3AiOjAsIkxlZnQiOjAsIlJpZ2h0IjowLCJCb3R0b20iOjB9LCJCYWNrZ3JvdW5kIjp7IiRpZCI6IjQ1OSIsIkNvbG9yIjp7IiRpZCI6IjQ2MCIsIkEiOjAsIlIiOjI1NSwiRyI6MjU1LCJCIjoyNTV9fSwiSXNWaXNpYmxlIjp0cnVlLCJXaWR0aCI6MC4wLCJIZWlnaHQiOjAuMCwiQm9yZGVyU3R5bGUiOnsiJGlkIjoiNDYxIiwiTGluZUNvbG9yIjpudWxsLCJMaW5lV2VpZ2h0IjowLjAsIkxpbmVUeXBlIjowLCJQYXJlbnRTdHlsZSI6bnVsbH0sIlBhcmVudFN0eWxlIjpudWxsfSwiRGF0ZVN0eWxlIjp7IiRpZCI6IjQ2MiIsIkZvbnRTZXR0aW5ncyI6eyIkaWQiOiI0NjMiLCJGb250U2l6ZSI6MTAsIkZvbnROYW1lIjoiQ2FsaWJyaSIsIklzQm9sZCI6ZmFsc2UsIklzSXRhbGljIjpmYWxzZSwiSXNVbmRlcmxpbmVkIjpmYWxzZSwiUGFyZW50U3R5bGUiOm51bGx9LCJBdXRvU2l6ZSI6MCwiRm9yZWdyb3VuZCI6eyIkaWQiOiI0NjQiLCJDb2xvciI6eyIkaWQiOiI0Nj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Q2NiIsIlRvcCI6MCwiTGVmdCI6MCwiUmlnaHQiOjAsIkJvdHRvbSI6MH0sIlBhZGRpbmciOnsiJGlkIjoiNDY3IiwiVG9wIjowLCJMZWZ0IjowLCJSaWdodCI6MCwiQm90dG9tIjowfSwiQmFja2dyb3VuZCI6eyIkaWQiOiI0NjgiLCJDb2xvciI6eyIkcmVmIjoiNDI5In19LCJJc1Zpc2libGUiOnRydWUsIldpZHRoIjowLjAsIkhlaWdodCI6MC4wLCJCb3JkZXJTdHlsZSI6eyIkaWQiOiI0NjkiLCJMaW5lQ29sb3IiOm51bGwsIkxpbmVXZWlnaHQiOjAuMCwiTGluZVR5cGUiOjAsIlBhcmVudFN0eWxlIjpudWxsfSwiUGFyZW50U3R5bGUiOm51bGx9LCJEYXRlRm9ybWF0Ijp7IiRpZCI6IjQ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EiLCJGb3JtYXQiOjAsIklzVmlzaWJsZSI6ZmFsc2UsIkxhc3RLbm93blZpc2liaWxpdHlTdGF0ZSI6ZmFsc2V9LCJJc1Zpc2libGUiOmZhbHNlLCJQYXJlbnRTdHlsZSI6bnVsbH0sIkluZGV4IjowLCJTbWFydER1cmF0aW9uQWN0aXZhdGVkIjpmYWxzZSwiRGF0ZUZvcm1hdCI6eyIkcmVmIjoiNDcwIn0sIldlZWtOdW1iZXJpbmciOnsiJGlkIjoiNDcyIiwiRm9ybWF0IjowLCJJc1Zpc2libGUiOmZhbHNlLCJMYXN0S25vd25WaXNpYmlsaXR5U3RhdGUiOmZhbHNlfSwiSWQiOiIwNTBkZjRkMC0xNDcwLTRkMzAtOTY1Zi1jZDUyMmJhZTFmYjUiLCJJbXBvcnRJZCI6IjQ0IiwiVGl0bGUiOiJXb3Jrc2hvcHMgUHJlcGFyZSAmIFJ1biIsIk5vdGUiOm51bGwsIkh5cGVybGluayI6eyIkaWQiOiI0NzMiLCJBZGRyZXNzIjpudWxsLCJTdWJBZGRyZXNzIjpudWxsfSwiSXNDaGFuZ2VkIjpmYWxzZSwiSXNOZXciOmZhbHNlfX0seyIkaWQiOiI0NzQiLCJfYXR0YWNoZWRNaWxlc3RvbmVzIjpbXSwiVGFza0RlZmluaXRpb24iOnsiJGlkIjoiNDc1IiwiR3JvdXBOYW1lIjpudWxsLCJTdGFydERhdGUiOiIyMDIxLTA1LTEwVDA4OjAwOjAwIiwiRW5kRGF0ZSI6IjIwMjEtMDYtMDRUMTc6MDA6MDAiLCJQZXJjZW50YWdlQ29tcGxldGUiOjEwMC4wLCJTdHlsZSI6eyIkaWQiOiI0NzYiLCJTaGFwZSI6MSwiU2hhcGVUaGlja25lc3MiOjAsIkR1cmF0aW9uRm9ybWF0IjowLCJJbmNsdWRlTm9uV29ya2luZ0RheXNJbkR1cmF0aW9uIjpmYWxzZSwiUGVyY2VudGFnZUNvbXBsZXRlU3R5bGUiOnsiJGlkIjoiNDc3IiwiRm9udFNldHRpbmdzIjp7IiRpZCI6IjQ3OCIsIkZvbnRTaXplIjoxMCwiRm9udE5hbWUiOiJDYWxpYnJpIiwiSXNCb2xkIjpmYWxzZSwiSXNJdGFsaWMiOmZhbHNlLCJJc1VuZGVybGluZWQiOmZhbHNlLCJQYXJlbnRTdHlsZSI6bnVsbH0sIkF1dG9TaXplIjowLCJGb3JlZ3JvdW5kIjp7IiRpZCI6IjQ3OSIsIkNvbG9yIjp7IiRpZCI6IjQ4M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DgxIiwiVG9wIjowLCJMZWZ0IjowLCJSaWdodCI6MCwiQm90dG9tIjowfSwiUGFkZGluZyI6eyIkaWQiOiI0ODIiLCJUb3AiOjAsIkxlZnQiOjAsIlJpZ2h0IjowLCJCb3R0b20iOjB9LCJCYWNrZ3JvdW5kIjp7IiRpZCI6IjQ4MyIsIkNvbG9yIjp7IiRpZCI6IjQ4NCIsIkEiOjg5LCJSIjowLCJHIjowLCJCIjowfX0sIklzVmlzaWJsZSI6dHJ1ZSwiV2lkdGgiOjAuMCwiSGVpZ2h0IjowLjAsIkJvcmRlclN0eWxlIjp7IiRpZCI6IjQ4NSIsIkxpbmVDb2xvciI6bnVsbCwiTGluZVdlaWdodCI6MC4wLCJMaW5lVHlwZSI6MCwiUGFyZW50U3R5bGUiOm51bGx9LCJQYXJlbnRTdHlsZSI6bnVsbH0sIkR1cmF0aW9uU3R5bGUiOnsiJGlkIjoiNDg2IiwiRm9udFNldHRpbmdzIjp7IiRpZCI6IjQ4NyIsIkZvbnRTaXplIjoxMCwiRm9udE5hbWUiOiJDYWxpYnJpIiwiSXNCb2xkIjpmYWxzZSwiSXNJdGFsaWMiOmZhbHNlLCJJc1VuZGVybGluZWQiOmZhbHNlLCJQYXJlbnRTdHlsZSI6bnVsbH0sIkF1dG9TaXplIjowLCJGb3JlZ3JvdW5kIjp7IiRpZCI6IjQ4OCIsIkNvbG9yIjp7IiRpZCI6IjQ4OS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Q5MCIsIlRvcCI6MCwiTGVmdCI6MCwiUmlnaHQiOjAsIkJvdHRvbSI6MH0sIlBhZGRpbmciOnsiJGlkIjoiNDkxIiwiVG9wIjowLCJMZWZ0IjowLCJSaWdodCI6MCwiQm90dG9tIjowfSwiQmFja2dyb3VuZCI6eyIkaWQiOiI0OTIiLCJDb2xvciI6eyIkcmVmIjoiNDg0In19LCJJc1Zpc2libGUiOnRydWUsIldpZHRoIjowLjAsIkhlaWdodCI6MC4wLCJCb3JkZXJTdHlsZSI6eyIkaWQiOiI0OTMiLCJMaW5lQ29sb3IiOm51bGwsIkxpbmVXZWlnaHQiOjAuMCwiTGluZVR5cGUiOjAsIlBhcmVudFN0eWxlIjpudWxsfSwiUGFyZW50U3R5bGUiOm51bGx9LCJIb3Jpem9udGFsQ29ubmVjdG9yU3R5bGUiOnsiJGlkIjoiNDk0IiwiTGluZUNvbG9yIjp7IiRpZCI6IjQ5NSIsIiR0eXBlIjoiTkxSRS5Db21tb24uRG9tLlNvbGlkQ29sb3JCcnVzaCwgTkxSRS5Db21tb24iLCJDb2xvciI6eyIkaWQiOiI0OTYiLCJBIjoyNTUsIlIiOjIwNCwiRyI6MjA0LCJCIjoyMDR9fSwiTGluZVdlaWdodCI6MS4wLCJMaW5lVHlwZSI6MCwiUGFyZW50U3R5bGUiOm51bGx9LCJWZXJ0aWNhbENvbm5lY3RvclN0eWxlIjp7IiRpZCI6IjQ5NyIsIkxpbmVDb2xvciI6eyIkaWQiOiI0OTgiLCIkdHlwZSI6Ik5MUkUuQ29tbW9uLkRvbS5Tb2xpZENvbG9yQnJ1c2gsIE5MUkUuQ29tbW9uIiwiQ29sb3IiOnsiJGlkIjoiNDk5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TAwIiwiTWFyZ2luIjp7IiRpZCI6IjUwMSIsIlRvcCI6MCwiTGVmdCI6NCwiUmlnaHQiOjQsIkJvdHRvbSI6MH0sIlBhZGRpbmciOnsiJGlkIjoiNTAyIiwiVG9wIjowLCJMZWZ0IjowLCJSaWdodCI6MCwiQm90dG9tIjowfSwiQmFja2dyb3VuZCI6eyIkaWQiOiI1MDMiLCJDb2xvciI6eyIkaWQiOiI1MDQiLCJBIjoyNTUsIlIiOjIzNywiRyI6MTI1LCJCIjo0OX19LCJJc1Zpc2libGUiOnRydWUsIldpZHRoIjowLjAsIkhlaWdodCI6MTAuMCwiQm9yZGVyU3R5bGUiOnsiJGlkIjoiNTA1IiwiTGluZUNvbG9yIjp7IiRpZCI6IjUwNiIsIiR0eXBlIjoiTkxSRS5Db21tb24uRG9tLlNvbGlkQ29sb3JCcnVzaCwgTkxSRS5Db21tb24iLCJDb2xvciI6eyIkaWQiOiI1MDciLCJBIjoyNTUsIlIiOjI1NSwiRyI6MCwiQiI6MH19LCJMaW5lV2VpZ2h0IjowLjAsIkxpbmVUeXBlIjowLCJQYXJlbnRTdHlsZSI6bnVsbH0sIlBhcmVudFN0eWxlIjpudWxsfSwiVGl0bGVTdHlsZSI6eyIkaWQiOiI1MDgiLCJGb250U2V0dGluZ3MiOnsiJGlkIjoiNTA5IiwiRm9udFNpemUiOjExLCJGb250TmFtZSI6IkNhbGlicmkiLCJJc0JvbGQiOmZhbHNlLCJJc0l0YWxpYyI6ZmFsc2UsIklzVW5kZXJsaW5lZCI6ZmFsc2UsIlBhcmVudFN0eWxlIjpudWxsfSwiQXV0b1NpemUiOjAsIkZvcmVncm91bmQiOnsiJGlkIjoiNTEwIiwiQ29sb3IiOnsiJGlkIjoiNTExIiwiQSI6MjU1LCJSIjoyNTUsIkciOjI1NSwiQiI6MjU1fX0sIk1heFdpZHRoIjo3MjAuMCwiTWF4SGVpZ2h0IjoiSW5maW5pdHkiLCJTbWFydEZvcmVncm91bmRJc0FjdGl2ZSI6ZmFsc2UsIkhvcml6b250YWxBbGlnbm1lbnQiOjAsIlZlcnRpY2FsQWxpZ25tZW50IjowLCJTbWFydEZvcmVncm91bmQiOm51bGwsIkJhY2tncm91bmRGaWxsVHlwZSI6MCwiTWFyZ2luIjp7IiRpZCI6IjUxMiIsIlRvcCI6MCwiTGVmdCI6MCwiUmlnaHQiOjAsIkJvdHRvbSI6MH0sIlBhZGRpbmciOnsiJGlkIjoiNTEzIiwiVG9wIjowLCJMZWZ0IjowLCJSaWdodCI6MCwiQm90dG9tIjowfSwiQmFja2dyb3VuZCI6eyIkaWQiOiI1MTQiLCJDb2xvciI6eyIkaWQiOiI1MTUiLCJBIjowLCJSIjoyNTUsIkciOjI1NSwiQiI6MjU1fX0sIklzVmlzaWJsZSI6dHJ1ZSwiV2lkdGgiOjAuMCwiSGVpZ2h0IjowLjAsIkJvcmRlclN0eWxlIjp7IiRpZCI6IjUxNiIsIkxpbmVDb2xvciI6bnVsbCwiTGluZVdlaWdodCI6MC4wLCJMaW5lVHlwZSI6MCwiUGFyZW50U3R5bGUiOm51bGx9LCJQYXJlbnRTdHlsZSI6bnVsbH0sIkRhdGVTdHlsZSI6eyIkaWQiOiI1MTciLCJGb250U2V0dGluZ3MiOnsiJGlkIjoiNTE4IiwiRm9udFNpemUiOjEwLCJGb250TmFtZSI6IkNhbGlicmkiLCJJc0JvbGQiOmZhbHNlLCJJc0l0YWxpYyI6ZmFsc2UsIklzVW5kZXJsaW5lZCI6ZmFsc2UsIlBhcmVudFN0eWxlIjpudWxsfSwiQXV0b1NpemUiOjAsIkZvcmVncm91bmQiOnsiJGlkIjoiNTE5IiwiQ29sb3IiOnsiJGlkIjoiNTI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1MjEiLCJUb3AiOjAsIkxlZnQiOjAsIlJpZ2h0IjowLCJCb3R0b20iOjB9LCJQYWRkaW5nIjp7IiRpZCI6IjUyMiIsIlRvcCI6MCwiTGVmdCI6MCwiUmlnaHQiOjAsIkJvdHRvbSI6MH0sIkJhY2tncm91bmQiOnsiJGlkIjoiNTIzIiwiQ29sb3IiOnsiJHJlZiI6IjQ4NCJ9fSwiSXNWaXNpYmxlIjp0cnVlLCJXaWR0aCI6MC4wLCJIZWlnaHQiOjAuMCwiQm9yZGVyU3R5bGUiOnsiJGlkIjoiNTI0IiwiTGluZUNvbG9yIjpudWxsLCJMaW5lV2VpZ2h0IjowLjAsIkxpbmVUeXBlIjowLCJQYXJlbnRTdHlsZSI6bnVsbH0sIlBhcmVudFN0eWxlIjpudWxsfSwiRGF0ZUZvcm1hdCI6eyIkaWQiOiI1Mj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2IiwiRm9ybWF0IjowLCJJc1Zpc2libGUiOmZhbHNlLCJMYXN0S25vd25WaXNpYmlsaXR5U3RhdGUiOmZhbHNlfSwiSXNWaXNpYmxlIjpmYWxzZSwiUGFyZW50U3R5bGUiOm51bGx9LCJJbmRleCI6MSwiU21hcnREdXJhdGlvbkFjdGl2YXRlZCI6ZmFsc2UsIkRhdGVGb3JtYXQiOnsiJHJlZiI6IjUyNSJ9LCJXZWVrTnVtYmVyaW5nIjp7IiRpZCI6IjUyNyIsIkZvcm1hdCI6MCwiSXNWaXNpYmxlIjpmYWxzZSwiTGFzdEtub3duVmlzaWJpbGl0eVN0YXRlIjpmYWxzZX0sIklkIjoiMWExYzk5ODQtOTNkZS00YjlmLWJlZjUtMTg1YjI4MTI3ZmM5IiwiSW1wb3J0SWQiOiI4IiwiVGl0bGUiOiJBbGlnbiAmIFByaW9yaXRpemUgdXNlIGNhc2VzIiwiTm90ZSI6bnVsbCwiSHlwZXJsaW5rIjp7IiRpZCI6IjUyOCIsIkFkZHJlc3MiOm51bGwsIlN1YkFkZHJlc3MiOm51bGx9LCJJc0NoYW5nZWQiOmZhbHNlLCJJc05ldyI6ZmFsc2V9fSx7IiRpZCI6IjUyOSIsIl9hdHRhY2hlZE1pbGVzdG9uZXMiOltdLCJUYXNrRGVmaW5pdGlvbiI6eyIkaWQiOiI1MzAiLCJHcm91cE5hbWUiOm51bGwsIlN0YXJ0RGF0ZSI6IjIwMjEtMDYtMDdUMDg6MDA6MDAiLCJFbmREYXRlIjoiMjAyMS0xMC0yMlQxNzowMDowMCIsIlBlcmNlbnRhZ2VDb21wbGV0ZSI6MC4wLCJTdHlsZSI6eyIkaWQiOiI1MzEiLCJTaGFwZSI6MSwiU2hhcGVUaGlja25lc3MiOjAsIkR1cmF0aW9uRm9ybWF0IjowLCJJbmNsdWRlTm9uV29ya2luZ0RheXNJbkR1cmF0aW9uIjpmYWxzZSwiUGVyY2VudGFnZUNvbXBsZXRlU3R5bGUiOnsiJGlkIjoiNTMyIiwiRm9udFNldHRpbmdzIjp7IiRpZCI6IjUzMyIsIkZvbnRTaXplIjoxMCwiRm9udE5hbWUiOiJDYWxpYnJpIiwiSXNCb2xkIjpmYWxzZSwiSXNJdGFsaWMiOmZhbHNlLCJJc1VuZGVybGluZWQiOmZhbHNlLCJQYXJlbnRTdHlsZSI6bnVsbH0sIkF1dG9TaXplIjowLCJGb3JlZ3JvdW5kIjp7IiRpZCI6IjUzNCIsIkNvbG9yIjp7IiRpZCI6IjUzNS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1MzYiLCJDb2xvciI6eyIkaWQiOiI1MzciLCJBIjo4OSwiUiI6MCwiRyI6MCwiQiI6MH19LCJJc1Zpc2libGUiOnRydWUsIldpZHRoIjowLjAsIkhlaWdodCI6MC4wLCJCb3JkZXJTdHlsZSI6eyIkaWQiOiI1MzgiLCJMaW5lQ29sb3IiOm51bGwsIkxpbmVXZWlnaHQiOjAuMCwiTGluZVR5cGUiOjAsIlBhcmVudFN0eWxlIjpudWxsfSwiUGFyZW50U3R5bGUiOm51bGx9LCJEdXJhdGlvblN0eWxlIjp7IiRpZCI6IjUzOSIsIkZvbnRTZXR0aW5ncyI6eyIkaWQiOiI1NDA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U0MSIsIkxpbmVDb2xvciI6bnVsbCwiTGluZVdlaWdodCI6MC4wLCJMaW5lVHlwZSI6MCwiUGFyZW50U3R5bGUiOm51bGx9LCJQYXJlbnRTdHlsZSI6bnVsbH0sIkhvcml6b250YWxDb25uZWN0b3JTdHlsZSI6eyIkaWQiOiI1NDIiLCJMaW5lQ29sb3IiOnsiJHJlZiI6Ijk5In0sIkxpbmVXZWlnaHQiOjEuMCwiTGluZVR5cGUiOjAsIlBhcmVudFN0eWxlIjpudWxsfSwiVmVydGljYWxDb25uZWN0b3JTdHlsZSI6eyIkaWQiOiI1NDM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U0NCIsIk1hcmdpbiI6eyIkcmVmIjoiMTA1In0sIlBhZGRpbmciOnsiJHJlZiI6IjEwNiJ9LCJCYWNrZ3JvdW5kIjp7IiRpZCI6IjU0NSIsIkNvbG9yIjp7IiRpZCI6IjU0NiIsIkEiOjI1NSwiUiI6MjM3LCJHIjoxMjUsIkIiOjQ5fX0sIklzVmlzaWJsZSI6dHJ1ZSwiV2lkdGgiOjAuMCwiSGVpZ2h0IjoxMC4wLCJCb3JkZXJTdHlsZSI6eyIkaWQiOiI1NDciLCJMaW5lQ29sb3IiOnsiJGlkIjoiNTQ4IiwiJHR5cGUiOiJOTFJFLkNvbW1vbi5Eb20uU29saWRDb2xvckJydXNoLCBOTFJFLkNvbW1vbiIsIkNvbG9yIjp7IiRpZCI6IjU0OSIsIkEiOjI1NSwiUiI6MjU1LCJHIjowLCJCIjowfX0sIkxpbmVXZWlnaHQiOjAuMCwiTGluZVR5cGUiOjAsIlBhcmVudFN0eWxlIjpudWxsfSwiUGFyZW50U3R5bGUiOm51bGx9LCJUaXRsZVN0eWxlIjp7IiRpZCI6IjU1MCIsIkZvbnRTZXR0aW5ncyI6eyIkaWQiOiI1NTEiLCJGb250U2l6ZSI6MTEsIkZvbnROYW1lIjoiQ2FsaWJyaSIsIklzQm9sZCI6ZmFsc2UsIklzSXRhbGljIjpmYWxzZSwiSXNVbmRlcmxpbmVkIjpmYWxzZSwiUGFyZW50U3R5bGUiOm51bGx9LCJBdXRvU2l6ZSI6MCwiRm9yZWdyb3VuZCI6eyIkaWQiOiI1NTIiLCJDb2xvciI6eyIkaWQiOiI1NTM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1NTQiLCJDb2xvciI6eyIkaWQiOiI1NTUiLCJBIjowLCJSIjoyNTUsIkciOjI1NSwiQiI6MjU1fX0sIklzVmlzaWJsZSI6dHJ1ZSwiV2lkdGgiOjAuMCwiSGVpZ2h0IjowLjAsIkJvcmRlclN0eWxlIjp7IiRpZCI6IjU1NiIsIkxpbmVDb2xvciI6bnVsbCwiTGluZVdlaWdodCI6MC4wLCJMaW5lVHlwZSI6MCwiUGFyZW50U3R5bGUiOm51bGx9LCJQYXJlbnRTdHlsZSI6bnVsbH0sIkRhdGVTdHlsZSI6eyIkaWQiOiI1NTciLCJGb250U2V0dGluZ3MiOnsiJGlkIjoiNTU4IiwiRm9udFNpemUiOjEwLCJGb250TmFtZSI6IkNhbGlicmkiLCJJc0JvbGQiOmZhbHNlLCJJc0l0YWxpYyI6ZmFsc2UsIklzVW5kZXJsaW5lZCI6ZmFsc2UsIlBhcmVudFN0eWxlIjpudWxsfSwiQXV0b1NpemUiOjAsIkZvcmVncm91bmQiOnsiJGlkIjoiNTU5IiwiQ29sb3IiOnsiJGlkIjoiNTY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U2MSIsIkNvbG9yIjp7IiRpZCI6IjU2MiIsIkEiOjAsIlIiOjI1NSwiRyI6MjU1LCJCIjoyNTV9fSwiSXNWaXNpYmxlIjp0cnVlLCJXaWR0aCI6MC4wLCJIZWlnaHQiOjAuMCwiQm9yZGVyU3R5bGUiOnsiJGlkIjoiNTYzIiwiTGluZUNvbG9yIjpudWxsLCJMaW5lV2VpZ2h0IjowLjAsIkxpbmVUeXBlIjowLCJQYXJlbnRTdHlsZSI6bnVsbH0sIlBhcmVudFN0eWxlIjpudWxsfSwiRGF0ZUZvcm1hdCI6eyIkaWQiOiI1Nj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Y1IiwiRm9ybWF0IjowLCJJc1Zpc2libGUiOmZhbHNlLCJMYXN0S25vd25WaXNpYmlsaXR5U3RhdGUiOmZhbHNlfSwiSXNWaXNpYmxlIjpmYWxzZSwiUGFyZW50U3R5bGUiOm51bGx9LCJJbmRleCI6MiwiU21hcnREdXJhdGlvbkFjdGl2YXRlZCI6ZmFsc2UsIkRhdGVGb3JtYXQiOnsiJHJlZiI6IjU2NCJ9LCJXZWVrTnVtYmVyaW5nIjp7IiRpZCI6IjU2NiIsIkZvcm1hdCI6MCwiSXNWaXNpYmxlIjpmYWxzZSwiTGFzdEtub3duVmlzaWJpbGl0eVN0YXRlIjpmYWxzZX0sIklkIjoiN2I3YzAxMWItMTEzZS00NzFjLThjMTktNzM5NDQxZGI4MDY5IiwiSW1wb3J0SWQiOiI2MSIsIlRpdGxlIjoiQ3JlYXRlIHRlY2ggYmx1ZXByaW50IGZvciBlYWNoIHVzZSBjYXNlIiwiTm90ZSI6bnVsbCwiSHlwZXJsaW5rIjp7IiRpZCI6IjU2NyIsIkFkZHJlc3MiOm51bGwsIlN1YkFkZHJlc3MiOm51bGx9LCJJc0NoYW5nZWQiOmZhbHNlLCJJc05ldyI6ZmFsc2V9fSx7IiRpZCI6IjU2OCIsIl9hdHRhY2hlZE1pbGVzdG9uZXMiOltdLCJUYXNrRGVmaW5pdGlvbiI6eyIkaWQiOiI1NjkiLCJHcm91cE5hbWUiOm51bGwsIlN0YXJ0RGF0ZSI6IjIwMjEtMDYtMTRUMDg6MDA6MDAiLCJFbmREYXRlIjoiMjAyMi0wMi0yNVQxNzowMDowMCIsIlBlcmNlbnRhZ2VDb21wbGV0ZSI6MC4wLCJTdHlsZSI6eyIkaWQiOiI1NzAiLCJTaGFwZSI6MSwiU2hhcGVUaGlja25lc3MiOjAsIkR1cmF0aW9uRm9ybWF0IjowLCJJbmNsdWRlTm9uV29ya2luZ0RheXNJbkR1cmF0aW9uIjpmYWxzZSwiUGVyY2VudGFnZUNvbXBsZ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Tc1IiwiVG9wIjowLCJMZWZ0IjowLCJSaWdodCI6MCwiQm90dG9tIjowfSwiUGFkZGluZyI6eyIkaWQiOiI1NzYiLCJUb3AiOjAsIkxlZnQiOjAsIlJpZ2h0IjowLCJCb3R0b20iOjB9LCJCYWNrZ3JvdW5kIjp7IiRpZCI6IjU3NyIsIkNvbG9yIjp7IiRpZCI6IjU3OCIsIkEiOjg5LCJSIjowLCJHIjowLCJCIjowfX0sIklzVmlzaWJsZSI6dHJ1ZSwiV2lkdGgiOjAuMCwiSGVpZ2h0IjowLjAsIkJvcmRlclN0eWxlIjp7IiRpZCI6IjU3OSIsIkxpbmVDb2xvciI6bnVsbCwiTGluZVdlaWdodCI6MC4wLCJMaW5lVHlwZSI6MCwiUGFyZW50U3R5bGUiOm51bGx9LCJQYXJlbnRTdHlsZSI6bnVsbH0sIkR1cmF0aW9uU3R5bGUiOnsiJGlkIjoiNTgwIiwiRm9udFNldHRpbmdzIjp7IiRpZCI6IjU4MSIsIkZvbnRTaXplIjoxMCwiRm9udE5hbWUiOiJDYWxpYnJpIiwiSXNCb2xkIjpmYWxzZSwiSXNJdGFsaWMiOmZhbHNlLCJJc1VuZGVybGluZWQiOmZhbHNlLCJQYXJlbnRTdHlsZSI6bnVsbH0sIkF1dG9TaXplIjowLCJGb3JlZ3JvdW5kIjp7IiRpZCI6IjU4MiIsIkNvbG9yIjp7IiRpZCI6IjU4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U4NCIsIlRvcCI6MCwiTGVmdCI6MCwiUmlnaHQiOjAsIkJvdHRvbSI6MH0sIlBhZGRpbmciOnsiJGlkIjoiNTg1IiwiVG9wIjowLCJMZWZ0IjowLCJSaWdodCI6MCwiQm90dG9tIjowfSwiQmFja2dyb3VuZCI6eyIkaWQiOiI1ODYiLCJDb2xvciI6eyIkcmVmIjoiNTc4In19LCJJc1Zpc2libGUiOnRydWUsIldpZHRoIjowLjAsIkhlaWdodCI6MC4wLCJCb3JkZXJTdHlsZSI6eyIkaWQiOiI1ODciLCJMaW5lQ29sb3IiOm51bGwsIkxpbmVXZWlnaHQiOjAuMCwiTGluZVR5cGUiOjAsIlBhcmVudFN0eWxlIjpudWxsfSwiUGFyZW50U3R5bGUiOm51bGx9LCJIb3Jpem9udGFsQ29ubmVjdG9yU3R5bGUiOnsiJGlkIjoiNTg4IiwiTGluZUNvbG9yIjp7IiRpZCI6IjU4OSIsIiR0eXBlIjoiTkxSRS5Db21tb24uRG9tLlNvbGlkQ29sb3JCcnVzaCwgTkxSRS5Db21tb24iLCJDb2xvciI6eyIkaWQiOiI1OTAiLCJBIjoyNTUsIlIiOjIwNCwiRyI6MjA0LCJCIjoyMDR9fSwiTGluZVdlaWdodCI6MS4wLCJMaW5lVHlwZSI6MCwiUGFyZW50U3R5bGUiOm51bGx9LCJWZXJ0aWNhbENvbm5lY3RvclN0eWxlIjp7IiRpZCI6IjU5MSIsIkxpbmVDb2xvciI6eyIkaWQiOiI1OTIiLCIkdHlwZSI6Ik5MUkUuQ29tbW9uLkRvbS5Tb2xpZENvbG9yQnJ1c2gsIE5MUkUuQ29tbW9uIiwiQ29sb3IiOnsiJGlkIjoiNTk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NTk0IiwiTWFyZ2luIjp7IiRpZCI6IjU5NSIsIlRvcCI6MCwiTGVmdCI6NCwiUmlnaHQiOjQsIkJvdHRvbSI6MH0sIlBhZGRpbmciOnsiJGlkIjoiNTk2IiwiVG9wIjowLCJMZWZ0IjowLCJSaWdodCI6MCwiQm90dG9tIjowfSwiQmFja2dyb3VuZCI6eyIkaWQiOiI1OTciLCJDb2xvciI6eyIkaWQiOiI1OTgiLCJBIjoyNTUsIlIiOjIzNywiRyI6MTI1LCJCIjo0OX19LCJJc1Zpc2libGUiOnRydWUsIldpZHRoIjowLjAsIkhlaWdodCI6MTAuMCwiQm9yZGVyU3R5bGUiOnsiJGlkIjoiNTk5IiwiTGluZUNvbG9yIjp7IiRpZCI6IjYwMCIsIiR0eXBlIjoiTkxSRS5Db21tb24uRG9tLlNvbGlkQ29sb3JCcnVzaCwgTkxSRS5Db21tb24iLCJDb2xvciI6eyIkaWQiOiI2MDEiLCJBIjoyNTUsIlIiOjI1NSwiRyI6MCwiQiI6MH19LCJMaW5lV2VpZ2h0IjowLjAsIkxpbmVUeXBlIjowLCJQYXJlbnRTdHlsZSI6bnVsbH0sIlBhcmVudFN0eWxlIjpudWxsfSwiVGl0bGVTdHlsZSI6eyIkaWQiOiI2MDIiLCJGb250U2V0dGluZ3MiOnsiJGlkIjoiNjAzIiwiRm9udFNpemUiOjExLCJGb250TmFtZSI6IkNhbGlicmkiLCJJc0JvbGQiOmZhbHNlLCJJc0l0YWxpYyI6ZmFsc2UsIklzVW5kZXJsaW5lZCI6ZmFsc2UsIlBhcmVudFN0eWxlIjpudWxsfSwiQXV0b1NpemUiOjAsIkZvcmVncm91bmQiOnsiJGlkIjoiNjA0IiwiQ29sb3IiOnsiJGlkIjoiNjA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YwNiIsIlRvcCI6MCwiTGVmdCI6MCwiUmlnaHQiOjAsIkJvdHRvbSI6MH0sIlBhZGRpbmciOnsiJGlkIjoiNjA3IiwiVG9wIjowLCJMZWZ0IjowLCJSaWdodCI6MCwiQm90dG9tIjowfSwiQmFja2dyb3VuZCI6eyIkaWQiOiI2MDgiLCJDb2xvciI6eyIkaWQiOiI2MDkiLCJBIjowLCJSIjoyNTUsIkciOjI1NSwiQiI6MjU1fX0sIklzVmlzaWJsZSI6dHJ1ZSwiV2lkdGgiOjAuMCwiSGVpZ2h0IjowLjAsIkJvcmRlclN0eWxlIjp7IiRpZCI6IjYxMCIsIkxpbmVDb2xvciI6bnVsbCwiTGluZVdlaWdodCI6MC4wLCJMaW5lVHlwZSI6MCwiUGFyZW50U3R5bGUiOm51bGx9LCJQYXJlbnRTdHlsZSI6bnVsbH0sIkRhdGVTdHlsZSI6eyIkaWQiOiI2MTEiLCJGb250U2V0dGluZ3MiOnsiJGlkIjoiNjEyIiwiRm9udFNpemUiOjEwLCJGb250TmFtZSI6IkNhbGlicmkiLCJJc0JvbGQiOmZhbHNlLCJJc0l0YWxpYyI6ZmFsc2UsIklzVW5kZXJsaW5lZCI6ZmFsc2UsIlBhcmVudFN0eWxlIjpudWxsfSwiQXV0b1NpemUiOjAsIkZvcmVncm91bmQiOnsiJGlkIjoiNjEzIiwiQ29sb3IiOnsiJGlkIjoiNjE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MTUiLCJUb3AiOjAsIkxlZnQiOjAsIlJpZ2h0IjowLCJCb3R0b20iOjB9LCJQYWRkaW5nIjp7IiRpZCI6IjYxNiIsIlRvcCI6MCwiTGVmdCI6MCwiUmlnaHQiOjAsIkJvdHRvbSI6MH0sIkJhY2tncm91bmQiOnsiJGlkIjoiNjE3IiwiQ29sb3IiOnsiJHJlZiI6IjU3OCJ9fSwiSXNWaXNpYmxlIjp0cnVlLCJXaWR0aCI6MC4wLCJIZWlnaHQiOjAuMCwiQm9yZGVyU3R5bGUiOnsiJGlkIjoiNjE4IiwiTGluZUNvbG9yIjpudWxsLCJMaW5lV2VpZ2h0IjowLjAsIkxpbmVUeXBlIjowLCJQYXJlbnRTdHlsZSI6bnVsbH0sIlBhcmVudFN0eWxlIjpudWxsfSwiRGF0ZUZvcm1hdCI6eyIkaWQiOiI2MT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IwIiwiRm9ybWF0IjowLCJJc1Zpc2libGUiOmZhbHNlLCJMYXN0S25vd25WaXNpYmlsaXR5U3RhdGUiOmZhbHNlfSwiSXNWaXNpYmxlIjpmYWxzZSwiUGFyZW50U3R5bGUiOm51bGx9LCJJbmRleCI6MywiU21hcnREdXJhdGlvbkFjdGl2YXRlZCI6ZmFsc2UsIkRhdGVGb3JtYXQiOnsiJHJlZiI6IjYxOSJ9LCJXZWVrTnVtYmVyaW5nIjp7IiRpZCI6IjYyMSIsIkZvcm1hdCI6MCwiSXNWaXNpYmxlIjpmYWxzZSwiTGFzdEtub3duVmlzaWJpbGl0eVN0YXRlIjpmYWxzZX0sIklkIjoiZWQ4NzNiYWItNzgwZS00YTU2LTlhOGUtNTM2YTFiZWVmYjdmIiwiSW1wb3J0SWQiOiIxMCIsIlRpdGxlIjoiSXRlcmF0aXZlIHJvbGxvdXQgb2YgdXNlIGNhc2VzIiwiTm90ZSI6bnVsbCwiSHlwZXJsaW5rIjp7IiRpZCI6IjYyMiIsIkFkZHJlc3MiOm51bGwsIlN1YkFkZHJlc3MiOm51bGx9LCJJc0NoYW5nZWQiOmZhbHNlLCJJc05ldyI6ZmFsc2V9fSx7IiRpZCI6IjYyMyIsIl9hdHRhY2hlZE1pbGVzdG9uZXMiOltdLCJUYXNrRGVmaW5pdGlvbiI6eyIkaWQiOiI2MjQiLCJHcm91cE5hbWUiOm51bGwsIlN0YXJ0RGF0ZSI6IjIwMjEtMDQtMTJUMDg6MDA6MDAiLCJFbmREYXRlIjoiMjAyMi0wMi0yNVQxNzowMDowMCIsIlBlcmNlbnRhZ2VDb21wbGV0ZSI6MTIuMCwiU3R5bGUiOnsiJGlkIjoiNjI1IiwiU2hhcGUiOjEsIlNoYXBlVGhpY2tuZXNzIjowLCJEdXJhdGlvbkZvcm1hdCI6MCwiSW5jbHVkZU5vbldvcmtpbmdEYXlzSW5EdXJhdGlvbiI6ZmFsc2UsIlBlcmNlbnRhZ2VDb21wbGV0ZVN0eWxlIjp7IiRpZCI6IjYyNiIsIkZvbnRTZXR0aW5ncyI6eyIkaWQiOiI2MjciLCJGb250U2l6ZSI6MTAsIkZvbnROYW1lIjoiQ2FsaWJyaSIsIklzQm9sZCI6ZmFsc2UsIklzSXRhbGljIjpmYWxzZSwiSXNVbmRlcmxpbmVkIjpmYWxzZSwiUGFyZW50U3R5bGUiOm51bGx9LCJBdXRvU2l6ZSI6MCwiRm9yZWdyb3VuZCI6eyIkaWQiOiI2MjgiLCJDb2xvciI6eyIkaWQiOiI2Mjk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YzMCIsIlRvcCI6MCwiTGVmdCI6MCwiUmlnaHQiOjAsIkJvdHRvbSI6MH0sIlBhZGRpbmciOnsiJGlkIjoiNjMxIiwiVG9wIjowLCJMZWZ0IjowLCJSaWdodCI6MCwiQm90dG9tIjowfSwiQmFja2dyb3VuZCI6eyIkaWQiOiI2MzIiLCJDb2xvciI6eyIkaWQiOiI2MzMiLCJBIjo4OSwiUiI6MCwiRyI6MCwiQiI6MH19LCJJc1Zpc2libGUiOnRydWUsIldpZHRoIjowLjAsIkhlaWdodCI6MC4wLCJCb3JkZXJTdHlsZSI6eyIkaWQiOiI2MzQiLCJMaW5lQ29sb3IiOm51bGwsIkxpbmVXZWlnaHQiOjAuMCwiTGluZVR5cGUiOjAsIlBhcmVudFN0eWxlIjpudWxsfSwiUGFyZW50U3R5bGUiOm51bGx9LCJEdXJhdGlvblN0eWxlIjp7IiRpZCI6IjYzNSIsIkZvbnRTZXR0aW5ncyI6eyIkaWQiOiI2MzYiLCJGb250U2l6ZSI6MTAsIkZvbnROYW1lIjoiQ2FsaWJyaSIsIklzQm9sZCI6ZmFsc2UsIklzSXRhbGljIjpmYWxzZSwiSXNVbmRlcmxpbmVkIjpmYWxzZSwiUGFyZW50U3R5bGUiOm51bGx9LCJBdXRvU2l6ZSI6MCwiRm9yZWdyb3VuZCI6eyIkaWQiOiI2MzciLCJDb2xvciI6eyIkaWQiOiI2Mzg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2MzkiLCJUb3AiOjAsIkxlZnQiOjAsIlJpZ2h0IjowLCJCb3R0b20iOjB9LCJQYWRkaW5nIjp7IiRpZCI6IjY0MCIsIlRvcCI6MCwiTGVmdCI6MCwiUmlnaHQiOjAsIkJvdHRvbSI6MH0sIkJhY2tncm91bmQiOnsiJGlkIjoiNjQxIiwiQ29sb3IiOnsiJHJlZiI6IjYzMyJ9fSwiSXNWaXNpYmxlIjp0cnVlLCJXaWR0aCI6MC4wLCJIZWlnaHQiOjAuMCwiQm9yZGVyU3R5bGUiOnsiJGlkIjoiNjQyIiwiTGluZUNvbG9yIjpudWxsLCJMaW5lV2VpZ2h0IjowLjAsIkxpbmVUeXBlIjowLCJQYXJlbnRTdHlsZSI6bnVsbH0sIlBhcmVudFN0eWxlIjpudWxsfSwiSG9yaXpvbnRhbENvbm5lY3RvclN0eWxlIjp7IiRpZCI6IjY0MyIsIkxpbmVDb2xvciI6eyIkaWQiOiI2NDQiLCIkdHlwZSI6Ik5MUkUuQ29tbW9uLkRvbS5Tb2xpZENvbG9yQnJ1c2gsIE5MUkUuQ29tbW9uIiwiQ29sb3IiOnsiJGlkIjoiNjQ1IiwiQSI6MjU1LCJSIjoyMDQsIkciOjIwNCwiQiI6MjA0fX0sIkxpbmVXZWlnaHQiOjEuMCwiTGluZVR5cGUiOjAsIlBhcmVudFN0eWxlIjpudWxsfSwiVmVydGljYWxDb25uZWN0b3JTdHlsZSI6eyIkaWQiOiI2NDYiLCJMaW5lQ29sb3IiOnsiJGlkIjoiNjQ3IiwiJHR5cGUiOiJOTFJFLkNvbW1vbi5Eb20uU29saWRDb2xvckJydXNoLCBOTFJFLkNvbW1vbiIsIkNvbG9yIjp7IiRpZCI6IjY0OC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Y0OSIsIk1hcmdpbiI6eyIkaWQiOiI2NTAiLCJUb3AiOjAsIkxlZnQiOjQsIlJpZ2h0Ijo0LCJCb3R0b20iOjB9LCJQYWRkaW5nIjp7IiRpZCI6IjY1MSIsIlRvcCI6MCwiTGVmdCI6MCwiUmlnaHQiOjAsIkJvdHRvbSI6MH0sIkJhY2tncm91bmQiOnsiJGlkIjoiNjUyIiwiQ29sb3IiOnsiJGlkIjoiNjUzIiwiQSI6MjU1LCJSIjoyMzcsIkciOjEyNSwiQiI6NDl9fSwiSXNWaXNpYmxlIjp0cnVlLCJXaWR0aCI6MC4wLCJIZWlnaHQiOjEwLjAsIkJvcmRlclN0eWxlIjp7IiRpZCI6IjY1NCIsIkxpbmVDb2xvciI6eyIkaWQiOiI2NTUiLCIkdHlwZSI6Ik5MUkUuQ29tbW9uLkRvbS5Tb2xpZENvbG9yQnJ1c2gsIE5MUkUuQ29tbW9uIiwiQ29sb3IiOnsiJGlkIjoiNjU2IiwiQSI6MjU1LCJSIjoyNTUsIkciOjAsIkIiOjB9fSwiTGluZVdlaWdodCI6MC4wLCJMaW5lVHlwZSI6MCwiUGFyZW50U3R5bGUiOm51bGx9LCJQYXJlbnRTdHlsZSI6bnVsbH0sIlRpdGxlU3R5bGUiOnsiJGlkIjoiNjU3IiwiRm9udFNldHRpbmdzIjp7IiRpZCI6IjY1OC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CwiVmVydGljYWxBbGlnbm1lbnQiOjAsIlNtYXJ0Rm9yZWdyb3VuZCI6bnVsbCwiQmFja2dyb3VuZEZpbGxUeXBlIjowLCJNYXJnaW4iOnsiJGlkIjoiNjU5IiwiVG9wIjowLCJMZWZ0IjowLCJSaWdodCI6MCwiQm90dG9tIjowfSwiUGFkZGluZyI6eyIkaWQiOiI2NjAiLCJUb3AiOjAsIkxlZnQiOjAsIlJpZ2h0IjowLCJCb3R0b20iOjB9LCJCYWNrZ3JvdW5kIjp7IiRpZCI6IjY2MSIsIkNvbG9yIjp7IiRyZWYiOiI2MzMifX0sIklzVmlzaWJsZSI6dHJ1ZSwiV2lkdGgiOjAuMCwiSGVpZ2h0IjowLjAsIkJvcmRlclN0eWxlIjp7IiRpZCI6IjY2MiIsIkxpbmVDb2xvciI6bnVsbCwiTGluZVdlaWdodCI6MC4wLCJMaW5lVHlwZSI6MCwiUGFyZW50U3R5bGUiOm51bGx9LCJQYXJlbnRTdHlsZSI6bnVsbH0sIkRhdGVTdHlsZSI6eyIkaWQiOiI2NjMiLCJGb250U2V0dGluZ3MiOnsiJGlkIjoiNjY0IiwiRm9udFNpemUiOjEwLCJGb250TmFtZSI6IkNhbGlicmkiLCJJc0JvbGQiOmZhbHNlLCJJc0l0YWxpYyI6ZmFsc2UsIklzVW5kZXJsaW5lZCI6ZmFsc2UsIlBhcmVudFN0eWxlIjpudWxsfSwiQXV0b1NpemUiOjAsIkZvcmVncm91bmQiOnsiJGlkIjoiNjY1IiwiQ29sb3IiOnsiJGlkIjoiNjY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NjciLCJUb3AiOjAsIkxlZnQiOjAsIlJpZ2h0IjowLCJCb3R0b20iOjB9LCJQYWRkaW5nIjp7IiRpZCI6IjY2OCIsIlRvcCI6MCwiTGVmdCI6MCwiUmlnaHQiOjAsIkJvdHRvbSI6MH0sIkJhY2tncm91bmQiOnsiJGlkIjoiNjY5IiwiQ29sb3IiOnsiJHJlZiI6IjYzMyJ9fSwiSXNWaXNpYmxlIjp0cnVlLCJXaWR0aCI6MC4wLCJIZWlnaHQiOjAuMCwiQm9yZGVyU3R5bGUiOnsiJGlkIjoiNjcwIiwiTGluZUNvbG9yIjpudWxsLCJMaW5lV2VpZ2h0IjowLjAsIkxpbmVUeXBlIjowLCJQYXJlbnRTdHlsZSI6bnVsbH0sIlBhcmVudFN0eWxlIjpudWxsfSwiRGF0ZUZvcm1hdCI6eyIkaWQiOiI2Nz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cyIiwiRm9ybWF0IjowLCJJc1Zpc2libGUiOmZhbHNlLCJMYXN0S25vd25WaXNpYmlsaXR5U3RhdGUiOmZhbHNlfSwiSXNWaXNpYmxlIjpmYWxzZSwiUGFyZW50U3R5bGUiOm51bGx9LCJJbmRleCI6MTIsIlNtYXJ0RHVyYXRpb25BY3RpdmF0ZWQiOmZhbHNlLCJEYXRlRm9ybWF0Ijp7IiRyZWYiOiI2NzEifSwiV2Vla051bWJlcmluZyI6eyIkaWQiOiI2NzMiLCJGb3JtYXQiOjAsIklzVmlzaWJsZSI6ZmFsc2UsIkxhc3RLbm93blZpc2liaWxpdHlTdGF0ZSI6ZmFsc2V9LCJJZCI6ImYxNDU0NzA5LWQzYTAtNDE1NS05M2VmLTkxNzBhYWViZTZiMSIsIkltcG9ydElkIjoiMSIsIlRpdGxlIjoiSW5kaWEiLCJOb3RlIjpudWxsLCJIeXBlcmxpbmsiOnsiJGlkIjoiNjc0IiwiQWRkcmVzcyI6IiIsIlN1YkFkZHJlc3MiOiIifSwiSXNDaGFuZ2VkIjpmYWxzZSwiSXNOZXciOmZhbHNlfX1dLCJNaWxlc3RvbmVzIjpbXX0seyIkaWQiOiI2NzUiLCJJZCI6IjdiYTVkMWQxLWE5YzgtNGM4MS1iMDc5LTY4MTRlOGYxMmE4MiIsIkluZGV4IjoxLCJIZWFkZXJUZXh0IjoiVGFpd2FuIiwiU3R5bGUiOnsiJGlkIjoiNjc2IiwiSGVhZGVyU3R5bGUiOnsiJGlkIjoiNjc3IiwiVGV4dFN0eWxlIjp7IiRpZCI6IjY3OCIsIkZvbnRTZXR0aW5ncyI6eyIkaWQiOiI2NzkiLCJGb250U2l6ZSI6MTIsIkZvbnROYW1lIjoiQ2FsaWJyaSIsIklzQm9sZCI6ZmFsc2UsIklzSXRhbGljIjpmYWxzZSwiSXNVbmRlcmxpbmVkIjpmYWxzZSwiUGFyZW50U3R5bGUiOm51bGx9LCJBdXRvU2l6ZSI6MCwiRm9yZWdyb3VuZCI6eyIkaWQiOiI2ODAiLCJDb2xvciI6eyIkaWQiOiI2ODEiLCJBIjoyNTUsIlIiOjI1NSwiRyI6MjU1LCJCIjoyNTV9fSwiTWF4V2lkdGgiOjAuMCwiTWF4SGVpZ2h0IjowLjAsIlNtYXJ0Rm9yZWdyb3VuZElzQWN0aXZlIjpmYWxzZSwiSG9yaXpvbnRhbEFsaWdubWVudCI6MCwiVmVydGljYWxBbGlnbm1lbnQiOjAsIlNtYXJ0Rm9yZWdyb3VuZCI6bnVsbCwiQmFja2dyb3VuZEZpbGxUeXBlIjowLCJNYXJnaW4iOnsiJGlkIjoiNjgyIiwiVG9wIjowLCJMZWZ0IjowLCJSaWdodCI6MCwiQm90dG9tIjowfSwiUGFkZGluZyI6eyIkaWQiOiI2ODMiLCJUb3AiOjAsIkxlZnQiOjAsIlJpZ2h0IjowLCJCb3R0b20iOjB9LCJCYWNrZ3JvdW5kIjpudWxsLCJJc1Zpc2libGUiOmZhbHNlLCJXaWR0aCI6MC4wLCJIZWlnaHQiOjAuMCwiQm9yZGVyU3R5bGUiOm51bGwsIlBhcmVudFN0eWxlIjpudWxsfSwiUmVjdGFuZ2xlU3R5bGUiOnsiJGlkIjoiNjg0IiwiTWFyZ2luIjp7IiRpZCI6IjY4NSIsIlRvcCI6MCwiTGVmdCI6MCwiUmlnaHQiOjAsIkJvdHRvbSI6MH0sIlBhZGRpbmciOnsiJGlkIjoiNjg2IiwiVG9wIjowLCJMZWZ0IjowLCJSaWdodCI6MCwiQm90dG9tIjowfSwiQmFja2dyb3VuZCI6eyIkaWQiOiI2ODciLCJDb2xvciI6eyIkaWQiOiI2ODgiLCJBIjoyNTUsIlIiOjIsIkciOjE3OCwiQiI6MjM4fX0sIklzVmlzaWJsZSI6ZmFsc2UsIldpZHRoIjowLjAsIkhlaWdodCI6MC4wLCJCb3JkZXJTdHlsZSI6eyIkaWQiOiI2ODkiLCJMaW5lQ29sb3IiOnsiJGlkIjoiNjkwIiwiJHR5cGUiOiJOTFJFLkNvbW1vbi5Eb20uU29saWRDb2xvckJydXNoLCBOTFJFLkNvbW1vbiIsIkNvbG9yIjp7IiRpZCI6IjY5MSIsIkEiOjI1NSwiUiI6MjU1LCJHIjoyNTUsIkIiOjI1NX19LCJMaW5lV2VpZ2h0IjowLjAsIkxpbmVUeXBlIjowLCJQYXJlbnRTdHlsZSI6bnVsbH0sIlBhcmVudFN0eWxlIjpudWxsfSwiTWFyZ2luIjp7IiRpZCI6IjY5MiIsIlRvcCI6MCwiTGVmdCI6MCwiUmlnaHQiOjAsIkJvdHRvbSI6MH0sIlBhZGRpbmciOnsiJGlkIjoiNjkzIiwiVG9wIjowLCJMZWZ0IjowLCJSaWdodCI6MCwiQm90dG9tIjowfSwiQmFja2dyb3VuZCI6bnVsbCwiSXNWaXNpYmxlIjp0cnVlLCJXaWR0aCI6MC4wLCJIZWlnaHQiOjAuMCwiQm9yZGVyU3R5bGUiOm51bGwsIlBhcmVudFN0eWxlIjpudWxsfSwiQmFja2dyb3VuZFN0eWxlIjp7IiRpZCI6IjY5NCIsIk1hcmdpbiI6eyIkaWQiOiI2OTUiLCJUb3AiOjAsIkxlZnQiOjAsIlJpZ2h0IjowLCJCb3R0b20iOjB9LCJQYWRkaW5nIjp7IiRpZCI6IjY5NiIsIlRvcCI6MCwiTGVmdCI6MCwiUmlnaHQiOjAsIkJvdHRvbSI6MH0sIkJhY2tncm91bmQiOnsiJGlkIjoiNjk3IiwiQ29sb3IiOnsiJGlkIjoiNjk4IiwiQSI6MzgsIlIiOjIsIkciOjE3OCwiQiI6MjM4fX0sIklzVmlzaWJsZSI6dHJ1ZSwiV2lkdGgiOjAuMCwiSGVpZ2h0IjowLjAsIkJvcmRlclN0eWxlIjp7IiRpZCI6IjY5OSIsIkxpbmVDb2xvciI6eyIkaWQiOiI3MDAiLCIkdHlwZSI6Ik5MUkUuQ29tbW9uLkRvbS5Tb2xpZENvbG9yQnJ1c2gsIE5MUkUuQ29tbW9uIiwiQ29sb3IiOnsiJGlkIjoiNzAxIiwiQSI6MjU1LCJSIjoyMSwiRyI6MzcsIkIiOjY2fX0sIkxpbmVXZWlnaHQiOjAuMCwiTGluZVR5cGUiOjAsIlBhcmVudFN0eWxlIjpudWxsfSwiUGFyZW50U3R5bGUiOm51bGx9LCJJc0Fib3ZlVGltZWJhbmQiOmZhbHNlLCJNYXJnaW4iOnsiJGlkIjoiNzAyIiwiVG9wIjowLCJMZWZ0IjowLCJSaWdodCI6MCwiQm90dG9tIjowfSwiUGFkZGluZyI6eyIkaWQiOiI3MDMiLCJUb3AiOjAsIkxlZnQiOjAsIlJpZ2h0IjowLCJCb3R0b20iOjB9LCJJc1Zpc2libGUiOnRydWUsIldpZHRoIjowLjAsIkhlaWdodCI6MC4wLCJCb3JkZXJTdHlsZSI6bnVsbCwiUGFyZW50U3R5bGUiOm51bGx9LCJUYXNrcyI6W3siJGlkIjoiNzA0IiwiX2F0dGFjaGVkTWlsZXN0b25lcyI6W10sIlRhc2tEZWZpbml0aW9uIjp7IiRpZCI6IjcwNSIsIkdyb3VwTmFtZSI6bnVsbCwiU3RhcnREYXRlIjoiMjAyMS0wNS0xMFQwODowMDowMCIsIkVuZERhdGUiOiIyMDIxLTA2LTA0VDE3OjAwOjAwIiwiUGVyY2VudGFnZUNvbXBsZXRlIjowLjAsIlN0eWxlIjp7IiRpZCI6IjcwNiIsIlNoYXBlIjoxLCJTaGFwZVRoaWNrbmVzcyI6MCwiRHVyYXRpb25Gb3JtYXQiOjAsIkluY2x1ZGVOb25Xb3JraW5nRGF5c0luRHVyYXRpb24iOmZhbHNlLCJQZXJjZW50YWdlQ29tcGxldGVTdHlsZSI6eyIkaWQiOiI3MDciLCJGb250U2V0dGluZ3MiOnsiJGlkIjoiNzA4IiwiRm9udFNpemUiOjEwLCJGb250TmFtZSI6IkNhbGlicmkiLCJJc0JvbGQiOmZhbHNlLCJJc0l0YWxpYyI6ZmFsc2UsIklzVW5kZXJsaW5lZCI6ZmFsc2UsIlBhcmVudFN0eWxlIjpudWxsfSwiQXV0b1NpemUiOjAsIkZvcmVncm91bmQiOnsiJGlkIjoiNzA5IiwiQ29sb3IiOnsiJGlkIjoiNz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3MTEiLCJUb3AiOjAsIkxlZnQiOjAsIlJpZ2h0IjowLCJCb3R0b20iOjB9LCJQYWRkaW5nIjp7IiRpZCI6IjcxMiIsIlRvcCI6MCwiTGVmdCI6MCwiUmlnaHQiOjAsIkJvdHRvbSI6MH0sIkJhY2tncm91bmQiOnsiJGlkIjoiNzEzIiwiQ29sb3IiOnsiJGlkIjoiNzE0IiwiQSI6ODksIlIiOjAsIkciOjAsIkIiOjB9fSwiSXNWaXNpYmxlIjp0cnVlLCJXaWR0aCI6MC4wLCJIZWlnaHQiOjAuMCwiQm9yZGVyU3R5bGUiOnsiJGlkIjoiNzE1IiwiTGluZUNvbG9yIjpudWxsLCJMaW5lV2VpZ2h0IjowLjAsIkxpbmVUeXBlIjowLCJQYXJlbnRTdHlsZSI6bnVsbH0sIlBhcmVudFN0eWxlIjpudWxsfSwiRHVyYXRpb25TdHlsZSI6eyIkaWQiOiI3MTYiLCJGb250U2V0dGluZ3MiOnsiJGlkIjoiNzE3IiwiRm9udFNpemUiOjEwLCJGb250TmFtZSI6IkNhbGlicmkiLCJJc0JvbGQiOmZhbHNlLCJJc0l0YWxpYyI6ZmFsc2UsIklzVW5kZXJsaW5lZCI6ZmFsc2UsIlBhcmVudFN0eWxlIjpudWxsfSwiQXV0b1NpemUiOjAsIkZvcmVncm91bmQiOnsiJGlkIjoiNzE4IiwiQ29sb3IiOnsiJGlkIjoiNz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zIwIiwiVG9wIjowLCJMZWZ0IjowLCJSaWdodCI6MCwiQm90dG9tIjowfSwiUGFkZGluZyI6eyIkaWQiOiI3MjEiLCJUb3AiOjAsIkxlZnQiOjAsIlJpZ2h0IjowLCJCb3R0b20iOjB9LCJCYWNrZ3JvdW5kIjp7IiRpZCI6IjcyMiIsIkNvbG9yIjp7IiRyZWYiOiI3MTQifX0sIklzVmlzaWJsZSI6dHJ1ZSwiV2lkdGgiOjAuMCwiSGVpZ2h0IjowLjAsIkJvcmRlclN0eWxlIjp7IiRpZCI6IjcyMyIsIkxpbmVDb2xvciI6bnVsbCwiTGluZVdlaWdodCI6MC4wLCJMaW5lVHlwZSI6MCwiUGFyZW50U3R5bGUiOm51bGx9LCJQYXJlbnRTdHlsZSI6bnVsbH0sIkhvcml6b250YWxDb25uZWN0b3JTdHlsZSI6eyIkaWQiOiI3MjQiLCJMaW5lQ29sb3IiOnsiJGlkIjoiNzI1IiwiJHR5cGUiOiJOTFJFLkNvbW1vbi5Eb20uU29saWRDb2xvckJydXNoLCBOTFJFLkNvbW1vbiIsIkNvbG9yIjp7IiRpZCI6IjcyNiIsIkEiOjI1NSwiUiI6MjA0LCJHIjoyMDQsIkIiOjIwNH19LCJMaW5lV2VpZ2h0IjoxLjAsIkxpbmVUeXBlIjowLCJQYXJlbnRTdHlsZSI6bnVsbH0sIlZlcnRpY2FsQ29ubmVjdG9yU3R5bGUiOnsiJGlkIjoiNzI3IiwiTGluZUNvbG9yIjp7IiRpZCI6IjcyOCIsIiR0eXBlIjoiTkxSRS5Db21tb24uRG9tLlNvbGlkQ29sb3JCcnVzaCwgTkxSRS5Db21tb24iLCJDb2xvciI6eyIkaWQiOiI3Mjk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3MzAiLCJNYXJnaW4iOnsiJGlkIjoiNzMxIiwiVG9wIjowLCJMZWZ0Ijo0LCJSaWdodCI6NCwiQm90dG9tIjowfSwiUGFkZGluZyI6eyIkaWQiOiI3MzIiLCJUb3AiOjAsIkxlZnQiOjAsIlJpZ2h0IjowLCJCb3R0b20iOjB9LCJCYWNrZ3JvdW5kIjp7IiRpZCI6IjczMyIsIkNvbG9yIjp7IiRpZCI6IjczNCIsIkEiOjI1NSwiUiI6MiwiRyI6MTc4LCJCIjoyMzh9fSwiSXNWaXNpYmxlIjp0cnVlLCJXaWR0aCI6MC4wLCJIZWlnaHQiOjEwLjAsIkJvcmRlclN0eWxlIjp7IiRpZCI6IjczNSIsIkxpbmVDb2xvciI6eyIkaWQiOiI3MzYiLCIkdHlwZSI6Ik5MUkUuQ29tbW9uLkRvbS5Tb2xpZENvbG9yQnJ1c2gsIE5MUkUuQ29tbW9uIiwiQ29sb3IiOnsiJGlkIjoiNzM3IiwiQSI6MjU1LCJSIjoyNTUsIkciOjAsIkIiOjB9fSwiTGluZVdlaWdodCI6MC4wLCJMaW5lVHlwZSI6MCwiUGFyZW50U3R5bGUiOm51bGx9LCJQYXJlbnRTdHlsZSI6bnVsbH0sIlRpdGxlU3R5bGUiOnsiJGlkIjoiNzM4IiwiRm9udFNldHRpbmdzIjp7IiRpZCI6IjczOSIsIkZvbnRTaXplIjoxMSwiRm9udE5hbWUiOiJDYWxpYnJpIiwiSXNCb2xkIjpmYWxzZSwiSXNJdGFsaWMiOmZhbHNlLCJJc1VuZGVybGluZWQiOmZhbHNlLCJQYXJlbnRTdHlsZSI6bnVsbH0sIkF1dG9TaXplIjowLCJGb3JlZ3JvdW5kIjp7IiRpZCI6Ijc0MCIsIkNvbG9yIjp7IiRpZCI6Ijc0MS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3NDIiLCJUb3AiOjAsIkxlZnQiOjAsIlJpZ2h0IjowLCJCb3R0b20iOjB9LCJQYWRkaW5nIjp7IiRpZCI6Ijc0MyIsIlRvcCI6MCwiTGVmdCI6MCwiUmlnaHQiOjAsIkJvdHRvbSI6MH0sIkJhY2tncm91bmQiOnsiJGlkIjoiNzQ0IiwiQ29sb3IiOnsiJGlkIjoiNzQ1IiwiQSI6MCwiUiI6MjU1LCJHIjoyNTUsIkIiOjI1NX19LCJJc1Zpc2libGUiOnRydWUsIldpZHRoIjowLjAsIkhlaWdodCI6MC4wLCJCb3JkZXJTdHlsZSI6eyIkaWQiOiI3NDYiLCJMaW5lQ29sb3IiOm51bGwsIkxpbmVXZWlnaHQiOjAuMCwiTGluZVR5cGUiOjAsIlBhcmVudFN0eWxlIjpudWxsfSwiUGFyZW50U3R5bGUiOm51bGx9LCJEYXRlU3R5bGUiOnsiJGlkIjoiNzQ3IiwiRm9udFNldHRpbmdzIjp7IiRpZCI6Ijc0OCIsIkZvbnRTaXplIjoxMCwiRm9udE5hbWUiOiJDYWxpYnJpIiwiSXNCb2xkIjpmYWxzZSwiSXNJdGFsaWMiOmZhbHNlLCJJc1VuZGVybGluZWQiOmZhbHNlLCJQYXJlbnRTdHlsZSI6bnVsbH0sIkF1dG9TaXplIjowLCJGb3JlZ3JvdW5kIjp7IiRpZCI6Ijc0OSIsIkNvbG9yIjp7IiRpZCI6Ijc1M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NzUxIiwiVG9wIjowLCJMZWZ0IjowLCJSaWdodCI6MCwiQm90dG9tIjowfSwiUGFkZGluZyI6eyIkaWQiOiI3NTIiLCJUb3AiOjAsIkxlZnQiOjAsIlJpZ2h0IjowLCJCb3R0b20iOjB9LCJCYWNrZ3JvdW5kIjp7IiRpZCI6Ijc1MyIsIkNvbG9yIjp7IiRyZWYiOiI3MTQifX0sIklzVmlzaWJsZSI6dHJ1ZSwiV2lkdGgiOjAuMCwiSGVpZ2h0IjowLjAsIkJvcmRlclN0eWxlIjp7IiRpZCI6Ijc1NCIsIkxpbmVDb2xvciI6bnVsbCwiTGluZVdlaWdodCI6MC4wLCJMaW5lVHlwZSI6MCwiUGFyZW50U3R5bGUiOm51bGx9LCJQYXJlbnRTdHlsZSI6bnVsbH0sIkRhdGVGb3JtYXQiOnsiJGlkIjoiNzU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c1NiIsIkZvcm1hdCI6MCwiSXNWaXNpYmxlIjpmYWxzZSwiTGFzdEtub3duVmlzaWJpbGl0eVN0YXRlIjpmYWxzZX0sIklzVmlzaWJsZSI6ZmFsc2UsIlBhcmVudFN0eWxlIjpudWxsfSwiSW5kZXgiOjAsIlNtYXJ0RHVyYXRpb25BY3RpdmF0ZWQiOmZhbHNlLCJEYXRlRm9ybWF0Ijp7IiRyZWYiOiI3NTUifSwiV2Vla051bWJlcmluZyI6eyIkaWQiOiI3NTciLCJGb3JtYXQiOjAsIklzVmlzaWJsZSI6ZmFsc2UsIkxhc3RLbm93blZpc2liaWxpdHlTdGF0ZSI6ZmFsc2V9LCJJZCI6IjNmYjA5MjYwLTg4NTItNDU2ZC05NWIxLTdhMTc5YWE1NWI5MSIsIkltcG9ydElkIjoiMTMiLCJUaXRsZSI6IldvcmtzaG9wcyBQcmVwYXJlICYgUnVuIiwiTm90ZSI6bnVsbCwiSHlwZXJsaW5rIjp7IiRpZCI6Ijc1OCIsIkFkZHJlc3MiOm51bGwsIlN1YkFkZHJlc3MiOm51bGx9LCJJc0NoYW5nZWQiOmZhbHNlLCJJc05ldyI6ZmFsc2V9fSx7IiRpZCI6Ijc1OSIsIl9hdHRhY2hlZE1pbGVzdG9uZXMiOltdLCJUYXNrRGVmaW5pdGlvbiI6eyIkaWQiOiI3NjAiLCJHcm91cE5hbWUiOm51bGwsIlN0YXJ0RGF0ZSI6IjIwMjEtMDYtMDdUMDg6MDA6MDAiLCJFbmREYXRlIjoiMjAyMS0wNy0wMlQxNzowMDowMCIsIlBlcmNlbnRhZ2VDb21wbGV0ZSI6MC4wLCJTdHlsZSI6eyIkaWQiOiI3NjEiLCJTaGFwZSI6MSwiU2hhcGVUaGlja25lc3MiOjAsIkR1cmF0aW9uRm9ybWF0IjowLCJJbmNsdWRlTm9uV29ya2luZ0RheXNJbkR1cmF0aW9uIjpmYWxzZSwiUGVyY2VudGFnZUNvbXBsZXRlU3R5bGUiOnsiJGlkIjoiNzYyIiwiRm9udFNldHRpbmdzIjp7IiRpZCI6Ijc2MyIsIkZvbnRTaXplIjoxMCwiRm9udE5hbWUiOiJDYWxpYnJpIiwiSXNCb2xkIjpmYWxzZSwiSXNJdGFsaWMiOmZhbHNlLCJJc1VuZGVybGluZWQiOmZhbHNlLCJQYXJlbnRTdHlsZSI6bnVsbH0sIkF1dG9TaXplIjowLCJGb3JlZ3JvdW5kIjp7IiRpZCI6Ijc2NCIsIkNvbG9yIjp7IiRpZCI6Ijc2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zY2IiwiVG9wIjowLCJMZWZ0IjowLCJSaWdodCI6MCwiQm90dG9tIjowfSwiUGFkZGluZyI6eyIkaWQiOiI3NjciLCJUb3AiOjAsIkxlZnQiOjAsIlJpZ2h0IjowLCJCb3R0b20iOjB9LCJCYWNrZ3JvdW5kIjp7IiRpZCI6Ijc2OCIsIkNvbG9yIjp7IiRpZCI6Ijc2OSIsIkEiOjg5LCJSIjowLCJHIjowLCJCIjowfX0sIklzVmlzaWJsZSI6dHJ1ZSwiV2lkdGgiOjAuMCwiSGVpZ2h0IjowLjAsIkJvcmRlclN0eWxlIjp7IiRpZCI6Ijc3MCIsIkxpbmVDb2xvciI6bnVsbCwiTGluZVdlaWdodCI6MC4wLCJMaW5lVHlwZSI6MCwiUGFyZW50U3R5bGUiOm51bGx9LCJQYXJlbnRTdHlsZSI6bnVsbH0sIkR1cmF0aW9uU3R5bGUiOnsiJGlkIjoiNzcxIiwiRm9udFNldHRpbmdzIjp7IiRpZCI6Ijc3MiIsIkZvbnRTaXplIjoxMCwiRm9udE5hbWUiOiJDYWxpYnJpIiwiSXNCb2xkIjpmYWxzZSwiSXNJdGFsaWMiOmZhbHNlLCJJc1VuZGVybGluZWQiOmZhbHNlLCJQYXJlbnRTdHlsZSI6bnVsbH0sIkF1dG9TaXplIjowLCJGb3JlZ3JvdW5kIjp7IiRpZCI6Ijc3MyIsIkNvbG9yIjp7IiRpZCI6Ijc3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c3NSIsIlRvcCI6MCwiTGVmdCI6MCwiUmlnaHQiOjAsIkJvdHRvbSI6MH0sIlBhZGRpbmciOnsiJGlkIjoiNzc2IiwiVG9wIjowLCJMZWZ0IjowLCJSaWdodCI6MCwiQm90dG9tIjowfSwiQmFja2dyb3VuZCI6eyIkaWQiOiI3NzciLCJDb2xvciI6eyIkcmVmIjoiNzY5In19LCJJc1Zpc2libGUiOnRydWUsIldpZHRoIjowLjAsIkhlaWdodCI6MC4wLCJCb3JkZXJTdHlsZSI6eyIkaWQiOiI3NzgiLCJMaW5lQ29sb3IiOm51bGwsIkxpbmVXZWlnaHQiOjAuMCwiTGluZVR5cGUiOjAsIlBhcmVudFN0eWxlIjpudWxsfSwiUGFyZW50U3R5bGUiOm51bGx9LCJIb3Jpem9udGFsQ29ubmVjdG9yU3R5bGUiOnsiJGlkIjoiNzc5IiwiTGluZUNvbG9yIjp7IiRpZCI6Ijc4MCIsIiR0eXBlIjoiTkxSRS5Db21tb24uRG9tLlNvbGlkQ29sb3JCcnVzaCwgTkxSRS5Db21tb24iLCJDb2xvciI6eyIkaWQiOiI3ODEiLCJBIjoyNTUsIlIiOjIwNCwiRyI6MjA0LCJCIjoyMDR9fSwiTGluZVdlaWdodCI6MS4wLCJMaW5lVHlwZSI6MCwiUGFyZW50U3R5bGUiOm51bGx9LCJWZXJ0aWNhbENvbm5lY3RvclN0eWxlIjp7IiRpZCI6Ijc4MiIsIkxpbmVDb2xvciI6eyIkaWQiOiI3ODMiLCIkdHlwZSI6Ik5MUkUuQ29tbW9uLkRvbS5Tb2xpZENvbG9yQnJ1c2gsIE5MUkUuQ29tbW9uIiwiQ29sb3IiOnsiJGlkIjoiNzg0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zg1IiwiTWFyZ2luIjp7IiRpZCI6Ijc4NiIsIlRvcCI6MCwiTGVmdCI6NCwiUmlnaHQiOjQsIkJvdHRvbSI6MH0sIlBhZGRpbmciOnsiJGlkIjoiNzg3IiwiVG9wIjowLCJMZWZ0IjowLCJSaWdodCI6MCwiQm90dG9tIjowfSwiQmFja2dyb3VuZCI6eyIkaWQiOiI3ODgiLCJDb2xvciI6eyIkaWQiOiI3ODkiLCJBIjoyNTUsIlIiOjIsIkciOjE3OCwiQiI6MjM4fX0sIklzVmlzaWJsZSI6dHJ1ZSwiV2lkdGgiOjAuMCwiSGVpZ2h0IjoxMC4wLCJCb3JkZXJTdHlsZSI6eyIkaWQiOiI3OTAiLCJMaW5lQ29sb3IiOnsiJGlkIjoiNzkxIiwiJHR5cGUiOiJOTFJFLkNvbW1vbi5Eb20uU29saWRDb2xvckJydXNoLCBOTFJFLkNvbW1vbiIsIkNvbG9yIjp7IiRpZCI6Ijc5MiIsIkEiOjI1NSwiUiI6MjU1LCJHIjowLCJCIjowfX0sIkxpbmVXZWlnaHQiOjAuMCwiTGluZVR5cGUiOjAsIlBhcmVudFN0eWxlIjpudWxsfSwiUGFyZW50U3R5bGUiOm51bGx9LCJUaXRsZVN0eWxlIjp7IiRpZCI6Ijc5MyIsIkZvbnRTZXR0aW5ncyI6eyIkaWQiOiI3OTQiLCJGb250U2l6ZSI6MTEsIkZvbnROYW1lIjoiQ2FsaWJyaSIsIklzQm9sZCI6ZmFsc2UsIklzSXRhbGljIjpmYWxzZSwiSXNVbmRlcmxpbmVkIjpmYWxzZSwiUGFyZW50U3R5bGUiOm51bGx9LCJBdXRvU2l6ZSI6MCwiRm9yZWdyb3VuZCI6eyIkaWQiOiI3OTUiLCJDb2xvciI6eyIkaWQiOiI3O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zk3IiwiVG9wIjowLCJMZWZ0IjowLCJSaWdodCI6MCwiQm90dG9tIjowfSwiUGFkZGluZyI6eyIkaWQiOiI3OTgiLCJUb3AiOjAsIkxlZnQiOjAsIlJpZ2h0IjowLCJCb3R0b20iOjB9LCJCYWNrZ3JvdW5kIjp7IiRpZCI6Ijc5OSIsIkNvbG9yIjp7IiRpZCI6IjgwMCIsIkEiOjAsIlIiOjI1NSwiRyI6MjU1LCJCIjoyNTV9fSwiSXNWaXNpYmxlIjp0cnVlLCJXaWR0aCI6MC4wLCJIZWlnaHQiOjAuMCwiQm9yZGVyU3R5bGUiOnsiJGlkIjoiODAxIiwiTGluZUNvbG9yIjpudWxsLCJMaW5lV2VpZ2h0IjowLjAsIkxpbmVUeXBlIjowLCJQYXJlbnRTdHlsZSI6bnVsbH0sIlBhcmVudFN0eWxlIjpudWxsfSwiRGF0ZVN0eWxlIjp7IiRpZCI6IjgwMiIsIkZvbnRTZXR0aW5ncyI6eyIkaWQiOiI4MDMiLCJGb250U2l6ZSI6MTAsIkZvbnROYW1lIjoiQ2FsaWJyaSIsIklzQm9sZCI6ZmFsc2UsIklzSXRhbGljIjpmYWxzZSwiSXNVbmRlcmxpbmVkIjpmYWxzZSwiUGFyZW50U3R5bGUiOm51bGx9LCJBdXRvU2l6ZSI6MCwiRm9yZWdyb3VuZCI6eyIkaWQiOiI4MDQiLCJDb2xvciI6eyIkaWQiOiI4MD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wNiIsIlRvcCI6MCwiTGVmdCI6MCwiUmlnaHQiOjAsIkJvdHRvbSI6MH0sIlBhZGRpbmciOnsiJGlkIjoiODA3IiwiVG9wIjowLCJMZWZ0IjowLCJSaWdodCI6MCwiQm90dG9tIjowfSwiQmFja2dyb3VuZCI6eyIkaWQiOiI4MDgiLCJDb2xvciI6eyIkcmVmIjoiNzY5In19LCJJc1Zpc2libGUiOnRydWUsIldpZHRoIjowLjAsIkhlaWdodCI6MC4wLCJCb3JkZXJTdHlsZSI6eyIkaWQiOiI4MDkiLCJMaW5lQ29sb3IiOm51bGwsIkxpbmVXZWlnaHQiOjAuMCwiTGluZVR5cGUiOjAsIlBhcmVudFN0eWxlIjpudWxsfSwiUGFyZW50U3R5bGUiOm51bGx9LCJEYXRlRm9ybWF0Ijp7IiRpZCI6Ijgx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4MTEiLCJGb3JtYXQiOjAsIklzVmlzaWJsZSI6ZmFsc2UsIkxhc3RLbm93blZpc2liaWxpdHlTdGF0ZSI6ZmFsc2V9LCJJc1Zpc2libGUiOmZhbHNlLCJQYXJlbnRTdHlsZSI6bnVsbH0sIkluZGV4IjoxLCJTbWFydER1cmF0aW9uQWN0aXZhdGVkIjpmYWxzZSwiRGF0ZUZvcm1hdCI6eyIkcmVmIjoiODEwIn0sIldlZWtOdW1iZXJpbmciOnsiJGlkIjoiODEyIiwiRm9ybWF0IjowLCJJc1Zpc2libGUiOmZhbHNlLCJMYXN0S25vd25WaXNpYmlsaXR5U3RhdGUiOmZhbHNlfSwiSWQiOiJiYmIwYTVlYS1mNjU2LTRmMjAtYTAyYS0yMzRhYWRhYzI3MjAiLCJJbXBvcnRJZCI6IjE0IiwiVGl0bGUiOiJBbGlnbiAmIFByaW9yaXRpemUgdXNlIGNhc2VzIiwiTm90ZSI6bnVsbCwiSHlwZXJsaW5rIjp7IiRpZCI6IjgxMyIsIkFkZHJlc3MiOm51bGwsIlN1YkFkZHJlc3MiOm51bGx9LCJJc0NoYW5nZWQiOmZhbHNlLCJJc05ldyI6ZmFsc2V9fSx7IiRpZCI6IjgxNCIsIl9hdHRhY2hlZE1pbGVzdG9uZXMiOltdLCJUYXNrRGVmaW5pdGlvbiI6eyIkaWQiOiI4MTUiLCJHcm91cE5hbWUiOm51bGwsIlN0YXJ0RGF0ZSI6IjIwMjEtMDYtMjFUMDg6MDA6MDAiLCJFbmREYXRlIjoiMjAyMS0wOS0xN1QxNzowMDowMCIsIlBlcmNlbnRhZ2VDb21wbGV0ZSI6MC4wLCJTdHlsZSI6eyIkaWQiOiI4MTYiLCJTaGFwZSI6MSwiU2hhcGVUaGlja25lc3MiOjAsIkR1cmF0aW9uRm9ybWF0IjowLCJJbmNsdWRlTm9uV29ya2luZ0RheXNJbkR1cmF0aW9uIjpmYWxzZSwiUGVyY2VudGFnZUNvbXBsZXRlU3R5bGUiOnsiJGlkIjoiODE3IiwiRm9udFNldHRpbmdzIjp7IiRpZCI6IjgxOCIsIkZvbnRTaXplIjoxMCwiRm9udE5hbWUiOiJDYWxpYnJpIiwiSXNCb2xkIjpmYWxzZSwiSXNJdGFsaWMiOmZhbHNlLCJJc1VuZGVybGluZWQiOmZhbHNlLCJQYXJlbnRTdHlsZSI6bnVsbH0sIkF1dG9TaXplIjowLCJGb3JlZ3JvdW5kIjp7IiRpZCI6IjgxOSIsIkNvbG9yIjp7IiRpZCI6IjgyMC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4MjEiLCJDb2xvciI6eyIkcmVmIjoiNTM3In19LCJJc1Zpc2libGUiOnRydWUsIldpZHRoIjowLjAsIkhlaWdodCI6MC4wLCJCb3JkZXJTdHlsZSI6eyIkaWQiOiI4MjIiLCJMaW5lQ29sb3IiOm51bGwsIkxpbmVXZWlnaHQiOjAuMCwiTGluZVR5cGUiOjAsIlBhcmVudFN0eWxlIjpudWxsfSwiUGFyZW50U3R5bGUiOm51bGx9LCJEdXJhdGlvblN0eWxlIjp7IiRpZCI6IjgyMyIsIkZvbnRTZXR0aW5ncyI6eyIkaWQiOiI4MjQ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gyNSIsIkxpbmVDb2xvciI6bnVsbCwiTGluZVdlaWdodCI6MC4wLCJMaW5lVHlwZSI6MCwiUGFyZW50U3R5bGUiOm51bGx9LCJQYXJlbnRTdHlsZSI6bnVsbH0sIkhvcml6b250YWxDb25uZWN0b3JTdHlsZSI6eyIkaWQiOiI4MjYiLCJMaW5lQ29sb3IiOnsiJHJlZiI6Ijk5In0sIkxpbmVXZWlnaHQiOjEuMCwiTGluZVR5cGUiOjAsIlBhcmVudFN0eWxlIjpudWxsfSwiVmVydGljYWxDb25uZWN0b3JTdHlsZSI6eyIkaWQiOiI4Mjc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gyOCIsIk1hcmdpbiI6eyIkcmVmIjoiMTA1In0sIlBhZGRpbmciOnsiJHJlZiI6IjEwNiJ9LCJCYWNrZ3JvdW5kIjp7IiRpZCI6IjgyOSIsIkNvbG9yIjp7IiRpZCI6IjgzMCIsIkEiOjI1NSwiUiI6MiwiRyI6MTc4LCJCIjoyMzh9fSwiSXNWaXNpYmxlIjp0cnVlLCJXaWR0aCI6MC4wLCJIZWlnaHQiOjEwLjAsIkJvcmRlclN0eWxlIjp7IiRpZCI6IjgzMSIsIkxpbmVDb2xvciI6eyIkcmVmIjoiNTQ4In0sIkxpbmVXZWlnaHQiOjAuMCwiTGluZVR5cGUiOjAsIlBhcmVudFN0eWxlIjpudWxsfSwiUGFyZW50U3R5bGUiOm51bGx9LCJUaXRsZVN0eWxlIjp7IiRpZCI6IjgzMiIsIkZvbnRTZXR0aW5ncyI6eyIkaWQiOiI4MzMiLCJGb250U2l6ZSI6MTEsIkZvbnROYW1lIjoiQ2FsaWJyaSIsIklzQm9sZCI6ZmFsc2UsIklzSXRhbGljIjpmYWxzZSwiSXNVbmRlcmxpbmVkIjpmYWxzZSwiUGFyZW50U3R5bGUiOm51bGx9LCJBdXRvU2l6ZSI6MCwiRm9yZWdyb3VuZCI6eyIkaWQiOiI4MzQiLCJDb2xvciI6eyIkaWQiOiI4MzU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4MzYiLCJDb2xvciI6eyIkaWQiOiI4MzciLCJBIjowLCJSIjoyNTUsIkciOjI1NSwiQiI6MjU1fX0sIklzVmlzaWJsZSI6dHJ1ZSwiV2lkdGgiOjAuMCwiSGVpZ2h0IjowLjAsIkJvcmRlclN0eWxlIjp7IiRpZCI6IjgzOCIsIkxpbmVDb2xvciI6bnVsbCwiTGluZVdlaWdodCI6MC4wLCJMaW5lVHlwZSI6MCwiUGFyZW50U3R5bGUiOm51bGx9LCJQYXJlbnRTdHlsZSI6bnVsbH0sIkRhdGVTdHlsZSI6eyIkaWQiOiI4MzkiLCJGb250U2V0dGluZ3MiOnsiJGlkIjoiODQwIiwiRm9udFNpemUiOjEwLCJGb250TmFtZSI6IkNhbGlicmkiLCJJc0JvbGQiOmZhbHNlLCJJc0l0YWxpYyI6ZmFsc2UsIklzVW5kZXJsaW5lZCI6ZmFsc2UsIlBhcmVudFN0eWxlIjpudWxsfSwiQXV0b1NpemUiOjAsIkZvcmVncm91bmQiOnsiJGlkIjoiODQxIiwiQ29sb3IiOnsiJGlkIjoiODQy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g0MyIsIkNvbG9yIjp7IiRpZCI6Ijg0NCIsIkEiOjAsIlIiOjI1NSwiRyI6MjU1LCJCIjoyNTV9fSwiSXNWaXNpYmxlIjp0cnVlLCJXaWR0aCI6MC4wLCJIZWlnaHQiOjAuMCwiQm9yZGVyU3R5bGUiOnsiJGlkIjoiODQ1IiwiTGluZUNvbG9yIjpudWxsLCJMaW5lV2VpZ2h0IjowLjAsIkxpbmVUeXBlIjowLCJQYXJlbnRTdHlsZSI6bnVsbH0sIlBhcmVudFN0eWxlIjpudWxsfSwiRGF0ZUZvcm1hdCI6eyIkcmVmIjoiNTY0In0sIldlZWtOdW1iZXJpbmciOnsiJGlkIjoiODQ2IiwiRm9ybWF0IjowLCJJc1Zpc2libGUiOmZhbHNlLCJMYXN0S25vd25WaXNpYmlsaXR5U3RhdGUiOmZhbHNlfSwiSXNWaXNpYmxlIjpmYWxzZSwiUGFyZW50U3R5bGUiOm51bGx9LCJJbmRleCI6MiwiU21hcnREdXJhdGlvbkFjdGl2YXRlZCI6ZmFsc2UsIkRhdGVGb3JtYXQiOnsiJHJlZiI6IjU2NCJ9LCJXZWVrTnVtYmVyaW5nIjp7IiRpZCI6Ijg0NyIsIkZvcm1hdCI6MCwiSXNWaXNpYmxlIjpmYWxzZSwiTGFzdEtub3duVmlzaWJpbGl0eVN0YXRlIjpmYWxzZX0sIklkIjoiMDE1OGFmZDgtYWZkOC00MzI0LWI4YzUtZTdmNDc1OTdkNzdjIiwiSW1wb3J0SWQiOiI2MiIsIlRpdGxlIjoiQ3JlYXRlIHRlY2ggYmx1ZXByaW50IGZvciBlYWNoIHVzZSBjYXNlIiwiTm90ZSI6bnVsbCwiSHlwZXJsaW5rIjp7IiRpZCI6Ijg0OCIsIkFkZHJlc3MiOm51bGwsIlN1YkFkZHJlc3MiOm51bGx9LCJJc0NoYW5nZWQiOmZhbHNlLCJJc05ldyI6ZmFsc2V9fSx7IiRpZCI6Ijg0OSIsIl9hdHRhY2hlZE1pbGVzdG9uZXMiOltdLCJUYXNrRGVmaW5pdGlvbiI6eyIkaWQiOiI4NTAiLCJHcm91cE5hbWUiOm51bGwsIlN0YXJ0RGF0ZSI6IjIwMjEtMDctMDVUMDg6MDA6MDAiLCJFbmREYXRlIjoiMjAyMS0xMi0zMVQxNzowMDowMCIsIlBlcmNlbnRhZ2VDb21wbGV0ZSI6MC4wLCJTdHlsZSI6eyIkaWQiOiI4NTEiLCJTaGFwZSI6MSwiU2hhcGVUaGlja25lc3MiOjAsIkR1cmF0aW9uRm9ybWF0IjowLCJJbmNsdWRlTm9uV29ya2luZ0RheXNJbkR1cmF0aW9uIjpmYWxzZSwiUGVyY2VudGFnZUNvbXBsZXRlU3R5bGUiOnsiJGlkIjoiODUyIiwiRm9udFNldHRpbmdzIjp7IiRpZCI6Ijg1MyIsIkZvbnRTaXplIjoxMCwiRm9udE5hbWUiOiJDYWxpYnJpIiwiSXNCb2xkIjpmYWxzZSwiSXNJdGFsaWMiOmZhbHNlLCJJc1VuZGVybGluZWQiOmZhbHNlLCJQYXJlbnRTdHlsZSI6bnVsbH0sIkF1dG9TaXplIjowLCJGb3JlZ3JvdW5kIjp7IiRpZCI6Ijg1NCIsIkNvbG9yIjp7IiRpZCI6Ijg1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DU2IiwiVG9wIjowLCJMZWZ0IjowLCJSaWdodCI6MCwiQm90dG9tIjowfSwiUGFkZGluZyI6eyIkaWQiOiI4NTciLCJUb3AiOjAsIkxlZnQiOjAsIlJpZ2h0IjowLCJCb3R0b20iOjB9LCJCYWNrZ3JvdW5kIjp7IiRpZCI6Ijg1OCIsIkNvbG9yIjp7IiRpZCI6Ijg1OSIsIkEiOjg5LCJSIjowLCJHIjowLCJCIjowfX0sIklzVmlzaWJsZSI6dHJ1ZSwiV2lkdGgiOjAuMCwiSGVpZ2h0IjowLjAsIkJvcmRlclN0eWxlIjp7IiRpZCI6Ijg2MCIsIkxpbmVDb2xvciI6bnVsbCwiTGluZVdlaWdodCI6MC4wLCJMaW5lVHlwZSI6MCwiUGFyZW50U3R5bGUiOm51bGx9LCJQYXJlbnRTdHlsZSI6bnVsbH0sIkR1cmF0aW9uU3R5bGUiOnsiJGlkIjoiODYxIiwiRm9udFNldHRpbmdzIjp7IiRpZCI6Ijg2MiIsIkZvbnRTaXplIjoxMCwiRm9udE5hbWUiOiJDYWxpYnJpIiwiSXNCb2xkIjpmYWxzZSwiSXNJdGFsaWMiOmZhbHNlLCJJc1VuZGVybGluZWQiOmZhbHNlLCJQYXJlbnRTdHlsZSI6bnVsbH0sIkF1dG9TaXplIjowLCJGb3JlZ3JvdW5kIjp7IiRpZCI6Ijg2MyIsIkNvbG9yIjp7IiRpZCI6Ijg2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g2NSIsIlRvcCI6MCwiTGVmdCI6MCwiUmlnaHQiOjAsIkJvdHRvbSI6MH0sIlBhZGRpbmciOnsiJGlkIjoiODY2IiwiVG9wIjowLCJMZWZ0IjowLCJSaWdodCI6MCwiQm90dG9tIjowfSwiQmFja2dyb3VuZCI6eyIkaWQiOiI4NjciLCJDb2xvciI6eyIkcmVmIjoiODU5In19LCJJc1Zpc2libGUiOnRydWUsIldpZHRoIjowLjAsIkhlaWdodCI6MC4wLCJCb3JkZXJTdHlsZSI6eyIkaWQiOiI4NjgiLCJMaW5lQ29sb3IiOm51bGwsIkxpbmVXZWlnaHQiOjAuMCwiTGluZVR5cGUiOjAsIlBhcmVudFN0eWxlIjpudWxsfSwiUGFyZW50U3R5bGUiOm51bGx9LCJIb3Jpem9udGFsQ29ubmVjdG9yU3R5bGUiOnsiJGlkIjoiODY5IiwiTGluZUNvbG9yIjp7IiRpZCI6Ijg3MCIsIiR0eXBlIjoiTkxSRS5Db21tb24uRG9tLlNvbGlkQ29sb3JCcnVzaCwgTkxSRS5Db21tb24iLCJDb2xvciI6eyIkaWQiOiI4NzEiLCJBIjoyNTUsIlIiOjIwNCwiRyI6MjA0LCJCIjoyMDR9fSwiTGluZVdlaWdodCI6MS4wLCJMaW5lVHlwZSI6MCwiUGFyZW50U3R5bGUiOm51bGx9LCJWZXJ0aWNhbENvbm5lY3RvclN0eWxlIjp7IiRpZCI6Ijg3MiIsIkxpbmVDb2xvciI6eyIkaWQiOiI4NzMiLCIkdHlwZSI6Ik5MUkUuQ29tbW9uLkRvbS5Tb2xpZENvbG9yQnJ1c2gsIE5MUkUuQ29tbW9uIiwiQ29sb3IiOnsiJGlkIjoiODc0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ODc1IiwiTWFyZ2luIjp7IiRpZCI6Ijg3NiIsIlRvcCI6MCwiTGVmdCI6NCwiUmlnaHQiOjQsIkJvdHRvbSI6MH0sIlBhZGRpbmciOnsiJGlkIjoiODc3IiwiVG9wIjowLCJMZWZ0IjowLCJSaWdodCI6MCwiQm90dG9tIjowfSwiQmFja2dyb3VuZCI6eyIkaWQiOiI4NzgiLCJDb2xvciI6eyIkaWQiOiI4NzkiLCJBIjoyNTUsIlIiOjIsIkciOjE3OCwiQiI6MjM4fX0sIklzVmlzaWJsZSI6dHJ1ZSwiV2lkdGgiOjAuMCwiSGVpZ2h0IjoxMC4wLCJCb3JkZXJTdHlsZSI6eyIkaWQiOiI4ODAiLCJMaW5lQ29sb3IiOnsiJGlkIjoiODgxIiwiJHR5cGUiOiJOTFJFLkNvbW1vbi5Eb20uU29saWRDb2xvckJydXNoLCBOTFJFLkNvbW1vbiIsIkNvbG9yIjp7IiRpZCI6Ijg4MiIsIkEiOjI1NSwiUiI6MjU1LCJHIjowLCJCIjowfX0sIkxpbmVXZWlnaHQiOjAuMCwiTGluZVR5cGUiOjAsIlBhcmVudFN0eWxlIjpudWxsfSwiUGFyZW50U3R5bGUiOm51bGx9LCJUaXRsZVN0eWxlIjp7IiRpZCI6Ijg4MyIsIkZvbnRTZXR0aW5ncyI6eyIkaWQiOiI4ODQiLCJGb250U2l6ZSI6MTEsIkZvbnROYW1lIjoiQ2FsaWJyaSIsIklzQm9sZCI6ZmFsc2UsIklzSXRhbGljIjpmYWxzZSwiSXNVbmRlcmxpbmVkIjpmYWxzZSwiUGFyZW50U3R5bGUiOm51bGx9LCJBdXRvU2l6ZSI6MCwiRm9yZWdyb3VuZCI6eyIkaWQiOiI4ODUiLCJDb2xvciI6eyIkaWQiOiI4ODYiLCJBIjoyNTUsIlIiOjI1NSwiRyI6MjU1LCJCIjoyNTV9fSwiTWF4V2lkdGgiOjk2MC4wLCJNYXhIZWlnaHQiOiJJbmZpbml0eSIsIlNtYXJ0Rm9yZWdyb3VuZElzQWN0aXZlIjpmYWxzZSwiSG9yaXpvbnRhbEFsaWdubWVudCI6MSwiVmVydGljYWxBbGlnbm1lbnQiOjAsIlNtYXJ0Rm9yZWdyb3VuZCI6bnVsbCwiQmFja2dyb3VuZEZpbGxUeXBlIjowLCJNYXJnaW4iOnsiJGlkIjoiODg3IiwiVG9wIjowLCJMZWZ0IjowLCJSaWdodCI6MCwiQm90dG9tIjowfSwiUGFkZGluZyI6eyIkaWQiOiI4ODgiLCJUb3AiOjAsIkxlZnQiOjAsIlJpZ2h0IjowLCJCb3R0b20iOjB9LCJCYWNrZ3JvdW5kIjp7IiRpZCI6Ijg4OSIsIkNvbG9yIjp7IiRpZCI6Ijg5MCIsIkEiOjAsIlIiOjI1NSwiRyI6MjU1LCJCIjoyNTV9fSwiSXNWaXNpYmxlIjp0cnVlLCJXaWR0aCI6MC4wLCJIZWlnaHQiOjAuMCwiQm9yZGVyU3R5bGUiOnsiJGlkIjoiODkxIiwiTGluZUNvbG9yIjpudWxsLCJMaW5lV2VpZ2h0IjowLjAsIkxpbmVUeXBlIjowLCJQYXJlbnRTdHlsZSI6bnVsbH0sIlBhcmVudFN0eWxlIjpudWxsfSwiRGF0ZVN0eWxlIjp7IiRpZCI6Ijg5MiIsIkZvbnRTZXR0aW5ncyI6eyIkaWQiOiI4OTMiLCJGb250U2l6ZSI6MTAsIkZvbnROYW1lIjoiQ2FsaWJyaSIsIklzQm9sZCI6ZmFsc2UsIklzSXRhbGljIjpmYWxzZSwiSXNVbmRlcmxpbmVkIjpmYWxzZSwiUGFyZW50U3R5bGUiOm51bGx9LCJBdXRvU2l6ZSI6MCwiRm9yZWdyb3VuZCI6eyIkaWQiOiI4OTQiLCJDb2xvciI6eyIkaWQiOiI4OT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5NiIsIlRvcCI6MCwiTGVmdCI6MCwiUmlnaHQiOjAsIkJvdHRvbSI6MH0sIlBhZGRpbmciOnsiJGlkIjoiODk3IiwiVG9wIjowLCJMZWZ0IjowLCJSaWdodCI6MCwiQm90dG9tIjowfSwiQmFja2dyb3VuZCI6eyIkaWQiOiI4OTgiLCJDb2xvciI6eyIkcmVmIjoiODU5In19LCJJc1Zpc2libGUiOnRydWUsIldpZHRoIjowLjAsIkhlaWdodCI6MC4wLCJCb3JkZXJTdHlsZSI6eyIkaWQiOiI4OTkiLCJMaW5lQ29sb3IiOm51bGwsIkxpbmVXZWlnaHQiOjAuMCwiTGluZVR5cGUiOjAsIlBhcmVudFN0eWxlIjpudWxsfSwiUGFyZW50U3R5bGUiOm51bGx9LCJEYXRlRm9ybWF0Ijp7IiRpZCI6Ijkw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5MDEiLCJGb3JtYXQiOjAsIklzVmlzaWJsZSI6ZmFsc2UsIkxhc3RLbm93blZpc2liaWxpdHlTdGF0ZSI6ZmFsc2V9LCJJc1Zpc2libGUiOmZhbHNlLCJQYXJlbnRTdHlsZSI6bnVsbH0sIkluZGV4IjozLCJTbWFydER1cmF0aW9uQWN0aXZhdGVkIjpmYWxzZSwiRGF0ZUZvcm1hdCI6eyIkcmVmIjoiOTAwIn0sIldlZWtOdW1iZXJpbmciOnsiJGlkIjoiOTAyIiwiRm9ybWF0IjowLCJJc1Zpc2libGUiOmZhbHNlLCJMYXN0S25vd25WaXNpYmlsaXR5U3RhdGUiOmZhbHNlfSwiSWQiOiIyYTJjZDIyNC1iYmMyLTQ3NzctYTQwMi1jNTg1MjQyMzNjZmUiLCJJbXBvcnRJZCI6IjE2IiwiVGl0bGUiOiJJdGVyYXRpdmUgcm9sbG91dCBvZiB1c2UgY2FzZXMiLCJOb3RlIjpudWxsLCJIeXBlcmxpbmsiOnsiJGlkIjoiOTAzIiwiQWRkcmVzcyI6bnVsbCwiU3ViQWRkcmVzcyI6bnVsbH0sIklzQ2hhbmdlZCI6ZmFsc2UsIklzTmV3IjpmYWxzZX19LHsiJGlkIjoiOTA0IiwiX2F0dGFjaGVkTWlsZXN0b25lcyI6W10sIlRhc2tEZWZpbml0aW9uIjp7IiRpZCI6IjkwNSIsIkdyb3VwTmFtZSI6bnVsbCwiU3RhcnREYXRlIjoiMjAyMS0wNS0xMFQwODowMDowMCIsIkVuZERhdGUiOiIyMDIxLTEyLTMxVDE3OjAwOjAwIiwiUGVyY2VudGFnZUNvbXBsZXRlIjowLjAsIlN0eWxlIjp7IiRpZCI6IjkwNiIsIlNoYXBlIjoxLCJTaGFwZVRoaWNrbmVzcyI6MCwiRHVyYXRpb25Gb3JtYXQiOjAsIkluY2x1ZGVOb25Xb3JraW5nRGF5c0luRHVyYXRpb24iOmZhbHNlLCJQZXJjZW50YWdlQ29tcGxldGVTdHlsZSI6eyIkaWQiOiI5MDciLCJGb250U2V0dGluZ3MiOnsiJGlkIjoiOTA4IiwiRm9udFNpemUiOjEwLCJGb250TmFtZSI6IkNhbGlicmkiLCJJc0JvbGQiOmZhbHNlLCJJc0l0YWxpYyI6ZmFsc2UsIklzVW5kZXJsaW5lZCI6ZmFsc2UsIlBhcmVudFN0eWxlIjpudWxsfSwiQXV0b1NpemUiOjAsIkZvcmVncm91bmQiOnsiJGlkIjoiOTA5IiwiQ29sb3IiOnsiJGlkIjoiOT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5MTEiLCJUb3AiOjAsIkxlZnQiOjAsIlJpZ2h0IjowLCJCb3R0b20iOjB9LCJQYWRkaW5nIjp7IiRpZCI6IjkxMiIsIlRvcCI6MCwiTGVmdCI6MCwiUmlnaHQiOjAsIkJvdHRvbSI6MH0sIkJhY2tncm91bmQiOnsiJGlkIjoiOTEzIiwiQ29sb3IiOnsiJGlkIjoiOTE0IiwiQSI6ODksIlIiOjAsIkciOjAsIkIiOjB9fSwiSXNWaXNpYmxlIjp0cnVlLCJXaWR0aCI6MC4wLCJIZWlnaHQiOjAuMCwiQm9yZGVyU3R5bGUiOnsiJGlkIjoiOTE1IiwiTGluZUNvbG9yIjpudWxsLCJMaW5lV2VpZ2h0IjowLjAsIkxpbmVUeXBlIjowLCJQYXJlbnRTdHlsZSI6bnVsbH0sIlBhcmVudFN0eWxlIjpudWxsfSwiRHVyYXRpb25TdHlsZSI6eyIkaWQiOiI5MTYiLCJGb250U2V0dGluZ3MiOnsiJGlkIjoiOTE3IiwiRm9udFNpemUiOjEwLCJGb250TmFtZSI6IkNhbGlicmkiLCJJc0JvbGQiOmZhbHNlLCJJc0l0YWxpYyI6ZmFsc2UsIklzVW5kZXJsaW5lZCI6ZmFsc2UsIlBhcmVudFN0eWxlIjpudWxsfSwiQXV0b1NpemUiOjAsIkZvcmVncm91bmQiOnsiJGlkIjoiOTE4IiwiQ29sb3IiOnsiJGlkIjoiOT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TIwIiwiVG9wIjowLCJMZWZ0IjowLCJSaWdodCI6MCwiQm90dG9tIjowfSwiUGFkZGluZyI6eyIkaWQiOiI5MjEiLCJUb3AiOjAsIkxlZnQiOjAsIlJpZ2h0IjowLCJCb3R0b20iOjB9LCJCYWNrZ3JvdW5kIjp7IiRpZCI6IjkyMiIsIkNvbG9yIjp7IiRyZWYiOiI5MTQifX0sIklzVmlzaWJsZSI6dHJ1ZSwiV2lkdGgiOjAuMCwiSGVpZ2h0IjowLjAsIkJvcmRlclN0eWxlIjp7IiRpZCI6IjkyMyIsIkxpbmVDb2xvciI6bnVsbCwiTGluZVdlaWdodCI6MC4wLCJMaW5lVHlwZSI6MCwiUGFyZW50U3R5bGUiOm51bGx9LCJQYXJlbnRTdHlsZSI6bnVsbH0sIkhvcml6b250YWxDb25uZWN0b3JTdHlsZSI6eyIkaWQiOiI5MjQiLCJMaW5lQ29sb3IiOnsiJGlkIjoiOTI1IiwiJHR5cGUiOiJOTFJFLkNvbW1vbi5Eb20uU29saWRDb2xvckJydXNoLCBOTFJFLkNvbW1vbiIsIkNvbG9yIjp7IiRpZCI6IjkyNiIsIkEiOjI1NSwiUiI6MjA0LCJHIjoyMDQsIkIiOjIwNH19LCJMaW5lV2VpZ2h0IjoxLjAsIkxpbmVUeXBlIjowLCJQYXJlbnRTdHlsZSI6bnVsbH0sIlZlcnRpY2FsQ29ubmVjdG9yU3R5bGUiOnsiJGlkIjoiOTI3IiwiTGluZUNvbG9yIjp7IiRpZCI6IjkyOCIsIiR0eXBlIjoiTkxSRS5Db21tb24uRG9tLlNvbGlkQ29sb3JCcnVzaCwgTkxSRS5Db21tb24iLCJDb2xvciI6eyIkaWQiOiI5MjkiLCJBIjoyNTUsIlIiOjIwNCwiRyI6MjA0LCJCIjoyMDR9fSwiTGluZVdlaWdodCI6MC4wLCJMaW5lVHlwZSI6MCwiUGFyZW50U3R5bGUiOm51bGx9LCJNYXJnaW4iOm51bGwsIlN0YXJ0RGF0ZVBvc2l0aW9uIjo2LCJFbmREYXRlUG9zaXRpb24iOjYsIkRhdGVJc1Zpc2libGUiOmZhbHNlLCJUaXRsZVBvc2l0aW9uIjoyLCJEdXJhdGlvblBvc2l0aW9uIjo2LCJQZXJjZW50YWdlQ29tcGxldGVkUG9zaXRpb24iOjYsIlNwYWNpbmciOjUsIklzQmVsb3dUaW1lYmFuZCI6dHJ1ZSwiUGVyY2VudGFnZUNvbXBsZXRlU2hhcGVPcGFjaXR5IjozNSwiU2hhcGVTdHlsZSI6eyIkaWQiOiI5MzAiLCJNYXJnaW4iOnsiJGlkIjoiOTMxIiwiVG9wIjowLCJMZWZ0Ijo0LCJSaWdodCI6NCwiQm90dG9tIjowfSwiUGFkZGluZyI6eyIkaWQiOiI5MzIiLCJUb3AiOjAsIkxlZnQiOjAsIlJpZ2h0IjowLCJCb3R0b20iOjB9LCJCYWNrZ3JvdW5kIjp7IiRpZCI6IjkzMyIsIkNvbG9yIjp7IiRpZCI6IjkzNCIsIkEiOjI1NSwiUiI6MiwiRyI6MTc4LCJCIjoyMzh9fSwiSXNWaXNpYmxlIjp0cnVlLCJXaWR0aCI6MC4wLCJIZWlnaHQiOjEwLjAsIkJvcmRlclN0eWxlIjp7IiRpZCI6IjkzNSIsIkxpbmVDb2xvciI6eyIkaWQiOiI5MzYiLCIkdHlwZSI6Ik5MUkUuQ29tbW9uLkRvbS5Tb2xpZENvbG9yQnJ1c2gsIE5MUkUuQ29tbW9uIiwiQ29sb3IiOnsiJGlkIjoiOTM3IiwiQSI6MjU1LCJSIjoyNTUsIkciOjAsIkIiOjB9fSwiTGluZVdlaWdodCI6MC4wLCJMaW5lVHlwZSI6MCwiUGFyZW50U3R5bGUiOm51bGx9LCJQYXJlbnRTdHlsZSI6bnVsbH0sIlRpdGxlU3R5bGUiOnsiJGlkIjoiOTM4IiwiRm9udFNldHRpbmdzIjp7IiRpZCI6IjkzOS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OTQwIiwiVG9wIjowLCJMZWZ0IjowLCJSaWdodCI6MCwiQm90dG9tIjowfSwiUGFkZGluZyI6eyIkaWQiOiI5NDEiLCJUb3AiOjAsIkxlZnQiOjAsIlJpZ2h0IjowLCJCb3R0b20iOjB9LCJCYWNrZ3JvdW5kIjp7IiRpZCI6Ijk0MiIsIkNvbG9yIjp7IiRyZWYiOiI5MTQifX0sIklzVmlzaWJsZSI6dHJ1ZSwiV2lkdGgiOjAuMCwiSGVpZ2h0IjowLjAsIkJvcmRlclN0eWxlIjp7IiRpZCI6Ijk0MyIsIkxpbmVDb2xvciI6bnVsbCwiTGluZVdlaWdodCI6MC4wLCJMaW5lVHlwZSI6MCwiUGFyZW50U3R5bGUiOm51bGx9LCJQYXJlbnRTdHlsZSI6bnVsbH0sIkRhdGVTdHlsZSI6eyIkaWQiOiI5NDQiLCJGb250U2V0dGluZ3MiOnsiJGlkIjoiOTQ1IiwiRm9udFNpemUiOjEwLCJGb250TmFtZSI6IkNhbGlicmkiLCJJc0JvbGQiOmZhbHNlLCJJc0l0YWxpYyI6ZmFsc2UsIklzVW5kZXJsaW5lZCI6ZmFsc2UsIlBhcmVudFN0eWxlIjpudWxsfSwiQXV0b1NpemUiOjAsIkZvcmVncm91bmQiOnsiJGlkIjoiOTQ2IiwiQ29sb3IiOnsiJGlkIjoiOTQ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5NDgiLCJUb3AiOjAsIkxlZnQiOjAsIlJpZ2h0IjowLCJCb3R0b20iOjB9LCJQYWRkaW5nIjp7IiRpZCI6Ijk0OSIsIlRvcCI6MCwiTGVmdCI6MCwiUmlnaHQiOjAsIkJvdHRvbSI6MH0sIkJhY2tncm91bmQiOnsiJGlkIjoiOTUwIiwiQ29sb3IiOnsiJHJlZiI6IjkxNCJ9fSwiSXNWaXNpYmxlIjp0cnVlLCJXaWR0aCI6MC4wLCJIZWlnaHQiOjAuMCwiQm9yZGVyU3R5bGUiOnsiJGlkIjoiOTUxIiwiTGluZUNvbG9yIjpudWxsLCJMaW5lV2VpZ2h0IjowLjAsIkxpbmVUeXBlIjowLCJQYXJlbnRTdHlsZSI6bnVsbH0sIlBhcmVudFN0eWxlIjpudWxsfSwiRGF0ZUZvcm1hdCI6eyIkaWQiOiI5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UzIiwiRm9ybWF0IjowLCJJc1Zpc2libGUiOmZhbHNlLCJMYXN0S25vd25WaXNpYmlsaXR5U3RhdGUiOmZhbHNlfSwiSXNWaXNpYmxlIjpmYWxzZSwiUGFyZW50U3R5bGUiOm51bGx9LCJJbmRleCI6MTksIlNtYXJ0RHVyYXRpb25BY3RpdmF0ZWQiOmZhbHNlLCJEYXRlRm9ybWF0Ijp7IiRyZWYiOiI5NTIifSwiV2Vla051bWJlcmluZyI6eyIkaWQiOiI5NTQiLCJGb3JtYXQiOjAsIklzVmlzaWJsZSI6ZmFsc2UsIkxhc3RLbm93blZpc2liaWxpdHlTdGF0ZSI6ZmFsc2V9LCJJZCI6IjZmMWM4ZDQzLTBmY2ItNDJjMy04NWM0LTQzNjk4ZGY1MDA5YyIsIkltcG9ydElkIjoiMyIsIlRpdGxlIjoiVGFpd2FuIiwiTm90ZSI6bnVsbCwiSHlwZXJsaW5rIjp7IiRpZCI6Ijk1NSIsIkFkZHJlc3MiOiIiLCJTdWJBZGRyZXNzIjoiIn0sIklzQ2hhbmdlZCI6ZmFsc2UsIklzTmV3IjpmYWxzZX19XSwiTWlsZXN0b25lcyI6W119LHsiJGlkIjoiOTU2IiwiSWQiOiI3ZTk4NGY4MC01MjBiLTRmNGQtOWFjYi1jMDg5YTU0OGNiM2IiLCJJbmRleCI6MiwiSGVhZGVyVGV4dCI6IkphcGFuIiwiU3R5bGUiOnsiJGlkIjoiOTU3IiwiSGVhZGVyU3R5bGUiOnsiJGlkIjoiOTU4IiwiVGV4dFN0eWxlIjp7IiRpZCI6Ijk1OSIsIkZvbnRTZXR0aW5ncyI6eyIkaWQiOiI5NjAiLCJGb250U2l6ZSI6MTIsIkZvbnROYW1lIjoiQ2FsaWJyaSIsIklzQm9sZCI6ZmFsc2UsIklzSXRhbGljIjpmYWxzZSwiSXNVbmRlcmxpbmVkIjpmYWxzZSwiUGFyZW50U3R5bGUiOm51bGx9LCJBdXRvU2l6ZSI6MCwiRm9yZWdyb3VuZCI6eyIkaWQiOiI5NjEiLCJDb2xvciI6eyIkaWQiOiI5NjIiLCJBIjoyNTUsIlIiOjI1NSwiRyI6MjU1LCJCIjoyNTV9fSwiTWF4V2lkdGgiOjAuMCwiTWF4SGVpZ2h0IjowLjAsIlNtYXJ0Rm9yZWdyb3VuZElzQWN0aXZlIjpmYWxzZSwiSG9yaXpvbnRhbEFsaWdubWVudCI6MCwiVmVydGljYWxBbGlnbm1lbnQiOjAsIlNtYXJ0Rm9yZWdyb3VuZCI6bnVsbCwiQmFja2dyb3VuZEZpbGxUeXBlIjowLCJNYXJnaW4iOnsiJGlkIjoiOTYzIiwiVG9wIjowLCJMZWZ0IjowLCJSaWdodCI6MCwiQm90dG9tIjowfSwiUGFkZGluZyI6eyIkaWQiOiI5NjQiLCJUb3AiOjAsIkxlZnQiOjAsIlJpZ2h0IjowLCJCb3R0b20iOjB9LCJCYWNrZ3JvdW5kIjpudWxsLCJJc1Zpc2libGUiOmZhbHNlLCJXaWR0aCI6MC4wLCJIZWlnaHQiOjAuMCwiQm9yZGVyU3R5bGUiOm51bGwsIlBhcmVudFN0eWxlIjpudWxsfSwiUmVjdGFuZ2xlU3R5bGUiOnsiJGlkIjoiOTY1IiwiTWFyZ2luIjp7IiRpZCI6Ijk2NiIsIlRvcCI6MCwiTGVmdCI6MCwiUmlnaHQiOjAsIkJvdHRvbSI6MH0sIlBhZGRpbmciOnsiJGlkIjoiOTY3IiwiVG9wIjowLCJMZWZ0IjowLCJSaWdodCI6MCwiQm90dG9tIjowfSwiQmFja2dyb3VuZCI6eyIkaWQiOiI5NjgiLCJDb2xvciI6eyIkaWQiOiI5NjkiLCJBIjoyNTUsIlIiOjE1MCwiRyI6MjE0LCJCIjo2Nn19LCJJc1Zpc2libGUiOmZhbHNlLCJXaWR0aCI6MC4wLCJIZWlnaHQiOjAuMCwiQm9yZGVyU3R5bGUiOnsiJGlkIjoiOTcwIiwiTGluZUNvbG9yIjp7IiRpZCI6Ijk3MSIsIiR0eXBlIjoiTkxSRS5Db21tb24uRG9tLlNvbGlkQ29sb3JCcnVzaCwgTkxSRS5Db21tb24iLCJDb2xvciI6eyIkaWQiOiI5NzIiLCJBIjoyNTUsIlIiOjI1NSwiRyI6MjU1LCJCIjoyNTV9fSwiTGluZVdlaWdodCI6MC4wLCJMaW5lVHlwZSI6MCwiUGFyZW50U3R5bGUiOm51bGx9LCJQYXJlbnRTdHlsZSI6bnVsbH0sIk1hcmdpbiI6eyIkaWQiOiI5NzMiLCJUb3AiOjAsIkxlZnQiOjAsIlJpZ2h0IjowLCJCb3R0b20iOjB9LCJQYWRkaW5nIjp7IiRpZCI6Ijk3NCIsIlRvcCI6MCwiTGVmdCI6MCwiUmlnaHQiOjAsIkJvdHRvbSI6MH0sIkJhY2tncm91bmQiOm51bGwsIklzVmlzaWJsZSI6dHJ1ZSwiV2lkdGgiOjAuMCwiSGVpZ2h0IjowLjAsIkJvcmRlclN0eWxlIjpudWxsLCJQYXJlbnRTdHlsZSI6bnVsbH0sIkJhY2tncm91bmRTdHlsZSI6eyIkaWQiOiI5NzUiLCJNYXJnaW4iOnsiJGlkIjoiOTc2IiwiVG9wIjowLCJMZWZ0IjowLCJSaWdodCI6MCwiQm90dG9tIjowfSwiUGFkZGluZyI6eyIkaWQiOiI5NzciLCJUb3AiOjAsIkxlZnQiOjAsIlJpZ2h0IjowLCJCb3R0b20iOjB9LCJCYWNrZ3JvdW5kIjp7IiRpZCI6Ijk3OCIsIkNvbG9yIjp7IiRpZCI6Ijk3OSIsIkEiOjM4LCJSIjoxNTAsIkciOjIxNCwiQiI6NjZ9fSwiSXNWaXNpYmxlIjp0cnVlLCJXaWR0aCI6MC4wLCJIZWlnaHQiOjAuMCwiQm9yZGVyU3R5bGUiOnsiJGlkIjoiOTgwIiwiTGluZUNvbG9yIjp7IiRpZCI6Ijk4MSIsIiR0eXBlIjoiTkxSRS5Db21tb24uRG9tLlNvbGlkQ29sb3JCcnVzaCwgTkxSRS5Db21tb24iLCJDb2xvciI6eyIkaWQiOiI5ODIiLCJBIjoyNTUsIlIiOjg4LCJHIjozOSwiQiI6N319LCJMaW5lV2VpZ2h0IjowLjAsIkxpbmVUeXBlIjowLCJQYXJlbnRTdHlsZSI6bnVsbH0sIlBhcmVudFN0eWxlIjpudWxsfSwiSXNBYm92ZVRpbWViYW5kIjpmYWxzZSwiTWFyZ2luIjp7IiRpZCI6Ijk4MyIsIlRvcCI6MCwiTGVmdCI6MCwiUmlnaHQiOjAsIkJvdHRvbSI6MH0sIlBhZGRpbmciOnsiJGlkIjoiOTg0IiwiVG9wIjowLCJMZWZ0IjowLCJSaWdodCI6MCwiQm90dG9tIjowfSwiSXNWaXNpYmxlIjp0cnVlLCJXaWR0aCI6MC4wLCJIZWlnaHQiOjAuMCwiQm9yZGVyU3R5bGUiOm51bGwsIlBhcmVudFN0eWxlIjpudWxsfSwiVGFza3MiOlt7IiRpZCI6Ijk4NSIsIl9hdHRhY2hlZE1pbGVzdG9uZXMiOltdLCJUYXNrRGVmaW5pdGlvbiI6eyIkaWQiOiI5ODYiLCJHcm91cE5hbWUiOm51bGwsIlN0YXJ0RGF0ZSI6IjIwMjEtMDYtMTRUMDg6MDA6MDAiLCJFbmREYXRlIjoiMjAyMS0wNy0wOVQxNzowMDowMCIsIlBlcmNlbnRhZ2VDb21wbGV0ZSI6MC4wLCJTdHlsZSI6eyIkaWQiOiI5ODciLCJTaGFwZSI6MSwiU2hhcGVUaGlja25lc3MiOjAsIkR1cmF0aW9uRm9ybWF0IjowLCJJbmNsdWRlTm9uV29ya2luZ0RheXNJbkR1cmF0aW9uIjpmYWxzZSwiUGVyY2VudGFnZUNvbXBsZXRlU3R5bGUiOnsiJGlkIjoiOTg4IiwiRm9udFNldHRpbmdzIjp7IiRpZCI6Ijk4OSIsIkZvbnRTaXplIjoxMCwiRm9udE5hbWUiOiJDYWxpYnJpIiwiSXNCb2xkIjpmYWxzZSwiSXNJdGFsaWMiOmZhbHNlLCJJc1VuZGVybGluZWQiOmZhbHNlLCJQYXJlbnRTdHlsZSI6bnVsbH0sIkF1dG9TaXplIjowLCJGb3JlZ3JvdW5kIjp7IiRpZCI6Ijk5MCIsIkNvbG9yIjp7IiRpZCI6Ijk5M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TkyIiwiVG9wIjowLCJMZWZ0IjowLCJSaWdodCI6MCwiQm90dG9tIjowfSwiUGFkZGluZyI6eyIkaWQiOiI5OTMiLCJUb3AiOjAsIkxlZnQiOjAsIlJpZ2h0IjowLCJCb3R0b20iOjB9LCJCYWNrZ3JvdW5kIjp7IiRpZCI6Ijk5NCIsIkNvbG9yIjp7IiRpZCI6Ijk5NSIsIkEiOjg5LCJSIjowLCJHIjowLCJCIjowfX0sIklzVmlzaWJsZSI6dHJ1ZSwiV2lkdGgiOjAuMCwiSGVpZ2h0IjowLjAsIkJvcmRlclN0eWxlIjp7IiRpZCI6Ijk5NiIsIkxpbmVDb2xvciI6bnVsbCwiTGluZVdlaWdodCI6MC4wLCJMaW5lVHlwZSI6MCwiUGFyZW50U3R5bGUiOm51bGx9LCJQYXJlbnRTdHlsZSI6bnVsbH0sIkR1cmF0aW9uU3R5bGUiOnsiJGlkIjoiOTk3IiwiRm9udFNldHRpbmdzIjp7IiRpZCI6Ijk5OCIsIkZvbnRTaXplIjoxMCwiRm9udE5hbWUiOiJDYWxpYnJpIiwiSXNCb2xkIjpmYWxzZSwiSXNJdGFsaWMiOmZhbHNlLCJJc1VuZGVybGluZWQiOmZhbHNlLCJQYXJlbnRTdHlsZSI6bnVsbH0sIkF1dG9TaXplIjowLCJGb3JlZ3JvdW5kIjp7IiRpZCI6Ijk5OSIsIkNvbG9yIjp7IiRpZCI6IjEwMDA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DAxIiwiVG9wIjowLCJMZWZ0IjowLCJSaWdodCI6MCwiQm90dG9tIjowfSwiUGFkZGluZyI6eyIkaWQiOiIxMDAyIiwiVG9wIjowLCJMZWZ0IjowLCJSaWdodCI6MCwiQm90dG9tIjowfSwiQmFja2dyb3VuZCI6eyIkaWQiOiIxMDAzIiwiQ29sb3IiOnsiJHJlZiI6Ijk5NSJ9fSwiSXNWaXNpYmxlIjp0cnVlLCJXaWR0aCI6MC4wLCJIZWlnaHQiOjAuMCwiQm9yZGVyU3R5bGUiOnsiJGlkIjoiMTAwNCIsIkxpbmVDb2xvciI6bnVsbCwiTGluZVdlaWdodCI6MC4wLCJMaW5lVHlwZSI6MCwiUGFyZW50U3R5bGUiOm51bGx9LCJQYXJlbnRTdHlsZSI6bnVsbH0sIkhvcml6b250YWxDb25uZWN0b3JTdHlsZSI6eyIkaWQiOiIxMDA1IiwiTGluZUNvbG9yIjp7IiRpZCI6IjEwMDYiLCIkdHlwZSI6Ik5MUkUuQ29tbW9uLkRvbS5Tb2xpZENvbG9yQnJ1c2gsIE5MUkUuQ29tbW9uIiwiQ29sb3IiOnsiJGlkIjoiMTAwNyIsIkEiOjI1NSwiUiI6MjA0LCJHIjoyMDQsIkIiOjIwNH19LCJMaW5lV2VpZ2h0IjoxLjAsIkxpbmVUeXBlIjowLCJQYXJlbnRTdHlsZSI6bnVsbH0sIlZlcnRpY2FsQ29ubmVjdG9yU3R5bGUiOnsiJGlkIjoiMTAwOCIsIkxpbmVDb2xvciI6eyIkaWQiOiIxMDA5IiwiJHR5cGUiOiJOTFJFLkNvbW1vbi5Eb20uU29saWRDb2xvckJydXNoLCBOTFJFLkNvbW1vbiIsIkNvbG9yIjp7IiRpZCI6IjEwMTA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xMDExIiwiTWFyZ2luIjp7IiRpZCI6IjEwMTIiLCJUb3AiOjAsIkxlZnQiOjQsIlJpZ2h0Ijo0LCJCb3R0b20iOjB9LCJQYWRkaW5nIjp7IiRpZCI6IjEwMTMiLCJUb3AiOjAsIkxlZnQiOjAsIlJpZ2h0IjowLCJCb3R0b20iOjB9LCJCYWNrZ3JvdW5kIjp7IiRpZCI6IjEwMTQiLCJDb2xvciI6eyIkaWQiOiIxMDE1IiwiQSI6MjU1LCJSIjoxNTAsIkciOjIxNCwiQiI6NjZ9fSwiSXNWaXNpYmxlIjp0cnVlLCJXaWR0aCI6MC4wLCJIZWlnaHQiOjEwLjAsIkJvcmRlclN0eWxlIjp7IiRpZCI6IjEwMTYiLCJMaW5lQ29sb3IiOnsiJGlkIjoiMTAxNyIsIiR0eXBlIjoiTkxSRS5Db21tb24uRG9tLlNvbGlkQ29sb3JCcnVzaCwgTkxSRS5Db21tb24iLCJDb2xvciI6eyIkaWQiOiIxMDE4IiwiQSI6MjU1LCJSIjoyNTUsIkciOjAsIkIiOjB9fSwiTGluZVdlaWdodCI6MC4wLCJMaW5lVHlwZSI6MCwiUGFyZW50U3R5bGUiOm51bGx9LCJQYXJlbnRTdHlsZSI6bnVsbH0sIlRpdGxlU3R5bGUiOnsiJGlkIjoiMTAxOSIsIkZvbnRTZXR0aW5ncyI6eyIkaWQiOiIxMDIwIiwiRm9udFNpemUiOjExLCJGb250TmFtZSI6IkNhbGlicmkiLCJJc0JvbGQiOmZhbHNlLCJJc0l0YWxpYyI6ZmFsc2UsIklzVW5kZXJsaW5lZCI6ZmFsc2UsIlBhcmVudFN0eWxlIjpudWxsfSwiQXV0b1NpemUiOjAsIkZvcmVncm91bmQiOnsiJGlkIjoiMTAyMSIsIkNvbG9yIjp7IiRpZCI6IjEwMjI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MTAyMyIsIlRvcCI6MCwiTGVmdCI6MCwiUmlnaHQiOjAsIkJvdHRvbSI6MH0sIlBhZGRpbmciOnsiJGlkIjoiMTAyNCIsIlRvcCI6MCwiTGVmdCI6MCwiUmlnaHQiOjAsIkJvdHRvbSI6MH0sIkJhY2tncm91bmQiOnsiJGlkIjoiMTAyNSIsIkNvbG9yIjp7IiRpZCI6IjEwMjYiLCJBIjowLCJSIjoyNTUsIkciOjI1NSwiQiI6MjU1fX0sIklzVmlzaWJsZSI6dHJ1ZSwiV2lkdGgiOjAuMCwiSGVpZ2h0IjowLjAsIkJvcmRlclN0eWxlIjp7IiRpZCI6IjEwMjciLCJMaW5lQ29sb3IiOm51bGwsIkxpbmVXZWlnaHQiOjAuMCwiTGluZVR5cGUiOjAsIlBhcmVudFN0eWxlIjpudWxsfSwiUGFyZW50U3R5bGUiOm51bGx9LCJEYXRlU3R5bGUiOnsiJGlkIjoiMTAyOCIsIkZvbnRTZXR0aW5ncyI6eyIkaWQiOiIxMDI5IiwiRm9udFNpemUiOjEwLCJGb250TmFtZSI6IkNhbGlicmkiLCJJc0JvbGQiOmZhbHNlLCJJc0l0YWxpYyI6ZmFsc2UsIklzVW5kZXJsaW5lZCI6ZmFsc2UsIlBhcmVudFN0eWxlIjpudWxsfSwiQXV0b1NpemUiOjAsIkZvcmVncm91bmQiOnsiJGlkIjoiMTAzMCIsIkNvbG9yIjp7IiRpZCI6IjEwMzE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EwMzIiLCJUb3AiOjAsIkxlZnQiOjAsIlJpZ2h0IjowLCJCb3R0b20iOjB9LCJQYWRkaW5nIjp7IiRpZCI6IjEwMzMiLCJUb3AiOjAsIkxlZnQiOjAsIlJpZ2h0IjowLCJCb3R0b20iOjB9LCJCYWNrZ3JvdW5kIjp7IiRpZCI6IjEwMzQiLCJDb2xvciI6eyIkcmVmIjoiOTk1In19LCJJc1Zpc2libGUiOnRydWUsIldpZHRoIjowLjAsIkhlaWdodCI6MC4wLCJCb3JkZXJTdHlsZSI6eyIkaWQiOiIxMDM1IiwiTGluZUNvbG9yIjpudWxsLCJMaW5lV2VpZ2h0IjowLjAsIkxpbmVUeXBlIjowLCJQYXJlbnRTdHlsZSI6bnVsbH0sIlBhcmVudFN0eWxlIjpudWxsfSwiRGF0ZUZvcm1hdCI6eyIkaWQiOiIxMD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MzciLCJGb3JtYXQiOjAsIklzVmlzaWJsZSI6ZmFsc2UsIkxhc3RLbm93blZpc2liaWxpdHlTdGF0ZSI6ZmFsc2V9LCJJc1Zpc2libGUiOmZhbHNlLCJQYXJlbnRTdHlsZSI6bnVsbH0sIkluZGV4IjowLCJTbWFydER1cmF0aW9uQWN0aXZhdGVkIjpmYWxzZSwiRGF0ZUZvcm1hdCI6eyIkcmVmIjoiMTAzNiJ9LCJXZWVrTnVtYmVyaW5nIjp7IiRpZCI6IjEwMzgiLCJGb3JtYXQiOjAsIklzVmlzaWJsZSI6ZmFsc2UsIkxhc3RLbm93blZpc2liaWxpdHlTdGF0ZSI6ZmFsc2V9LCJJZCI6ImU4NmZmY2E1LTU3ZGItNGZjZS04NzMwLTIzN2FlMzYxNTMyMyIsIkltcG9ydElkIjoiMTkiLCJUaXRsZSI6IldvcmtzaG9wcyBQcmVwYXJlICYgUnVuIiwiTm90ZSI6bnVsbCwiSHlwZXJsaW5rIjp7IiRpZCI6IjEwMzkiLCJBZGRyZXNzIjpudWxsLCJTdWJBZGRyZXNzIjpudWxsfSwiSXNDaGFuZ2VkIjpmYWxzZSwiSXNOZXciOmZhbHNlfX0seyIkaWQiOiIxMDQwIiwiX2F0dGFjaGVkTWlsZXN0b25lcyI6W10sIlRhc2tEZWZpbml0aW9uIjp7IiRpZCI6IjEwNDEiLCJHcm91cE5hbWUiOm51bGwsIlN0YXJ0RGF0ZSI6IjIwMjEtMDctMTJUMDg6MDA6MDAiLCJFbmREYXRlIjoiMjAyMS0wOC0wNlQxNzowMDowMCIsIlBlcmNlbnRhZ2VDb21wbGV0ZSI6MC4wLCJTdHlsZSI6eyIkaWQiOiIxMDQyIiwiU2hhcGUiOjEsIlNoYXBlVGhpY2tuZXNzIjowLCJEdXJhdGlvbkZvcm1hdCI6MCwiSW5jbHVkZU5vbldvcmtpbmdEYXlzSW5EdXJhdGlvbiI6ZmFsc2UsIlBlcmNlbnRhZ2VDb21wbGV0ZVN0eWxlIjp7IiRpZCI6IjEwNDMiLCJGb250U2V0dGluZ3MiOnsiJGlkIjoiMTA0NCIsIkZvbnRTaXplIjoxMCwiRm9udE5hbWUiOiJDYWxpYnJpIiwiSXNCb2xkIjpmYWxzZSwiSXNJdGFsaWMiOmZhbHNlLCJJc1VuZGVybGluZWQiOmZhbHNlLCJQYXJlbnRTdHlsZSI6bnVsbH0sIkF1dG9TaXplIjowLCJGb3JlZ3JvdW5kIjp7IiRpZCI6IjEwNDUiLCJDb2xvciI6eyIkaWQiOiIxMDQ2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DQ3IiwiVG9wIjowLCJMZWZ0IjowLCJSaWdodCI6MCwiQm90dG9tIjowfSwiUGFkZGluZyI6eyIkaWQiOiIxMDQ4IiwiVG9wIjowLCJMZWZ0IjowLCJSaWdodCI6MCwiQm90dG9tIjowfSwiQmFja2dyb3VuZCI6eyIkaWQiOiIxMDQ5IiwiQ29sb3IiOnsiJGlkIjoiMTA1MCIsIkEiOjg5LCJSIjowLCJHIjowLCJCIjowfX0sIklzVmlzaWJsZSI6dHJ1ZSwiV2lkdGgiOjAuMCwiSGVpZ2h0IjowLjAsIkJvcmRlclN0eWxlIjp7IiRpZCI6IjEwNTEiLCJMaW5lQ29sb3IiOm51bGwsIkxpbmVXZWlnaHQiOjAuMCwiTGluZVR5cGUiOjAsIlBhcmVudFN0eWxlIjpudWxsfSwiUGFyZW50U3R5bGUiOm51bGx9LCJEdXJhdGlvblN0eWxlIjp7IiRpZCI6IjEwNTIiLCJGb250U2V0dGluZ3MiOnsiJGlkIjoiMTA1MyIsIkZvbnRTaXplIjoxMCwiRm9udE5hbWUiOiJDYWxpYnJpIiwiSXNCb2xkIjpmYWxzZSwiSXNJdGFsaWMiOmZhbHNlLCJJc1VuZGVybGluZWQiOmZhbHNlLCJQYXJlbnRTdHlsZSI6bnVsbH0sIkF1dG9TaXplIjowLCJGb3JlZ3JvdW5kIjp7IiRpZCI6IjEwNTQiLCJDb2xvciI6eyIkaWQiOiIxMDU1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A1NiIsIlRvcCI6MCwiTGVmdCI6MCwiUmlnaHQiOjAsIkJvdHRvbSI6MH0sIlBhZGRpbmciOnsiJGlkIjoiMTA1NyIsIlRvcCI6MCwiTGVmdCI6MCwiUmlnaHQiOjAsIkJvdHRvbSI6MH0sIkJhY2tncm91bmQiOnsiJGlkIjoiMTA1OCIsIkNvbG9yIjp7IiRyZWYiOiIxMDUwIn19LCJJc1Zpc2libGUiOnRydWUsIldpZHRoIjowLjAsIkhlaWdodCI6MC4wLCJCb3JkZXJTdHlsZSI6eyIkaWQiOiIxMDU5IiwiTGluZUNvbG9yIjpudWxsLCJMaW5lV2VpZ2h0IjowLjAsIkxpbmVUeXBlIjowLCJQYXJlbnRTdHlsZSI6bnVsbH0sIlBhcmVudFN0eWxlIjpudWxsfSwiSG9yaXpvbnRhbENvbm5lY3RvclN0eWxlIjp7IiRpZCI6IjEwNjAiLCJMaW5lQ29sb3IiOnsiJGlkIjoiMTA2MSIsIiR0eXBlIjoiTkxSRS5Db21tb24uRG9tLlNvbGlkQ29sb3JCcnVzaCwgTkxSRS5Db21tb24iLCJDb2xvciI6eyIkaWQiOiIxMDYyIiwiQSI6MjU1LCJSIjoyMDQsIkciOjIwNCwiQiI6MjA0fX0sIkxpbmVXZWlnaHQiOjEuMCwiTGluZVR5cGUiOjAsIlBhcmVudFN0eWxlIjpudWxsfSwiVmVydGljYWxDb25uZWN0b3JTdHlsZSI6eyIkaWQiOiIxMDYzIiwiTGluZUNvbG9yIjp7IiRpZCI6IjEwNjQiLCIkdHlwZSI6Ik5MUkUuQ29tbW9uLkRvbS5Tb2xpZENvbG9yQnJ1c2gsIE5MUkUuQ29tbW9uIiwiQ29sb3IiOnsiJGlkIjoiMTA2N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wNjYiLCJNYXJnaW4iOnsiJGlkIjoiMTA2NyIsIlRvcCI6MCwiTGVmdCI6NCwiUmlnaHQiOjQsIkJvdHRvbSI6MH0sIlBhZGRpbmciOnsiJGlkIjoiMTA2OCIsIlRvcCI6MCwiTGVmdCI6MCwiUmlnaHQiOjAsIkJvdHRvbSI6MH0sIkJhY2tncm91bmQiOnsiJGlkIjoiMTA2OSIsIkNvbG9yIjp7IiRpZCI6IjEwNzAiLCJBIjoyNTUsIlIiOjE1MCwiRyI6MjE0LCJCIjo2Nn19LCJJc1Zpc2libGUiOnRydWUsIldpZHRoIjowLjAsIkhlaWdodCI6MTAuMCwiQm9yZGVyU3R5bGUiOnsiJGlkIjoiMTA3MSIsIkxpbmVDb2xvciI6eyIkaWQiOiIxMDcyIiwiJHR5cGUiOiJOTFJFLkNvbW1vbi5Eb20uU29saWRDb2xvckJydXNoLCBOTFJFLkNvbW1vbiIsIkNvbG9yIjp7IiRpZCI6IjEwNzMiLCJBIjoyNTUsIlIiOjI1NSwiRyI6MCwiQiI6MH19LCJMaW5lV2VpZ2h0IjowLjAsIkxpbmVUeXBlIjowLCJQYXJlbnRTdHlsZSI6bnVsbH0sIlBhcmVudFN0eWxlIjpudWxsfSwiVGl0bGVTdHlsZSI6eyIkaWQiOiIxMDc0IiwiRm9udFNldHRpbmdzIjp7IiRpZCI6IjEwNzUiLCJGb250U2l6ZSI6MTEsIkZvbnROYW1lIjoiQ2FsaWJyaSIsIklzQm9sZCI6ZmFsc2UsIklzSXRhbGljIjpmYWxzZSwiSXNVbmRlcmxpbmVkIjpmYWxzZSwiUGFyZW50U3R5bGUiOm51bGx9LCJBdXRvU2l6ZSI6MCwiRm9yZWdyb3VuZCI6eyIkaWQiOiIxMDc2IiwiQ29sb3IiOnsiJGlkIjoiMTA3N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Dc4IiwiVG9wIjowLCJMZWZ0IjowLCJSaWdodCI6MCwiQm90dG9tIjowfSwiUGFkZGluZyI6eyIkaWQiOiIxMDc5IiwiVG9wIjowLCJMZWZ0IjowLCJSaWdodCI6MCwiQm90dG9tIjowfSwiQmFja2dyb3VuZCI6eyIkaWQiOiIxMDgwIiwiQ29sb3IiOnsiJGlkIjoiMTA4MSIsIkEiOjAsIlIiOjI1NSwiRyI6MjU1LCJCIjoyNTV9fSwiSXNWaXNpYmxlIjp0cnVlLCJXaWR0aCI6MC4wLCJIZWlnaHQiOjAuMCwiQm9yZGVyU3R5bGUiOnsiJGlkIjoiMTA4MiIsIkxpbmVDb2xvciI6bnVsbCwiTGluZVdlaWdodCI6MC4wLCJMaW5lVHlwZSI6MCwiUGFyZW50U3R5bGUiOm51bGx9LCJQYXJlbnRTdHlsZSI6bnVsbH0sIkRhdGVTdHlsZSI6eyIkaWQiOiIxMDgzIiwiRm9udFNldHRpbmdzIjp7IiRpZCI6IjEwODQiLCJGb250U2l6ZSI6MTAsIkZvbnROYW1lIjoiQ2FsaWJyaSIsIklzQm9sZCI6ZmFsc2UsIklzSXRhbGljIjpmYWxzZSwiSXNVbmRlcmxpbmVkIjpmYWxzZSwiUGFyZW50U3R5bGUiOm51bGx9LCJBdXRvU2l6ZSI6MCwiRm9yZWdyb3VuZCI6eyIkaWQiOiIxMDg1IiwiQ29sb3IiOnsiJGlkIjoiMTA4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A4NyIsIlRvcCI6MCwiTGVmdCI6MCwiUmlnaHQiOjAsIkJvdHRvbSI6MH0sIlBhZGRpbmciOnsiJGlkIjoiMTA4OCIsIlRvcCI6MCwiTGVmdCI6MCwiUmlnaHQiOjAsIkJvdHRvbSI6MH0sIkJhY2tncm91bmQiOnsiJGlkIjoiMTA4OSIsIkNvbG9yIjp7IiRyZWYiOiIxMDUwIn19LCJJc1Zpc2libGUiOnRydWUsIldpZHRoIjowLjAsIkhlaWdodCI6MC4wLCJCb3JkZXJTdHlsZSI6eyIkaWQiOiIxMDkwIiwiTGluZUNvbG9yIjpudWxsLCJMaW5lV2VpZ2h0IjowLjAsIkxpbmVUeXBlIjowLCJQYXJlbnRTdHlsZSI6bnVsbH0sIlBhcmVudFN0eWxlIjpudWxsfSwiRGF0ZUZvcm1hdCI6eyIkaWQiOiIxMD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IiLCJGb3JtYXQiOjAsIklzVmlzaWJsZSI6ZmFsc2UsIkxhc3RLbm93blZpc2liaWxpdHlTdGF0ZSI6ZmFsc2V9LCJJc1Zpc2libGUiOmZhbHNlLCJQYXJlbnRTdHlsZSI6bnVsbH0sIkluZGV4IjoxLCJTbWFydER1cmF0aW9uQWN0aXZhdGVkIjpmYWxzZSwiRGF0ZUZvcm1hdCI6eyIkcmVmIjoiMTA5MSJ9LCJXZWVrTnVtYmVyaW5nIjp7IiRpZCI6IjEwOTMiLCJGb3JtYXQiOjAsIklzVmlzaWJsZSI6ZmFsc2UsIkxhc3RLbm93blZpc2liaWxpdHlTdGF0ZSI6ZmFsc2V9LCJJZCI6ImQxNTVjYjRkLTc0NDItNGQxOS05MmRkLWViM2I0NjZlNGNkZiIsIkltcG9ydElkIjoiMjAiLCJUaXRsZSI6IkFsaWduICYgUHJpb3JpdGl6ZSB1c2UgY2FzZXMiLCJOb3RlIjpudWxsLCJIeXBlcmxpbmsiOnsiJGlkIjoiMTA5NCIsIkFkZHJlc3MiOm51bGwsIlN1YkFkZHJlc3MiOm51bGx9LCJJc0NoYW5nZWQiOmZhbHNlLCJJc05ldyI6ZmFsc2V9fSx7IiRpZCI6IjEwOTUiLCJfYXR0YWNoZWRNaWxlc3RvbmVzIjpbXSwiVGFza0RlZmluaXRpb24iOnsiJGlkIjoiMTA5NiIsIkdyb3VwTmFtZSI6bnVsbCwiU3RhcnREYXRlIjoiMjAyMS0wOC0wMlQwODowMDowMCIsIkVuZERhdGUiOiIyMDIxLTEyLTE3VDE3OjAwOjAwIiwiUGVyY2VudGFnZUNvbXBsZXRlIjowLjAsIlN0eWxlIjp7IiRpZCI6IjEwOTciLCJTaGFwZSI6MSwiU2hhcGVUaGlja25lc3MiOjAsIkR1cmF0aW9uRm9ybWF0IjowLCJJbmNsdWRlTm9uV29ya2luZ0RheXNJbkR1cmF0aW9uIjpmYWxzZSwiUGVyY2VudGFnZUNvbXBsZXRlU3R5bGUiOnsiJGlkIjoiMTA5OCIsIkZvbnRTZXR0aW5ncyI6eyIkaWQiOiIxMDk5IiwiRm9udFNpemUiOjEwLCJGb250TmFtZSI6IkNhbGlicmkiLCJJc0JvbGQiOmZhbHNlLCJJc0l0YWxpYyI6ZmFsc2UsIklzVW5kZXJsaW5lZCI6ZmFsc2UsIlBhcmVudFN0eWxlIjpudWxsfSwiQXV0b1NpemUiOjAsIkZvcmVncm91bmQiOnsiJGlkIjoiMTEwMCIsIkNvbG9yIjp7IiRpZCI6IjExMDE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EwMiIsIkNvbG9yIjp7IiRyZWYiOiI1MzcifX0sIklzVmlzaWJsZSI6dHJ1ZSwiV2lkdGgiOjAuMCwiSGVpZ2h0IjowLjAsIkJvcmRlclN0eWxlIjp7IiRpZCI6IjExMDMiLCJMaW5lQ29sb3IiOm51bGwsIkxpbmVXZWlnaHQiOjAuMCwiTGluZVR5cGUiOjAsIlBhcmVudFN0eWxlIjpudWxsfSwiUGFyZW50U3R5bGUiOm51bGx9LCJEdXJhdGlvblN0eWxlIjp7IiRpZCI6IjExMDQiLCJGb250U2V0dGluZ3MiOnsiJGlkIjoiMTEwN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EwNiIsIkxpbmVDb2xvciI6bnVsbCwiTGluZVdlaWdodCI6MC4wLCJMaW5lVHlwZSI6MCwiUGFyZW50U3R5bGUiOm51bGx9LCJQYXJlbnRTdHlsZSI6bnVsbH0sIkhvcml6b250YWxDb25uZWN0b3JTdHlsZSI6eyIkaWQiOiIxMTA3IiwiTGluZUNvbG9yIjp7IiRyZWYiOiI5OSJ9LCJMaW5lV2VpZ2h0IjoxLjAsIkxpbmVUeXBlIjowLCJQYXJlbnRTdHlsZSI6bnVsbH0sIlZlcnRpY2FsQ29ubmVjdG9yU3R5bGUiOnsiJGlkIjoiMTEwO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wOSIsIk1hcmdpbiI6eyIkcmVmIjoiMTA1In0sIlBhZGRpbmciOnsiJHJlZiI6IjEwNiJ9LCJCYWNrZ3JvdW5kIjp7IiRpZCI6IjExMTAiLCJDb2xvciI6eyIkaWQiOiIxMTExIiwiQSI6MjU1LCJSIjoxNTAsIkciOjIxNCwiQiI6NjZ9fSwiSXNWaXNpYmxlIjp0cnVlLCJXaWR0aCI6MC4wLCJIZWlnaHQiOjEwLjAsIkJvcmRlclN0eWxlIjp7IiRpZCI6IjExMTIiLCJMaW5lQ29sb3IiOnsiJHJlZiI6IjU0OCJ9LCJMaW5lV2VpZ2h0IjowLjAsIkxpbmVUeXBlIjowLCJQYXJlbnRTdHlsZSI6bnVsbH0sIlBhcmVudFN0eWxlIjpudWxsfSwiVGl0bGVTdHlsZSI6eyIkaWQiOiIxMTEzIiwiRm9udFNldHRpbmdzIjp7IiRpZCI6IjExMTQiLCJGb250U2l6ZSI6MTEsIkZvbnROYW1lIjoiQ2FsaWJyaSIsIklzQm9sZCI6ZmFsc2UsIklzSXRhbGljIjpmYWxzZSwiSXNVbmRlcmxpbmVkIjpmYWxzZSwiUGFyZW50U3R5bGUiOm51bGx9LCJBdXRvU2l6ZSI6MCwiRm9yZWdyb3VuZCI6eyIkaWQiOiIxMTE1IiwiQ29sb3IiOnsiJGlkIjoiMTExNiIsIkEiOjI1NSwiUiI6MjU1LCJHIjoyNTUsIkIiOjI1NX1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xMTciLCJDb2xvciI6eyIkaWQiOiIxMTE4IiwiQSI6MCwiUiI6MjU1LCJHIjoyNTUsIkIiOjI1NX19LCJJc1Zpc2libGUiOnRydWUsIldpZHRoIjowLjAsIkhlaWdodCI6MC4wLCJCb3JkZXJTdHlsZSI6eyIkaWQiOiIxMTE5IiwiTGluZUNvbG9yIjpudWxsLCJMaW5lV2VpZ2h0IjowLjAsIkxpbmVUeXBlIjowLCJQYXJlbnRTdHlsZSI6bnVsbH0sIlBhcmVudFN0eWxlIjpudWxsfSwiRGF0ZVN0eWxlIjp7IiRpZCI6IjExMjAiLCJGb250U2V0dGluZ3MiOnsiJGlkIjoiMTEyMSIsIkZvbnRTaXplIjoxMCwiRm9udE5hbWUiOiJDYWxpYnJpIiwiSXNCb2xkIjpmYWxzZSwiSXNJdGFsaWMiOmZhbHNlLCJJc1VuZGVybGluZWQiOmZhbHNlLCJQYXJlbnRTdHlsZSI6bnVsbH0sIkF1dG9TaXplIjowLCJGb3JlZ3JvdW5kIjp7IiRpZCI6IjExMjIiLCJDb2xvciI6eyIkaWQiOiIxMTIz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xMjQiLCJDb2xvciI6eyIkaWQiOiIxMTI1IiwiQSI6MCwiUiI6MjU1LCJHIjoyNTUsIkIiOjI1NX19LCJJc1Zpc2libGUiOnRydWUsIldpZHRoIjowLjAsIkhlaWdodCI6MC4wLCJCb3JkZXJTdHlsZSI6eyIkaWQiOiIxMTI2IiwiTGluZUNvbG9yIjpudWxsLCJMaW5lV2VpZ2h0IjowLjAsIkxpbmVUeXBlIjowLCJQYXJlbnRTdHlsZSI6bnVsbH0sIlBhcmVudFN0eWxlIjpudWxsfSwiRGF0ZUZvcm1hdCI6eyIkcmVmIjoiNTY0In0sIldlZWtOdW1iZXJpbmciOnsiJGlkIjoiMTEyNyIsIkZvcm1hdCI6MCwiSXNWaXNpYmxlIjpmYWxzZSwiTGFzdEtub3duVmlzaWJpbGl0eVN0YXRlIjpmYWxzZX0sIklzVmlzaWJsZSI6ZmFsc2UsIlBhcmVudFN0eWxlIjpudWxsfSwiSW5kZXgiOjIsIlNtYXJ0RHVyYXRpb25BY3RpdmF0ZWQiOmZhbHNlLCJEYXRlRm9ybWF0Ijp7IiRyZWYiOiI1NjQifSwiV2Vla051bWJlcmluZyI6eyIkaWQiOiIxMTI4IiwiRm9ybWF0IjowLCJJc1Zpc2libGUiOmZhbHNlLCJMYXN0S25vd25WaXNpYmlsaXR5U3RhdGUiOmZhbHNlfSwiSWQiOiIwZDJhZWU2ZS0yNjMxLTQ1YzYtOTYwMi00YTU3MGY1ODJjMDgiLCJJbXBvcnRJZCI6IjYzIiwiVGl0bGUiOiJDcmVhdGUgdGVjaCBibHVlcHJpbnQgZm9yIGVhY2ggdXNlIGNhc2UiLCJOb3RlIjpudWxsLCJIeXBlcmxpbmsiOnsiJGlkIjoiMTEyOSIsIkFkZHJlc3MiOm51bGwsIlN1YkFkZHJlc3MiOm51bGx9LCJJc0NoYW5nZWQiOmZhbHNlLCJJc05ldyI6ZmFsc2V9fSx7IiRpZCI6IjExMzAiLCJfYXR0YWNoZWRNaWxlc3RvbmVzIjpbXSwiVGFza0RlZmluaXRpb24iOnsiJGlkIjoiMTEzMSIsIkdyb3VwTmFtZSI6bnVsbCwiU3RhcnREYXRlIjoiMjAyMS0wOC0wOVQwODowMDowMCIsIkVuZERhdGUiOiIyMDIyLTA0LTI5VDE3OjAwOjAwIiwiUGVyY2VudGFnZUNvbXBsZXRlIjowLjAsIlN0eWxlIjp7IiRpZCI6IjExMzIiLCJTaGFwZSI6MSwiU2hhcGVUaGlja25lc3MiOjAsIkR1cmF0aW9uRm9ybWF0IjowLCJJbmNsdWRlTm9uV29ya2luZ0RheXNJbkR1cmF0aW9uIjpmYWxzZSwiUGVyY2VudGFnZUNvbXBsZXRlU3R5bGUiOnsiJGlkIjoiMTEzMyIsIkZvbnRTZXR0aW5ncyI6eyIkaWQiOiIxMTM0IiwiRm9udFNpemUiOjEwLCJGb250TmFtZSI6IkNhbGlicmkiLCJJc0JvbGQiOmZhbHNlLCJJc0l0YWxpYyI6ZmFsc2UsIklzVW5kZXJsaW5lZCI6ZmFsc2UsIlBhcmVudFN0eWxlIjpudWxsfSwiQXV0b1NpemUiOjAsIkZvcmVncm91bmQiOnsiJGlkIjoiMTEzNSIsIkNvbG9yIjp7IiRpZCI6IjExMzY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xMzciLCJUb3AiOjAsIkxlZnQiOjAsIlJpZ2h0IjowLCJCb3R0b20iOjB9LCJQYWRkaW5nIjp7IiRpZCI6IjExMzgiLCJUb3AiOjAsIkxlZnQiOjAsIlJpZ2h0IjowLCJCb3R0b20iOjB9LCJCYWNrZ3JvdW5kIjp7IiRpZCI6IjExMzkiLCJDb2xvciI6eyIkaWQiOiIxMTQwIiwiQSI6ODksIlIiOjAsIkciOjAsIkIiOjB9fSwiSXNWaXNpYmxlIjp0cnVlLCJXaWR0aCI6MC4wLCJIZWlnaHQiOjAuMCwiQm9yZGVyU3R5bGUiOnsiJGlkIjoiMTE0MSIsIkxpbmVDb2xvciI6bnVsbCwiTGluZVdlaWdodCI6MC4wLCJMaW5lVHlwZSI6MCwiUGFyZW50U3R5bGUiOm51bGx9LCJQYXJlbnRTdHlsZSI6bnVsbH0sIkR1cmF0aW9uU3R5bGUiOnsiJGlkIjoiMTE0MiIsIkZvbnRTZXR0aW5ncyI6eyIkaWQiOiIxMTQzIiwiRm9udFNpemUiOjEwLCJGb250TmFtZSI6IkNhbGlicmkiLCJJc0JvbGQiOmZhbHNlLCJJc0l0YWxpYyI6ZmFsc2UsIklzVW5kZXJsaW5lZCI6ZmFsc2UsIlBhcmVudFN0eWxlIjpudWxsfSwiQXV0b1NpemUiOjAsIkZvcmVncm91bmQiOnsiJGlkIjoiMTE0NCIsIkNvbG9yIjp7IiRpZCI6IjExNDU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TQ2IiwiVG9wIjowLCJMZWZ0IjowLCJSaWdodCI6MCwiQm90dG9tIjowfSwiUGFkZGluZyI6eyIkaWQiOiIxMTQ3IiwiVG9wIjowLCJMZWZ0IjowLCJSaWdodCI6MCwiQm90dG9tIjowfSwiQmFja2dyb3VuZCI6eyIkaWQiOiIxMTQ4IiwiQ29sb3IiOnsiJHJlZiI6IjExNDAifX0sIklzVmlzaWJsZSI6dHJ1ZSwiV2lkdGgiOjAuMCwiSGVpZ2h0IjowLjAsIkJvcmRlclN0eWxlIjp7IiRpZCI6IjExNDkiLCJMaW5lQ29sb3IiOm51bGwsIkxpbmVXZWlnaHQiOjAuMCwiTGluZVR5cGUiOjAsIlBhcmVudFN0eWxlIjpudWxsfSwiUGFyZW50U3R5bGUiOm51bGx9LCJIb3Jpem9udGFsQ29ubmVjdG9yU3R5bGUiOnsiJGlkIjoiMTE1MCIsIkxpbmVDb2xvciI6eyIkaWQiOiIxMTUxIiwiJHR5cGUiOiJOTFJFLkNvbW1vbi5Eb20uU29saWRDb2xvckJydXNoLCBOTFJFLkNvbW1vbiIsIkNvbG9yIjp7IiRpZCI6IjExNTIiLCJBIjoyNTUsIlIiOjIwNCwiRyI6MjA0LCJCIjoyMDR9fSwiTGluZVdlaWdodCI6MS4wLCJMaW5lVHlwZSI6MCwiUGFyZW50U3R5bGUiOm51bGx9LCJWZXJ0aWNhbENvbm5lY3RvclN0eWxlIjp7IiRpZCI6IjExNTMiLCJMaW5lQ29sb3IiOnsiJGlkIjoiMTE1NCIsIiR0eXBlIjoiTkxSRS5Db21tb24uRG9tLlNvbGlkQ29sb3JCcnVzaCwgTkxSRS5Db21tb24iLCJDb2xvciI6eyIkaWQiOiIxMTU1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1NiIsIk1hcmdpbiI6eyIkaWQiOiIxMTU3IiwiVG9wIjowLCJMZWZ0Ijo0LCJSaWdodCI6NCwiQm90dG9tIjowfSwiUGFkZGluZyI6eyIkaWQiOiIxMTU4IiwiVG9wIjowLCJMZWZ0IjowLCJSaWdodCI6MCwiQm90dG9tIjowfSwiQmFja2dyb3VuZCI6eyIkaWQiOiIxMTU5IiwiQ29sb3IiOnsiJGlkIjoiMTE2MCIsIkEiOjI1NSwiUiI6MTUwLCJHIjoyMTQsIkIiOjY2fX0sIklzVmlzaWJsZSI6dHJ1ZSwiV2lkdGgiOjAuMCwiSGVpZ2h0IjoxMC4wLCJCb3JkZXJTdHlsZSI6eyIkaWQiOiIxMTYxIiwiTGluZUNvbG9yIjp7IiRpZCI6IjExNjIiLCIkdHlwZSI6Ik5MUkUuQ29tbW9uLkRvbS5Tb2xpZENvbG9yQnJ1c2gsIE5MUkUuQ29tbW9uIiwiQ29sb3IiOnsiJGlkIjoiMTE2MyIsIkEiOjI1NSwiUiI6MjU1LCJHIjowLCJCIjowfX0sIkxpbmVXZWlnaHQiOjAuMCwiTGluZVR5cGUiOjAsIlBhcmVudFN0eWxlIjpudWxsfSwiUGFyZW50U3R5bGUiOm51bGx9LCJUaXRsZVN0eWxlIjp7IiRpZCI6IjExNjQiLCJGb250U2V0dGluZ3MiOnsiJGlkIjoiMTE2NSIsIkZvbnRTaXplIjoxMSwiRm9udE5hbWUiOiJDYWxpYnJpIiwiSXNCb2xkIjpmYWxzZSwiSXNJdGFsaWMiOmZhbHNlLCJJc1VuZGVybGluZWQiOmZhbHNlLCJQYXJlbnRTdHlsZSI6bnVsbH0sIkF1dG9TaXplIjowLCJGb3JlZ3JvdW5kIjp7IiRpZCI6IjExNjYiLCJDb2xvciI6eyIkaWQiOiIxMTY3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jgiLCJUb3AiOjAsIkxlZnQiOjAsIlJpZ2h0IjowLCJCb3R0b20iOjB9LCJQYWRkaW5nIjp7IiRpZCI6IjExNjkiLCJUb3AiOjAsIkxlZnQiOjAsIlJpZ2h0IjowLCJCb3R0b20iOjB9LCJCYWNrZ3JvdW5kIjp7IiRpZCI6IjExNzAiLCJDb2xvciI6eyIkaWQiOiIxMTcxIiwiQSI6MCwiUiI6MjU1LCJHIjoyNTUsIkIiOjI1NX19LCJJc1Zpc2libGUiOnRydWUsIldpZHRoIjowLjAsIkhlaWdodCI6MC4wLCJCb3JkZXJTdHlsZSI6eyIkaWQiOiIxMTcyIiwiTGluZUNvbG9yIjpudWxsLCJMaW5lV2VpZ2h0IjowLjAsIkxpbmVUeXBlIjowLCJQYXJlbnRTdHlsZSI6bnVsbH0sIlBhcmVudFN0eWxlIjpudWxsfSwiRGF0ZVN0eWxlIjp7IiRpZCI6IjExNzMiLCJGb250U2V0dGluZ3MiOnsiJGlkIjoiMTE3NCIsIkZvbnRTaXplIjoxMCwiRm9udE5hbWUiOiJDYWxpYnJpIiwiSXNCb2xkIjpmYWxzZSwiSXNJdGFsaWMiOmZhbHNlLCJJc1VuZGVybGluZWQiOmZhbHNlLCJQYXJlbnRTdHlsZSI6bnVsbH0sIkF1dG9TaXplIjowLCJGb3JlZ3JvdW5kIjp7IiRpZCI6IjExNzUiLCJDb2xvciI6eyIkaWQiOiIxMTc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MTc3IiwiVG9wIjowLCJMZWZ0IjowLCJSaWdodCI6MCwiQm90dG9tIjowfSwiUGFkZGluZyI6eyIkaWQiOiIxMTc4IiwiVG9wIjowLCJMZWZ0IjowLCJSaWdodCI6MCwiQm90dG9tIjowfSwiQmFja2dyb3VuZCI6eyIkaWQiOiIxMTc5IiwiQ29sb3IiOnsiJHJlZiI6IjExNDAifX0sIklzVmlzaWJsZSI6dHJ1ZSwiV2lkdGgiOjAuMCwiSGVpZ2h0IjowLjAsIkJvcmRlclN0eWxlIjp7IiRpZCI6IjExODAiLCJMaW5lQ29sb3IiOm51bGwsIkxpbmVXZWlnaHQiOjAuMCwiTGluZVR5cGUiOjAsIlBhcmVudFN0eWxlIjpudWxsfSwiUGFyZW50U3R5bGUiOm51bGx9LCJEYXRlRm9ybWF0Ijp7IiRpZCI6IjEx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E4MiIsIkZvcm1hdCI6MCwiSXNWaXNpYmxlIjpmYWxzZSwiTGFzdEtub3duVmlzaWJpbGl0eVN0YXRlIjpmYWxzZX0sIklzVmlzaWJsZSI6ZmFsc2UsIlBhcmVudFN0eWxlIjpudWxsfSwiSW5kZXgiOjMsIlNtYXJ0RHVyYXRpb25BY3RpdmF0ZWQiOmZhbHNlLCJEYXRlRm9ybWF0Ijp7IiRyZWYiOiIxMTgxIn0sIldlZWtOdW1iZXJpbmciOnsiJGlkIjoiMTE4MyIsIkZvcm1hdCI6MCwiSXNWaXNpYmxlIjpmYWxzZSwiTGFzdEtub3duVmlzaWJpbGl0eVN0YXRlIjpmYWxzZX0sIklkIjoiZTViNGQ4NTktMWQ3Mi00MDhiLThiNTYtN2NmYzA5YWUwOWExIiwiSW1wb3J0SWQiOiIyMSIsIlRpdGxlIjoiSXRlcmF0aXZlIHJvbGxvdXQgb2YgdXNlIGNhc2VzIiwiTm90ZSI6bnVsbCwiSHlwZXJsaW5rIjp7IiRpZCI6IjExODQiLCJBZGRyZXNzIjpudWxsLCJTdWJBZGRyZXNzIjpudWxsfSwiSXNDaGFuZ2VkIjpmYWxzZSwiSXNOZXciOmZhbHNlfX0seyIkaWQiOiIxMTg1IiwiX2F0dGFjaGVkTWlsZXN0b25lcyI6W10sIlRhc2tEZWZpbml0aW9uIjp7IiRpZCI6IjExODYiLCJHcm91cE5hbWUiOm51bGwsIlN0YXJ0RGF0ZSI6IjIwMjEtMDYtMTRUMDg6MDA6MDAiLCJFbmREYXRlIjoiMjAyMi0wNC0yOVQxNzowMDowMCIsIlBlcmNlbnRhZ2VDb21wbGV0ZSI6MC4wLCJTdHlsZSI6eyIkaWQiOiIxMTg3IiwiU2hhcGUiOjEsIlNoYXBlVGhpY2tuZXNzIjowLCJEdXJhdGlvbkZvcm1hdCI6MCwiSW5jbHVkZU5vbldvcmtpbmdEYXlzSW5EdXJhdGlvbiI6ZmFsc2UsIlBlcmNlbnRhZ2VDb21wbGV0ZVN0eWxlIjp7IiRpZCI6IjExODgiLCJGb250U2V0dGluZ3MiOnsiJGlkIjoiMTE4OSIsIkZvbnRTaXplIjoxMCwiRm9udE5hbWUiOiJDYWxpYnJpIiwiSXNCb2xkIjpmYWxzZSwiSXNJdGFsaWMiOmZhbHNlLCJJc1VuZGVybGluZWQiOmZhbHNlLCJQYXJlbnRTdHlsZSI6bnVsbH0sIkF1dG9TaXplIjowLCJGb3JlZ3JvdW5kIjp7IiRpZCI6IjExOTAiLCJDb2xvciI6eyIkaWQiOiIxMTkx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TkyIiwiVG9wIjowLCJMZWZ0IjowLCJSaWdodCI6MCwiQm90dG9tIjowfSwiUGFkZGluZyI6eyIkaWQiOiIxMTkzIiwiVG9wIjowLCJMZWZ0IjowLCJSaWdodCI6MCwiQm90dG9tIjowfSwiQmFja2dyb3VuZCI6eyIkaWQiOiIxMTk0IiwiQ29sb3IiOnsiJGlkIjoiMTE5NSIsIkEiOjg5LCJSIjowLCJHIjowLCJCIjowfX0sIklzVmlzaWJsZSI6dHJ1ZSwiV2lkdGgiOjAuMCwiSGVpZ2h0IjowLjAsIkJvcmRlclN0eWxlIjp7IiRpZCI6IjExOTYiLCJMaW5lQ29sb3IiOm51bGwsIkxpbmVXZWlnaHQiOjAuMCwiTGluZVR5cGUiOjAsIlBhcmVudFN0eWxlIjpudWxsfSwiUGFyZW50U3R5bGUiOm51bGx9LCJEdXJhdGlvblN0eWxlIjp7IiRpZCI6IjExOTciLCJGb250U2V0dGluZ3MiOnsiJGlkIjoiMTE5OCIsIkZvbnRTaXplIjoxMCwiRm9udE5hbWUiOiJDYWxpYnJpIiwiSXNCb2xkIjpmYWxzZSwiSXNJdGFsaWMiOmZhbHNlLCJJc1VuZGVybGluZWQiOmZhbHNlLCJQYXJlbnRTdHlsZSI6bnVsbH0sIkF1dG9TaXplIjowLCJGb3JlZ3JvdW5kIjp7IiRpZCI6IjExOTkiLCJDb2xvciI6eyIkaWQiOiIxMjAw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wMSIsIlRvcCI6MCwiTGVmdCI6MCwiUmlnaHQiOjAsIkJvdHRvbSI6MH0sIlBhZGRpbmciOnsiJGlkIjoiMTIwMiIsIlRvcCI6MCwiTGVmdCI6MCwiUmlnaHQiOjAsIkJvdHRvbSI6MH0sIkJhY2tncm91bmQiOnsiJGlkIjoiMTIwMyIsIkNvbG9yIjp7IiRyZWYiOiIxMTk1In19LCJJc1Zpc2libGUiOnRydWUsIldpZHRoIjowLjAsIkhlaWdodCI6MC4wLCJCb3JkZXJTdHlsZSI6eyIkaWQiOiIxMjA0IiwiTGluZUNvbG9yIjpudWxsLCJMaW5lV2VpZ2h0IjowLjAsIkxpbmVUeXBlIjowLCJQYXJlbnRTdHlsZSI6bnVsbH0sIlBhcmVudFN0eWxlIjpudWxsfSwiSG9yaXpvbnRhbENvbm5lY3RvclN0eWxlIjp7IiRpZCI6IjEyMDUiLCJMaW5lQ29sb3IiOnsiJGlkIjoiMTIwNiIsIiR0eXBlIjoiTkxSRS5Db21tb24uRG9tLlNvbGlkQ29sb3JCcnVzaCwgTkxSRS5Db21tb24iLCJDb2xvciI6eyIkaWQiOiIxMjA3IiwiQSI6MjU1LCJSIjoyMDQsIkciOjIwNCwiQiI6MjA0fX0sIkxpbmVXZWlnaHQiOjEuMCwiTGluZVR5cGUiOjAsIlBhcmVudFN0eWxlIjpudWxsfSwiVmVydGljYWxDb25uZWN0b3JTdHlsZSI6eyIkaWQiOiIxMjA4IiwiTGluZUNvbG9yIjp7IiRpZCI6IjEyMDkiLCIkdHlwZSI6Ik5MUkUuQ29tbW9uLkRvbS5Tb2xpZENvbG9yQnJ1c2gsIE5MUkUuQ29tbW9uIiwiQ29sb3IiOnsiJGlkIjoiMTIxMC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yMTEiLCJNYXJnaW4iOnsiJGlkIjoiMTIxMiIsIlRvcCI6MCwiTGVmdCI6NCwiUmlnaHQiOjQsIkJvdHRvbSI6MH0sIlBhZGRpbmciOnsiJGlkIjoiMTIxMyIsIlRvcCI6MCwiTGVmdCI6MCwiUmlnaHQiOjAsIkJvdHRvbSI6MH0sIkJhY2tncm91bmQiOnsiJGlkIjoiMTIxNCIsIkNvbG9yIjp7IiRpZCI6IjEyMTUiLCJBIjoyNTUsIlIiOjE1MCwiRyI6MjE0LCJCIjo2Nn19LCJJc1Zpc2libGUiOnRydWUsIldpZHRoIjowLjAsIkhlaWdodCI6MTAuMCwiQm9yZGVyU3R5bGUiOnsiJGlkIjoiMTIxNiIsIkxpbmVDb2xvciI6eyIkaWQiOiIxMjE3IiwiJHR5cGUiOiJOTFJFLkNvbW1vbi5Eb20uU29saWRDb2xvckJydXNoLCBOTFJFLkNvbW1vbiIsIkNvbG9yIjp7IiRpZCI6IjEyMTgiLCJBIjoyNTUsIlIiOjI1NSwiRyI6MCwiQiI6MH19LCJMaW5lV2VpZ2h0IjowLjAsIkxpbmVUeXBlIjowLCJQYXJlbnRTdHlsZSI6bnVsbH0sIlBhcmVudFN0eWxlIjpudWxsfSwiVGl0bGVTdHlsZSI6eyIkaWQiOiIxMjE5IiwiRm9udFNldHRpbmdzIjp7IiRpZCI6IjEyMjA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yMjEiLCJUb3AiOjAsIkxlZnQiOjAsIlJpZ2h0IjowLCJCb3R0b20iOjB9LCJQYWRkaW5nIjp7IiRpZCI6IjEyMjIiLCJUb3AiOjAsIkxlZnQiOjAsIlJpZ2h0IjowLCJCb3R0b20iOjB9LCJCYWNrZ3JvdW5kIjp7IiRpZCI6IjEyMjMiLCJDb2xvciI6eyIkcmVmIjoiMTE5NSJ9fSwiSXNWaXNpYmxlIjp0cnVlLCJXaWR0aCI6MC4wLCJIZWlnaHQiOjAuMCwiQm9yZGVyU3R5bGUiOnsiJGlkIjoiMTIyNCIsIkxpbmVDb2xvciI6bnVsbCwiTGluZVdlaWdodCI6MC4wLCJMaW5lVHlwZSI6MCwiUGFyZW50U3R5bGUiOm51bGx9LCJQYXJlbnRTdHlsZSI6bnVsbH0sIkRhdGVTdHlsZSI6eyIkaWQiOiIxMjI1IiwiRm9udFNldHRpbmdzIjp7IiRpZCI6IjEyMjYiLCJGb250U2l6ZSI6MTAsIkZvbnROYW1lIjoiQ2FsaWJyaSIsIklzQm9sZCI6ZmFsc2UsIklzSXRhbGljIjpmYWxzZSwiSXNVbmRlcmxpbmVkIjpmYWxzZSwiUGFyZW50U3R5bGUiOm51bGx9LCJBdXRvU2l6ZSI6MCwiRm9yZWdyb3VuZCI6eyIkaWQiOiIxMjI3IiwiQ29sb3IiOnsiJGlkIjoiMTIyO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IyOSIsIlRvcCI6MCwiTGVmdCI6MCwiUmlnaHQiOjAsIkJvdHRvbSI6MH0sIlBhZGRpbmciOnsiJGlkIjoiMTIzMCIsIlRvcCI6MCwiTGVmdCI6MCwiUmlnaHQiOjAsIkJvdHRvbSI6MH0sIkJhY2tncm91bmQiOnsiJGlkIjoiMTIzMSIsIkNvbG9yIjp7IiRyZWYiOiIxMTk1In19LCJJc1Zpc2libGUiOnRydWUsIldpZHRoIjowLjAsIkhlaWdodCI6MC4wLCJCb3JkZXJTdHlsZSI6eyIkaWQiOiIxMjMyIiwiTGluZUNvbG9yIjpudWxsLCJMaW5lV2VpZ2h0IjowLjAsIkxpbmVUeXBlIjowLCJQYXJlbnRTdHlsZSI6bnVsbH0sIlBhcmVudFN0eWxlIjpudWxsfSwiRGF0ZUZvcm1hdCI6eyIkaWQiOiIxMjM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yMzQiLCJGb3JtYXQiOjAsIklzVmlzaWJsZSI6ZmFsc2UsIkxhc3RLbm93blZpc2liaWxpdHlTdGF0ZSI6ZmFsc2V9LCJJc1Zpc2libGUiOmZhbHNlLCJQYXJlbnRTdHlsZSI6bnVsbH0sIkluZGV4IjoyNCwiU21hcnREdXJhdGlvbkFjdGl2YXRlZCI6ZmFsc2UsIkRhdGVGb3JtYXQiOnsiJHJlZiI6IjEyMzMifSwiV2Vla051bWJlcmluZyI6eyIkaWQiOiIxMjM1IiwiRm9ybWF0IjowLCJJc1Zpc2libGUiOmZhbHNlLCJMYXN0S25vd25WaXNpYmlsaXR5U3RhdGUiOmZhbHNlfSwiSWQiOiIxOTQwZjExZS0yMThlLTQ2MGItOGVmNS1lNGIxNDIyNjJmNzgiLCJJbXBvcnRJZCI6IjQiLCJUaXRsZSI6IkphcGFuIiwiTm90ZSI6bnVsbCwiSHlwZXJsaW5rIjp7IiRpZCI6IjEyMzYiLCJBZGRyZXNzIjoiIiwiU3ViQWRkcmVzcyI6IiJ9LCJJc0NoYW5nZWQiOmZhbHNlLCJJc05ldyI6ZmFsc2V9fV0sIk1pbGVzdG9uZXMiOltdfSx7IiRpZCI6IjEyMzciLCJJZCI6ImFhNjU1M2FhLWRiM2YtNDBlNi05ZjhiLWQxMDE5YzBlZTAzZCIsIkluZGV4IjozLCJIZWFkZXJUZXh0IjoiVGhhaWxhbmQiLCJTdHlsZSI6eyIkaWQiOiIxMjM4IiwiSGVhZGVyU3R5bGUiOnsiJGlkIjoiMTIzOSIsIlRleHRTdHlsZSI6eyIkaWQiOiIxMjQwIiwiRm9udFNldHRpbmdzIjp7IiRpZCI6IjEyNDEiLCJGb250U2l6ZSI6MTIsIkZvbnROYW1lIjoiQ2FsaWJyaSIsIklzQm9sZCI6ZmFsc2UsIklzSXRhbGljIjpmYWxzZSwiSXNVbmRlcmxpbmVkIjpmYWxzZSwiUGFyZW50U3R5bGUiOm51bGx9LCJBdXRvU2l6ZSI6MCwiRm9yZWdyb3VuZCI6eyIkaWQiOiIxMjQyIiwiQ29sb3IiOnsiJGlkIjoiMTI0MyIsIkEiOjI1NSwiUiI6MjU1LCJHIjoyNTUsIkIiOjI1NX19LCJNYXhXaWR0aCI6MC4wLCJNYXhIZWlnaHQiOjAuMCwiU21hcnRGb3JlZ3JvdW5kSXNBY3RpdmUiOmZhbHNlLCJIb3Jpem9udGFsQWxpZ25tZW50IjowLCJWZXJ0aWNhbEFsaWdubWVudCI6MCwiU21hcnRGb3JlZ3JvdW5kIjpudWxsLCJCYWNrZ3JvdW5kRmlsbFR5cGUiOjAsIk1hcmdpbiI6eyIkaWQiOiIxMjQ0IiwiVG9wIjowLCJMZWZ0IjowLCJSaWdodCI6MCwiQm90dG9tIjowfSwiUGFkZGluZyI6eyIkaWQiOiIxMjQ1IiwiVG9wIjowLCJMZWZ0IjowLCJSaWdodCI6MCwiQm90dG9tIjowfSwiQmFja2dyb3VuZCI6bnVsbCwiSXNWaXNpYmxlIjpmYWxzZSwiV2lkdGgiOjAuMCwiSGVpZ2h0IjowLjAsIkJvcmRlclN0eWxlIjpudWxsLCJQYXJlbnRTdHlsZSI6bnVsbH0sIlJlY3RhbmdsZVN0eWxlIjp7IiRpZCI6IjEyNDYiLCJNYXJnaW4iOnsiJGlkIjoiMTI0NyIsIlRvcCI6MCwiTGVmdCI6MCwiUmlnaHQiOjAsIkJvdHRvbSI6MH0sIlBhZGRpbmciOnsiJGlkIjoiMTI0OCIsIlRvcCI6MCwiTGVmdCI6MCwiUmlnaHQiOjAsIkJvdHRvbSI6MH0sIkJhY2tncm91bmQiOnsiJGlkIjoiMTI0OSIsIkNvbG9yIjp7IiRpZCI6IjEyNTAiLCJBIjoyNTUsIlIiOjY4LCJHIjoxMTQsIkIiOjE5Nn19LCJJc1Zpc2libGUiOmZhbHNlLCJXaWR0aCI6MC4wLCJIZWlnaHQiOjAuMCwiQm9yZGVyU3R5bGUiOnsiJGlkIjoiMTI1MSIsIkxpbmVDb2xvciI6eyIkaWQiOiIxMjUyIiwiJHR5cGUiOiJOTFJFLkNvbW1vbi5Eb20uU29saWRDb2xvckJydXNoLCBOTFJFLkNvbW1vbiIsIkNvbG9yIjp7IiRpZCI6IjEyNTMiLCJBIjoyNTUsIlIiOjI1NSwiRyI6MjU1LCJCIjoyNTV9fSwiTGluZVdlaWdodCI6MC4wLCJMaW5lVHlwZSI6MCwiUGFyZW50U3R5bGUiOm51bGx9LCJQYXJlbnRTdHlsZSI6bnVsbH0sIk1hcmdpbiI6eyIkaWQiOiIxMjU0IiwiVG9wIjowLCJMZWZ0IjowLCJSaWdodCI6MCwiQm90dG9tIjowfSwiUGFkZGluZyI6eyIkaWQiOiIxMjU1IiwiVG9wIjowLCJMZWZ0IjowLCJSaWdodCI6MCwiQm90dG9tIjowfSwiQmFja2dyb3VuZCI6bnVsbCwiSXNWaXNpYmxlIjp0cnVlLCJXaWR0aCI6MC4wLCJIZWlnaHQiOjAuMCwiQm9yZGVyU3R5bGUiOm51bGwsIlBhcmVudFN0eWxlIjpudWxsfSwiQmFja2dyb3VuZFN0eWxlIjp7IiRpZCI6IjEyNTYiLCJNYXJnaW4iOnsiJGlkIjoiMTI1NyIsIlRvcCI6MCwiTGVmdCI6MCwiUmlnaHQiOjAsIkJvdHRvbSI6MH0sIlBhZGRpbmciOnsiJGlkIjoiMTI1OCIsIlRvcCI6MCwiTGVmdCI6MCwiUmlnaHQiOjAsIkJvdHRvbSI6MH0sIkJhY2tncm91bmQiOnsiJGlkIjoiMTI1OSIsIkNvbG9yIjp7IiRpZCI6IjEyNjAiLCJBIjozOCwiUiI6NjgsIkciOjExNCwiQiI6MTk2fX0sIklzVmlzaWJsZSI6dHJ1ZSwiV2lkdGgiOjAuMCwiSGVpZ2h0IjowLjAsIkJvcmRlclN0eWxlIjp7IiRpZCI6IjEyNjEiLCJMaW5lQ29sb3IiOnsiJGlkIjoiMTI2MiIsIiR0eXBlIjoiTkxSRS5Db21tb24uRG9tLlNvbGlkQ29sb3JCcnVzaCwgTkxSRS5Db21tb24iLCJDb2xvciI6eyIkaWQiOiIxMjYzIiwiQSI6MjU1LCJSIjo1NSwiRyI6NTUsIkIiOjU1fX0sIkxpbmVXZWlnaHQiOjAuMCwiTGluZVR5cGUiOjAsIlBhcmVudFN0eWxlIjpudWxsfSwiUGFyZW50U3R5bGUiOm51bGx9LCJJc0Fib3ZlVGltZWJhbmQiOmZhbHNlLCJNYXJnaW4iOnsiJGlkIjoiMTI2NCIsIlRvcCI6MCwiTGVmdCI6MCwiUmlnaHQiOjAsIkJvdHRvbSI6MH0sIlBhZGRpbmciOnsiJGlkIjoiMTI2NSIsIlRvcCI6MCwiTGVmdCI6MCwiUmlnaHQiOjAsIkJvdHRvbSI6MH0sIklzVmlzaWJsZSI6dHJ1ZSwiV2lkdGgiOjAuMCwiSGVpZ2h0IjowLjAsIkJvcmRlclN0eWxlIjpudWxsLCJQYXJlbnRTdHlsZSI6bnVsbH0sIlRhc2tzIjpbeyIkaWQiOiIxMjY2IiwiX2F0dGFjaGVkTWlsZXN0b25lcyI6W10sIlRhc2tEZWZpbml0aW9uIjp7IiRpZCI6IjEyNjciLCJHcm91cE5hbWUiOm51bGwsIlN0YXJ0RGF0ZSI6IjIwMjItMDEtMDNUMDg6MDA6MDAiLCJFbmREYXRlIjoiMjAyMi0wMS0yOFQxNzowMDowMCIsIlBlcmNlbnRhZ2VDb21wbGV0ZSI6MC4wLCJTdHlsZSI6eyIkaWQiOiIxMjY4IiwiU2hhcGUiOjEsIlNoYXBlVGhpY2tuZXNzIjowLCJEdXJhdGlvbkZvcm1hdCI6MCwiSW5jbHVkZU5vbldvcmtpbmdEYXlzSW5EdXJhdGlvbiI6ZmFsc2UsIlBlcmNlbnRhZ2VDb21wbGV0ZVN0eWxlIjp7IiRpZCI6IjEyNjkiLCJGb250U2V0dGluZ3MiOnsiJGlkIjoiMTI3MCIsIkZvbnRTaXplIjoxMCwiRm9udE5hbWUiOiJDYWxpYnJpIiwiSXNCb2xkIjpmYWxzZSwiSXNJdGFsaWMiOmZhbHNlLCJJc1VuZGVybGluZWQiOmZhbHNlLCJQYXJlbnRTdHlsZSI6bnVsbH0sIkF1dG9TaXplIjowLCJGb3JlZ3JvdW5kIjp7IiRpZCI6IjEyNzEiLCJDb2xvciI6eyIkaWQiOiIxMj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jczIiwiVG9wIjowLCJMZWZ0IjowLCJSaWdodCI6MCwiQm90dG9tIjowfSwiUGFkZGluZyI6eyIkaWQiOiIxMjc0IiwiVG9wIjowLCJMZWZ0IjowLCJSaWdodCI6MCwiQm90dG9tIjowfSwiQmFja2dyb3VuZCI6eyIkaWQiOiIxMjc1IiwiQ29sb3IiOnsiJGlkIjoiMTI3NiIsIkEiOjg5LCJSIjowLCJHIjowLCJCIjowfX0sIklzVmlzaWJsZSI6dHJ1ZSwiV2lkdGgiOjAuMCwiSGVpZ2h0IjowLjAsIkJvcmRlclN0eWxlIjp7IiRpZCI6IjEyNzciLCJMaW5lQ29sb3IiOm51bGwsIkxpbmVXZWlnaHQiOjAuMCwiTGluZVR5cGUiOjAsIlBhcmVudFN0eWxlIjpudWxsfSwiUGFyZW50U3R5bGUiOm51bGx9LCJEdXJhdGlvblN0eWxlIjp7IiRpZCI6IjEyNzgiLCJGb250U2V0dGluZ3MiOnsiJGlkIjoiMTI3OSIsIkZvbnRTaXplIjoxMCwiRm9udE5hbWUiOiJDYWxpYnJpIiwiSXNCb2xkIjpmYWxzZSwiSXNJdGFsaWMiOmZhbHNlLCJJc1VuZGVybGluZWQiOmZhbHNlLCJQYXJlbnRTdHlsZSI6bnVsbH0sIkF1dG9TaXplIjowLCJGb3JlZ3JvdW5kIjp7IiRpZCI6IjEyODAiLCJDb2xvciI6eyIkaWQiOiIxMj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4MiIsIlRvcCI6MCwiTGVmdCI6MCwiUmlnaHQiOjAsIkJvdHRvbSI6MH0sIlBhZGRpbmciOnsiJGlkIjoiMTI4MyIsIlRvcCI6MCwiTGVmdCI6MCwiUmlnaHQiOjAsIkJvdHRvbSI6MH0sIkJhY2tncm91bmQiOnsiJGlkIjoiMTI4NCIsIkNvbG9yIjp7IiRyZWYiOiIxMjc2In19LCJJc1Zpc2libGUiOnRydWUsIldpZHRoIjowLjAsIkhlaWdodCI6MC4wLCJCb3JkZXJTdHlsZSI6eyIkaWQiOiIxMjg1IiwiTGluZUNvbG9yIjpudWxsLCJMaW5lV2VpZ2h0IjowLjAsIkxpbmVUeXBlIjowLCJQYXJlbnRTdHlsZSI6bnVsbH0sIlBhcmVudFN0eWxlIjpudWxsfSwiSG9yaXpvbnRhbENvbm5lY3RvclN0eWxlIjp7IiRpZCI6IjEyODYiLCJMaW5lQ29sb3IiOnsiJGlkIjoiMTI4NyIsIiR0eXBlIjoiTkxSRS5Db21tb24uRG9tLlNvbGlkQ29sb3JCcnVzaCwgTkxSRS5Db21tb24iLCJDb2xvciI6eyIkaWQiOiIxMjg4IiwiQSI6MjU1LCJSIjoyMDQsIkciOjIwNCwiQiI6MjA0fX0sIkxpbmVXZWlnaHQiOjEuMCwiTGluZVR5cGUiOjAsIlBhcmVudFN0eWxlIjpudWxsfSwiVmVydGljYWxDb25uZWN0b3JTdHlsZSI6eyIkaWQiOiIxMjg5IiwiTGluZUNvbG9yIjp7IiRpZCI6IjEyOTAiLCIkdHlwZSI6Ik5MUkUuQ29tbW9uLkRvbS5Tb2xpZENvbG9yQnJ1c2gsIE5MUkUuQ29tbW9uIiwiQ29sb3IiOnsiJGlkIjoiMTI5M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yOTIiLCJNYXJnaW4iOnsiJGlkIjoiMTI5MyIsIlRvcCI6MCwiTGVmdCI6NCwiUmlnaHQiOjQsIkJvdHRvbSI6MH0sIlBhZGRpbmciOnsiJGlkIjoiMTI5NCIsIlRvcCI6MCwiTGVmdCI6MCwiUmlnaHQiOjAsIkJvdHRvbSI6MH0sIkJhY2tncm91bmQiOnsiJGlkIjoiMTI5NSIsIkNvbG9yIjp7IiRpZCI6IjEyOTYiLCJBIjoyNTUsIlIiOjY4LCJHIjoxMTQsIkIiOjE5Nn19LCJJc1Zpc2libGUiOnRydWUsIldpZHRoIjowLjAsIkhlaWdodCI6MTAuMCwiQm9yZGVyU3R5bGUiOnsiJGlkIjoiMTI5NyIsIkxpbmVDb2xvciI6eyIkaWQiOiIxMjk4IiwiJHR5cGUiOiJOTFJFLkNvbW1vbi5Eb20uU29saWRDb2xvckJydXNoLCBOTFJFLkNvbW1vbiIsIkNvbG9yIjp7IiRpZCI6IjEyOTkiLCJBIjoyNTUsIlIiOjI1NSwiRyI6MCwiQiI6MH19LCJMaW5lV2VpZ2h0IjowLjAsIkxpbmVUeXBlIjowLCJQYXJlbnRTdHlsZSI6bnVsbH0sIlBhcmVudFN0eWxlIjpudWxsfSwiVGl0bGVTdHlsZSI6eyIkaWQiOiIxMzAwIiwiRm9udFNldHRpbmdzIjp7IiRpZCI6IjEzMDEiLCJGb250U2l6ZSI6MTEsIkZvbnROYW1lIjoiQ2FsaWJyaSIsIklzQm9sZCI6ZmFsc2UsIklzSXRhbGljIjpmYWxzZSwiSXNVbmRlcmxpbmVkIjpmYWxzZSwiUGFyZW50U3R5bGUiOm51bGx9LCJBdXRvU2l6ZSI6MCwiRm9yZWdyb3VuZCI6eyIkaWQiOiIxMzAyIiwiQ29sb3IiOnsiJGlkIjoiMTMwM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A0IiwiVG9wIjowLCJMZWZ0IjowLCJSaWdodCI6MCwiQm90dG9tIjowfSwiUGFkZGluZyI6eyIkaWQiOiIxMzA1IiwiVG9wIjowLCJMZWZ0IjowLCJSaWdodCI6MCwiQm90dG9tIjowfSwiQmFja2dyb3VuZCI6eyIkaWQiOiIxMzA2IiwiQ29sb3IiOnsiJGlkIjoiMTMwNyIsIkEiOjAsIlIiOjI1NSwiRyI6MjU1LCJCIjoyNTV9fSwiSXNWaXNpYmxlIjp0cnVlLCJXaWR0aCI6MC4wLCJIZWlnaHQiOjAuMCwiQm9yZGVyU3R5bGUiOnsiJGlkIjoiMTMwOCIsIkxpbmVDb2xvciI6bnVsbCwiTGluZVdlaWdodCI6MC4wLCJMaW5lVHlwZSI6MCwiUGFyZW50U3R5bGUiOm51bGx9LCJQYXJlbnRTdHlsZSI6bnVsbH0sIkRhdGVTdHlsZSI6eyIkaWQiOiIxMzA5IiwiRm9udFNldHRpbmdzIjp7IiRpZCI6IjEzMTAiLCJGb250U2l6ZSI6MTAsIkZvbnROYW1lIjoiQ2FsaWJyaSIsIklzQm9sZCI6ZmFsc2UsIklzSXRhbGljIjpmYWxzZSwiSXNVbmRlcmxpbmVkIjpmYWxzZSwiUGFyZW50U3R5bGUiOm51bGx9LCJBdXRvU2l6ZSI6MCwiRm9yZWdyb3VuZCI6eyIkaWQiOiIxMzExIiwiQ29sb3IiOnsiJGlkIjoiMTMxM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xMyIsIlRvcCI6MCwiTGVmdCI6MCwiUmlnaHQiOjAsIkJvdHRvbSI6MH0sIlBhZGRpbmciOnsiJGlkIjoiMTMxNCIsIlRvcCI6MCwiTGVmdCI6MCwiUmlnaHQiOjAsIkJvdHRvbSI6MH0sIkJhY2tncm91bmQiOnsiJGlkIjoiMTMxNSIsIkNvbG9yIjp7IiRyZWYiOiIxMjc2In19LCJJc1Zpc2libGUiOnRydWUsIldpZHRoIjowLjAsIkhlaWdodCI6MC4wLCJCb3JkZXJTdHlsZSI6eyIkaWQiOiIxMzE2IiwiTGluZUNvbG9yIjpudWxsLCJMaW5lV2VpZ2h0IjowLjAsIkxpbmVUeXBlIjowLCJQYXJlbnRTdHlsZSI6bnVsbH0sIlBhcmVudFN0eWxlIjpudWxsfSwiRGF0ZUZvcm1hdCI6eyIkaWQiOiIxMzE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TgiLCJGb3JtYXQiOjAsIklzVmlzaWJsZSI6ZmFsc2UsIkxhc3RLbm93blZpc2liaWxpdHlTdGF0ZSI6ZmFsc2V9LCJJc1Zpc2libGUiOmZhbHNlLCJQYXJlbnRTdHlsZSI6bnVsbH0sIkluZGV4IjowLCJTbWFydER1cmF0aW9uQWN0aXZhdGVkIjpmYWxzZSwiRGF0ZUZvcm1hdCI6eyIkcmVmIjoiMTMxNyJ9LCJXZWVrTnVtYmVyaW5nIjp7IiRpZCI6IjEzMTkiLCJGb3JtYXQiOjAsIklzVmlzaWJsZSI6ZmFsc2UsIkxhc3RLbm93blZpc2liaWxpdHlTdGF0ZSI6ZmFsc2V9LCJJZCI6ImExY2FhYzQxLTYwZWUtNDE4YS05OTA0LWYxMWU5ZmM4ZjRlMiIsIkltcG9ydElkIjoiMjUiLCJUaXRsZSI6IldvcmtzaG9wcyBQcmVwYXJlICYgUnVuIiwiTm90ZSI6bnVsbCwiSHlwZXJsaW5rIjp7IiRpZCI6IjEzMjAiLCJBZGRyZXNzIjpudWxsLCJTdWJBZGRyZXNzIjpudWxsfSwiSXNDaGFuZ2VkIjpmYWxzZSwiSXNOZXciOmZhbHNlfX0seyIkaWQiOiIxMzIxIiwiX2F0dGFjaGVkTWlsZXN0b25lcyI6W10sIlRhc2tEZWZpbml0aW9uIjp7IiRpZCI6IjEzMjIiLCJHcm91cE5hbWUiOm51bGwsIlN0YXJ0RGF0ZSI6IjIwMjItMDEtMzFUMDg6MDA6MDAiLCJFbmREYXRlIjoiMjAyMi0wMi0yNVQxNzowMDowMCIsIlBlcmNlbnRhZ2VDb21wbGV0ZSI6MC4wLCJTdHlsZSI6eyIkaWQiOiIxMzIzIiwiU2hhcGUiOjEsIlNoYXBlVGhpY2tuZXNzIjowLCJEdXJhdGlvbkZvcm1hdCI6MCwiSW5jbHVkZU5vbldvcmtpbmdEYXlzSW5EdXJhdGlvbiI6ZmFsc2UsIlBlcmNlbnRhZ2VDb21wbGV0ZVN0eWxlIjp7IiRpZCI6IjEzMjQiLCJGb250U2V0dGluZ3MiOnsiJGlkIjoiMTMyNSIsIkZvbnRTaXplIjoxMCwiRm9udE5hbWUiOiJDYWxpYnJpIiwiSXNCb2xkIjpmYWxzZSwiSXNJdGFsaWMiOmZhbHNlLCJJc1VuZGVybGluZWQiOmZhbHNlLCJQYXJlbnRTdHlsZSI6bnVsbH0sIkF1dG9TaXplIjowLCJGb3JlZ3JvdW5kIjp7IiRpZCI6IjEzMjYiLCJDb2xvciI6eyIkaWQiOiIxMzI3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zI4IiwiVG9wIjowLCJMZWZ0IjowLCJSaWdodCI6MCwiQm90dG9tIjowfSwiUGFkZGluZyI6eyIkaWQiOiIxMzI5IiwiVG9wIjowLCJMZWZ0IjowLCJSaWdodCI6MCwiQm90dG9tIjowfSwiQmFja2dyb3VuZCI6eyIkaWQiOiIxMzMwIiwiQ29sb3IiOnsiJGlkIjoiMTMzMSIsIkEiOjg5LCJSIjowLCJHIjowLCJCIjowfX0sIklzVmlzaWJsZSI6dHJ1ZSwiV2lkdGgiOjAuMCwiSGVpZ2h0IjowLjAsIkJvcmRlclN0eWxlIjp7IiRpZCI6IjEzMzIiLCJMaW5lQ29sb3IiOm51bGwsIkxpbmVXZWlnaHQiOjAuMCwiTGluZVR5cGUiOjAsIlBhcmVudFN0eWxlIjpudWxsfSwiUGFyZW50U3R5bGUiOm51bGx9LCJEdXJhdGlvblN0eWxlIjp7IiRpZCI6IjEzMzMiLCJGb250U2V0dGluZ3MiOnsiJGlkIjoiMTMzNCIsIkZvbnRTaXplIjoxMCwiRm9udE5hbWUiOiJDYWxpYnJpIiwiSXNCb2xkIjpmYWxzZSwiSXNJdGFsaWMiOmZhbHNlLCJJc1VuZGVybGluZWQiOmZhbHNlLCJQYXJlbnRTdHlsZSI6bnVsbH0sIkF1dG9TaXplIjowLCJGb3JlZ3JvdW5kIjp7IiRpZCI6IjEzMzUiLCJDb2xvciI6eyIkaWQiOiIxMzM2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MzNyIsIlRvcCI6MCwiTGVmdCI6MCwiUmlnaHQiOjAsIkJvdHRvbSI6MH0sIlBhZGRpbmciOnsiJGlkIjoiMTMzOCIsIlRvcCI6MCwiTGVmdCI6MCwiUmlnaHQiOjAsIkJvdHRvbSI6MH0sIkJhY2tncm91bmQiOnsiJGlkIjoiMTMzOSIsIkNvbG9yIjp7IiRyZWYiOiIxMzMxIn19LCJJc1Zpc2libGUiOnRydWUsIldpZHRoIjowLjAsIkhlaWdodCI6MC4wLCJCb3JkZXJTdHlsZSI6eyIkaWQiOiIxMzQwIiwiTGluZUNvbG9yIjpudWxsLCJMaW5lV2VpZ2h0IjowLjAsIkxpbmVUeXBlIjowLCJQYXJlbnRTdHlsZSI6bnVsbH0sIlBhcmVudFN0eWxlIjpudWxsfSwiSG9yaXpvbnRhbENvbm5lY3RvclN0eWxlIjp7IiRpZCI6IjEzNDEiLCJMaW5lQ29sb3IiOnsiJGlkIjoiMTM0MiIsIiR0eXBlIjoiTkxSRS5Db21tb24uRG9tLlNvbGlkQ29sb3JCcnVzaCwgTkxSRS5Db21tb24iLCJDb2xvciI6eyIkaWQiOiIxMzQzIiwiQSI6MjU1LCJSIjoyMDQsIkciOjIwNCwiQiI6MjA0fX0sIkxpbmVXZWlnaHQiOjEuMCwiTGluZVR5cGUiOjAsIlBhcmVudFN0eWxlIjpudWxsfSwiVmVydGljYWxDb25uZWN0b3JTdHlsZSI6eyIkaWQiOiIxMzQ0IiwiTGluZUNvbG9yIjp7IiRpZCI6IjEzNDUiLCIkdHlwZSI6Ik5MUkUuQ29tbW9uLkRvbS5Tb2xpZENvbG9yQnJ1c2gsIE5MUkUuQ29tbW9uIiwiQ29sb3IiOnsiJGlkIjoiMTM0Ni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zNDciLCJNYXJnaW4iOnsiJGlkIjoiMTM0OCIsIlRvcCI6MCwiTGVmdCI6NCwiUmlnaHQiOjQsIkJvdHRvbSI6MH0sIlBhZGRpbmciOnsiJGlkIjoiMTM0OSIsIlRvcCI6MCwiTGVmdCI6MCwiUmlnaHQiOjAsIkJvdHRvbSI6MH0sIkJhY2tncm91bmQiOnsiJGlkIjoiMTM1MCIsIkNvbG9yIjp7IiRpZCI6IjEzNTEiLCJBIjoyNTUsIlIiOjY4LCJHIjoxMTQsIkIiOjE5Nn19LCJJc1Zpc2libGUiOnRydWUsIldpZHRoIjowLjAsIkhlaWdodCI6MTAuMCwiQm9yZGVyU3R5bGUiOnsiJGlkIjoiMTM1MiIsIkxpbmVDb2xvciI6eyIkaWQiOiIxMzUzIiwiJHR5cGUiOiJOTFJFLkNvbW1vbi5Eb20uU29saWRDb2xvckJydXNoLCBOTFJFLkNvbW1vbiIsIkNvbG9yIjp7IiRpZCI6IjEzNTQiLCJBIjoyNTUsIlIiOjI1NSwiRyI6MCwiQiI6MH19LCJMaW5lV2VpZ2h0IjowLjAsIkxpbmVUeXBlIjowLCJQYXJlbnRTdHlsZSI6bnVsbH0sIlBhcmVudFN0eWxlIjpudWxsfSwiVGl0bGVTdHlsZSI6eyIkaWQiOiIxMzU1IiwiRm9udFNldHRpbmdzIjp7IiRpZCI6IjEzNTYiLCJGb250U2l6ZSI6MTEsIkZvbnROYW1lIjoiQ2FsaWJyaSIsIklzQm9sZCI6ZmFsc2UsIklzSXRhbGljIjpmYWxzZSwiSXNVbmRlcmxpbmVkIjpmYWxzZSwiUGFyZW50U3R5bGUiOm51bGx9LCJBdXRvU2l6ZSI6MCwiRm9yZWdyb3VuZCI6eyIkaWQiOiIxMzU3IiwiQ29sb3IiOnsiJGlkIjoiMTM1OC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U5IiwiVG9wIjowLCJMZWZ0IjowLCJSaWdodCI6MCwiQm90dG9tIjowfSwiUGFkZGluZyI6eyIkaWQiOiIxMzYwIiwiVG9wIjowLCJMZWZ0IjowLCJSaWdodCI6MCwiQm90dG9tIjowfSwiQmFja2dyb3VuZCI6eyIkaWQiOiIxMzYxIiwiQ29sb3IiOnsiJGlkIjoiMTM2MiIsIkEiOjAsIlIiOjI1NSwiRyI6MjU1LCJCIjoyNTV9fSwiSXNWaXNpYmxlIjp0cnVlLCJXaWR0aCI6MC4wLCJIZWlnaHQiOjAuMCwiQm9yZGVyU3R5bGUiOnsiJGlkIjoiMTM2MyIsIkxpbmVDb2xvciI6bnVsbCwiTGluZVdlaWdodCI6MC4wLCJMaW5lVHlwZSI6MCwiUGFyZW50U3R5bGUiOm51bGx9LCJQYXJlbnRTdHlsZSI6bnVsbH0sIkRhdGVTdHlsZSI6eyIkaWQiOiIxMzY0IiwiRm9udFNldHRpbmdzIjp7IiRpZCI6IjEzNjUiLCJGb250U2l6ZSI6MTAsIkZvbnROYW1lIjoiQ2FsaWJyaSIsIklzQm9sZCI6ZmFsc2UsIklzSXRhbGljIjpmYWxzZSwiSXNVbmRlcmxpbmVkIjpmYWxzZSwiUGFyZW50U3R5bGUiOm51bGx9LCJBdXRvU2l6ZSI6MCwiRm9yZWdyb3VuZCI6eyIkaWQiOiIxMzY2IiwiQ29sb3IiOnsiJGlkIjoiMTM2Ny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2OCIsIlRvcCI6MCwiTGVmdCI6MCwiUmlnaHQiOjAsIkJvdHRvbSI6MH0sIlBhZGRpbmciOnsiJGlkIjoiMTM2OSIsIlRvcCI6MCwiTGVmdCI6MCwiUmlnaHQiOjAsIkJvdHRvbSI6MH0sIkJhY2tncm91bmQiOnsiJGlkIjoiMTM3MCIsIkNvbG9yIjp7IiRyZWYiOiIxMzMxIn19LCJJc1Zpc2libGUiOnRydWUsIldpZHRoIjowLjAsIkhlaWdodCI6MC4wLCJCb3JkZXJTdHlsZSI6eyIkaWQiOiIxMzcxIiwiTGluZUNvbG9yIjpudWxsLCJMaW5lV2VpZ2h0IjowLjAsIkxpbmVUeXBlIjowLCJQYXJlbnRTdHlsZSI6bnVsbH0sIlBhcmVudFN0eWxlIjpudWxsfSwiRGF0ZUZvcm1hdCI6eyIkaWQiOiIxMzc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NzMiLCJGb3JtYXQiOjAsIklzVmlzaWJsZSI6ZmFsc2UsIkxhc3RLbm93blZpc2liaWxpdHlTdGF0ZSI6ZmFsc2V9LCJJc1Zpc2libGUiOmZhbHNlLCJQYXJlbnRTdHlsZSI6bnVsbH0sIkluZGV4IjoxLCJTbWFydER1cmF0aW9uQWN0aXZhdGVkIjpmYWxzZSwiRGF0ZUZvcm1hdCI6eyIkcmVmIjoiMTM3MiJ9LCJXZWVrTnVtYmVyaW5nIjp7IiRpZCI6IjEzNzQiLCJGb3JtYXQiOjAsIklzVmlzaWJsZSI6ZmFsc2UsIkxhc3RLbm93blZpc2liaWxpdHlTdGF0ZSI6ZmFsc2V9LCJJZCI6IjY3OWIyZDJhLWJjOTctNDgwZS04MDQ0LWZlMmRkNGZhOWJjOSIsIkltcG9ydElkIjoiMjYiLCJUaXRsZSI6IkFsaWduICYgUHJpb3JpdGl6ZSB1c2UgY2FzZXMiLCJOb3RlIjpudWxsLCJIeXBlcmxpbmsiOnsiJGlkIjoiMTM3NSIsIkFkZHJlc3MiOm51bGwsIlN1YkFkZHJlc3MiOm51bGx9LCJJc0NoYW5nZWQiOmZhbHNlLCJJc05ldyI6ZmFsc2V9fSx7IiRpZCI6IjEzNzYiLCJfYXR0YWNoZWRNaWxlc3RvbmVzIjpbXSwiVGFza0RlZmluaXRpb24iOnsiJGlkIjoiMTM3NyIsIkdyb3VwTmFtZSI6bnVsbCwiU3RhcnREYXRlIjoiMjAyMi0wMi0yMVQwODowMDowMCIsIkVuZERhdGUiOiIyMDIyLTA1LTIwVDE3OjAwOjAwIiwiUGVyY2VudGFnZUNvbXBsZXRlIjowLjAsIlN0eWxlIjp7IiRpZCI6IjEzNzgiLCJTaGFwZSI6MSwiU2hhcGVUaGlja25lc3MiOjAsIkR1cmF0aW9uRm9ybWF0IjowLCJJbmNsdWRlTm9uV29ya2luZ0RheXNJbkR1cmF0aW9uIjpmYWxzZSwiUGVyY2VudGFnZUNvbXBsZXRlU3R5bGUiOnsiJGlkIjoiMTM3OSIsIkZvbnRTZXR0aW5ncyI6eyIkaWQiOiIxMzgwIiwiRm9udFNpemUiOjEwLCJGb250TmFtZSI6IkNhbGlicmkiLCJJc0JvbGQiOmZhbHNlLCJJc0l0YWxpYyI6ZmFsc2UsIklzVW5kZXJsaW5lZCI6ZmFsc2UsIlBhcmVudFN0eWxlIjpudWxsfSwiQXV0b1NpemUiOjAsIkZvcmVncm91bmQiOnsiJGlkIjoiMTM4MSIsIkNvbG9yIjp7IiRpZCI6IjEzODI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M4MyIsIkNvbG9yIjp7IiRyZWYiOiI1MzcifX0sIklzVmlzaWJsZSI6dHJ1ZSwiV2lkdGgiOjAuMCwiSGVpZ2h0IjowLjAsIkJvcmRlclN0eWxlIjp7IiRpZCI6IjEzODQiLCJMaW5lQ29sb3IiOm51bGwsIkxpbmVXZWlnaHQiOjAuMCwiTGluZVR5cGUiOjAsIlBhcmVudFN0eWxlIjpudWxsfSwiUGFyZW50U3R5bGUiOm51bGx9LCJEdXJhdGlvblN0eWxlIjp7IiRpZCI6IjEzODUiLCJGb250U2V0dGluZ3MiOnsiJGlkIjoiMTM4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M4NyIsIkxpbmVDb2xvciI6bnVsbCwiTGluZVdlaWdodCI6MC4wLCJMaW5lVHlwZSI6MCwiUGFyZW50U3R5bGUiOm51bGx9LCJQYXJlbnRTdHlsZSI6bnVsbH0sIkhvcml6b250YWxDb25uZWN0b3JTdHlsZSI6eyIkaWQiOiIxMzg4IiwiTGluZUNvbG9yIjp7IiRyZWYiOiI5OSJ9LCJMaW5lV2VpZ2h0IjoxLjAsIkxpbmVUeXBlIjowLCJQYXJlbnRTdHlsZSI6bnVsbH0sIlZlcnRpY2FsQ29ubmVjdG9yU3R5bGUiOnsiJGlkIjoiMTM4OSIsIkxpbmVDb2xvciI6eyIkcmVmIjoiMTAyIn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MTM5MCIsIk1hcmdpbiI6eyIkcmVmIjoiMTA1In0sIlBhZGRpbmciOnsiJHJlZiI6IjEwNiJ9LCJCYWNrZ3JvdW5kIjp7IiRpZCI6IjEzOTEiLCJDb2xvciI6eyIkaWQiOiIxMzkyIiwiQSI6MjU1LCJSIjo2OCwiRyI6MTE0LCJCIjoxOTZ9fSwiSXNWaXNpYmxlIjp0cnVlLCJXaWR0aCI6MC4wLCJIZWlnaHQiOjEwLjAsIkJvcmRlclN0eWxlIjp7IiRpZCI6IjEzOTMiLCJMaW5lQ29sb3IiOnsiJHJlZiI6IjU0OCJ9LCJMaW5lV2VpZ2h0IjowLjAsIkxpbmVUeXBlIjowLCJQYXJlbnRTdHlsZSI6bnVsbH0sIlBhcmVudFN0eWxlIjpudWxsfSwiVGl0bGVTdHlsZSI6eyIkaWQiOiIxMzk0IiwiRm9udFNldHRpbmdzIjp7IiRpZCI6IjEzOTUiLCJGb250U2l6ZSI6MTEsIkZvbnROYW1lIjoiQ2FsaWJyaSIsIklzQm9sZCI6ZmFsc2UsIklzSXRhbGljIjpmYWxzZSwiSXNVbmRlcmxpbmVkIjpmYWxzZSwiUGFyZW50U3R5bGUiOm51bGx9LCJBdXRvU2l6ZSI6MCwiRm9yZWdyb3VuZCI6eyIkaWQiOiIxMzk2IiwiQ29sb3IiOnsiJGlkIjoiMTM5NyIsIkEiOjI1NSwiUiI6MjU1LCJHIjoyNTUsIkIiOjI1NX19LCJNYXhXaWR0aCI6OTYwLjAsIk1heEhlaWdodCI6IkluZmluaXR5IiwiU21hcnRGb3JlZ3JvdW5kSXNBY3RpdmUiOmZhbHNlLCJIb3Jpem9udGFsQWxpZ25tZW50IjowLCJWZXJ0aWNhbEFsaWdubWVudCI6MCwiU21hcnRGb3JlZ3JvdW5kIjpudWxsLCJCYWNrZ3JvdW5kRmlsbFR5cGUiOjAsIk1hcmdpbiI6eyIkcmVmIjoiMTE2In0sIlBhZGRpbmciOnsiJHJlZiI6IjExNyJ9LCJCYWNrZ3JvdW5kIjp7IiRpZCI6IjEzOTgiLCJDb2xvciI6eyIkaWQiOiIxMzk5IiwiQSI6MCwiUiI6MjU1LCJHIjoyNTUsIkIiOjI1NX19LCJJc1Zpc2libGUiOnRydWUsIldpZHRoIjowLjAsIkhlaWdodCI6MC4wLCJCb3JkZXJTdHlsZSI6eyIkaWQiOiIxNDAwIiwiTGluZUNvbG9yIjpudWxsLCJMaW5lV2VpZ2h0IjowLjAsIkxpbmVUeXBlIjowLCJQYXJlbnRTdHlsZSI6bnVsbH0sIlBhcmVudFN0eWxlIjpudWxsfSwiRGF0ZVN0eWxlIjp7IiRpZCI6IjE0MDEiLCJGb250U2V0dGluZ3MiOnsiJGlkIjoiMTQwMiIsIkZvbnRTaXplIjoxMCwiRm9udE5hbWUiOiJDYWxpYnJpIiwiSXNCb2xkIjpmYWxzZSwiSXNJdGFsaWMiOmZhbHNlLCJJc1VuZGVybGluZWQiOmZhbHNlLCJQYXJlbnRTdHlsZSI6bnVsbH0sIkF1dG9TaXplIjowLCJGb3JlZ3JvdW5kIjp7IiRpZCI6IjE0MDMiLCJDb2xvciI6eyIkaWQiOiIxNDA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0MDUiLCJDb2xvciI6eyIkaWQiOiIxNDA2IiwiQSI6MCwiUiI6MjU1LCJHIjoyNTUsIkIiOjI1NX19LCJJc1Zpc2libGUiOnRydWUsIldpZHRoIjowLjAsIkhlaWdodCI6MC4wLCJCb3JkZXJTdHlsZSI6eyIkaWQiOiIxNDA3IiwiTGluZUNvbG9yIjpudWxsLCJMaW5lV2VpZ2h0IjowLjAsIkxpbmVUeXBlIjowLCJQYXJlbnRTdHlsZSI6bnVsbH0sIlBhcmVudFN0eWxlIjpudWxsfSwiRGF0ZUZvcm1hdCI6eyIkcmVmIjoiNTY0In0sIldlZWtOdW1iZXJpbmciOnsiJGlkIjoiMTQwOCIsIkZvcm1hdCI6MCwiSXNWaXNpYmxlIjpmYWxzZSwiTGFzdEtub3duVmlzaWJpbGl0eVN0YXRlIjpmYWxzZX0sIklzVmlzaWJsZSI6ZmFsc2UsIlBhcmVudFN0eWxlIjpudWxsfSwiSW5kZXgiOjIsIlNtYXJ0RHVyYXRpb25BY3RpdmF0ZWQiOmZhbHNlLCJEYXRlRm9ybWF0Ijp7IiRyZWYiOiI1NjQifSwiV2Vla051bWJlcmluZyI6eyIkaWQiOiIxNDA5IiwiRm9ybWF0IjowLCJJc1Zpc2libGUiOmZhbHNlLCJMYXN0S25vd25WaXNpYmlsaXR5U3RhdGUiOmZhbHNlfSwiSWQiOiIwYjI5YWEwMS01ZDllLTQ3N2EtOTczNi0zNjA4MGNhMDU1MGMiLCJJbXBvcnRJZCI6IjY0IiwiVGl0bGUiOiJDcmVhdGUgdGVjaCBibHVlcHJpbnQgZm9yIGVhY2ggdXNlIGNhc2UiLCJOb3RlIjpudWxsLCJIeXBlcmxpbmsiOnsiJGlkIjoiMTQxMCIsIkFkZHJlc3MiOm51bGwsIlN1YkFkZHJlc3MiOm51bGx9LCJJc0NoYW5nZWQiOmZhbHNlLCJJc05ldyI6ZmFsc2V9fSx7IiRpZCI6IjE0MTEiLCJfYXR0YWNoZWRNaWxlc3RvbmVzIjpbXSwiVGFza0RlZmluaXRpb24iOnsiJGlkIjoiMTQxMiIsIkdyb3VwTmFtZSI6bnVsbCwiU3RhcnREYXRlIjoiMjAyMi0wMi0yOFQwODowMDowMCIsIkVuZERhdGUiOiIyMDIyLTEwLTI4VDE3OjAwOjAwIiwiUGVyY2VudGFnZUNvbXBsZXRlIjowLjAsIlN0eWxlIjp7IiRpZCI6IjE0MTMiLCJTaGFwZSI6MSwiU2hhcGVUaGlja25lc3MiOjAsIkR1cmF0aW9uRm9ybWF0IjowLCJJbmNsdWRlTm9uV29ya2luZ0RheXNJbkR1cmF0aW9uIjpmYWxzZSwiUGVyY2VudGFnZUNvbXBsZXRlU3R5bGUiOnsiJGlkIjoiMTQxNCIsIkZvbnRTZXR0aW5ncyI6eyIkaWQiOiIxNDE1IiwiRm9udFNpemUiOjEwLCJGb250TmFtZSI6IkNhbGlicmkiLCJJc0JvbGQiOmZhbHNlLCJJc0l0YWxpYyI6ZmFsc2UsIklzVW5kZXJsaW5lZCI6ZmFsc2UsIlBhcmVudFN0eWxlIjpudWxsfSwiQXV0b1NpemUiOjAsIkZvcmVncm91bmQiOnsiJGlkIjoiMTQxNiIsIkNvbG9yIjp7IiRpZCI6IjE0MTc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0MTgiLCJUb3AiOjAsIkxlZnQiOjAsIlJpZ2h0IjowLCJCb3R0b20iOjB9LCJQYWRkaW5nIjp7IiRpZCI6IjE0MTkiLCJUb3AiOjAsIkxlZnQiOjAsIlJpZ2h0IjowLCJCb3R0b20iOjB9LCJCYWNrZ3JvdW5kIjp7IiRpZCI6IjE0MjAiLCJDb2xvciI6eyIkaWQiOiIxNDIxIiwiQSI6ODksIlIiOjAsIkciOjAsIkIiOjB9fSwiSXNWaXNpYmxlIjp0cnVlLCJXaWR0aCI6MC4wLCJIZWlnaHQiOjAuMCwiQm9yZGVyU3R5bGUiOnsiJGlkIjoiMTQyMiIsIkxpbmVDb2xvciI6bnVsbCwiTGluZVdlaWdodCI6MC4wLCJMaW5lVHlwZSI6MCwiUGFyZW50U3R5bGUiOm51bGx9LCJQYXJlbnRTdHlsZSI6bnVsbH0sIkR1cmF0aW9uU3R5bGUiOnsiJGlkIjoiMTQyMyIsIkZvbnRTZXR0aW5ncyI6eyIkaWQiOiIxNDI0IiwiRm9udFNpemUiOjEwLCJGb250TmFtZSI6IkNhbGlicmkiLCJJc0JvbGQiOmZhbHNlLCJJc0l0YWxpYyI6ZmFsc2UsIklzVW5kZXJsaW5lZCI6ZmFsc2UsIlBhcmVudFN0eWxlIjpudWxsfSwiQXV0b1NpemUiOjAsIkZvcmVncm91bmQiOnsiJGlkIjoiMTQyNSIsIkNvbG9yIjp7IiRpZCI6IjE0MjY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NDI3IiwiVG9wIjowLCJMZWZ0IjowLCJSaWdodCI6MCwiQm90dG9tIjowfSwiUGFkZGluZyI6eyIkaWQiOiIxNDI4IiwiVG9wIjowLCJMZWZ0IjowLCJSaWdodCI6MCwiQm90dG9tIjowfSwiQmFja2dyb3VuZCI6eyIkaWQiOiIxNDI5IiwiQ29sb3IiOnsiJHJlZiI6IjE0MjEifX0sIklzVmlzaWJsZSI6dHJ1ZSwiV2lkdGgiOjAuMCwiSGVpZ2h0IjowLjAsIkJvcmRlclN0eWxlIjp7IiRpZCI6IjE0MzAiLCJMaW5lQ29sb3IiOm51bGwsIkxpbmVXZWlnaHQiOjAuMCwiTGluZVR5cGUiOjAsIlBhcmVudFN0eWxlIjpudWxsfSwiUGFyZW50U3R5bGUiOm51bGx9LCJIb3Jpem9udGFsQ29ubmVjdG9yU3R5bGUiOnsiJGlkIjoiMTQzMSIsIkxpbmVDb2xvciI6eyIkaWQiOiIxNDMyIiwiJHR5cGUiOiJOTFJFLkNvbW1vbi5Eb20uU29saWRDb2xvckJydXNoLCBOTFJFLkNvbW1vbiIsIkNvbG9yIjp7IiRpZCI6IjE0MzMiLCJBIjoyNTUsIlIiOjIwNCwiRyI6MjA0LCJCIjoyMDR9fSwiTGluZVdlaWdodCI6MS4wLCJMaW5lVHlwZSI6MCwiUGFyZW50U3R5bGUiOm51bGx9LCJWZXJ0aWNhbENvbm5lY3RvclN0eWxlIjp7IiRpZCI6IjE0MzQiLCJMaW5lQ29sb3IiOnsiJGlkIjoiMTQzNSIsIiR0eXBlIjoiTkxSRS5Db21tb24uRG9tLlNvbGlkQ29sb3JCcnVzaCwgTkxSRS5Db21tb24iLCJDb2xvciI6eyIkaWQiOiIxNDM2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QzNyIsIk1hcmdpbiI6eyIkaWQiOiIxNDM4IiwiVG9wIjowLCJMZWZ0Ijo0LCJSaWdodCI6NCwiQm90dG9tIjowfSwiUGFkZGluZyI6eyIkaWQiOiIxNDM5IiwiVG9wIjowLCJMZWZ0IjowLCJSaWdodCI6MCwiQm90dG9tIjowfSwiQmFja2dyb3VuZCI6eyIkaWQiOiIxNDQwIiwiQ29sb3IiOnsiJGlkIjoiMTQ0MSIsIkEiOjI1NSwiUiI6NjgsIkciOjExNCwiQiI6MTk2fX0sIklzVmlzaWJsZSI6dHJ1ZSwiV2lkdGgiOjAuMCwiSGVpZ2h0IjoxMC4wLCJCb3JkZXJTdHlsZSI6eyIkaWQiOiIxNDQyIiwiTGluZUNvbG9yIjp7IiRpZCI6IjE0NDMiLCIkdHlwZSI6Ik5MUkUuQ29tbW9uLkRvbS5Tb2xpZENvbG9yQnJ1c2gsIE5MUkUuQ29tbW9uIiwiQ29sb3IiOnsiJGlkIjoiMTQ0NCIsIkEiOjI1NSwiUiI6MjU1LCJHIjowLCJCIjowfX0sIkxpbmVXZWlnaHQiOjAuMCwiTGluZVR5cGUiOjAsIlBhcmVudFN0eWxlIjpudWxsfSwiUGFyZW50U3R5bGUiOm51bGx9LCJUaXRsZVN0eWxlIjp7IiRpZCI6IjE0NDUiLCJGb250U2V0dGluZ3MiOnsiJGlkIjoiMTQ0NiIsIkZvbnRTaXplIjoxMSwiRm9udE5hbWUiOiJDYWxpYnJpIiwiSXNCb2xkIjpmYWxzZSwiSXNJdGFsaWMiOmZhbHNlLCJJc1VuZGVybGluZWQiOmZhbHNlLCJQYXJlbnRTdHlsZSI6bnVsbH0sIkF1dG9TaXplIjowLCJGb3JlZ3JvdW5kIjp7IiRpZCI6IjE0NDciLCJDb2xvciI6eyIkaWQiOiIxNDQ4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0NDkiLCJUb3AiOjAsIkxlZnQiOjAsIlJpZ2h0IjowLCJCb3R0b20iOjB9LCJQYWRkaW5nIjp7IiRpZCI6IjE0NTAiLCJUb3AiOjAsIkxlZnQiOjAsIlJpZ2h0IjowLCJCb3R0b20iOjB9LCJCYWNrZ3JvdW5kIjp7IiRpZCI6IjE0NTEiLCJDb2xvciI6eyIkaWQiOiIxNDUyIiwiQSI6MCwiUiI6MjU1LCJHIjoyNTUsIkIiOjI1NX19LCJJc1Zpc2libGUiOnRydWUsIldpZHRoIjowLjAsIkhlaWdodCI6MC4wLCJCb3JkZXJTdHlsZSI6eyIkaWQiOiIxNDUzIiwiTGluZUNvbG9yIjpudWxsLCJMaW5lV2VpZ2h0IjowLjAsIkxpbmVUeXBlIjowLCJQYXJlbnRTdHlsZSI6bnVsbH0sIlBhcmVudFN0eWxlIjpudWxsfSwiRGF0ZVN0eWxlIjp7IiRpZCI6IjE0NTQiLCJGb250U2V0dGluZ3MiOnsiJGlkIjoiMTQ1NSIsIkZvbnRTaXplIjoxMCwiRm9udE5hbWUiOiJDYWxpYnJpIiwiSXNCb2xkIjpmYWxzZSwiSXNJdGFsaWMiOmZhbHNlLCJJc1VuZGVybGluZWQiOmZhbHNlLCJQYXJlbnRTdHlsZSI6bnVsbH0sIkF1dG9TaXplIjowLCJGb3JlZ3JvdW5kIjp7IiRpZCI6IjE0NTYiLCJDb2xvciI6eyIkaWQiOiIxNDU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NDU4IiwiVG9wIjowLCJMZWZ0IjowLCJSaWdodCI6MCwiQm90dG9tIjowfSwiUGFkZGluZyI6eyIkaWQiOiIxNDU5IiwiVG9wIjowLCJMZWZ0IjowLCJSaWdodCI6MCwiQm90dG9tIjowfSwiQmFja2dyb3VuZCI6eyIkaWQiOiIxNDYwIiwiQ29sb3IiOnsiJHJlZiI6IjE0MjEifX0sIklzVmlzaWJsZSI6dHJ1ZSwiV2lkdGgiOjAuMCwiSGVpZ2h0IjowLjAsIkJvcmRlclN0eWxlIjp7IiRpZCI6IjE0NjEiLCJMaW5lQ29sb3IiOm51bGwsIkxpbmVXZWlnaHQiOjAuMCwiTGluZVR5cGUiOjAsIlBhcmVudFN0eWxlIjpudWxsfSwiUGFyZW50U3R5bGUiOm51bGx9LCJEYXRlRm9ybWF0Ijp7IiRpZCI6IjE0Nj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Q2MyIsIkZvcm1hdCI6MCwiSXNWaXNpYmxlIjpmYWxzZSwiTGFzdEtub3duVmlzaWJpbGl0eVN0YXRlIjpmYWxzZX0sIklzVmlzaWJsZSI6ZmFsc2UsIlBhcmVudFN0eWxlIjpudWxsfSwiSW5kZXgiOjMsIlNtYXJ0RHVyYXRpb25BY3RpdmF0ZWQiOmZhbHNlLCJEYXRlRm9ybWF0Ijp7IiRyZWYiOiIxNDYyIn0sIldlZWtOdW1iZXJpbmciOnsiJGlkIjoiMTQ2NCIsIkZvcm1hdCI6MCwiSXNWaXNpYmxlIjpmYWxzZSwiTGFzdEtub3duVmlzaWJpbGl0eVN0YXRlIjpmYWxzZX0sIklkIjoiYWIyNDM2YTQtYjY0Zi00NjBhLTllMTktNDAwMzczNTVmMzY5IiwiSW1wb3J0SWQiOiIyNyIsIlRpdGxlIjoiSXRlcmF0aXZlIHJvbGxvdXQgb2YgdXNlIGNhc2VzIiwiTm90ZSI6bnVsbCwiSHlwZXJsaW5rIjp7IiRpZCI6IjE0NjUiLCJBZGRyZXNzIjpudWxsLCJTdWJBZGRyZXNzIjpudWxsfSwiSXNDaGFuZ2VkIjpmYWxzZSwiSXNOZXciOmZhbHNlfX0seyIkaWQiOiIxNDY2IiwiX2F0dGFjaGVkTWlsZXN0b25lcyI6W10sIlRhc2tEZWZpbml0aW9uIjp7IiRpZCI6IjE0NjciLCJHcm91cE5hbWUiOm51bGwsIlN0YXJ0RGF0ZSI6IjIwMjItMDEtMDNUMDg6MDA6MDAiLCJFbmREYXRlIjoiMjAyMi0xMC0yOFQxNzowMDowMCIsIlBlcmNlbnRhZ2VDb21wbGV0ZSI6MC4wLCJTdHlsZSI6eyIkaWQiOiIxNDY4IiwiU2hhcGUiOjEsIlNoYXBlVGhpY2tuZXNzIjowLCJEdXJhdGlvbkZvcm1hdCI6MCwiSW5jbHVkZU5vbldvcmtpbmdEYXlzSW5EdXJhdGlvbiI6ZmFsc2UsIlBlcmNlbnRhZ2VDb21wbGV0ZVN0eWxlIjp7IiRpZCI6IjE0NjkiLCJGb250U2V0dGluZ3MiOnsiJGlkIjoiMTQ3MCIsIkZvbnRTaXplIjoxMCwiRm9udE5hbWUiOiJDYWxpYnJpIiwiSXNCb2xkIjpmYWxzZSwiSXNJdGFsaWMiOmZhbHNlLCJJc1VuZGVybGluZWQiOmZhbHNlLCJQYXJlbnRTdHlsZSI6bnVsbH0sIkF1dG9TaXplIjowLCJGb3JlZ3JvdW5kIjp7IiRpZCI6IjE0NzEiLCJDb2xvciI6eyIkaWQiOiIxND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NDczIiwiVG9wIjowLCJMZWZ0IjowLCJSaWdodCI6MCwiQm90dG9tIjowfSwiUGFkZGluZyI6eyIkaWQiOiIxNDc0IiwiVG9wIjowLCJMZWZ0IjowLCJSaWdodCI6MCwiQm90dG9tIjowfSwiQmFja2dyb3VuZCI6eyIkaWQiOiIxNDc1IiwiQ29sb3IiOnsiJGlkIjoiMTQ3NiIsIkEiOjg5LCJSIjowLCJHIjowLCJCIjowfX0sIklzVmlzaWJsZSI6dHJ1ZSwiV2lkdGgiOjAuMCwiSGVpZ2h0IjowLjAsIkJvcmRlclN0eWxlIjp7IiRpZCI6IjE0NzciLCJMaW5lQ29sb3IiOm51bGwsIkxpbmVXZWlnaHQiOjAuMCwiTGluZVR5cGUiOjAsIlBhcmVudFN0eWxlIjpudWxsfSwiUGFyZW50U3R5bGUiOm51bGx9LCJEdXJhdGlvblN0eWxlIjp7IiRpZCI6IjE0NzgiLCJGb250U2V0dGluZ3MiOnsiJGlkIjoiMTQ3OSIsIkZvbnRTaXplIjoxMCwiRm9udE5hbWUiOiJDYWxpYnJpIiwiSXNCb2xkIjpmYWxzZSwiSXNJdGFsaWMiOmZhbHNlLCJJc1VuZGVybGluZWQiOmZhbHNlLCJQYXJlbnRTdHlsZSI6bnVsbH0sIkF1dG9TaXplIjowLCJGb3JlZ3JvdW5kIjp7IiRpZCI6IjE0ODAiLCJDb2xvciI6eyIkaWQiOiIxND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Q4MiIsIlRvcCI6MCwiTGVmdCI6MCwiUmlnaHQiOjAsIkJvdHRvbSI6MH0sIlBhZGRpbmciOnsiJGlkIjoiMTQ4MyIsIlRvcCI6MCwiTGVmdCI6MCwiUmlnaHQiOjAsIkJvdHRvbSI6MH0sIkJhY2tncm91bmQiOnsiJGlkIjoiMTQ4NCIsIkNvbG9yIjp7IiRyZWYiOiIxNDc2In19LCJJc1Zpc2libGUiOnRydWUsIldpZHRoIjowLjAsIkhlaWdodCI6MC4wLCJCb3JkZXJTdHlsZSI6eyIkaWQiOiIxNDg1IiwiTGluZUNvbG9yIjpudWxsLCJMaW5lV2VpZ2h0IjowLjAsIkxpbmVUeXBlIjowLCJQYXJlbnRTdHlsZSI6bnVsbH0sIlBhcmVudFN0eWxlIjpudWxsfSwiSG9yaXpvbnRhbENvbm5lY3RvclN0eWxlIjp7IiRpZCI6IjE0ODYiLCJMaW5lQ29sb3IiOnsiJGlkIjoiMTQ4NyIsIiR0eXBlIjoiTkxSRS5Db21tb24uRG9tLlNvbGlkQ29sb3JCcnVzaCwgTkxSRS5Db21tb24iLCJDb2xvciI6eyIkaWQiOiIxNDg4IiwiQSI6MjU1LCJSIjoyMDQsIkciOjIwNCwiQiI6MjA0fX0sIkxpbmVXZWlnaHQiOjEuMCwiTGluZVR5cGUiOjAsIlBhcmVudFN0eWxlIjpudWxsfSwiVmVydGljYWxDb25uZWN0b3JTdHlsZSI6eyIkaWQiOiIxNDg5IiwiTGluZUNvbG9yIjp7IiRpZCI6IjE0OTAiLCIkdHlwZSI6Ik5MUkUuQ29tbW9uLkRvbS5Tb2xpZENvbG9yQnJ1c2gsIE5MUkUuQ29tbW9uIiwiQ29sb3IiOnsiJGlkIjoiMTQ5MS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0OTIiLCJNYXJnaW4iOnsiJGlkIjoiMTQ5MyIsIlRvcCI6MCwiTGVmdCI6NCwiUmlnaHQiOjQsIkJvdHRvbSI6MH0sIlBhZGRpbmciOnsiJGlkIjoiMTQ5NCIsIlRvcCI6MCwiTGVmdCI6MCwiUmlnaHQiOjAsIkJvdHRvbSI6MH0sIkJhY2tncm91bmQiOnsiJGlkIjoiMTQ5NSIsIkNvbG9yIjp7IiRpZCI6IjE0OTYiLCJBIjoyNTUsIlIiOjY4LCJHIjoxMTQsIkIiOjE5Nn19LCJJc1Zpc2libGUiOnRydWUsIldpZHRoIjowLjAsIkhlaWdodCI6MTAuMCwiQm9yZGVyU3R5bGUiOnsiJGlkIjoiMTQ5NyIsIkxpbmVDb2xvciI6eyIkaWQiOiIxNDk4IiwiJHR5cGUiOiJOTFJFLkNvbW1vbi5Eb20uU29saWRDb2xvckJydXNoLCBOTFJFLkNvbW1vbiIsIkNvbG9yIjp7IiRpZCI6IjE0OTkiLCJBIjoyNTUsIlIiOjI1NSwiRyI6MCwiQiI6MH19LCJMaW5lV2VpZ2h0IjowLjAsIkxpbmVUeXBlIjowLCJQYXJlbnRTdHlsZSI6bnVsbH0sIlBhcmVudFN0eWxlIjpudWxsfSwiVGl0bGVTdHlsZSI6eyIkaWQiOiIxNTAwIiwiRm9udFNldHRpbmdzIjp7IiRpZCI6IjE1MDE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1MDIiLCJUb3AiOjAsIkxlZnQiOjAsIlJpZ2h0IjowLCJCb3R0b20iOjB9LCJQYWRkaW5nIjp7IiRpZCI6IjE1MDMiLCJUb3AiOjAsIkxlZnQiOjAsIlJpZ2h0IjowLCJCb3R0b20iOjB9LCJCYWNrZ3JvdW5kIjp7IiRpZCI6IjE1MDQiLCJDb2xvciI6eyIkcmVmIjoiMTQ3NiJ9fSwiSXNWaXNpYmxlIjp0cnVlLCJXaWR0aCI6MC4wLCJIZWlnaHQiOjAuMCwiQm9yZGVyU3R5bGUiOnsiJGlkIjoiMTUwNSIsIkxpbmVDb2xvciI6bnVsbCwiTGluZVdlaWdodCI6MC4wLCJMaW5lVHlwZSI6MCwiUGFyZW50U3R5bGUiOm51bGx9LCJQYXJlbnRTdHlsZSI6bnVsbH0sIkRhdGVTdHlsZSI6eyIkaWQiOiIxNTA2IiwiRm9udFNldHRpbmdzIjp7IiRpZCI6IjE1MDciLCJGb250U2l6ZSI6MTAsIkZvbnROYW1lIjoiQ2FsaWJyaSIsIklzQm9sZCI6ZmFsc2UsIklzSXRhbGljIjpmYWxzZSwiSXNVbmRlcmxpbmVkIjpmYWxzZSwiUGFyZW50U3R5bGUiOm51bGx9LCJBdXRvU2l6ZSI6MCwiRm9yZWdyb3VuZCI6eyIkaWQiOiIxNTA4IiwiQ29sb3IiOnsiJGlkIjoiMTUwOS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UxMCIsIlRvcCI6MCwiTGVmdCI6MCwiUmlnaHQiOjAsIkJvdHRvbSI6MH0sIlBhZGRpbmciOnsiJGlkIjoiMTUxMSIsIlRvcCI6MCwiTGVmdCI6MCwiUmlnaHQiOjAsIkJvdHRvbSI6MH0sIkJhY2tncm91bmQiOnsiJGlkIjoiMTUxMiIsIkNvbG9yIjp7IiRyZWYiOiIxNDc2In19LCJJc1Zpc2libGUiOnRydWUsIldpZHRoIjowLjAsIkhlaWdodCI6MC4wLCJCb3JkZXJTdHlsZSI6eyIkaWQiOiIxNTEzIiwiTGluZUNvbG9yIjpudWxsLCJMaW5lV2VpZ2h0IjowLjAsIkxpbmVUeXBlIjowLCJQYXJlbnRTdHlsZSI6bnVsbH0sIlBhcmVudFN0eWxlIjpudWxsfSwiRGF0ZUZvcm1hdCI6eyIkaWQiOiIxNTE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TUiLCJGb3JtYXQiOjAsIklzVmlzaWJsZSI6ZmFsc2UsIkxhc3RLbm93blZpc2liaWxpdHlTdGF0ZSI6ZmFsc2V9LCJJc1Zpc2libGUiOmZhbHNlLCJQYXJlbnRTdHlsZSI6bnVsbH0sIkluZGV4IjoyNSwiU21hcnREdXJhdGlvbkFjdGl2YXRlZCI6ZmFsc2UsIkRhdGVGb3JtYXQiOnsiJHJlZiI6IjE1MTQifSwiV2Vla051bWJlcmluZyI6eyIkaWQiOiIxNTE2IiwiRm9ybWF0IjowLCJJc1Zpc2libGUiOmZhbHNlLCJMYXN0S25vd25WaXNpYmlsaXR5U3RhdGUiOmZhbHNlfSwiSWQiOiIyN2YyNjA0ZS0yYzA4LTQ0MDctYjUwYy05NTg2ZDRiZGQ1YzEiLCJJbXBvcnRJZCI6IjUiLCJUaXRsZSI6IlRoYWlsYW5kIiwiTm90ZSI6bnVsbCwiSHlwZXJsaW5rIjp7IiRpZCI6IjE1MTciLCJBZGRyZXNzIjoiIiwiU3ViQWRkcmVzcyI6IiJ9LCJJc0NoYW5nZWQiOmZhbHNlLCJJc05ldyI6ZmFsc2V9fV0sIk1pbGVzdG9uZXMiOltdfSx7IiRpZCI6IjE1MTgiLCJJZCI6IjhlMmFmZWZhLWZiMmItNDQwZi1iMmZmLWE0YjQwMzhkNGZjNSIsIkluZGV4Ijo0LCJIZWFkZXJUZXh0IjoiRm91bmRhdGlvbiIsIlN0eWxlIjp7IiRpZCI6IjE1MTkiLCJIZWFkZXJTdHlsZSI6eyIkaWQiOiIxNTIwIiwiVGV4dFN0eWxlIjp7IiRpZCI6IjE1MjEiLCJGb250U2V0dGluZ3MiOnsiJGlkIjoiMTUyMiIsIkZvbnRTaXplIjoxMiwiRm9udE5hbWUiOiJDYWxpYnJpIiwiSXNCb2xkIjpmYWxzZSwiSXNJdGFsaWMiOmZhbHNlLCJJc1VuZGVybGluZWQiOmZhbHNlLCJQYXJlbnRTdHlsZSI6bnVsbH0sIkF1dG9TaXplIjowLCJGb3JlZ3JvdW5kIjp7IiRpZCI6IjE1MjMiLCJDb2xvciI6eyIkaWQiOiIxNTI0IiwiQSI6MjU1LCJSIjoyNTUsIkciOjI1NSwiQiI6MjU1fX0sIk1heFdpZHRoIjowLjAsIk1heEhlaWdodCI6MC4wLCJTbWFydEZvcmVncm91bmRJc0FjdGl2ZSI6ZmFsc2UsIkhvcml6b250YWxBbGlnbm1lbnQiOjAsIlZlcnRpY2FsQWxpZ25tZW50IjowLCJTbWFydEZvcmVncm91bmQiOm51bGwsIkJhY2tncm91bmRGaWxsVHlwZSI6MCwiTWFyZ2luIjp7IiRyZWYiOiIxNDIifSwiUGFkZGluZyI6eyIkcmVmIjoiMTQzIn0sIkJhY2tncm91bmQiOm51bGwsIklzVmlzaWJsZSI6ZmFsc2UsIldpZHRoIjowLjAsIkhlaWdodCI6MC4wLCJCb3JkZXJTdHlsZSI6bnVsbCwiUGFyZW50U3R5bGUiOm51bGx9LCJSZWN0YW5nbGVTdHlsZSI6eyIkaWQiOiIxNTI1IiwiTWFyZ2luIjp7IiRyZWYiOiIxNDUifSwiUGFkZGluZyI6eyIkcmVmIjoiMTQ2In0sIkJhY2tncm91bmQiOnsiJGlkIjoiMTUyNiIsIkNvbG9yIjp7IiRpZCI6IjE1MjciLCJBIjoxMjcsIlIiOjAsIkciOjAsIkIiOjB9fSwiSXNWaXNpYmxlIjpmYWxzZSwiV2lkdGgiOjAuMCwiSGVpZ2h0IjowLjAsIkJvcmRlclN0eWxlIjp7IiRpZCI6IjE1MjgiLCJMaW5lQ29sb3IiOnsiJGlkIjoiMTUyOSIsIiR0eXBlIjoiTkxSRS5Db21tb24uRG9tLlNvbGlkQ29sb3JCcnVzaCwgTkxSRS5Db21tb24iLCJDb2xvciI6eyIkaWQiOiIxNTMwIiwiQSI6MjU1LCJSIjo4OCwiRyI6MzksIkIiOjd9fSwiTGluZVdlaWdodCI6MC4wLCJMaW5lVHlwZSI6MCwiUGFyZW50U3R5bGUiOm51bGx9LCJQYXJlbnRTdHlsZSI6bnVsbH0sIk1hcmdpbiI6eyIkcmVmIjoiMTUyIn0sIlBhZGRpbmciOnsiJHJlZiI6IjE1MyJ9LCJCYWNrZ3JvdW5kIjpudWxsLCJJc1Zpc2libGUiOnRydWUsIldpZHRoIjowLjAsIkhlaWdodCI6MC4wLCJCb3JkZXJTdHlsZSI6bnVsbCwiUGFyZW50U3R5bGUiOm51bGx9LCJCYWNrZ3JvdW5kU3R5bGUiOnsiJGlkIjoiMTUzMSIsIk1hcmdpbiI6eyIkcmVmIjoiMTU1In0sIlBhZGRpbmciOnsiJHJlZiI6IjE1NiJ9LCJCYWNrZ3JvdW5kIjp7IiRpZCI6IjE1MzIiLCJDb2xvciI6eyIkaWQiOiIxNTMzIiwiQSI6MzgsIlIiOjI1NSwiRyI6MjU1LCJCIjoyNTV9fSwiSXNWaXNpYmxlIjp0cnVlLCJXaWR0aCI6MC4wLCJIZWlnaHQiOjAuMCwiQm9yZGVyU3R5bGUiOnsiJGlkIjoiMTUzNCIsIkxpbmVDb2xvciI6eyIkaWQiOiIxNTM1IiwiJHR5cGUiOiJOTFJFLkNvbW1vbi5Eb20uU29saWRDb2xvckJydXNoLCBOTFJFLkNvbW1vbiIsIkNvbG9yIjp7IiRpZCI6IjE1MzYiLCJBIjoyNTUsIlIiOjg4LCJHIjozOSwiQiI6N319LCJMaW5lV2VpZ2h0IjowLjAsIkxpbmVUeXBlIjowLCJQYXJlbnRTdHlsZSI6bnVsbH0sIlBhcmVudFN0eWxlIjpudWxsfSwiSXNBYm92ZVRpbWViYW5kIjpmYWxzZSwiTWFyZ2luIjp7IiRyZWYiOiIxNjIifSwiUGFkZGluZyI6eyIkcmVmIjoiMTYzIn0sIklzVmlzaWJsZSI6dHJ1ZSwiV2lkdGgiOjAuMCwiSGVpZ2h0IjowLjAsIkJvcmRlclN0eWxlIjpudWxsLCJQYXJlbnRTdHlsZSI6bnVsbH0sIlRhc2tzIjpbeyIkaWQiOiIxNTM3IiwiX2F0dGFjaGVkTWlsZXN0b25lcyI6W10sIlRhc2tEZWZpbml0aW9uIjp7IiRpZCI6IjE1MzgiLCJHcm91cE5hbWUiOm51bGwsIlN0YXJ0RGF0ZSI6IjIwMjEtMDYtMTVUMDg6MDA6MDBaIiwiRW5kRGF0ZSI6IjIwMjEtMTItMzFUMTc6MDA6MDBaIiwiUGVyY2VudGFnZUNvbXBsZXRlIjowLjAsIlN0eWxlIjp7IiRpZCI6IjE1MzkiLCJTaGFwZSI6MSwiU2hhcGVUaGlja25lc3MiOjAsIkR1cmF0aW9uRm9ybWF0IjowLCJJbmNsdWRlTm9uV29ya2luZ0RheXNJbkR1cmF0aW9uIjpmYWxzZSwiUGVyY2VudGFnZUNvbXBsZXRlU3R5bGUiOnsiJGlkIjoiMTU0MCIsIkZvbnRTZXR0aW5ncyI6eyIkaWQiOiIxNTQxIiwiRm9udFNpemUiOjEwLCJGb250TmFtZSI6IkNhbGlicmkiLCJJc0JvbGQiOmZhbHNlLCJJc0l0YWxpYyI6ZmFsc2UsIklzVW5kZXJsaW5lZCI6ZmFsc2UsIlBhcmVudFN0eWxlIjpudWxsfSwiQXV0b1NpemUiOjAsIkZvcmVncm91bmQiOnsiJGlkIjoiMTU0MiIsIkNvbG9yIjp7IiRpZCI6IjE1NDM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DQiLCJMaW5lQ29sb3IiOm51bGwsIkxpbmVXZWlnaHQiOjAuMCwiTGluZVR5cGUiOjAsIlBhcmVudFN0eWxlIjpudWxsfSwiUGFyZW50U3R5bGUiOm51bGx9LCJEdXJhdGlvblN0eWxlIjp7IiRpZCI6IjE1NDUiLCJGb250U2V0dGluZ3MiOnsiJGlkIjoiMTU0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0NyIsIkxpbmVDb2xvciI6bnVsbCwiTGluZVdlaWdodCI6MC4wLCJMaW5lVHlwZSI6MCwiUGFyZW50U3R5bGUiOm51bGx9LCJQYXJlbnRTdHlsZSI6bnVsbH0sIkhvcml6b250YWxDb25uZWN0b3JTdHlsZSI6eyIkaWQiOiIxNTQ4IiwiTGluZUNvbG9yIjp7IiRyZWYiOiI5OSJ9LCJMaW5lV2VpZ2h0IjoxLjAsIkxpbmVUeXBlIjowLCJQYXJlbnRTdHlsZSI6bnVsbH0sIlZlcnRpY2FsQ29ubmVjdG9yU3R5bGUiOnsiJGlkIjoiMTU0OS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1MCIsIk1hcmdpbiI6eyIkcmVmIjoiMTA1In0sIlBhZGRpbmciOnsiJHJlZiI6IjEwNiJ9LCJCYWNrZ3JvdW5kIjp7IiRpZCI6IjE1NTEiLCJDb2xvciI6eyIkaWQiOiIxNTUyIiwiQSI6MjU1LCJSIjoyMTcsIkciOjIxNywiQiI6MjE3fX0sIklzVmlzaWJsZSI6dHJ1ZSwiV2lkdGgiOjI3MS4wLCJIZWlnaHQiOjEzLjQyNjY5Mjk2MjY0NjQ4NCwiQm9yZGVyU3R5bGUiOnsiJGlkIjoiMTU1MyIsIkxpbmVDb2xvciI6eyIkaWQiOiIxNTU0IiwiJHR5cGUiOiJOTFJFLkNvbW1vbi5Eb20uU29saWRDb2xvckJydXNoLCBOTFJFLkNvbW1vbiIsIkNvbG9yIjp7IiRpZCI6IjE1NTUiLCJBIjoyNTUsIlIiOjI1NSwiRyI6MjU1LCJCIjoyNTV9fSwiTGluZVdlaWdodCI6MC4wLCJMaW5lVHlwZSI6MCwiUGFyZW50U3R5bGUiOm51bGx9LCJQYXJlbnRTdHlsZSI6bnVsbH0sIlRpdGxlU3R5bGUiOnsiJGlkIjoiMTU1NiIsIkZvbnRTZXR0aW5ncyI6eyIkaWQiOiIxNTU3IiwiRm9udFNpemUiOjExLCJGb250TmFtZSI6IkNhbGlicmkiLCJJc0JvbGQiOmZhbHNlLCJJc0l0YWxpYyI6ZmFsc2UsIklzVW5kZXJsaW5lZCI6ZmFsc2UsIlBhcmVudFN0eWxlIjpudWxsfSwiQXV0b1NpemUiOjAsIkZvcmVncm91bmQiOnsiJGlkIjoiMTU1OCIsIkNvbG9yIjp7IiRpZCI6IjE1NTkiLCJBIjoyNTUsIlIiOjAsIkciOjAsIkIiOjB9fSwiTWF4V2lkdGgiOjk2MC4wLCJNYXhIZWlnaHQiOiJJbmZpbml0eSIsIlNtYXJ0Rm9yZWdyb3VuZElzQWN0aXZlIjpmYWxzZSwiSG9yaXpvbnRhbEFsaWdubWVudCI6MSwiVmVydGljYWxBbGlnbm1lbnQiOjAsIlNtYXJ0Rm9yZWdyb3VuZCI6bnVsbCwiQmFja2dyb3VuZEZpbGxUeXBlIjowLCJNYXJnaW4iOnsiJHJlZiI6IjExNiJ9LCJQYWRkaW5nIjp7IiRyZWYiOiIxMTcifSwiQmFja2dyb3VuZCI6eyIkaWQiOiIxNTYwIiwiQ29sb3IiOnsiJGlkIjoiMTU2MSIsIkEiOjAsIlIiOjI1NSwiRyI6MjU1LCJCIjoyNTV9fSwiSXNWaXNpYmxlIjp0cnVlLCJXaWR0aCI6MC4wLCJIZWlnaHQiOjAuMCwiQm9yZGVyU3R5bGUiOnsiJGlkIjoiMTU2MiIsIkxpbmVDb2xvciI6bnVsbCwiTGluZVdlaWdodCI6MC4wLCJMaW5lVHlwZSI6MCwiUGFyZW50U3R5bGUiOm51bGx9LCJQYXJlbnRTdHlsZSI6bnVsbH0sIkRhdGVTdHlsZSI6eyIkaWQiOiIxNTYzIiwiRm9udFNldHRpbmdzIjp7IiRpZCI6IjE1NjQiLCJGb250U2l6ZSI6MTAsIkZvbnROYW1lIjoiQ2FsaWJyaSIsIklzQm9sZCI6ZmFsc2UsIklzSXRhbGljIjpmYWxzZSwiSXNVbmRlcmxpbmVkIjpmYWxzZSwiUGFyZW50U3R5bGUiOm51bGx9LCJBdXRvU2l6ZSI6MCwiRm9yZWdyb3VuZCI6eyIkaWQiOiIxNTY1IiwiQ29sb3IiOnsiJGlkIjoiMTU2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HJlZiI6IjEyMyJ9LCJQYWRkaW5nIjp7IiRyZWYiOiIxMjQifSwiQmFja2dyb3VuZCI6eyIkaWQiOiIxNTY3IiwiQ29sb3IiOnsiJGlkIjoiMTU2OCIsIkEiOjAsIlIiOjI1NSwiRyI6MjU1LCJCIjoyNTV9fSwiSXNWaXNpYmxlIjp0cnVlLCJXaWR0aCI6MC4wLCJIZWlnaHQiOjAuMCwiQm9yZGVyU3R5bGUiOnsiJGlkIjoiMTU2OSIsIkxpbmVDb2xvciI6bnVsbCwiTGluZVdlaWdodCI6MC4wLCJMaW5lVHlwZSI6MCwiUGFyZW50U3R5bGUiOm51bGx9LCJQYXJlbnRTdHlsZSI6bnVsbH0sIkRhdGVGb3JtYXQiOnsiJGlkIjoiMTU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cxIiwiRm9ybWF0IjowLCJJc1Zpc2libGUiOmZhbHNlLCJMYXN0S25vd25WaXNpYmlsaXR5U3RhdGUiOmZhbHNlfSwiSXNWaXNpYmxlIjpmYWxzZSwiUGFyZW50U3R5bGUiOm51bGx9LCJJbmRleCI6MCwiU21hcnREdXJhdGlvbkFjdGl2YXRlZCI6ZmFsc2UsIkRhdGVGb3JtYXQiOnsiJHJlZiI6IjE1NzAifSwiV2Vla051bWJlcmluZyI6eyIkaWQiOiIxNTcyIiwiRm9ybWF0IjowLCJJc1Zpc2libGUiOmZhbHNlLCJMYXN0S25vd25WaXNpYmlsaXR5U3RhdGUiOmZhbHNlfSwiSWQiOiI5MTdjZjEyNS03ZWY1LTQwNTctYmFmNS1mNzlhN2ZiMDRhNzciLCJJbXBvcnRJZCI6IjkiLCJUaXRsZSI6IkZvdW5kYXRpb24iLCJOb3RlIjpudWxsLCJIeXBlcmxpbmsiOnsiJGlkIjoiMTU3MyIsIkFkZHJlc3MiOm51bGwsIlN1YkFkZHJlc3MiOm51bGx9LCJJc0NoYW5nZWQiOmZhbHNlLCJJc05ldyI6ZmFsc2V9fSx7IiRpZCI6IjE1NzQiLCJfYXR0YWNoZWRNaWxlc3RvbmVzIjpbXSwiVGFza0RlZmluaXRpb24iOnsiJGlkIjoiMTU3NSIsIkdyb3VwTmFtZSI6bnVsbCwiU3RhcnREYXRlIjoiMjAyMS0wNi0xNVQwODowMDowMCIsIkVuZERhdGUiOiIyMDIxLTA5LTE3VDE3OjAwOjAwIiwiUGVyY2VudGFnZUNvbXBsZXRlIjowLjAsIlN0eWxlIjp7IiRpZCI6IjE1NzYiLCJTaGFwZSI6MSwiU2hhcGVUaGlja25lc3MiOjAsIkR1cmF0aW9uRm9ybWF0IjowLCJJbmNsdWRlTm9uV29ya2luZ0RheXNJbkR1cmF0aW9uIjpmYWxzZSwiUGVyY2VudGFnZUNvbXBsZXRlU3R5bGUiOnsiJGlkIjoiMTU3NyIsIkZvbnRTZXR0aW5ncyI6eyIkaWQiOiIxNTc4IiwiRm9udFNpemUiOjEwLCJGb250TmFtZSI6IkNhbGlicmkiLCJJc0JvbGQiOmZhbHNlLCJJc0l0YWxpYyI6ZmFsc2UsIklzVW5kZXJsaW5lZCI6ZmFsc2UsIlBhcmVudFN0eWxlIjpudWxsfSwiQXV0b1NpemUiOjAsIkZvcmVncm91bmQiOnsiJHJlZiI6IjE1NDIi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zkiLCJMaW5lQ29sb3IiOm51bGwsIkxpbmVXZWlnaHQiOjAuMCwiTGluZVR5cGUiOjAsIlBhcmVudFN0eWxlIjpudWxsfSwiUGFyZW50U3R5bGUiOm51bGx9LCJEdXJhdGlvblN0eWxlIjp7IiRpZCI6IjE1ODAiLCJGb250U2V0dGluZ3MiOnsiJGlkIjoiMTU4M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4MiIsIkxpbmVDb2xvciI6bnVsbCwiTGluZVdlaWdodCI6MC4wLCJMaW5lVHlwZSI6MCwiUGFyZW50U3R5bGUiOm51bGx9LCJQYXJlbnRTdHlsZSI6bnVsbH0sIkhvcml6b250YWxDb25uZWN0b3JTdHlsZSI6eyIkaWQiOiIxNTgzIiwiTGluZUNvbG9yIjp7IiRyZWYiOiI5OSJ9LCJMaW5lV2VpZ2h0IjoxLjAsIkxpbmVUeXBlIjowLCJQYXJlbnRTdHlsZSI6bnVsbH0sIlZlcnRpY2FsQ29ubmVjdG9yU3R5bGUiOnsiJGlkIjoiMTU4N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4NSIsIk1hcmdpbiI6eyIkcmVmIjoiMTA1In0sIlBhZGRpbmciOnsiJHJlZiI6IjEwNiJ9LCJCYWNrZ3JvdW5kIjp7IiRpZCI6IjE1ODYiLCJDb2xvciI6eyIkaWQiOiIxNTg3IiwiQSI6MjU1LCJSIjoyMTcsIkciOjIxNywiQiI6MjE3fX0sIklzVmlzaWJsZSI6dHJ1ZSwiV2lkdGgiOjAuMCwiSGVpZ2h0IjoxMC4wLCJCb3JkZXJTdHlsZSI6eyIkaWQiOiIxNTg4IiwiTGluZUNvbG9yIjp7IiRpZCI6IjE1ODkiLCIkdHlwZSI6Ik5MUkUuQ29tbW9uLkRvbS5Tb2xpZENvbG9yQnJ1c2gsIE5MUkUuQ29tbW9uIiwiQ29sb3IiOnsiJGlkIjoiMTU5MCIsIkEiOjI1NSwiUiI6MjU1LCJHIjowLCJCIjowfX0sIkxpbmVXZWlnaHQiOjAuMCwiTGluZVR5cGUiOjAsIlBhcmVudFN0eWxlIjpudWxsfSwiUGFyZW50U3R5bGUiOm51bGx9LCJUaXRsZVN0eWxlIjp7IiRpZCI6IjE1OTEiLCJGb250U2V0dGluZ3MiOnsiJGlkIjoiMTU5MiIsIkZvbnRTaXplIjoxMSwiRm9udE5hbWUiOiJDYWxpYnJpIiwiSXNCb2xkIjpmYWxzZSwiSXNJdGFsaWMiOmZhbHNlLCJJc1VuZGVybGluZWQiOmZhbHNlLCJQYXJlbnRTdHlsZSI6bnVsbH0sIkF1dG9TaXplIjowLCJGb3JlZ3JvdW5kIjp7IiRyZWYiOiIxNTU4In0sIk1heFdpZHRoIjo5NjAuMCwiTWF4SGVpZ2h0IjoiSW5maW5pdHkiLCJTbWFydEZvcmVncm91bmRJc0FjdGl2ZSI6ZmFsc2UsIkhvcml6b250YWxBbGlnbm1lbnQiOjEsIlZlcnRpY2FsQWxpZ25tZW50IjowLCJTbWFydEZvcmVncm91bmQiOm51bGwsIkJhY2tncm91bmRGaWxsVHlwZSI6MCwiTWFyZ2luIjp7IiRyZWYiOiIxMTYifSwiUGFkZGluZyI6eyIkcmVmIjoiMTE3In0sIkJhY2tncm91bmQiOnsiJGlkIjoiMTU5MyIsIkNvbG9yIjp7IiRpZCI6IjE1OTQiLCJBIjowLCJSIjoyNTUsIkciOjI1NSwiQiI6MjU1fX0sIklzVmlzaWJsZSI6dHJ1ZSwiV2lkdGgiOjAuMCwiSGVpZ2h0IjowLjAsIkJvcmRlclN0eWxlIjp7IiRpZCI6IjE1OTUiLCJMaW5lQ29sb3IiOm51bGwsIkxpbmVXZWlnaHQiOjAuMCwiTGluZVR5cGUiOjAsIlBhcmVudFN0eWxlIjpudWxsfSwiUGFyZW50U3R5bGUiOm51bGx9LCJEYXRlU3R5bGUiOnsiJGlkIjoiMTU5NiIsIkZvbnRTZXR0aW5ncyI6eyIkaWQiOiIxNTk3IiwiRm9udFNpemUiOjEwLCJGb250TmFtZSI6IkNhbGlicmkiLCJJc0JvbGQiOmZhbHNlLCJJc0l0YWxpYyI6ZmFsc2UsIklzVW5kZXJsaW5lZCI6ZmFsc2UsIlBhcmVudFN0eWxlIjpudWxsfSwiQXV0b1NpemUiOjAsIkZvcmVncm91bmQiOnsiJGlkIjoiMTU5OCIsIkNvbG9yIjp7IiRpZCI6IjE1OTk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yZWYiOiIxMjMifSwiUGFkZGluZyI6eyIkcmVmIjoiMTI0In0sIkJhY2tncm91bmQiOnsiJGlkIjoiMTYwMCIsIkNvbG9yIjp7IiRpZCI6IjE2MDEiLCJBIjowLCJSIjoyNTUsIkciOjI1NSwiQiI6MjU1fX0sIklzVmlzaWJsZSI6dHJ1ZSwiV2lkdGgiOjAuMCwiSGVpZ2h0IjowLjAsIkJvcmRlclN0eWxlIjp7IiRpZCI6IjE2MDIiLCJMaW5lQ29sb3IiOm51bGwsIkxpbmVXZWlnaHQiOjAuMCwiTGluZVR5cGUiOjAsIlBhcmVudFN0eWxlIjpudWxsfSwiUGFyZW50U3R5bGUiOm51bGx9LCJEYXRlRm9ybWF0Ijp7IiRyZWYiOiIxNTcwIn0sIldlZWtOdW1iZXJpbmciOnsiJGlkIjoiMTYwMyIsIkZvcm1hdCI6MCwiSXNWaXNpYmxlIjpmYWxzZSwiTGFzdEtub3duVmlzaWJpbGl0eVN0YXRlIjpmYWxzZX0sIklzVmlzaWJsZSI6ZmFsc2UsIlBhcmVudFN0eWxlIjpudWxsfSwiSW5kZXgiOjEsIlNtYXJ0RHVyYXRpb25BY3RpdmF0ZWQiOmZhbHNlLCJEYXRlRm9ybWF0Ijp7IiRyZWYiOiIxNTcwIn0sIldlZWtOdW1iZXJpbmciOnsiJGlkIjoiMTYwNCIsIkZvcm1hdCI6MCwiSXNWaXNpYmxlIjpmYWxzZSwiTGFzdEtub3duVmlzaWJpbGl0eVN0YXRlIjpmYWxzZX0sIklkIjoiMGM2MTVmY2UtOWVmNS00YjM1LTg5MjYtMWJiZGI1OWY3YTJkIiwiSW1wb3J0SWQiOiI0NyIsIlRpdGxlIjoiV2F2ZSAxIiwiTm90ZSI6bnVsbCwiSHlwZXJsaW5rIjp7IiRpZCI6IjE2MDUiLCJBZGRyZXNzIjpudWxsLCJTdWJBZGRyZXNzIjpudWxsfSwiSXNDaGFuZ2VkIjpmYWxzZSwiSXNOZXciOmZhbHNlfX0seyIkaWQiOiIxNjA2IiwiX2F0dGFjaGVkTWlsZXN0b25lcyI6W10sIlRhc2tEZWZpbml0aW9uIjp7IiRpZCI6IjE2MDciLCJHcm91cE5hbWUiOm51bGwsIlN0YXJ0RGF0ZSI6IjIwMjEtMDktMDZUMDg6MDA6MDAiLCJFbmREYXRlIjoiMjAyMS0xMi0zMVQxNzowMDowMCIsIlBlcmNlbnRhZ2VDb21wbGV0ZSI6MC4wLCJTdHlsZSI6eyIkaWQiOiIxNjA4IiwiU2hhcGUiOjEsIlNoYXBlVGhpY2tuZXNzIjowLCJEdXJhdGlvbkZvcm1hdCI6MCwiSW5jbHVkZU5vbldvcmtpbmdEYXlzSW5EdXJhdGlvbiI6ZmFsc2UsIlBlcmNlbnRhZ2VDb21wbGV0ZVN0eWxlIjp7IiRpZCI6IjE2MDkiLCJGb250U2V0dGluZ3MiOnsiJGlkIjoiMTYxMCIsIkZvbnRTaXplIjoxMCwiRm9udE5hbWUiOiJDYWxpYnJpIiwiSXNCb2xkIjpmYWxzZSwiSXNJdGFsaWMiOmZhbHNlLCJJc1VuZGVybGluZWQiOmZhbHNlLCJQYXJlbnRTdHlsZSI6bnVsbH0sIkF1dG9TaXplIjowLCJGb3JlZ3JvdW5kIjp7IiRyZWYiOiIxNTQyIn0sIk1heFdpZHRoIjoyMDAuMCwiTWF4SGVpZ2h0IjoiSW5maW5pdHkiLCJTbWFydEZvcmVncm91bmRJc0FjdGl2ZSI6ZmFsc2UsIkhvcml6b250YWxBbGlnbm1lbnQiOjAsIlZlcnRpY2FsQWxpZ25tZW50IjowLCJTbWFydEZvcmVncm91bmQiOm51bGwsIkJhY2tncm91bmRGaWxsVHlwZSI6MCwiTWFyZ2luIjp7IiRyZWYiOiI4OCJ9LCJQYWRkaW5nIjp7IiRyZWYiOiI4OSJ9LCJCYWNrZ3JvdW5kIjp7IiRyZWYiOiI5MCJ9LCJJc1Zpc2libGUiOnRydWUsIldpZHRoIjowLjAsIkhlaWdodCI6MC4wLCJCb3JkZXJTdHlsZSI6eyIkaWQiOiIxNjExIiwiTGluZUNvbG9yIjpudWxsLCJMaW5lV2VpZ2h0IjowLjAsIkxpbmVUeXBlIjowLCJQYXJlbnRTdHlsZSI6bnVsbH0sIlBhcmVudFN0eWxlIjpudWxsfSwiRHVyYXRpb25TdHlsZSI6eyIkaWQiOiIxNjEyIiwiRm9udFNldHRpbmdzIjp7IiRpZCI6IjE2MTM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E2MTQiLCJMaW5lQ29sb3IiOm51bGwsIkxpbmVXZWlnaHQiOjAuMCwiTGluZVR5cGUiOjAsIlBhcmVudFN0eWxlIjpudWxsfSwiUGFyZW50U3R5bGUiOm51bGx9LCJIb3Jpem9udGFsQ29ubmVjdG9yU3R5bGUiOnsiJGlkIjoiMTYxNSIsIkxpbmVDb2xvciI6eyIkcmVmIjoiOTkifSwiTGluZVdlaWdodCI6MS4wLCJMaW5lVHlwZSI6MCwiUGFyZW50U3R5bGUiOm51bGx9LCJWZXJ0aWNhbENvbm5lY3RvclN0eWxlIjp7IiRpZCI6IjE2MTYiLCJMaW5lQ29sb3IiOnsiJHJlZiI6IjEwMiJ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2MTciLCJNYXJnaW4iOnsiJHJlZiI6IjEwNSJ9LCJQYWRkaW5nIjp7IiRyZWYiOiIxMDYifSwiQmFja2dyb3VuZCI6eyIkaWQiOiIxNjE4IiwiQ29sb3IiOnsiJGlkIjoiMTYxOSIsIkEiOjI1NSwiUiI6MjE3LCJHIjoyMTcsIkIiOjIxN319LCJJc1Zpc2libGUiOnRydWUsIldpZHRoIjowLjAsIkhlaWdodCI6MTAuMCwiQm9yZGVyU3R5bGUiOnsiJGlkIjoiMTYyMCIsIkxpbmVDb2xvciI6eyIkcmVmIjoiMTU4OSJ9LCJMaW5lV2VpZ2h0IjowLjAsIkxpbmVUeXBlIjowLCJQYXJlbnRTdHlsZSI6bnVsbH0sIlBhcmVudFN0eWxlIjpudWxsfSwiVGl0bGVTdHlsZSI6eyIkaWQiOiIxNjIxIiwiRm9udFNldHRpbmdzIjp7IiRpZCI6IjE2MjIiLCJGb250U2l6ZSI6MTEsIkZvbnROYW1lIjoiQ2FsaWJyaSIsIklzQm9sZCI6ZmFsc2UsIklzSXRhbGljIjpmYWxzZSwiSXNVbmRlcmxpbmVkIjpmYWxzZSwiUGFyZW50U3R5bGUiOm51bGx9LCJBdXRvU2l6ZSI6MCwiRm9yZWdyb3VuZCI6eyIkcmVmIjoiMTU1OCJ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2MjMiLCJDb2xvciI6eyIkaWQiOiIxNjI0IiwiQSI6MCwiUiI6MjU1LCJHIjoyNTUsIkIiOjI1NX19LCJJc1Zpc2libGUiOnRydWUsIldpZHRoIjowLjAsIkhlaWdodCI6MC4wLCJCb3JkZXJTdHlsZSI6eyIkaWQiOiIxNjI1IiwiTGluZUNvbG9yIjpudWxsLCJMaW5lV2VpZ2h0IjowLjAsIkxpbmVUeXBlIjowLCJQYXJlbnRTdHlsZSI6bnVsbH0sIlBhcmVudFN0eWxlIjpudWxsfSwiRGF0ZVN0eWxlIjp7IiRpZCI6IjE2MjYiLCJGb250U2V0dGluZ3MiOnsiJGlkIjoiMTYyNyIsIkZvbnRTaXplIjoxMCwiRm9udE5hbWUiOiJDYWxpYnJpIiwiSXNCb2xkIjpmYWxzZSwiSXNJdGFsaWMiOmZhbHNlLCJJc1VuZGVybGluZWQiOmZhbHNlLCJQYXJlbnRTdHlsZSI6bnVsbH0sIkF1dG9TaXplIjowLCJGb3JlZ3JvdW5kIjp7IiRpZCI6IjE2MjgiLCJDb2xvciI6eyIkaWQiOiIxNjI5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2MzAiLCJDb2xvciI6eyIkaWQiOiIxNjMxIiwiQSI6MCwiUiI6MjU1LCJHIjoyNTUsIkIiOjI1NX19LCJJc1Zpc2libGUiOnRydWUsIldpZHRoIjowLjAsIkhlaWdodCI6MC4wLCJCb3JkZXJTdHlsZSI6eyIkaWQiOiIxNjMyIiwiTGluZUNvbG9yIjpudWxsLCJMaW5lV2VpZ2h0IjowLjAsIkxpbmVUeXBlIjowLCJQYXJlbnRTdHlsZSI6bnVsbH0sIlBhcmVudFN0eWxlIjpudWxsfSwiRGF0ZUZvcm1hdCI6eyIkcmVmIjoiMTU3MCJ9LCJXZWVrTnVtYmVyaW5nIjp7IiRpZCI6IjE2MzMiLCJGb3JtYXQiOjAsIklzVmlzaWJsZSI6ZmFsc2UsIkxhc3RLbm93blZpc2liaWxpdHlTdGF0ZSI6ZmFsc2V9LCJJc1Zpc2libGUiOmZhbHNlLCJQYXJlbnRTdHlsZSI6bnVsbH0sIkluZGV4IjoyLCJTbWFydER1cmF0aW9uQWN0aXZhdGVkIjpmYWxzZSwiRGF0ZUZvcm1hdCI6eyIkcmVmIjoiMTU3MCJ9LCJXZWVrTnVtYmVyaW5nIjp7IiRpZCI6IjE2MzQiLCJGb3JtYXQiOjAsIklzVmlzaWJsZSI6ZmFsc2UsIkxhc3RLbm93blZpc2liaWxpdHlTdGF0ZSI6ZmFsc2V9LCJJZCI6IjllNzkzNDE5LWRiYzktNDg3Zi05OTkxLWEwY2NiMjY4OWUwMSIsIkltcG9ydElkIjoiNDgiLCJUaXRsZSI6IldhdmUgMiIsIk5vdGUiOm51bGwsIkh5cGVybGluayI6eyIkaWQiOiIxNjM1IiwiQWRkcmVzcyI6bnVsbCwiU3ViQWRkcmVzcyI6bnVsbH0sIklzQ2hhbmdlZCI6ZmFsc2UsIklzTmV3IjpmYWxzZX19XSwiTWlsZXN0b25lcyI6W119XSwiTXNQcm9qZWN0SXRlbXNUcmVlIjp7IiRpZCI6IjE2MzYiLCJSb290Ijp7IkltcG9ydElkIjpudWxsLCJJc0ltcG9ydGVkIjpmYWxzZSwiQ2hpbGRyZW4iOltdfX0sIk1ldGFkYXRhIjp7IiRpZCI6IjE2MzciLCJNc3BDb2x1bW5zTWFwcGluZyI6Ilt7XCIkaWRcIjpcIjFcIixcIlNlbGVjdGVkTWFwcGluZ1wiOjEsXCJDb2x1bW5IZWFkZXJcIjpcIlRleHQxXCJ9LHtcIiRpZFwiOlwiMlwiLFwiU2VsZWN0ZWRNYXBwaW5nXCI6MixcIkNvbHVtbkhlYWRlclwiOlwiTmFtZVwifSx7XCIkaWRcIjpcIjNcIixcIlNlbGVjdGVkTWFwcGluZ1wiOjMsXCJDb2x1bW5IZWFkZXJcIjpcIlN0YXJ0XCJ9LHtcIiRpZFwiOlwiNFwiLFwiU2VsZWN0ZWRNYXBwaW5nXCI6NCxcIkNvbHVtbkhlYWRlclwiOlwiRmluaXNoXCJ9LHtcIiRpZFwiOlwiNVwiLFwiU2VsZWN0ZWRNYXBwaW5nXCI6NSxcIkNvbHVtbkhlYWRlclwiOlwiUGVyY2VudENvbXBsZXRlXCJ9XSIsIk1zcExhdGVzdEltcG9ydEl0ZW1zIjoie1wiJGlkXCI6XCIxXCIsXCJSb290XCI6e1wiSW1wb3J0SWRcIjpudWxsLFwiSXNJbXBvcnRlZFwiOmZhbHNlLFwiQ2hpbGRyZW5cIjpbe1wiJGlkXCI6XCIyXCIsXCJJbXBvcnRJZFwiOlwiMlwiLFwiSXNJbXBvcnRlZFwiOmZhbHNlLFwiQ2hpbGRyZW5cIjpbe1wiJGlkXCI6XCIzXCIsXCJJbXBvcnRJZFwiOlwiMzFcIixcIklzSW1wb3J0ZWRcIjpmYWxzZSxcIkNoaWxkcmVuXCI6W3tcIiRpZFwiOlwiNFwiLFwiSW1wb3J0SWRcIjpcIjQ2XCIsXCJJc0ltcG9ydGVkXCI6dHJ1ZSxcIkNoaWxkcmVuXCI6W119XX0se1wiJGlkXCI6XCI1XCIsXCJJbXBvcnRJZFwiOlwiNDJcIixcIklzSW1wb3J0ZWRcIjpmYWxzZSxcIkNoaWxkcmVuXCI6W3tcIiRpZFwiOlwiNlwiLFwiSW1wb3J0SWRcIjpcIjU1XCIsXCJJc0ltcG9ydGVkXCI6ZmFsc2UsXCJDaGlsZHJlblwiOlt7XCIkaWRcIjpcIjdcIixcIkltcG9ydElkXCI6XCI1MlwiLFwiSXNJbXBvcnRlZFwiOmZhbHNlLFwiQ2hpbGRyZW5cIjpbXX0se1wiJGlkXCI6XCI4XCIsXCJJbXBvcnRJZFwiOlwiNzRcIixcIklzSW1wb3J0ZWRcIjpmYWxzZSxcIkNoaWxkcmVuXCI6W3tcIiRpZFwiOlwiOVwiLFwiSW1wb3J0SWRcIjpcIjY1XCIsXCJJc0ltcG9ydGVkXCI6ZmFsc2UsXCJDaGlsZHJlblwiOltdfSx7XCIkaWRcIjpcIjEwXCIsXCJJbXBvcnRJZFwiOlwiNzdcIixcIklzSW1wb3J0ZWRcIjpmYWxzZSxcIkNoaWxkcmVuXCI6W119LHtcIiRpZFwiOlwiMTFcIixcIkltcG9ydElkXCI6XCI2NlwiLFwiSXNJbXBvcnRlZFwiOmZhbHNlLFwiQ2hpbGRyZW5cIjpbXX0se1wiJGlkXCI6XCIxMlwiLFwiSW1wb3J0SWRcIjpcIjY3XCIsXCJJc0ltcG9ydGVkXCI6ZmFsc2UsXCJDaGlsZHJlblwiOltdfSx7XCIkaWRcIjpcIjEzXCIsXCJJbXBvcnRJZFwiOlwiNzhcIixcIklzSW1wb3J0ZWRcIjpmYWxzZSxcIkNoaWxkcmVuXCI6W119LHtcIiRpZFwiOlwiMTRcIixcIkltcG9ydElkXCI6XCI3MFwiLFwiSXNJbXBvcnRlZFwiOmZhbHNlLFwiQ2hpbGRyZW5cIjpbXX0se1wiJGlkXCI6XCIxNVwiLFwiSW1wb3J0SWRcIjpcIjcxXCIsXCJJc0ltcG9ydGVkXCI6ZmFsc2UsXCJDaGlsZHJlblwiOltdfV19LHtcIiRpZFwiOlwiMTZcIixcIkltcG9ydElkXCI6XCI3NVwiLFwiSXNJbXBvcnRlZFwiOmZhbHNlLFwiQ2hpbGRyZW5cIjpbe1wiJGlkXCI6XCIxN1wiLFwiSW1wb3J0SWRcIjpcIjY5XCIsXCJJc0ltcG9ydGVkXCI6ZmFsc2UsXCJDaGlsZHJlblwiOltdfSx7XCIkaWRcIjpcIjE4XCIsXCJJbXBvcnRJZFwiOlwiNjhcIixcIklzSW1wb3J0ZWRcIjpmYWxzZSxcIkNoaWxkcmVuXCI6W119XX0se1wiJGlkXCI6XCIxOVwiLFwiSW1wb3J0SWRcIjpcIjgwXCIsXCJJc0ltcG9ydGVkXCI6ZmFsc2UsXCJDaGlsZHJlblwiOltdfSx7XCIkaWRcIjpcIjIwXCIsXCJJbXBvcnRJZFwiOlwiNDlcIixcIklzSW1wb3J0ZWRcIjpmYWxzZSxcIkNoaWxkcmVuXCI6W119LHtcIiRpZFwiOlwiMjFcIixcIkltcG9ydElkXCI6XCI3OVwiLFwiSXNJbXBvcnRlZFwiOmZhbHNlLFwiQ2hpbGRyZW5cIjpbXX0se1wiJGlkXCI6XCIyMlwiLFwiSW1wb3J0SWRcIjpcIjg1XCIsXCJJc0ltcG9ydGVkXCI6ZmFsc2UsXCJDaGlsZHJlblwiOltdfSx7XCIkaWRcIjpcIjIzXCIsXCJJbXBvcnRJZFwiOlwiNTBcIixcIklzSW1wb3J0ZWRcIjpmYWxzZSxcIkNoaWxkcmVuXCI6W119XX0se1wiJGlkXCI6XCIyNFwiLFwiSW1wb3J0SWRcIjpcIjU2XCIsXCJJc0ltcG9ydGVkXCI6ZmFsc2UsXCJDaGlsZHJlblwiOlt7XCIkaWRcIjpcIjI1XCIsXCJJbXBvcnRJZFwiOlwiNTNcIixcIklzSW1wb3J0ZWRcIjpmYWxzZSxcIkNoaWxkcmVuXCI6W119LHtcIiRpZFwiOlwiMjZcIixcIkltcG9ydElkXCI6XCI1NFwiLFwiSXNJbXBvcnRlZFwiOmZhbHNlLFwiQ2hpbGRyZW5cIjpbXX0se1wiJGlkXCI6XCIyN1wiLFwiSW1wb3J0SWRcIjpcIjg2XCIsXCJJc0ltcG9ydGVkXCI6ZmFsc2UsXCJDaGlsZHJlblwiOltdfSx7XCIkaWRcIjpcIjI4XCIsXCJJbXBvcnRJZFwiOlwiNTFcIixcIklzSW1wb3J0ZWRcIjpmYWxzZSxcIkNoaWxkcmVuXCI6W119XX1dfSx7XCIkaWRcIjpcIjI5XCIsXCJJbXBvcnRJZFwiOlwiOVwiLFwiSXNJbXBvcnRlZFwiOmZhbHNlLFwiQ2hpbGRyZW5cIjpbe1wiJGlkXCI6XCIzMFwiLFwiSW1wb3J0SWRcIjpcIjQ3XCIsXCJJc0ltcG9ydGVkXCI6ZmFsc2UsXCJDaGlsZHJlblwiOltdfSx7XCIkaWRcIjpcIjMxXCIsXCJJbXBvcnRJZFwiOlwiNDhcIixcIklzSW1wb3J0ZWRcIjpmYWxzZSxcIkNoaWxkcmVuXCI6W119XX0se1wiJGlkXCI6XCIzMlwiLFwiSW1wb3J0SWRcIjpcIjgxXCIsXCJJc0ltcG9ydGVkXCI6ZmFsc2UsXCJDaGlsZHJlblwiOlt7XCIkaWRcIjpcIjMzXCIsXCJJbXBvcnRJZFwiOlwiODJcIixcIklzSW1wb3J0ZWRcIjpmYWxzZSxcIkNoaWxkcmVuXCI6W119LHtcIiRpZFwiOlwiMzRcIixcIkltcG9ydElkXCI6XCI4M1wiLFwiSXNJbXBvcnRlZFwiOmZhbHNlLFwiQ2hpbGRyZW5cIjpbXX1dfSx7XCIkaWRcIjpcIjM1XCIsXCJJbXBvcnRJZFwiOlwiNTdcIixcIklzSW1wb3J0ZWRcIjpmYWxzZSxcIkNoaWxkcmVuXCI6W119LHtcIiRpZFwiOlwiMzZcIixcIkltcG9ydElkXCI6XCIxXCIsXCJJc0ltcG9ydGVkXCI6ZmFsc2UsXCJDaGlsZHJlblwiOlt7XCIkaWRcIjpcIjM3XCIsXCJJbXBvcnRJZFwiOlwiNDRcIixcIklzSW1wb3J0ZWRcIjpmYWxzZSxcIkNoaWxkcmVuXCI6W119LHtcIiRpZFwiOlwiMzhcIixcIkltcG9ydElkXCI6XCI4XCIsXCJJc0ltcG9ydGVkXCI6ZmFsc2UsXCJDaGlsZHJlblwiOltdfSx7XCIkaWRcIjpcIjM5XCIsXCJJbXBvcnRJZFwiOlwiNjFcIixcIklzSW1wb3J0ZWRcIjpmYWxzZSxcIkNoaWxkcmVuXCI6W119LHtcIiRpZFwiOlwiNDBcIixcIkltcG9ydElkXCI6XCIxMFwiLFwiSXNJbXBvcnRlZFwiOmZhbHNlLFwiQ2hpbGRyZW5cIjpbXX1dfSx7XCIkaWRcIjpcIjQxXCIsXCJJbXBvcnRJZFwiOlwiNThcIixcIklzSW1wb3J0ZWRcIjpmYWxzZSxcIkNoaWxkcmVuXCI6W119LHtcIiRpZFwiOlwiNDJcIixcIkltcG9ydElkXCI6XCIzXCIsXCJJc0ltcG9ydGVkXCI6ZmFsc2UsXCJDaGlsZHJlblwiOlt7XCIkaWRcIjpcIjQzXCIsXCJJbXBvcnRJZFwiOlwiMTNcIixcIklzSW1wb3J0ZWRcIjpmYWxzZSxcIkNoaWxkcmVuXCI6W119LHtcIiRpZFwiOlwiNDRcIixcIkltcG9ydElkXCI6XCIxNFwiLFwiSXNJbXBvcnRlZFwiOmZhbHNlLFwiQ2hpbGRyZW5cIjpbXX0se1wiJGlkXCI6XCI0NVwiLFwiSW1wb3J0SWRcIjpcIjYyXCIsXCJJc0ltcG9ydGVkXCI6ZmFsc2UsXCJDaGlsZHJlblwiOltdfSx7XCIkaWRcIjpcIjQ2XCIsXCJJbXBvcnRJZFwiOlwiMTZcIixcIklzSW1wb3J0ZWRcIjpmYWxzZSxcIkNoaWxkcmVuXCI6W119XX0se1wiJGlkXCI6XCI0N1wiLFwiSW1wb3J0SWRcIjpcIjU5XCIsXCJJc0ltcG9ydGVkXCI6ZmFsc2UsXCJDaGlsZHJlblwiOltdfSx7XCIkaWRcIjpcIjQ4XCIsXCJJbXBvcnRJZFwiOlwiNFwiLFwiSXNJbXBvcnRlZFwiOmZhbHNlLFwiQ2hpbGRyZW5cIjpbe1wiJGlkXCI6XCI0OVwiLFwiSW1wb3J0SWRcIjpcIjE5XCIsXCJJc0ltcG9ydGVkXCI6ZmFsc2UsXCJDaGlsZHJlblwiOltdfSx7XCIkaWRcIjpcIjUwXCIsXCJJbXBvcnRJZFwiOlwiMjBcIixcIklzSW1wb3J0ZWRcIjpmYWxzZSxcIkNoaWxkcmVuXCI6W119LHtcIiRpZFwiOlwiNTFcIixcIkltcG9ydElkXCI6XCI2M1wiLFwiSXNJbXBvcnRlZFwiOmZhbHNlLFwiQ2hpbGRyZW5cIjpbXX0se1wiJGlkXCI6XCI1MlwiLFwiSW1wb3J0SWRcIjpcIjIxXCIsXCJJc0ltcG9ydGVkXCI6ZmFsc2UsXCJDaGlsZHJlblwiOltdfV19LHtcIiRpZFwiOlwiNTNcIixcIkltcG9ydElkXCI6XCI2MFwiLFwiSXNJbXBvcnRlZFwiOmZhbHNlLFwiQ2hpbGRyZW5cIjpbXX0se1wiJGlkXCI6XCI1NFwiLFwiSW1wb3J0SWRcIjpcIjVcIixcIklzSW1wb3J0ZWRcIjpmYWxzZSxcIkNoaWxkcmVuXCI6W3tcIiRpZFwiOlwiNTVcIixcIkltcG9ydElkXCI6XCIyNVwiLFwiSXNJbXBvcnRlZFwiOmZhbHNlLFwiQ2hpbGRyZW5cIjpbXX0se1wiJGlkXCI6XCI1NlwiLFwiSW1wb3J0SWRcIjpcIjI2XCIsXCJJc0ltcG9ydGVkXCI6ZmFsc2UsXCJDaGlsZHJlblwiOltdfSx7XCIkaWRcIjpcIjU3XCIsXCJJbXBvcnRJZFwiOlwiNjRcIixcIklzSW1wb3J0ZWRcIjpmYWxzZSxcIkNoaWxkcmVuXCI6W119LHtcIiRpZFwiOlwiNThcIixcIkltcG9ydElkXCI6XCIyN1wiLFwiSXNJbXBvcnRlZFwiOmZhbHNlLFwiQ2hpbGRyZW5cIjpbXX1dfV19XX19IiwiTXNwU3luY0J5VWlkIjoiVHJ1ZSIsIlJlY2VudENvbG9yc0NvbGxlY3Rpb24iOiJbXSJ9LCJTZXR0aW5ncyI6eyIkaWQiOiIxNjM4IiwiSW1wYU9wdGlvbnMiOnsiJGlkIjoiMTYzOS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iwiRmlsZVBhdGgiOiJXOlxcQ29tbXVuaWNhdGlvblxcUm9hZG1hcFxcQUNEUCBSb2FkbWFwLm1wcCIsIlRpbWVDb25maWd1cmF0aW9uIjp7IiRpZCI6IjE2NDAiLCJVc2VUaW1lIjpmYWxzZSwiV29ya0RheVN0YXJ0IjoiMDg6MDA6MDAiLCJXb3JrRGF5RW5kIjoiMTc6MDA6MDAifSwiTGFzdFVzZWRUZW1wbGF0ZUlkIjoiY2MyNmY4NjMtMjdjZS00ODBlLWE1ODktYjNmMTJmMmQ2ZWIwIiwiRmlyc3RXZWVrT2ZZZWFyIjowfQ=="/>
  <p:tag name="__MASTER" val="__part_0"/>
</p:tagLst>
</file>

<file path=ppt/tags/tag14.xml><?xml version="1.0" encoding="utf-8"?>
<p:tagLst xmlns:a="http://schemas.openxmlformats.org/drawingml/2006/main" xmlns:r="http://schemas.openxmlformats.org/officeDocument/2006/relationships" xmlns:p="http://schemas.openxmlformats.org/presentationml/2006/main">
  <p:tag name="OTLMARKERSHAPE" val="OTL"/>
</p:tagLst>
</file>

<file path=ppt/tags/tag15.xml><?xml version="1.0" encoding="utf-8"?>
<p:tagLst xmlns:a="http://schemas.openxmlformats.org/drawingml/2006/main" xmlns:r="http://schemas.openxmlformats.org/officeDocument/2006/relationships" xmlns:p="http://schemas.openxmlformats.org/presentationml/2006/main">
  <p:tag name="OTLMARKERSHAPE" val="OTL"/>
</p:tagLst>
</file>

<file path=ppt/tags/tag16.xml><?xml version="1.0" encoding="utf-8"?>
<p:tagLst xmlns:a="http://schemas.openxmlformats.org/drawingml/2006/main" xmlns:r="http://schemas.openxmlformats.org/officeDocument/2006/relationships" xmlns:p="http://schemas.openxmlformats.org/presentationml/2006/main">
  <p:tag name="OTLMARKERSHAPE" val="OTL"/>
  <p:tag name="OTLELAPSEDSTYLE" val="Hide"/>
</p:tagLst>
</file>

<file path=ppt/tags/tag17.xml><?xml version="1.0" encoding="utf-8"?>
<p:tagLst xmlns:a="http://schemas.openxmlformats.org/drawingml/2006/main" xmlns:r="http://schemas.openxmlformats.org/officeDocument/2006/relationships" xmlns:p="http://schemas.openxmlformats.org/presentationml/2006/main">
  <p:tag name="OTLMARKERSHAPE" val="OTL"/>
  <p:tag name="OTLTODAYPOSITION" val="Hide"/>
</p:tagLst>
</file>

<file path=ppt/tags/tag18.xml><?xml version="1.0" encoding="utf-8"?>
<p:tagLst xmlns:a="http://schemas.openxmlformats.org/drawingml/2006/main" xmlns:r="http://schemas.openxmlformats.org/officeDocument/2006/relationships" xmlns:p="http://schemas.openxmlformats.org/presentationml/2006/main">
  <p:tag name="OTLMARKERSHAPE" val="OTL"/>
</p:tagLst>
</file>

<file path=ppt/tags/tag19.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20.xml><?xml version="1.0" encoding="utf-8"?>
<p:tagLst xmlns:a="http://schemas.openxmlformats.org/drawingml/2006/main" xmlns:r="http://schemas.openxmlformats.org/officeDocument/2006/relationships" xmlns:p="http://schemas.openxmlformats.org/presentationml/2006/main">
  <p:tag name="OTLMARKERSHAPE" val="OTL"/>
</p:tagLst>
</file>

<file path=ppt/tags/tag21.xml><?xml version="1.0" encoding="utf-8"?>
<p:tagLst xmlns:a="http://schemas.openxmlformats.org/drawingml/2006/main" xmlns:r="http://schemas.openxmlformats.org/officeDocument/2006/relationships" xmlns:p="http://schemas.openxmlformats.org/presentationml/2006/main">
  <p:tag name="OTLMARKERSHAPE" val="OTL"/>
</p:tagLst>
</file>

<file path=ppt/tags/tag22.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23.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24.xml><?xml version="1.0" encoding="utf-8"?>
<p:tagLst xmlns:a="http://schemas.openxmlformats.org/drawingml/2006/main" xmlns:r="http://schemas.openxmlformats.org/officeDocument/2006/relationships" xmlns:p="http://schemas.openxmlformats.org/presentationml/2006/main">
  <p:tag name="OTLMARKERSHAPE" val="OTL"/>
</p:tagLst>
</file>

<file path=ppt/tags/tag25.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26.xml><?xml version="1.0" encoding="utf-8"?>
<p:tagLst xmlns:a="http://schemas.openxmlformats.org/drawingml/2006/main" xmlns:r="http://schemas.openxmlformats.org/officeDocument/2006/relationships" xmlns:p="http://schemas.openxmlformats.org/presentationml/2006/main">
  <p:tag name="OTLMARKERSHAPE" val="OTL"/>
</p:tagLst>
</file>

<file path=ppt/tags/tag27.xml><?xml version="1.0" encoding="utf-8"?>
<p:tagLst xmlns:a="http://schemas.openxmlformats.org/drawingml/2006/main" xmlns:r="http://schemas.openxmlformats.org/officeDocument/2006/relationships" xmlns:p="http://schemas.openxmlformats.org/presentationml/2006/main">
  <p:tag name="OTLMARKERSHAPE" val="OTL"/>
</p:tagLst>
</file>

<file path=ppt/tags/tag28.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29.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30.xml><?xml version="1.0" encoding="utf-8"?>
<p:tagLst xmlns:a="http://schemas.openxmlformats.org/drawingml/2006/main" xmlns:r="http://schemas.openxmlformats.org/officeDocument/2006/relationships" xmlns:p="http://schemas.openxmlformats.org/presentationml/2006/main">
  <p:tag name="OTLMARKERSHAPE" val="OTL"/>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b="0" i="0" dirty="0">
            <a:solidFill>
              <a:schemeClr val="bg1"/>
            </a:solidFill>
            <a:effectLst/>
            <a:latin typeface="Gisha" panose="020B0502040204020203" pitchFamily="34" charset="-79"/>
            <a:cs typeface="Gisha" panose="020B0502040204020203" pitchFamily="34" charset="-79"/>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913DF53AD423D4CA7382DD33F4A11C9" ma:contentTypeVersion="7" ma:contentTypeDescription="Create a new document." ma:contentTypeScope="" ma:versionID="4642780a22169bb113d043b691e58384">
  <xsd:schema xmlns:xsd="http://www.w3.org/2001/XMLSchema" xmlns:xs="http://www.w3.org/2001/XMLSchema" xmlns:p="http://schemas.microsoft.com/office/2006/metadata/properties" xmlns:ns2="9258d17d-5a11-4337-a710-52036223a5fa" xmlns:ns3="4148d240-6253-4cb1-a5c1-40d003e4d58c" targetNamespace="http://schemas.microsoft.com/office/2006/metadata/properties" ma:root="true" ma:fieldsID="9f1893019f0b4f81e9a6a74321dabbc7" ns2:_="" ns3:_="">
    <xsd:import namespace="9258d17d-5a11-4337-a710-52036223a5fa"/>
    <xsd:import namespace="4148d240-6253-4cb1-a5c1-40d003e4d58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58d17d-5a11-4337-a710-52036223a5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148d240-6253-4cb1-a5c1-40d003e4d58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haredWithUsers xmlns="4148d240-6253-4cb1-a5c1-40d003e4d58c">
      <UserInfo>
        <DisplayName>Ashish Khan</DisplayName>
        <AccountId>41</AccountId>
        <AccountType/>
      </UserInfo>
      <UserInfo>
        <DisplayName>Attila Halasz</DisplayName>
        <AccountId>18</AccountId>
        <AccountType/>
      </UserInfo>
      <UserInfo>
        <DisplayName>Hicham Loukili</DisplayName>
        <AccountId>14</AccountId>
        <AccountType/>
      </UserInfo>
      <UserInfo>
        <DisplayName>Prasanth Gv</DisplayName>
        <AccountId>23</AccountId>
        <AccountType/>
      </UserInfo>
      <UserInfo>
        <DisplayName>Jon Voskuil</DisplayName>
        <AccountId>68</AccountId>
        <AccountType/>
      </UserInfo>
      <UserInfo>
        <DisplayName>Fawn Witte</DisplayName>
        <AccountId>70</AccountId>
        <AccountType/>
      </UserInfo>
    </SharedWithUsers>
  </documentManagement>
</p:properties>
</file>

<file path=customXml/itemProps1.xml><?xml version="1.0" encoding="utf-8"?>
<ds:datastoreItem xmlns:ds="http://schemas.openxmlformats.org/officeDocument/2006/customXml" ds:itemID="{9AB5FBF3-2F81-437F-AF95-FF455EEDFF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258d17d-5a11-4337-a710-52036223a5fa"/>
    <ds:schemaRef ds:uri="4148d240-6253-4cb1-a5c1-40d003e4d5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05B7694-A081-490D-A202-CB4C0CCD7402}">
  <ds:schemaRefs>
    <ds:schemaRef ds:uri="http://schemas.microsoft.com/sharepoint/v3/contenttype/forms"/>
  </ds:schemaRefs>
</ds:datastoreItem>
</file>

<file path=customXml/itemProps3.xml><?xml version="1.0" encoding="utf-8"?>
<ds:datastoreItem xmlns:ds="http://schemas.openxmlformats.org/officeDocument/2006/customXml" ds:itemID="{F0AE4A3A-3F50-4C49-B0CE-E55C746D4630}">
  <ds:schemaRefs>
    <ds:schemaRef ds:uri="http://schemas.microsoft.com/office/2006/metadata/properties"/>
    <ds:schemaRef ds:uri="http://schemas.microsoft.com/office/infopath/2007/PartnerControls"/>
    <ds:schemaRef ds:uri="4148d240-6253-4cb1-a5c1-40d003e4d58c"/>
  </ds:schemaRefs>
</ds:datastoreItem>
</file>

<file path=docProps/app.xml><?xml version="1.0" encoding="utf-8"?>
<Properties xmlns="http://schemas.openxmlformats.org/officeDocument/2006/extended-properties" xmlns:vt="http://schemas.openxmlformats.org/officeDocument/2006/docPropsVTypes">
  <TotalTime>14458</TotalTime>
  <Words>1270</Words>
  <Application>Microsoft Office PowerPoint</Application>
  <PresentationFormat>Widescreen</PresentationFormat>
  <Paragraphs>135</Paragraphs>
  <Slides>10</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Courier New</vt:lpstr>
      <vt:lpstr>Gisha</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Data Platform</dc:title>
  <dc:creator>ryan.vetter@Amway.com</dc:creator>
  <cp:lastModifiedBy>Ken Popkin</cp:lastModifiedBy>
  <cp:revision>129</cp:revision>
  <cp:lastPrinted>2020-08-04T17:40:32Z</cp:lastPrinted>
  <dcterms:created xsi:type="dcterms:W3CDTF">2020-01-05T04:20:34Z</dcterms:created>
  <dcterms:modified xsi:type="dcterms:W3CDTF">2021-06-19T23:55:24Z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0x0101002913DF53AD423D4CA7382DD33F4A11C9</vt:lpwstr>
  </property>
</Properties>
</file>